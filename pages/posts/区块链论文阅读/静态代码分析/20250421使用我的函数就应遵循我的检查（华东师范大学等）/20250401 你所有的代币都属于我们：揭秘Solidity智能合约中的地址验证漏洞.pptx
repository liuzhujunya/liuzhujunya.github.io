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4" r:id="rId3"/>
  </p:sldMasterIdLst>
  <p:notesMasterIdLst>
    <p:notesMasterId r:id="rId5"/>
  </p:notesMasterIdLst>
  <p:handoutMasterIdLst>
    <p:handoutMasterId r:id="rId29"/>
  </p:handoutMasterIdLst>
  <p:sldIdLst>
    <p:sldId id="273" r:id="rId4"/>
    <p:sldId id="614" r:id="rId6"/>
    <p:sldId id="516" r:id="rId7"/>
    <p:sldId id="765" r:id="rId8"/>
    <p:sldId id="1047" r:id="rId9"/>
    <p:sldId id="928" r:id="rId10"/>
    <p:sldId id="766" r:id="rId11"/>
    <p:sldId id="1048" r:id="rId12"/>
    <p:sldId id="1053" r:id="rId13"/>
    <p:sldId id="856" r:id="rId14"/>
    <p:sldId id="873" r:id="rId15"/>
    <p:sldId id="773" r:id="rId16"/>
    <p:sldId id="802" r:id="rId17"/>
    <p:sldId id="1051" r:id="rId18"/>
    <p:sldId id="1052" r:id="rId19"/>
    <p:sldId id="1054" r:id="rId20"/>
    <p:sldId id="791" r:id="rId21"/>
    <p:sldId id="803" r:id="rId22"/>
    <p:sldId id="1042" r:id="rId23"/>
    <p:sldId id="1056" r:id="rId24"/>
    <p:sldId id="1055" r:id="rId25"/>
    <p:sldId id="1057" r:id="rId26"/>
    <p:sldId id="797" r:id="rId27"/>
    <p:sldId id="450" r:id="rId28"/>
  </p:sldIdLst>
  <p:sldSz cx="12192000" cy="6858000"/>
  <p:notesSz cx="6858000" cy="9144000"/>
  <p:custDataLst>
    <p:tags r:id="rId3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/>
  <p:cmAuthor id="2" name="JunYa LiuZhu" initials="JL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  <a:srgbClr val="FEE2E5"/>
    <a:srgbClr val="B60005"/>
    <a:srgbClr val="E3E5EB"/>
    <a:srgbClr val="00B0F0"/>
    <a:srgbClr val="600000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8969D30-ED5A-497F-A329-AB4209B03287}" styleName="表样式 1 14">
    <a:wholeTbl>
      <a:tcTxStyle>
        <a:fontRef idx="none">
          <a:srgbClr val="000000"/>
        </a:fontRef>
      </a:tcTxStyle>
      <a:tcStyle>
        <a:tcBdr>
          <a:left>
            <a:ln w="12700" cmpd="sng">
              <a:solidFill>
                <a:srgbClr val="CE292F"/>
              </a:solidFill>
            </a:ln>
          </a:left>
          <a:right>
            <a:ln w="12700" cmpd="sng">
              <a:solidFill>
                <a:srgbClr val="CE292F"/>
              </a:solidFill>
            </a:ln>
          </a:right>
          <a:top>
            <a:ln w="12700" cmpd="sng">
              <a:solidFill>
                <a:srgbClr val="CE292F"/>
              </a:solidFill>
            </a:ln>
          </a:top>
          <a:bottom>
            <a:ln w="12700" cmpd="sng">
              <a:solidFill>
                <a:srgbClr val="CE292F"/>
              </a:solidFill>
            </a:ln>
          </a:bottom>
          <a:insideH>
            <a:ln w="9525" cmpd="sng">
              <a:solidFill>
                <a:srgbClr val="CE292F">
                  <a:lumMod val="40000"/>
                  <a:lumOff val="60000"/>
                </a:srgbClr>
              </a:solidFill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rgbClr val="CE292F">
              <a:lumMod val="10000"/>
              <a:lumOff val="90000"/>
            </a:srgbClr>
          </a:solidFill>
        </a:fill>
      </a:tcStyle>
    </a:band2H>
    <a:band1V>
      <a:tcStyle>
        <a:tcBdr>
          <a:left>
            <a:ln w="12700" cmpd="sng">
              <a:solidFill>
                <a:srgbClr val="CE292F"/>
              </a:solidFill>
            </a:ln>
          </a:left>
          <a:right>
            <a:ln w="12700" cmpd="sng">
              <a:solidFill>
                <a:srgbClr val="CE292F"/>
              </a:solidFill>
            </a:ln>
          </a:right>
          <a:top>
            <a:ln w="12700" cmpd="sng">
              <a:solidFill>
                <a:srgbClr val="CE292F"/>
              </a:solidFill>
            </a:ln>
          </a:top>
          <a:bottom>
            <a:ln w="12700" cmpd="sng">
              <a:solidFill>
                <a:srgbClr val="CE292F"/>
              </a:solidFill>
            </a:ln>
          </a:bottom>
          <a:insideH>
            <a:ln w="9525" cmpd="sng">
              <a:solidFill>
                <a:srgbClr val="CE292F">
                  <a:lumMod val="40000"/>
                  <a:lumOff val="60000"/>
                </a:srgbClr>
              </a:solidFill>
            </a:ln>
          </a:insideH>
          <a:insideV>
            <a:ln>
              <a:noFill/>
            </a:ln>
          </a:insideV>
        </a:tcBdr>
        <a:fill>
          <a:solidFill>
            <a:srgbClr val="CE292F">
              <a:lumMod val="10000"/>
              <a:lumOff val="90000"/>
            </a:srgbClr>
          </a:solidFill>
        </a:fill>
      </a:tcStyle>
    </a:band1V>
    <a:band2V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rgbClr val="CE292F"/>
              </a:solidFill>
            </a:ln>
          </a:top>
          <a:bottom>
            <a:ln w="12700" cmpd="sng">
              <a:solidFill>
                <a:srgbClr val="CE292F"/>
              </a:solidFill>
            </a:ln>
          </a:bottom>
          <a:insideH>
            <a:ln w="9525" cmpd="sng">
              <a:solidFill>
                <a:srgbClr val="CE292F">
                  <a:lumMod val="40000"/>
                  <a:lumOff val="60000"/>
                </a:srgbClr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band2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 w="12700" cmpd="sng">
              <a:solidFill>
                <a:srgbClr val="CE292F"/>
              </a:solidFill>
            </a:ln>
          </a:right>
          <a:top>
            <a:ln w="12700" cmpd="sng">
              <a:solidFill>
                <a:srgbClr val="CE292F"/>
              </a:solidFill>
            </a:ln>
          </a:top>
          <a:bottom>
            <a:ln w="12700" cmpd="sng">
              <a:solidFill>
                <a:srgbClr val="CE292F"/>
              </a:solidFill>
            </a:ln>
          </a:bottom>
          <a:insideH>
            <a:ln w="9525" cmpd="sng">
              <a:solidFill>
                <a:srgbClr val="CE292F">
                  <a:lumMod val="40000"/>
                  <a:lumOff val="60000"/>
                </a:srgbClr>
              </a:solidFill>
            </a:ln>
          </a:insideH>
          <a:insideV>
            <a:ln>
              <a:noFill/>
            </a:ln>
          </a:insideV>
        </a:tcBdr>
        <a:fill>
          <a:solidFill>
            <a:srgbClr val="CE292F">
              <a:lumMod val="20000"/>
              <a:lumOff val="80000"/>
            </a:srgb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 w="12700" cmpd="sng">
              <a:solidFill>
                <a:srgbClr val="CE292F"/>
              </a:solidFill>
            </a:ln>
          </a:left>
          <a:right>
            <a:ln>
              <a:noFill/>
            </a:ln>
          </a:right>
          <a:top>
            <a:ln w="12700" cmpd="sng">
              <a:solidFill>
                <a:srgbClr val="CE292F"/>
              </a:solidFill>
            </a:ln>
          </a:top>
          <a:bottom>
            <a:ln w="12700" cmpd="sng">
              <a:solidFill>
                <a:srgbClr val="CE292F"/>
              </a:solidFill>
            </a:ln>
          </a:bottom>
          <a:insideH>
            <a:ln w="9525" cmpd="sng">
              <a:solidFill>
                <a:srgbClr val="CE292F">
                  <a:lumMod val="40000"/>
                  <a:lumOff val="60000"/>
                </a:srgbClr>
              </a:solidFill>
            </a:ln>
          </a:insideH>
          <a:insideV>
            <a:ln>
              <a:noFill/>
            </a:ln>
          </a:insideV>
        </a:tcBdr>
        <a:fill>
          <a:solidFill>
            <a:srgbClr val="CE292F">
              <a:lumMod val="20000"/>
              <a:lumOff val="80000"/>
            </a:srgbClr>
          </a:solidFill>
        </a:fill>
      </a:tcStyle>
    </a:firstCol>
    <a:lastRow>
      <a:tcTxStyle b="on">
        <a:fontRef idx="none">
          <a:srgbClr val="CE292F"/>
        </a:fontRef>
      </a:tcTxStyle>
      <a:tcStyle>
        <a:tcBdr>
          <a:left>
            <a:ln w="12700" cmpd="sng">
              <a:solidFill>
                <a:srgbClr val="CE292F"/>
              </a:solidFill>
            </a:ln>
          </a:left>
          <a:right>
            <a:ln w="12700" cmpd="sng">
              <a:solidFill>
                <a:srgbClr val="CE292F"/>
              </a:solidFill>
            </a:ln>
          </a:right>
          <a:top>
            <a:ln w="9525" cmpd="sng">
              <a:solidFill>
                <a:srgbClr val="CE292F"/>
              </a:solidFill>
            </a:ln>
          </a:top>
          <a:bottom>
            <a:ln w="12700" cmpd="sng">
              <a:solidFill>
                <a:srgbClr val="CE292F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Ref idx="none">
          <a:srgbClr val="CE292F"/>
        </a:fontRef>
      </a:tcTxStyle>
      <a:tcStyle>
        <a:tcBdr>
          <a:left>
            <a:ln w="12700" cmpd="sng">
              <a:solidFill>
                <a:srgbClr val="CE292F"/>
              </a:solidFill>
            </a:ln>
          </a:left>
          <a:right>
            <a:ln w="12700" cmpd="sng">
              <a:solidFill>
                <a:srgbClr val="CE292F"/>
              </a:solidFill>
            </a:ln>
          </a:right>
          <a:top>
            <a:ln w="12700" cmpd="sng">
              <a:solidFill>
                <a:srgbClr val="CE292F"/>
              </a:solidFill>
            </a:ln>
          </a:top>
          <a:bottom>
            <a:ln w="12700" cmpd="sng">
              <a:solidFill>
                <a:srgbClr val="CE292F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firstRow>
  </a:tblStyle>
  <a:tblStyle styleId="{079C7888-C893-46B5-A33B-8DB9251F6B5C}" styleName="表样式 1 17">
    <a:wholeTbl>
      <a:tcTxStyle>
        <a:fontRef idx="none">
          <a:srgbClr val="000000"/>
        </a:fontRef>
      </a:tcTxStyle>
      <a:tcStyle>
        <a:tcBdr>
          <a:left>
            <a:ln w="9525" cmpd="sng">
              <a:solidFill>
                <a:srgbClr val="C9091E"/>
              </a:solidFill>
            </a:ln>
          </a:left>
          <a:right>
            <a:ln w="9525" cmpd="sng">
              <a:solidFill>
                <a:srgbClr val="C9091E"/>
              </a:solidFill>
            </a:ln>
          </a:right>
          <a:top>
            <a:ln w="9525" cmpd="sng">
              <a:solidFill>
                <a:srgbClr val="C9091E"/>
              </a:solidFill>
            </a:ln>
          </a:top>
          <a:bottom>
            <a:ln w="9525" cmpd="sng">
              <a:solidFill>
                <a:srgbClr val="C9091E"/>
              </a:solidFill>
            </a:ln>
          </a:bottom>
          <a:insideH>
            <a:ln w="9525" cmpd="sng">
              <a:solidFill>
                <a:srgbClr val="C9091E">
                  <a:lumMod val="40000"/>
                  <a:lumOff val="60000"/>
                </a:srgbClr>
              </a:solidFill>
            </a:ln>
          </a:insideH>
          <a:insideV>
            <a:ln w="9525" cmpd="sng">
              <a:solidFill>
                <a:srgbClr val="C9091E">
                  <a:lumMod val="40000"/>
                  <a:lumOff val="60000"/>
                </a:srgbClr>
              </a:solidFill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rgbClr val="C9091E">
              <a:lumMod val="10000"/>
              <a:lumOff val="90000"/>
            </a:srgbClr>
          </a:solidFill>
        </a:fill>
      </a:tcStyle>
    </a:band2H>
    <a:band1V>
      <a:tcStyle>
        <a:tcBdr>
          <a:left>
            <a:ln w="9525" cmpd="sng">
              <a:solidFill>
                <a:srgbClr val="C9091E"/>
              </a:solidFill>
            </a:ln>
          </a:left>
          <a:right>
            <a:ln w="9525" cmpd="sng">
              <a:solidFill>
                <a:srgbClr val="C9091E"/>
              </a:solidFill>
            </a:ln>
          </a:right>
          <a:top>
            <a:ln w="9525" cmpd="sng">
              <a:solidFill>
                <a:srgbClr val="C9091E"/>
              </a:solidFill>
            </a:ln>
          </a:top>
          <a:bottom>
            <a:ln w="9525" cmpd="sng">
              <a:solidFill>
                <a:srgbClr val="C9091E"/>
              </a:solidFill>
            </a:ln>
          </a:bottom>
          <a:insideH>
            <a:ln w="9525" cmpd="sng">
              <a:solidFill>
                <a:srgbClr val="C9091E">
                  <a:lumMod val="40000"/>
                  <a:lumOff val="60000"/>
                </a:srgbClr>
              </a:solidFill>
            </a:ln>
          </a:insideH>
          <a:insideV>
            <a:ln>
              <a:noFill/>
            </a:ln>
          </a:insideV>
        </a:tcBdr>
        <a:fill>
          <a:solidFill>
            <a:srgbClr val="C9091E">
              <a:lumMod val="10000"/>
              <a:lumOff val="90000"/>
            </a:srgbClr>
          </a:solidFill>
        </a:fill>
      </a:tcStyle>
    </a:band1V>
    <a:band2V>
      <a:tcStyle>
        <a:tcBdr>
          <a:left>
            <a:ln w="9525" cmpd="sng">
              <a:solidFill>
                <a:srgbClr val="C9091E">
                  <a:lumMod val="40000"/>
                  <a:lumOff val="60000"/>
                </a:srgbClr>
              </a:solidFill>
            </a:ln>
          </a:left>
          <a:right>
            <a:ln w="9525" cmpd="sng">
              <a:solidFill>
                <a:srgbClr val="C9091E">
                  <a:lumMod val="40000"/>
                  <a:lumOff val="60000"/>
                </a:srgbClr>
              </a:solidFill>
            </a:ln>
          </a:right>
          <a:top>
            <a:ln w="9525" cmpd="sng">
              <a:solidFill>
                <a:srgbClr val="C9091E"/>
              </a:solidFill>
            </a:ln>
          </a:top>
          <a:bottom>
            <a:ln w="9525" cmpd="sng">
              <a:solidFill>
                <a:srgbClr val="C9091E"/>
              </a:solidFill>
            </a:ln>
          </a:bottom>
          <a:insideH>
            <a:ln w="9525" cmpd="sng">
              <a:solidFill>
                <a:srgbClr val="C9091E">
                  <a:lumMod val="40000"/>
                  <a:lumOff val="60000"/>
                </a:srgbClr>
              </a:solidFill>
            </a:ln>
          </a:insideH>
          <a:insideV>
            <a:ln>
              <a:noFill/>
            </a:ln>
          </a:insideV>
        </a:tcBdr>
      </a:tcStyle>
    </a:band2V>
    <a:lastCol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rgbClr val="C9091E">
                  <a:lumMod val="40000"/>
                  <a:lumOff val="60000"/>
                </a:srgbClr>
              </a:solidFill>
            </a:ln>
          </a:left>
          <a:right>
            <a:ln w="9525" cmpd="sng">
              <a:solidFill>
                <a:srgbClr val="C9091E"/>
              </a:solidFill>
            </a:ln>
          </a:right>
          <a:top>
            <a:ln w="9525" cmpd="sng">
              <a:solidFill>
                <a:srgbClr val="C9091E"/>
              </a:solidFill>
            </a:ln>
          </a:top>
          <a:bottom>
            <a:ln w="9525" cmpd="sng">
              <a:solidFill>
                <a:srgbClr val="C9091E"/>
              </a:solidFill>
            </a:ln>
          </a:bottom>
          <a:insideH>
            <a:ln w="9525" cmpd="sng">
              <a:solidFill>
                <a:srgbClr val="C9091E">
                  <a:lumMod val="40000"/>
                  <a:lumOff val="60000"/>
                </a:srgbClr>
              </a:solidFill>
            </a:ln>
          </a:insideH>
          <a:insideV>
            <a:ln>
              <a:noFill/>
            </a:ln>
          </a:insideV>
        </a:tcBdr>
        <a:fill>
          <a:solidFill>
            <a:srgbClr val="C9091E">
              <a:lumMod val="20000"/>
              <a:lumOff val="80000"/>
            </a:srgbClr>
          </a:solidFill>
        </a:fill>
      </a:tcStyle>
    </a:lastCol>
    <a:firstCol>
      <a:tcTxStyle b="on">
        <a:fontRef idx="none">
          <a:srgbClr val="C9091E"/>
        </a:fontRef>
      </a:tcTxStyle>
      <a:tcStyle>
        <a:tcBdr>
          <a:left>
            <a:ln w="9525" cmpd="sng">
              <a:solidFill>
                <a:srgbClr val="C9091E"/>
              </a:solidFill>
            </a:ln>
          </a:left>
          <a:right>
            <a:ln w="9525" cmpd="sng">
              <a:solidFill>
                <a:srgbClr val="C9091E">
                  <a:lumMod val="40000"/>
                  <a:lumOff val="60000"/>
                </a:srgbClr>
              </a:solidFill>
            </a:ln>
          </a:right>
          <a:top>
            <a:ln w="9525" cmpd="sng">
              <a:solidFill>
                <a:srgbClr val="C9091E"/>
              </a:solidFill>
            </a:ln>
          </a:top>
          <a:bottom>
            <a:ln w="9525" cmpd="sng">
              <a:solidFill>
                <a:srgbClr val="C9091E"/>
              </a:solidFill>
            </a:ln>
          </a:bottom>
          <a:insideH>
            <a:ln w="9525" cmpd="sng">
              <a:solidFill>
                <a:srgbClr val="C9091E">
                  <a:lumMod val="40000"/>
                  <a:lumOff val="60000"/>
                </a:srgbClr>
              </a:solidFill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firstCol>
    <a:lastRow>
      <a:tcTxStyle b="on">
        <a:fontRef idx="none">
          <a:srgbClr val="C9091E"/>
        </a:fontRef>
      </a:tcTxStyle>
      <a:tcStyle>
        <a:tcBdr>
          <a:left>
            <a:ln w="9525" cmpd="sng">
              <a:solidFill>
                <a:srgbClr val="C9091E"/>
              </a:solidFill>
            </a:ln>
          </a:left>
          <a:right>
            <a:ln w="9525" cmpd="sng">
              <a:solidFill>
                <a:srgbClr val="C9091E"/>
              </a:solidFill>
            </a:ln>
          </a:right>
          <a:top>
            <a:ln w="9525" cmpd="sng">
              <a:solidFill>
                <a:srgbClr val="C9091E">
                  <a:lumMod val="40000"/>
                  <a:lumOff val="60000"/>
                </a:srgbClr>
              </a:solidFill>
            </a:ln>
          </a:top>
          <a:bottom>
            <a:ln w="9525" cmpd="sng">
              <a:solidFill>
                <a:srgbClr val="C9091E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lastRow>
    <a:firstRow>
      <a:tcTxStyle b="on">
        <a:fontRef idx="none">
          <a:srgbClr val="C9091E"/>
        </a:fontRef>
      </a:tcTxStyle>
      <a:tcStyle>
        <a:tcBdr>
          <a:left>
            <a:ln w="9525" cmpd="sng">
              <a:solidFill>
                <a:srgbClr val="C9091E"/>
              </a:solidFill>
            </a:ln>
          </a:left>
          <a:right>
            <a:ln w="9525" cmpd="sng">
              <a:solidFill>
                <a:srgbClr val="C9091E"/>
              </a:solidFill>
            </a:ln>
          </a:right>
          <a:top>
            <a:ln w="9525" cmpd="sng">
              <a:solidFill>
                <a:srgbClr val="C9091E"/>
              </a:solidFill>
            </a:ln>
          </a:top>
          <a:bottom>
            <a:ln w="9525" cmpd="sng">
              <a:solidFill>
                <a:srgbClr val="C9091E">
                  <a:lumMod val="40000"/>
                  <a:lumOff val="60000"/>
                </a:srgbClr>
              </a:solidFill>
            </a:ln>
          </a:bottom>
          <a:insideH>
            <a:ln>
              <a:noFill/>
            </a:ln>
          </a:insideH>
          <a:insideV>
            <a:ln w="9525" cmpd="sng">
              <a:solidFill>
                <a:srgbClr val="C9091E">
                  <a:lumMod val="40000"/>
                  <a:lumOff val="60000"/>
                </a:srgbClr>
              </a:solidFill>
            </a:ln>
          </a:insideV>
        </a:tcBdr>
        <a:fill>
          <a:solidFill>
            <a:srgbClr val="FFFFFF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355" autoAdjust="0"/>
  </p:normalViewPr>
  <p:slideViewPr>
    <p:cSldViewPr snapToGrid="0">
      <p:cViewPr varScale="1">
        <p:scale>
          <a:sx n="83" d="100"/>
          <a:sy n="83" d="100"/>
        </p:scale>
        <p:origin x="108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4" Type="http://schemas.openxmlformats.org/officeDocument/2006/relationships/tags" Target="tags/tag19.xml"/><Relationship Id="rId33" Type="http://schemas.openxmlformats.org/officeDocument/2006/relationships/commentAuthors" Target="commentAuthors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Master" Target="slideMasters/slideMaster2.xml"/><Relationship Id="rId29" Type="http://schemas.openxmlformats.org/officeDocument/2006/relationships/handoutMaster" Target="handoutMasters/handoutMaster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4EA83B-DFE3-4928-B559-141995DEDDB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611550-8665-4F56-B50E-D9DCDBCC9BC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6F68C3F-8089-4336-A0FA-9F374BED94A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F67177-20B5-4A78-A0DA-C5E69E3844A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1F67177-20B5-4A78-A0DA-C5E69E3844A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6F68C3F-8089-4336-A0FA-9F374BED94A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611550-8665-4F56-B50E-D9DCDBCC9B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611550-8665-4F56-B50E-D9DCDBCC9B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611550-8665-4F56-B50E-D9DCDBCC9B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611550-8665-4F56-B50E-D9DCDBCC9B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611550-8665-4F56-B50E-D9DCDBCC9B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611550-8665-4F56-B50E-D9DCDBCC9B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611550-8665-4F56-B50E-D9DCDBCC9B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6F68C3F-8089-4336-A0FA-9F374BED94A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611550-8665-4F56-B50E-D9DCDBCC9B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611550-8665-4F56-B50E-D9DCDBCC9B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611550-8665-4F56-B50E-D9DCDBCC9B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611550-8665-4F56-B50E-D9DCDBCC9B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6F68C3F-8089-4336-A0FA-9F374BED94A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611550-8665-4F56-B50E-D9DCDBCC9B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611550-8665-4F56-B50E-D9DCDBCC9B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611550-8665-4F56-B50E-D9DCDBCC9B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611550-8665-4F56-B50E-D9DCDBCC9B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611550-8665-4F56-B50E-D9DCDBCC9B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6F68C3F-8089-4336-A0FA-9F374BED94A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tags" Target="../tags/tag2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tags" Target="../tags/tag3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86" t="24127" r="39601" b="4444"/>
          <a:stretch>
            <a:fillRect/>
          </a:stretch>
        </p:blipFill>
        <p:spPr>
          <a:xfrm>
            <a:off x="0" y="0"/>
            <a:ext cx="4511040" cy="6858000"/>
          </a:xfrm>
          <a:custGeom>
            <a:avLst/>
            <a:gdLst>
              <a:gd name="connsiteX0" fmla="*/ 0 w 4511040"/>
              <a:gd name="connsiteY0" fmla="*/ 0 h 6858000"/>
              <a:gd name="connsiteX1" fmla="*/ 4511040 w 4511040"/>
              <a:gd name="connsiteY1" fmla="*/ 0 h 6858000"/>
              <a:gd name="connsiteX2" fmla="*/ 4511040 w 4511040"/>
              <a:gd name="connsiteY2" fmla="*/ 6858000 h 6858000"/>
              <a:gd name="connsiteX3" fmla="*/ 0 w 451104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11040" h="6858000">
                <a:moveTo>
                  <a:pt x="0" y="0"/>
                </a:moveTo>
                <a:lnTo>
                  <a:pt x="4511040" y="0"/>
                </a:lnTo>
                <a:lnTo>
                  <a:pt x="451104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8" name="矩形 7"/>
          <p:cNvSpPr/>
          <p:nvPr userDrawn="1"/>
        </p:nvSpPr>
        <p:spPr>
          <a:xfrm>
            <a:off x="20320" y="0"/>
            <a:ext cx="4490720" cy="6858000"/>
          </a:xfrm>
          <a:prstGeom prst="rect">
            <a:avLst/>
          </a:prstGeom>
          <a:solidFill>
            <a:schemeClr val="bg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-20320" y="0"/>
            <a:ext cx="4531360" cy="6858000"/>
          </a:xfrm>
          <a:prstGeom prst="rect">
            <a:avLst/>
          </a:prstGeom>
          <a:solidFill>
            <a:schemeClr val="accent5">
              <a:lumMod val="50000"/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 descr="e7d195523061f1c0cef09ac28eaae964ec9988a5cce77c8b8C1E4685C6E6B40CD7615480512384A61EE159C6FE0045D14B61E85D0A95589D558B81FFC809322ACC20DC2254D928200A3EA0841B8B1814640B618B2185680CEAB94E3931E0B5D7711EF63F967A4C297FC727FDC926E3DD993D4DBDA5D64870F48545BEBEBB5F1E1B53A97FCE30A0A5CBB9687EF1FA3D5A"/>
          <p:cNvSpPr/>
          <p:nvPr userDrawn="1"/>
        </p:nvSpPr>
        <p:spPr>
          <a:xfrm>
            <a:off x="1117600" y="1069975"/>
            <a:ext cx="11436350" cy="4718050"/>
          </a:xfrm>
          <a:prstGeom prst="rect">
            <a:avLst/>
          </a:prstGeom>
          <a:noFill/>
          <a:ln w="25400">
            <a:solidFill>
              <a:srgbClr val="97BA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îṩḻïḓé"/>
          <p:cNvSpPr/>
          <p:nvPr userDrawn="1"/>
        </p:nvSpPr>
        <p:spPr bwMode="auto">
          <a:xfrm>
            <a:off x="9476838" y="2108990"/>
            <a:ext cx="3383474" cy="3443965"/>
          </a:xfrm>
          <a:custGeom>
            <a:avLst/>
            <a:gdLst>
              <a:gd name="T0" fmla="*/ 606 w 808"/>
              <a:gd name="T1" fmla="*/ 701 h 821"/>
              <a:gd name="T2" fmla="*/ 597 w 808"/>
              <a:gd name="T3" fmla="*/ 703 h 821"/>
              <a:gd name="T4" fmla="*/ 597 w 808"/>
              <a:gd name="T5" fmla="*/ 684 h 821"/>
              <a:gd name="T6" fmla="*/ 620 w 808"/>
              <a:gd name="T7" fmla="*/ 651 h 821"/>
              <a:gd name="T8" fmla="*/ 606 w 808"/>
              <a:gd name="T9" fmla="*/ 661 h 821"/>
              <a:gd name="T10" fmla="*/ 584 w 808"/>
              <a:gd name="T11" fmla="*/ 659 h 821"/>
              <a:gd name="T12" fmla="*/ 591 w 808"/>
              <a:gd name="T13" fmla="*/ 642 h 821"/>
              <a:gd name="T14" fmla="*/ 597 w 808"/>
              <a:gd name="T15" fmla="*/ 649 h 821"/>
              <a:gd name="T16" fmla="*/ 620 w 808"/>
              <a:gd name="T17" fmla="*/ 619 h 821"/>
              <a:gd name="T18" fmla="*/ 636 w 808"/>
              <a:gd name="T19" fmla="*/ 634 h 821"/>
              <a:gd name="T20" fmla="*/ 623 w 808"/>
              <a:gd name="T21" fmla="*/ 679 h 821"/>
              <a:gd name="T22" fmla="*/ 620 w 808"/>
              <a:gd name="T23" fmla="*/ 692 h 821"/>
              <a:gd name="T24" fmla="*/ 177 w 808"/>
              <a:gd name="T25" fmla="*/ 710 h 821"/>
              <a:gd name="T26" fmla="*/ 216 w 808"/>
              <a:gd name="T27" fmla="*/ 643 h 821"/>
              <a:gd name="T28" fmla="*/ 233 w 808"/>
              <a:gd name="T29" fmla="*/ 632 h 821"/>
              <a:gd name="T30" fmla="*/ 209 w 808"/>
              <a:gd name="T31" fmla="*/ 667 h 821"/>
              <a:gd name="T32" fmla="*/ 245 w 808"/>
              <a:gd name="T33" fmla="*/ 647 h 821"/>
              <a:gd name="T34" fmla="*/ 246 w 808"/>
              <a:gd name="T35" fmla="*/ 676 h 821"/>
              <a:gd name="T36" fmla="*/ 228 w 808"/>
              <a:gd name="T37" fmla="*/ 694 h 821"/>
              <a:gd name="T38" fmla="*/ 203 w 808"/>
              <a:gd name="T39" fmla="*/ 719 h 821"/>
              <a:gd name="T40" fmla="*/ 207 w 808"/>
              <a:gd name="T41" fmla="*/ 683 h 821"/>
              <a:gd name="T42" fmla="*/ 446 w 808"/>
              <a:gd name="T43" fmla="*/ 698 h 821"/>
              <a:gd name="T44" fmla="*/ 444 w 808"/>
              <a:gd name="T45" fmla="*/ 686 h 821"/>
              <a:gd name="T46" fmla="*/ 445 w 808"/>
              <a:gd name="T47" fmla="*/ 674 h 821"/>
              <a:gd name="T48" fmla="*/ 434 w 808"/>
              <a:gd name="T49" fmla="*/ 668 h 821"/>
              <a:gd name="T50" fmla="*/ 438 w 808"/>
              <a:gd name="T51" fmla="*/ 651 h 821"/>
              <a:gd name="T52" fmla="*/ 456 w 808"/>
              <a:gd name="T53" fmla="*/ 644 h 821"/>
              <a:gd name="T54" fmla="*/ 465 w 808"/>
              <a:gd name="T55" fmla="*/ 643 h 821"/>
              <a:gd name="T56" fmla="*/ 457 w 808"/>
              <a:gd name="T57" fmla="*/ 675 h 821"/>
              <a:gd name="T58" fmla="*/ 455 w 808"/>
              <a:gd name="T59" fmla="*/ 690 h 821"/>
              <a:gd name="T60" fmla="*/ 265 w 808"/>
              <a:gd name="T61" fmla="*/ 713 h 821"/>
              <a:gd name="T62" fmla="*/ 562 w 808"/>
              <a:gd name="T63" fmla="*/ 715 h 821"/>
              <a:gd name="T64" fmla="*/ 292 w 808"/>
              <a:gd name="T65" fmla="*/ 705 h 821"/>
              <a:gd name="T66" fmla="*/ 300 w 808"/>
              <a:gd name="T67" fmla="*/ 666 h 821"/>
              <a:gd name="T68" fmla="*/ 285 w 808"/>
              <a:gd name="T69" fmla="*/ 672 h 821"/>
              <a:gd name="T70" fmla="*/ 302 w 808"/>
              <a:gd name="T71" fmla="*/ 650 h 821"/>
              <a:gd name="T72" fmla="*/ 307 w 808"/>
              <a:gd name="T73" fmla="*/ 637 h 821"/>
              <a:gd name="T74" fmla="*/ 319 w 808"/>
              <a:gd name="T75" fmla="*/ 648 h 821"/>
              <a:gd name="T76" fmla="*/ 305 w 808"/>
              <a:gd name="T77" fmla="*/ 696 h 821"/>
              <a:gd name="T78" fmla="*/ 511 w 808"/>
              <a:gd name="T79" fmla="*/ 689 h 821"/>
              <a:gd name="T80" fmla="*/ 538 w 808"/>
              <a:gd name="T81" fmla="*/ 638 h 821"/>
              <a:gd name="T82" fmla="*/ 529 w 808"/>
              <a:gd name="T83" fmla="*/ 700 h 821"/>
              <a:gd name="T84" fmla="*/ 241 w 808"/>
              <a:gd name="T85" fmla="*/ 701 h 821"/>
              <a:gd name="T86" fmla="*/ 469 w 808"/>
              <a:gd name="T87" fmla="*/ 701 h 821"/>
              <a:gd name="T88" fmla="*/ 447 w 808"/>
              <a:gd name="T89" fmla="*/ 705 h 821"/>
              <a:gd name="T90" fmla="*/ 349 w 808"/>
              <a:gd name="T91" fmla="*/ 697 h 821"/>
              <a:gd name="T92" fmla="*/ 371 w 808"/>
              <a:gd name="T93" fmla="*/ 665 h 821"/>
              <a:gd name="T94" fmla="*/ 400 w 808"/>
              <a:gd name="T95" fmla="*/ 667 h 821"/>
              <a:gd name="T96" fmla="*/ 375 w 808"/>
              <a:gd name="T97" fmla="*/ 697 h 821"/>
              <a:gd name="T98" fmla="*/ 220 w 808"/>
              <a:gd name="T99" fmla="*/ 683 h 821"/>
              <a:gd name="T100" fmla="*/ 223 w 808"/>
              <a:gd name="T101" fmla="*/ 690 h 821"/>
              <a:gd name="T102" fmla="*/ 318 w 808"/>
              <a:gd name="T103" fmla="*/ 697 h 821"/>
              <a:gd name="T104" fmla="*/ 206 w 808"/>
              <a:gd name="T105" fmla="*/ 674 h 821"/>
              <a:gd name="T106" fmla="*/ 311 w 808"/>
              <a:gd name="T107" fmla="*/ 660 h 821"/>
              <a:gd name="T108" fmla="*/ 614 w 808"/>
              <a:gd name="T109" fmla="*/ 661 h 821"/>
              <a:gd name="T110" fmla="*/ 607 w 808"/>
              <a:gd name="T111" fmla="*/ 650 h 821"/>
              <a:gd name="T112" fmla="*/ 217 w 808"/>
              <a:gd name="T113" fmla="*/ 627 h 821"/>
              <a:gd name="T114" fmla="*/ 161 w 808"/>
              <a:gd name="T115" fmla="*/ 585 h 821"/>
              <a:gd name="T116" fmla="*/ 114 w 808"/>
              <a:gd name="T117" fmla="*/ 372 h 821"/>
              <a:gd name="T118" fmla="*/ 243 w 808"/>
              <a:gd name="T119" fmla="*/ 205 h 821"/>
              <a:gd name="T120" fmla="*/ 433 w 808"/>
              <a:gd name="T121" fmla="*/ 152 h 821"/>
              <a:gd name="T122" fmla="*/ 653 w 808"/>
              <a:gd name="T123" fmla="*/ 325 h 821"/>
              <a:gd name="T124" fmla="*/ 664 w 808"/>
              <a:gd name="T125" fmla="*/ 501 h 8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808" h="821">
                <a:moveTo>
                  <a:pt x="404" y="821"/>
                </a:moveTo>
                <a:cubicBezTo>
                  <a:pt x="626" y="821"/>
                  <a:pt x="808" y="637"/>
                  <a:pt x="808" y="411"/>
                </a:cubicBezTo>
                <a:cubicBezTo>
                  <a:pt x="808" y="185"/>
                  <a:pt x="626" y="0"/>
                  <a:pt x="404" y="0"/>
                </a:cubicBezTo>
                <a:cubicBezTo>
                  <a:pt x="181" y="0"/>
                  <a:pt x="0" y="185"/>
                  <a:pt x="0" y="411"/>
                </a:cubicBezTo>
                <a:cubicBezTo>
                  <a:pt x="0" y="637"/>
                  <a:pt x="181" y="821"/>
                  <a:pt x="404" y="821"/>
                </a:cubicBezTo>
                <a:close/>
                <a:moveTo>
                  <a:pt x="404" y="3"/>
                </a:moveTo>
                <a:cubicBezTo>
                  <a:pt x="474" y="48"/>
                  <a:pt x="616" y="90"/>
                  <a:pt x="583" y="158"/>
                </a:cubicBezTo>
                <a:cubicBezTo>
                  <a:pt x="638" y="106"/>
                  <a:pt x="721" y="230"/>
                  <a:pt x="785" y="285"/>
                </a:cubicBezTo>
                <a:cubicBezTo>
                  <a:pt x="765" y="362"/>
                  <a:pt x="769" y="520"/>
                  <a:pt x="693" y="507"/>
                </a:cubicBezTo>
                <a:cubicBezTo>
                  <a:pt x="761" y="544"/>
                  <a:pt x="669" y="666"/>
                  <a:pt x="644" y="734"/>
                </a:cubicBezTo>
                <a:cubicBezTo>
                  <a:pt x="567" y="740"/>
                  <a:pt x="412" y="799"/>
                  <a:pt x="405" y="723"/>
                </a:cubicBezTo>
                <a:cubicBezTo>
                  <a:pt x="392" y="797"/>
                  <a:pt x="241" y="737"/>
                  <a:pt x="161" y="732"/>
                </a:cubicBezTo>
                <a:cubicBezTo>
                  <a:pt x="134" y="658"/>
                  <a:pt x="46" y="545"/>
                  <a:pt x="113" y="509"/>
                </a:cubicBezTo>
                <a:cubicBezTo>
                  <a:pt x="35" y="520"/>
                  <a:pt x="47" y="364"/>
                  <a:pt x="23" y="284"/>
                </a:cubicBezTo>
                <a:cubicBezTo>
                  <a:pt x="90" y="245"/>
                  <a:pt x="172" y="105"/>
                  <a:pt x="229" y="159"/>
                </a:cubicBezTo>
                <a:cubicBezTo>
                  <a:pt x="197" y="85"/>
                  <a:pt x="340" y="46"/>
                  <a:pt x="404" y="3"/>
                </a:cubicBezTo>
                <a:close/>
                <a:moveTo>
                  <a:pt x="609" y="729"/>
                </a:moveTo>
                <a:cubicBezTo>
                  <a:pt x="601" y="725"/>
                  <a:pt x="601" y="725"/>
                  <a:pt x="601" y="725"/>
                </a:cubicBezTo>
                <a:cubicBezTo>
                  <a:pt x="601" y="725"/>
                  <a:pt x="601" y="725"/>
                  <a:pt x="601" y="725"/>
                </a:cubicBezTo>
                <a:cubicBezTo>
                  <a:pt x="601" y="725"/>
                  <a:pt x="601" y="725"/>
                  <a:pt x="601" y="725"/>
                </a:cubicBezTo>
                <a:cubicBezTo>
                  <a:pt x="601" y="725"/>
                  <a:pt x="601" y="725"/>
                  <a:pt x="601" y="725"/>
                </a:cubicBezTo>
                <a:cubicBezTo>
                  <a:pt x="600" y="725"/>
                  <a:pt x="600" y="725"/>
                  <a:pt x="600" y="725"/>
                </a:cubicBezTo>
                <a:cubicBezTo>
                  <a:pt x="600" y="725"/>
                  <a:pt x="600" y="725"/>
                  <a:pt x="600" y="725"/>
                </a:cubicBezTo>
                <a:cubicBezTo>
                  <a:pt x="599" y="725"/>
                  <a:pt x="599" y="725"/>
                  <a:pt x="599" y="725"/>
                </a:cubicBezTo>
                <a:cubicBezTo>
                  <a:pt x="599" y="725"/>
                  <a:pt x="599" y="725"/>
                  <a:pt x="599" y="725"/>
                </a:cubicBezTo>
                <a:cubicBezTo>
                  <a:pt x="599" y="725"/>
                  <a:pt x="599" y="725"/>
                  <a:pt x="599" y="725"/>
                </a:cubicBezTo>
                <a:cubicBezTo>
                  <a:pt x="599" y="725"/>
                  <a:pt x="599" y="725"/>
                  <a:pt x="599" y="725"/>
                </a:cubicBezTo>
                <a:cubicBezTo>
                  <a:pt x="598" y="725"/>
                  <a:pt x="598" y="725"/>
                  <a:pt x="598" y="725"/>
                </a:cubicBezTo>
                <a:cubicBezTo>
                  <a:pt x="598" y="725"/>
                  <a:pt x="598" y="725"/>
                  <a:pt x="598" y="725"/>
                </a:cubicBezTo>
                <a:cubicBezTo>
                  <a:pt x="598" y="725"/>
                  <a:pt x="598" y="725"/>
                  <a:pt x="598" y="725"/>
                </a:cubicBezTo>
                <a:cubicBezTo>
                  <a:pt x="598" y="725"/>
                  <a:pt x="598" y="725"/>
                  <a:pt x="598" y="725"/>
                </a:cubicBezTo>
                <a:cubicBezTo>
                  <a:pt x="597" y="725"/>
                  <a:pt x="597" y="725"/>
                  <a:pt x="597" y="725"/>
                </a:cubicBezTo>
                <a:cubicBezTo>
                  <a:pt x="597" y="725"/>
                  <a:pt x="597" y="725"/>
                  <a:pt x="597" y="725"/>
                </a:cubicBezTo>
                <a:cubicBezTo>
                  <a:pt x="596" y="725"/>
                  <a:pt x="596" y="725"/>
                  <a:pt x="596" y="725"/>
                </a:cubicBezTo>
                <a:cubicBezTo>
                  <a:pt x="596" y="725"/>
                  <a:pt x="596" y="725"/>
                  <a:pt x="596" y="725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3"/>
                  <a:pt x="595" y="723"/>
                  <a:pt x="595" y="723"/>
                </a:cubicBezTo>
                <a:cubicBezTo>
                  <a:pt x="595" y="723"/>
                  <a:pt x="595" y="723"/>
                  <a:pt x="595" y="723"/>
                </a:cubicBezTo>
                <a:cubicBezTo>
                  <a:pt x="595" y="723"/>
                  <a:pt x="595" y="723"/>
                  <a:pt x="595" y="723"/>
                </a:cubicBezTo>
                <a:cubicBezTo>
                  <a:pt x="595" y="723"/>
                  <a:pt x="595" y="723"/>
                  <a:pt x="595" y="723"/>
                </a:cubicBezTo>
                <a:cubicBezTo>
                  <a:pt x="595" y="723"/>
                  <a:pt x="595" y="723"/>
                  <a:pt x="595" y="723"/>
                </a:cubicBezTo>
                <a:cubicBezTo>
                  <a:pt x="595" y="723"/>
                  <a:pt x="595" y="723"/>
                  <a:pt x="595" y="723"/>
                </a:cubicBezTo>
                <a:cubicBezTo>
                  <a:pt x="595" y="722"/>
                  <a:pt x="595" y="722"/>
                  <a:pt x="595" y="722"/>
                </a:cubicBezTo>
                <a:cubicBezTo>
                  <a:pt x="595" y="722"/>
                  <a:pt x="595" y="722"/>
                  <a:pt x="595" y="722"/>
                </a:cubicBezTo>
                <a:cubicBezTo>
                  <a:pt x="596" y="722"/>
                  <a:pt x="596" y="722"/>
                  <a:pt x="596" y="722"/>
                </a:cubicBezTo>
                <a:cubicBezTo>
                  <a:pt x="596" y="722"/>
                  <a:pt x="596" y="722"/>
                  <a:pt x="596" y="722"/>
                </a:cubicBezTo>
                <a:cubicBezTo>
                  <a:pt x="598" y="722"/>
                  <a:pt x="598" y="722"/>
                  <a:pt x="598" y="722"/>
                </a:cubicBezTo>
                <a:cubicBezTo>
                  <a:pt x="598" y="722"/>
                  <a:pt x="598" y="722"/>
                  <a:pt x="598" y="722"/>
                </a:cubicBezTo>
                <a:cubicBezTo>
                  <a:pt x="600" y="722"/>
                  <a:pt x="600" y="722"/>
                  <a:pt x="600" y="722"/>
                </a:cubicBezTo>
                <a:cubicBezTo>
                  <a:pt x="600" y="722"/>
                  <a:pt x="600" y="722"/>
                  <a:pt x="600" y="722"/>
                </a:cubicBezTo>
                <a:cubicBezTo>
                  <a:pt x="602" y="722"/>
                  <a:pt x="602" y="722"/>
                  <a:pt x="602" y="722"/>
                </a:cubicBezTo>
                <a:cubicBezTo>
                  <a:pt x="602" y="722"/>
                  <a:pt x="602" y="722"/>
                  <a:pt x="602" y="722"/>
                </a:cubicBezTo>
                <a:cubicBezTo>
                  <a:pt x="603" y="722"/>
                  <a:pt x="603" y="722"/>
                  <a:pt x="603" y="722"/>
                </a:cubicBezTo>
                <a:cubicBezTo>
                  <a:pt x="603" y="722"/>
                  <a:pt x="603" y="722"/>
                  <a:pt x="603" y="722"/>
                </a:cubicBezTo>
                <a:cubicBezTo>
                  <a:pt x="605" y="722"/>
                  <a:pt x="605" y="722"/>
                  <a:pt x="605" y="722"/>
                </a:cubicBezTo>
                <a:cubicBezTo>
                  <a:pt x="605" y="722"/>
                  <a:pt x="605" y="722"/>
                  <a:pt x="605" y="722"/>
                </a:cubicBezTo>
                <a:cubicBezTo>
                  <a:pt x="606" y="721"/>
                  <a:pt x="606" y="721"/>
                  <a:pt x="606" y="721"/>
                </a:cubicBezTo>
                <a:cubicBezTo>
                  <a:pt x="606" y="721"/>
                  <a:pt x="606" y="721"/>
                  <a:pt x="606" y="721"/>
                </a:cubicBezTo>
                <a:cubicBezTo>
                  <a:pt x="608" y="719"/>
                  <a:pt x="608" y="719"/>
                  <a:pt x="608" y="719"/>
                </a:cubicBezTo>
                <a:cubicBezTo>
                  <a:pt x="608" y="719"/>
                  <a:pt x="608" y="719"/>
                  <a:pt x="608" y="719"/>
                </a:cubicBezTo>
                <a:cubicBezTo>
                  <a:pt x="608" y="717"/>
                  <a:pt x="608" y="717"/>
                  <a:pt x="608" y="717"/>
                </a:cubicBezTo>
                <a:cubicBezTo>
                  <a:pt x="608" y="717"/>
                  <a:pt x="608" y="717"/>
                  <a:pt x="608" y="717"/>
                </a:cubicBezTo>
                <a:cubicBezTo>
                  <a:pt x="608" y="715"/>
                  <a:pt x="608" y="715"/>
                  <a:pt x="608" y="715"/>
                </a:cubicBezTo>
                <a:cubicBezTo>
                  <a:pt x="608" y="715"/>
                  <a:pt x="608" y="715"/>
                  <a:pt x="608" y="715"/>
                </a:cubicBezTo>
                <a:cubicBezTo>
                  <a:pt x="608" y="712"/>
                  <a:pt x="608" y="712"/>
                  <a:pt x="608" y="712"/>
                </a:cubicBezTo>
                <a:cubicBezTo>
                  <a:pt x="608" y="712"/>
                  <a:pt x="608" y="712"/>
                  <a:pt x="608" y="712"/>
                </a:cubicBezTo>
                <a:cubicBezTo>
                  <a:pt x="608" y="710"/>
                  <a:pt x="608" y="710"/>
                  <a:pt x="608" y="710"/>
                </a:cubicBezTo>
                <a:cubicBezTo>
                  <a:pt x="608" y="710"/>
                  <a:pt x="608" y="710"/>
                  <a:pt x="608" y="710"/>
                </a:cubicBezTo>
                <a:cubicBezTo>
                  <a:pt x="608" y="707"/>
                  <a:pt x="608" y="707"/>
                  <a:pt x="608" y="707"/>
                </a:cubicBezTo>
                <a:cubicBezTo>
                  <a:pt x="608" y="707"/>
                  <a:pt x="608" y="707"/>
                  <a:pt x="608" y="707"/>
                </a:cubicBezTo>
                <a:cubicBezTo>
                  <a:pt x="608" y="705"/>
                  <a:pt x="608" y="705"/>
                  <a:pt x="608" y="705"/>
                </a:cubicBezTo>
                <a:cubicBezTo>
                  <a:pt x="608" y="705"/>
                  <a:pt x="608" y="705"/>
                  <a:pt x="608" y="705"/>
                </a:cubicBezTo>
                <a:cubicBezTo>
                  <a:pt x="608" y="702"/>
                  <a:pt x="608" y="702"/>
                  <a:pt x="608" y="702"/>
                </a:cubicBezTo>
                <a:cubicBezTo>
                  <a:pt x="608" y="702"/>
                  <a:pt x="608" y="702"/>
                  <a:pt x="608" y="702"/>
                </a:cubicBezTo>
                <a:cubicBezTo>
                  <a:pt x="608" y="700"/>
                  <a:pt x="608" y="700"/>
                  <a:pt x="608" y="700"/>
                </a:cubicBezTo>
                <a:cubicBezTo>
                  <a:pt x="608" y="700"/>
                  <a:pt x="608" y="700"/>
                  <a:pt x="608" y="700"/>
                </a:cubicBezTo>
                <a:cubicBezTo>
                  <a:pt x="606" y="701"/>
                  <a:pt x="606" y="701"/>
                  <a:pt x="606" y="701"/>
                </a:cubicBezTo>
                <a:cubicBezTo>
                  <a:pt x="606" y="701"/>
                  <a:pt x="606" y="701"/>
                  <a:pt x="606" y="701"/>
                </a:cubicBezTo>
                <a:cubicBezTo>
                  <a:pt x="604" y="702"/>
                  <a:pt x="604" y="702"/>
                  <a:pt x="604" y="702"/>
                </a:cubicBezTo>
                <a:cubicBezTo>
                  <a:pt x="604" y="702"/>
                  <a:pt x="604" y="702"/>
                  <a:pt x="604" y="702"/>
                </a:cubicBezTo>
                <a:cubicBezTo>
                  <a:pt x="603" y="703"/>
                  <a:pt x="603" y="703"/>
                  <a:pt x="603" y="703"/>
                </a:cubicBezTo>
                <a:cubicBezTo>
                  <a:pt x="603" y="703"/>
                  <a:pt x="603" y="703"/>
                  <a:pt x="603" y="703"/>
                </a:cubicBezTo>
                <a:cubicBezTo>
                  <a:pt x="601" y="704"/>
                  <a:pt x="601" y="704"/>
                  <a:pt x="601" y="704"/>
                </a:cubicBezTo>
                <a:cubicBezTo>
                  <a:pt x="601" y="704"/>
                  <a:pt x="601" y="704"/>
                  <a:pt x="601" y="704"/>
                </a:cubicBezTo>
                <a:cubicBezTo>
                  <a:pt x="599" y="705"/>
                  <a:pt x="599" y="705"/>
                  <a:pt x="599" y="705"/>
                </a:cubicBezTo>
                <a:cubicBezTo>
                  <a:pt x="599" y="705"/>
                  <a:pt x="599" y="705"/>
                  <a:pt x="599" y="705"/>
                </a:cubicBezTo>
                <a:cubicBezTo>
                  <a:pt x="598" y="706"/>
                  <a:pt x="598" y="706"/>
                  <a:pt x="598" y="706"/>
                </a:cubicBezTo>
                <a:cubicBezTo>
                  <a:pt x="598" y="706"/>
                  <a:pt x="598" y="706"/>
                  <a:pt x="598" y="706"/>
                </a:cubicBezTo>
                <a:cubicBezTo>
                  <a:pt x="596" y="708"/>
                  <a:pt x="596" y="708"/>
                  <a:pt x="596" y="708"/>
                </a:cubicBezTo>
                <a:cubicBezTo>
                  <a:pt x="596" y="708"/>
                  <a:pt x="596" y="708"/>
                  <a:pt x="596" y="708"/>
                </a:cubicBezTo>
                <a:cubicBezTo>
                  <a:pt x="594" y="708"/>
                  <a:pt x="594" y="708"/>
                  <a:pt x="594" y="708"/>
                </a:cubicBezTo>
                <a:cubicBezTo>
                  <a:pt x="594" y="708"/>
                  <a:pt x="594" y="708"/>
                  <a:pt x="594" y="708"/>
                </a:cubicBezTo>
                <a:cubicBezTo>
                  <a:pt x="593" y="709"/>
                  <a:pt x="593" y="709"/>
                  <a:pt x="593" y="709"/>
                </a:cubicBezTo>
                <a:cubicBezTo>
                  <a:pt x="593" y="709"/>
                  <a:pt x="593" y="709"/>
                  <a:pt x="593" y="709"/>
                </a:cubicBezTo>
                <a:cubicBezTo>
                  <a:pt x="592" y="710"/>
                  <a:pt x="592" y="710"/>
                  <a:pt x="592" y="710"/>
                </a:cubicBezTo>
                <a:cubicBezTo>
                  <a:pt x="592" y="710"/>
                  <a:pt x="592" y="710"/>
                  <a:pt x="592" y="710"/>
                </a:cubicBezTo>
                <a:cubicBezTo>
                  <a:pt x="590" y="710"/>
                  <a:pt x="590" y="710"/>
                  <a:pt x="590" y="710"/>
                </a:cubicBezTo>
                <a:cubicBezTo>
                  <a:pt x="590" y="710"/>
                  <a:pt x="590" y="710"/>
                  <a:pt x="590" y="710"/>
                </a:cubicBezTo>
                <a:cubicBezTo>
                  <a:pt x="589" y="711"/>
                  <a:pt x="589" y="711"/>
                  <a:pt x="589" y="711"/>
                </a:cubicBezTo>
                <a:cubicBezTo>
                  <a:pt x="589" y="711"/>
                  <a:pt x="589" y="711"/>
                  <a:pt x="589" y="711"/>
                </a:cubicBezTo>
                <a:cubicBezTo>
                  <a:pt x="588" y="712"/>
                  <a:pt x="588" y="712"/>
                  <a:pt x="588" y="712"/>
                </a:cubicBezTo>
                <a:cubicBezTo>
                  <a:pt x="588" y="712"/>
                  <a:pt x="588" y="712"/>
                  <a:pt x="588" y="712"/>
                </a:cubicBezTo>
                <a:cubicBezTo>
                  <a:pt x="587" y="712"/>
                  <a:pt x="587" y="712"/>
                  <a:pt x="587" y="712"/>
                </a:cubicBezTo>
                <a:cubicBezTo>
                  <a:pt x="587" y="712"/>
                  <a:pt x="587" y="712"/>
                  <a:pt x="587" y="712"/>
                </a:cubicBezTo>
                <a:cubicBezTo>
                  <a:pt x="585" y="712"/>
                  <a:pt x="585" y="712"/>
                  <a:pt x="585" y="712"/>
                </a:cubicBezTo>
                <a:cubicBezTo>
                  <a:pt x="585" y="712"/>
                  <a:pt x="585" y="712"/>
                  <a:pt x="585" y="712"/>
                </a:cubicBezTo>
                <a:cubicBezTo>
                  <a:pt x="584" y="711"/>
                  <a:pt x="584" y="711"/>
                  <a:pt x="584" y="711"/>
                </a:cubicBezTo>
                <a:cubicBezTo>
                  <a:pt x="584" y="711"/>
                  <a:pt x="584" y="711"/>
                  <a:pt x="584" y="711"/>
                </a:cubicBezTo>
                <a:cubicBezTo>
                  <a:pt x="584" y="712"/>
                  <a:pt x="584" y="712"/>
                  <a:pt x="584" y="712"/>
                </a:cubicBezTo>
                <a:cubicBezTo>
                  <a:pt x="584" y="712"/>
                  <a:pt x="584" y="712"/>
                  <a:pt x="584" y="712"/>
                </a:cubicBezTo>
                <a:cubicBezTo>
                  <a:pt x="583" y="712"/>
                  <a:pt x="583" y="712"/>
                  <a:pt x="583" y="712"/>
                </a:cubicBezTo>
                <a:cubicBezTo>
                  <a:pt x="583" y="712"/>
                  <a:pt x="583" y="712"/>
                  <a:pt x="583" y="712"/>
                </a:cubicBezTo>
                <a:cubicBezTo>
                  <a:pt x="582" y="712"/>
                  <a:pt x="582" y="712"/>
                  <a:pt x="582" y="712"/>
                </a:cubicBezTo>
                <a:cubicBezTo>
                  <a:pt x="582" y="712"/>
                  <a:pt x="582" y="712"/>
                  <a:pt x="582" y="712"/>
                </a:cubicBezTo>
                <a:cubicBezTo>
                  <a:pt x="582" y="711"/>
                  <a:pt x="582" y="711"/>
                  <a:pt x="582" y="711"/>
                </a:cubicBezTo>
                <a:cubicBezTo>
                  <a:pt x="582" y="711"/>
                  <a:pt x="582" y="711"/>
                  <a:pt x="582" y="711"/>
                </a:cubicBezTo>
                <a:cubicBezTo>
                  <a:pt x="581" y="711"/>
                  <a:pt x="581" y="711"/>
                  <a:pt x="581" y="711"/>
                </a:cubicBezTo>
                <a:cubicBezTo>
                  <a:pt x="581" y="711"/>
                  <a:pt x="581" y="711"/>
                  <a:pt x="581" y="711"/>
                </a:cubicBezTo>
                <a:cubicBezTo>
                  <a:pt x="581" y="711"/>
                  <a:pt x="581" y="711"/>
                  <a:pt x="581" y="711"/>
                </a:cubicBezTo>
                <a:cubicBezTo>
                  <a:pt x="581" y="711"/>
                  <a:pt x="581" y="711"/>
                  <a:pt x="581" y="711"/>
                </a:cubicBezTo>
                <a:cubicBezTo>
                  <a:pt x="580" y="711"/>
                  <a:pt x="580" y="711"/>
                  <a:pt x="580" y="711"/>
                </a:cubicBezTo>
                <a:cubicBezTo>
                  <a:pt x="580" y="711"/>
                  <a:pt x="580" y="711"/>
                  <a:pt x="580" y="711"/>
                </a:cubicBezTo>
                <a:cubicBezTo>
                  <a:pt x="580" y="710"/>
                  <a:pt x="580" y="710"/>
                  <a:pt x="580" y="710"/>
                </a:cubicBezTo>
                <a:cubicBezTo>
                  <a:pt x="580" y="710"/>
                  <a:pt x="580" y="710"/>
                  <a:pt x="580" y="710"/>
                </a:cubicBezTo>
                <a:cubicBezTo>
                  <a:pt x="579" y="709"/>
                  <a:pt x="579" y="709"/>
                  <a:pt x="579" y="709"/>
                </a:cubicBezTo>
                <a:cubicBezTo>
                  <a:pt x="579" y="709"/>
                  <a:pt x="579" y="709"/>
                  <a:pt x="579" y="709"/>
                </a:cubicBezTo>
                <a:cubicBezTo>
                  <a:pt x="580" y="709"/>
                  <a:pt x="580" y="709"/>
                  <a:pt x="580" y="709"/>
                </a:cubicBezTo>
                <a:cubicBezTo>
                  <a:pt x="580" y="709"/>
                  <a:pt x="580" y="709"/>
                  <a:pt x="580" y="709"/>
                </a:cubicBezTo>
                <a:cubicBezTo>
                  <a:pt x="592" y="704"/>
                  <a:pt x="592" y="704"/>
                  <a:pt x="592" y="704"/>
                </a:cubicBezTo>
                <a:cubicBezTo>
                  <a:pt x="592" y="704"/>
                  <a:pt x="592" y="704"/>
                  <a:pt x="592" y="704"/>
                </a:cubicBezTo>
                <a:cubicBezTo>
                  <a:pt x="592" y="705"/>
                  <a:pt x="592" y="705"/>
                  <a:pt x="592" y="705"/>
                </a:cubicBezTo>
                <a:cubicBezTo>
                  <a:pt x="592" y="705"/>
                  <a:pt x="592" y="705"/>
                  <a:pt x="592" y="705"/>
                </a:cubicBezTo>
                <a:cubicBezTo>
                  <a:pt x="593" y="705"/>
                  <a:pt x="593" y="705"/>
                  <a:pt x="593" y="705"/>
                </a:cubicBezTo>
                <a:cubicBezTo>
                  <a:pt x="593" y="705"/>
                  <a:pt x="593" y="705"/>
                  <a:pt x="593" y="705"/>
                </a:cubicBezTo>
                <a:cubicBezTo>
                  <a:pt x="593" y="705"/>
                  <a:pt x="593" y="705"/>
                  <a:pt x="593" y="705"/>
                </a:cubicBezTo>
                <a:cubicBezTo>
                  <a:pt x="593" y="705"/>
                  <a:pt x="593" y="705"/>
                  <a:pt x="593" y="705"/>
                </a:cubicBezTo>
                <a:cubicBezTo>
                  <a:pt x="593" y="705"/>
                  <a:pt x="593" y="705"/>
                  <a:pt x="593" y="705"/>
                </a:cubicBezTo>
                <a:cubicBezTo>
                  <a:pt x="593" y="705"/>
                  <a:pt x="593" y="705"/>
                  <a:pt x="593" y="705"/>
                </a:cubicBezTo>
                <a:cubicBezTo>
                  <a:pt x="593" y="705"/>
                  <a:pt x="593" y="705"/>
                  <a:pt x="593" y="705"/>
                </a:cubicBezTo>
                <a:cubicBezTo>
                  <a:pt x="593" y="705"/>
                  <a:pt x="593" y="705"/>
                  <a:pt x="593" y="705"/>
                </a:cubicBezTo>
                <a:cubicBezTo>
                  <a:pt x="594" y="704"/>
                  <a:pt x="594" y="704"/>
                  <a:pt x="594" y="704"/>
                </a:cubicBezTo>
                <a:cubicBezTo>
                  <a:pt x="594" y="704"/>
                  <a:pt x="594" y="704"/>
                  <a:pt x="594" y="704"/>
                </a:cubicBezTo>
                <a:cubicBezTo>
                  <a:pt x="594" y="704"/>
                  <a:pt x="594" y="704"/>
                  <a:pt x="594" y="704"/>
                </a:cubicBezTo>
                <a:cubicBezTo>
                  <a:pt x="594" y="704"/>
                  <a:pt x="594" y="704"/>
                  <a:pt x="594" y="704"/>
                </a:cubicBezTo>
                <a:cubicBezTo>
                  <a:pt x="594" y="704"/>
                  <a:pt x="594" y="704"/>
                  <a:pt x="594" y="704"/>
                </a:cubicBezTo>
                <a:cubicBezTo>
                  <a:pt x="594" y="704"/>
                  <a:pt x="594" y="704"/>
                  <a:pt x="594" y="704"/>
                </a:cubicBezTo>
                <a:cubicBezTo>
                  <a:pt x="594" y="704"/>
                  <a:pt x="594" y="704"/>
                  <a:pt x="594" y="704"/>
                </a:cubicBezTo>
                <a:cubicBezTo>
                  <a:pt x="594" y="704"/>
                  <a:pt x="594" y="704"/>
                  <a:pt x="594" y="704"/>
                </a:cubicBezTo>
                <a:cubicBezTo>
                  <a:pt x="595" y="704"/>
                  <a:pt x="595" y="704"/>
                  <a:pt x="595" y="704"/>
                </a:cubicBezTo>
                <a:cubicBezTo>
                  <a:pt x="595" y="704"/>
                  <a:pt x="595" y="704"/>
                  <a:pt x="595" y="704"/>
                </a:cubicBezTo>
                <a:cubicBezTo>
                  <a:pt x="595" y="704"/>
                  <a:pt x="595" y="704"/>
                  <a:pt x="595" y="704"/>
                </a:cubicBezTo>
                <a:cubicBezTo>
                  <a:pt x="595" y="704"/>
                  <a:pt x="595" y="704"/>
                  <a:pt x="595" y="704"/>
                </a:cubicBezTo>
                <a:cubicBezTo>
                  <a:pt x="595" y="704"/>
                  <a:pt x="595" y="704"/>
                  <a:pt x="595" y="704"/>
                </a:cubicBezTo>
                <a:cubicBezTo>
                  <a:pt x="595" y="704"/>
                  <a:pt x="595" y="704"/>
                  <a:pt x="595" y="704"/>
                </a:cubicBezTo>
                <a:cubicBezTo>
                  <a:pt x="595" y="704"/>
                  <a:pt x="595" y="704"/>
                  <a:pt x="595" y="704"/>
                </a:cubicBezTo>
                <a:cubicBezTo>
                  <a:pt x="595" y="704"/>
                  <a:pt x="595" y="704"/>
                  <a:pt x="595" y="704"/>
                </a:cubicBezTo>
                <a:cubicBezTo>
                  <a:pt x="596" y="703"/>
                  <a:pt x="596" y="703"/>
                  <a:pt x="596" y="703"/>
                </a:cubicBezTo>
                <a:cubicBezTo>
                  <a:pt x="596" y="703"/>
                  <a:pt x="596" y="703"/>
                  <a:pt x="596" y="703"/>
                </a:cubicBezTo>
                <a:cubicBezTo>
                  <a:pt x="596" y="703"/>
                  <a:pt x="596" y="703"/>
                  <a:pt x="596" y="703"/>
                </a:cubicBezTo>
                <a:cubicBezTo>
                  <a:pt x="596" y="703"/>
                  <a:pt x="596" y="703"/>
                  <a:pt x="596" y="703"/>
                </a:cubicBezTo>
                <a:cubicBezTo>
                  <a:pt x="597" y="703"/>
                  <a:pt x="597" y="703"/>
                  <a:pt x="597" y="703"/>
                </a:cubicBezTo>
                <a:cubicBezTo>
                  <a:pt x="597" y="703"/>
                  <a:pt x="597" y="703"/>
                  <a:pt x="597" y="703"/>
                </a:cubicBezTo>
                <a:cubicBezTo>
                  <a:pt x="597" y="703"/>
                  <a:pt x="597" y="703"/>
                  <a:pt x="597" y="703"/>
                </a:cubicBezTo>
                <a:cubicBezTo>
                  <a:pt x="597" y="703"/>
                  <a:pt x="597" y="703"/>
                  <a:pt x="597" y="703"/>
                </a:cubicBezTo>
                <a:cubicBezTo>
                  <a:pt x="598" y="702"/>
                  <a:pt x="598" y="702"/>
                  <a:pt x="598" y="702"/>
                </a:cubicBezTo>
                <a:cubicBezTo>
                  <a:pt x="598" y="702"/>
                  <a:pt x="598" y="702"/>
                  <a:pt x="598" y="702"/>
                </a:cubicBezTo>
                <a:cubicBezTo>
                  <a:pt x="599" y="702"/>
                  <a:pt x="599" y="702"/>
                  <a:pt x="599" y="702"/>
                </a:cubicBezTo>
                <a:cubicBezTo>
                  <a:pt x="599" y="702"/>
                  <a:pt x="599" y="702"/>
                  <a:pt x="599" y="702"/>
                </a:cubicBezTo>
                <a:cubicBezTo>
                  <a:pt x="599" y="701"/>
                  <a:pt x="599" y="701"/>
                  <a:pt x="599" y="701"/>
                </a:cubicBezTo>
                <a:cubicBezTo>
                  <a:pt x="599" y="701"/>
                  <a:pt x="599" y="701"/>
                  <a:pt x="599" y="701"/>
                </a:cubicBezTo>
                <a:cubicBezTo>
                  <a:pt x="600" y="701"/>
                  <a:pt x="600" y="701"/>
                  <a:pt x="600" y="701"/>
                </a:cubicBezTo>
                <a:cubicBezTo>
                  <a:pt x="600" y="701"/>
                  <a:pt x="600" y="701"/>
                  <a:pt x="600" y="701"/>
                </a:cubicBezTo>
                <a:cubicBezTo>
                  <a:pt x="601" y="701"/>
                  <a:pt x="601" y="701"/>
                  <a:pt x="601" y="701"/>
                </a:cubicBezTo>
                <a:cubicBezTo>
                  <a:pt x="601" y="701"/>
                  <a:pt x="601" y="701"/>
                  <a:pt x="601" y="701"/>
                </a:cubicBezTo>
                <a:cubicBezTo>
                  <a:pt x="601" y="700"/>
                  <a:pt x="601" y="700"/>
                  <a:pt x="601" y="700"/>
                </a:cubicBezTo>
                <a:cubicBezTo>
                  <a:pt x="601" y="700"/>
                  <a:pt x="601" y="700"/>
                  <a:pt x="601" y="700"/>
                </a:cubicBezTo>
                <a:cubicBezTo>
                  <a:pt x="602" y="699"/>
                  <a:pt x="602" y="699"/>
                  <a:pt x="602" y="699"/>
                </a:cubicBezTo>
                <a:cubicBezTo>
                  <a:pt x="602" y="699"/>
                  <a:pt x="602" y="699"/>
                  <a:pt x="602" y="699"/>
                </a:cubicBezTo>
                <a:cubicBezTo>
                  <a:pt x="602" y="699"/>
                  <a:pt x="602" y="699"/>
                  <a:pt x="602" y="699"/>
                </a:cubicBezTo>
                <a:cubicBezTo>
                  <a:pt x="602" y="699"/>
                  <a:pt x="602" y="699"/>
                  <a:pt x="602" y="699"/>
                </a:cubicBezTo>
                <a:cubicBezTo>
                  <a:pt x="603" y="698"/>
                  <a:pt x="603" y="698"/>
                  <a:pt x="603" y="698"/>
                </a:cubicBezTo>
                <a:cubicBezTo>
                  <a:pt x="603" y="698"/>
                  <a:pt x="603" y="698"/>
                  <a:pt x="603" y="698"/>
                </a:cubicBezTo>
                <a:cubicBezTo>
                  <a:pt x="603" y="697"/>
                  <a:pt x="603" y="697"/>
                  <a:pt x="603" y="697"/>
                </a:cubicBezTo>
                <a:cubicBezTo>
                  <a:pt x="603" y="697"/>
                  <a:pt x="603" y="697"/>
                  <a:pt x="603" y="697"/>
                </a:cubicBezTo>
                <a:cubicBezTo>
                  <a:pt x="604" y="697"/>
                  <a:pt x="604" y="697"/>
                  <a:pt x="604" y="697"/>
                </a:cubicBezTo>
                <a:cubicBezTo>
                  <a:pt x="604" y="697"/>
                  <a:pt x="604" y="697"/>
                  <a:pt x="604" y="697"/>
                </a:cubicBezTo>
                <a:cubicBezTo>
                  <a:pt x="604" y="696"/>
                  <a:pt x="604" y="696"/>
                  <a:pt x="604" y="696"/>
                </a:cubicBezTo>
                <a:cubicBezTo>
                  <a:pt x="604" y="696"/>
                  <a:pt x="604" y="696"/>
                  <a:pt x="604" y="696"/>
                </a:cubicBezTo>
                <a:cubicBezTo>
                  <a:pt x="605" y="696"/>
                  <a:pt x="605" y="696"/>
                  <a:pt x="605" y="696"/>
                </a:cubicBezTo>
                <a:cubicBezTo>
                  <a:pt x="605" y="696"/>
                  <a:pt x="605" y="696"/>
                  <a:pt x="605" y="696"/>
                </a:cubicBezTo>
                <a:cubicBezTo>
                  <a:pt x="606" y="695"/>
                  <a:pt x="606" y="695"/>
                  <a:pt x="606" y="695"/>
                </a:cubicBezTo>
                <a:cubicBezTo>
                  <a:pt x="606" y="695"/>
                  <a:pt x="606" y="695"/>
                  <a:pt x="606" y="695"/>
                </a:cubicBezTo>
                <a:cubicBezTo>
                  <a:pt x="607" y="695"/>
                  <a:pt x="607" y="695"/>
                  <a:pt x="607" y="695"/>
                </a:cubicBezTo>
                <a:cubicBezTo>
                  <a:pt x="607" y="695"/>
                  <a:pt x="607" y="695"/>
                  <a:pt x="607" y="695"/>
                </a:cubicBezTo>
                <a:cubicBezTo>
                  <a:pt x="607" y="695"/>
                  <a:pt x="607" y="695"/>
                  <a:pt x="607" y="695"/>
                </a:cubicBezTo>
                <a:cubicBezTo>
                  <a:pt x="607" y="695"/>
                  <a:pt x="607" y="695"/>
                  <a:pt x="607" y="695"/>
                </a:cubicBezTo>
                <a:cubicBezTo>
                  <a:pt x="607" y="694"/>
                  <a:pt x="607" y="694"/>
                  <a:pt x="607" y="694"/>
                </a:cubicBezTo>
                <a:cubicBezTo>
                  <a:pt x="607" y="694"/>
                  <a:pt x="607" y="694"/>
                  <a:pt x="607" y="694"/>
                </a:cubicBezTo>
                <a:cubicBezTo>
                  <a:pt x="607" y="694"/>
                  <a:pt x="607" y="694"/>
                  <a:pt x="607" y="694"/>
                </a:cubicBezTo>
                <a:cubicBezTo>
                  <a:pt x="607" y="694"/>
                  <a:pt x="607" y="694"/>
                  <a:pt x="607" y="694"/>
                </a:cubicBezTo>
                <a:cubicBezTo>
                  <a:pt x="607" y="693"/>
                  <a:pt x="607" y="693"/>
                  <a:pt x="607" y="693"/>
                </a:cubicBezTo>
                <a:cubicBezTo>
                  <a:pt x="607" y="693"/>
                  <a:pt x="607" y="693"/>
                  <a:pt x="607" y="693"/>
                </a:cubicBezTo>
                <a:cubicBezTo>
                  <a:pt x="606" y="693"/>
                  <a:pt x="606" y="693"/>
                  <a:pt x="606" y="693"/>
                </a:cubicBezTo>
                <a:cubicBezTo>
                  <a:pt x="606" y="693"/>
                  <a:pt x="606" y="693"/>
                  <a:pt x="606" y="693"/>
                </a:cubicBezTo>
                <a:cubicBezTo>
                  <a:pt x="606" y="692"/>
                  <a:pt x="606" y="692"/>
                  <a:pt x="606" y="692"/>
                </a:cubicBezTo>
                <a:cubicBezTo>
                  <a:pt x="606" y="692"/>
                  <a:pt x="606" y="692"/>
                  <a:pt x="606" y="692"/>
                </a:cubicBezTo>
                <a:cubicBezTo>
                  <a:pt x="606" y="692"/>
                  <a:pt x="606" y="692"/>
                  <a:pt x="606" y="692"/>
                </a:cubicBezTo>
                <a:cubicBezTo>
                  <a:pt x="606" y="692"/>
                  <a:pt x="606" y="692"/>
                  <a:pt x="606" y="692"/>
                </a:cubicBezTo>
                <a:cubicBezTo>
                  <a:pt x="607" y="691"/>
                  <a:pt x="607" y="691"/>
                  <a:pt x="607" y="691"/>
                </a:cubicBezTo>
                <a:cubicBezTo>
                  <a:pt x="607" y="691"/>
                  <a:pt x="607" y="691"/>
                  <a:pt x="607" y="691"/>
                </a:cubicBezTo>
                <a:cubicBezTo>
                  <a:pt x="611" y="685"/>
                  <a:pt x="611" y="685"/>
                  <a:pt x="611" y="685"/>
                </a:cubicBezTo>
                <a:cubicBezTo>
                  <a:pt x="611" y="685"/>
                  <a:pt x="611" y="685"/>
                  <a:pt x="611" y="685"/>
                </a:cubicBezTo>
                <a:cubicBezTo>
                  <a:pt x="611" y="685"/>
                  <a:pt x="611" y="685"/>
                  <a:pt x="611" y="685"/>
                </a:cubicBezTo>
                <a:cubicBezTo>
                  <a:pt x="611" y="685"/>
                  <a:pt x="611" y="685"/>
                  <a:pt x="611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3" y="685"/>
                  <a:pt x="613" y="685"/>
                  <a:pt x="613" y="685"/>
                </a:cubicBezTo>
                <a:cubicBezTo>
                  <a:pt x="613" y="685"/>
                  <a:pt x="613" y="685"/>
                  <a:pt x="613" y="685"/>
                </a:cubicBezTo>
                <a:cubicBezTo>
                  <a:pt x="613" y="685"/>
                  <a:pt x="613" y="685"/>
                  <a:pt x="613" y="685"/>
                </a:cubicBezTo>
                <a:cubicBezTo>
                  <a:pt x="613" y="685"/>
                  <a:pt x="613" y="685"/>
                  <a:pt x="613" y="685"/>
                </a:cubicBezTo>
                <a:cubicBezTo>
                  <a:pt x="619" y="677"/>
                  <a:pt x="619" y="677"/>
                  <a:pt x="619" y="677"/>
                </a:cubicBezTo>
                <a:cubicBezTo>
                  <a:pt x="619" y="677"/>
                  <a:pt x="619" y="677"/>
                  <a:pt x="619" y="677"/>
                </a:cubicBezTo>
                <a:cubicBezTo>
                  <a:pt x="619" y="677"/>
                  <a:pt x="619" y="677"/>
                  <a:pt x="619" y="677"/>
                </a:cubicBezTo>
                <a:cubicBezTo>
                  <a:pt x="619" y="677"/>
                  <a:pt x="619" y="677"/>
                  <a:pt x="619" y="677"/>
                </a:cubicBezTo>
                <a:cubicBezTo>
                  <a:pt x="619" y="677"/>
                  <a:pt x="619" y="677"/>
                  <a:pt x="619" y="677"/>
                </a:cubicBezTo>
                <a:cubicBezTo>
                  <a:pt x="619" y="677"/>
                  <a:pt x="619" y="677"/>
                  <a:pt x="619" y="677"/>
                </a:cubicBezTo>
                <a:cubicBezTo>
                  <a:pt x="619" y="677"/>
                  <a:pt x="619" y="677"/>
                  <a:pt x="619" y="677"/>
                </a:cubicBezTo>
                <a:cubicBezTo>
                  <a:pt x="619" y="677"/>
                  <a:pt x="619" y="677"/>
                  <a:pt x="619" y="677"/>
                </a:cubicBezTo>
                <a:cubicBezTo>
                  <a:pt x="619" y="676"/>
                  <a:pt x="619" y="676"/>
                  <a:pt x="619" y="676"/>
                </a:cubicBezTo>
                <a:cubicBezTo>
                  <a:pt x="619" y="676"/>
                  <a:pt x="619" y="676"/>
                  <a:pt x="619" y="676"/>
                </a:cubicBezTo>
                <a:cubicBezTo>
                  <a:pt x="619" y="676"/>
                  <a:pt x="619" y="676"/>
                  <a:pt x="619" y="676"/>
                </a:cubicBezTo>
                <a:cubicBezTo>
                  <a:pt x="619" y="676"/>
                  <a:pt x="619" y="676"/>
                  <a:pt x="619" y="676"/>
                </a:cubicBezTo>
                <a:cubicBezTo>
                  <a:pt x="619" y="676"/>
                  <a:pt x="619" y="676"/>
                  <a:pt x="619" y="676"/>
                </a:cubicBezTo>
                <a:cubicBezTo>
                  <a:pt x="619" y="676"/>
                  <a:pt x="619" y="676"/>
                  <a:pt x="619" y="676"/>
                </a:cubicBezTo>
                <a:cubicBezTo>
                  <a:pt x="619" y="675"/>
                  <a:pt x="619" y="675"/>
                  <a:pt x="619" y="675"/>
                </a:cubicBezTo>
                <a:cubicBezTo>
                  <a:pt x="619" y="675"/>
                  <a:pt x="619" y="675"/>
                  <a:pt x="619" y="675"/>
                </a:cubicBezTo>
                <a:cubicBezTo>
                  <a:pt x="619" y="675"/>
                  <a:pt x="619" y="675"/>
                  <a:pt x="619" y="675"/>
                </a:cubicBezTo>
                <a:cubicBezTo>
                  <a:pt x="619" y="675"/>
                  <a:pt x="619" y="675"/>
                  <a:pt x="619" y="675"/>
                </a:cubicBezTo>
                <a:cubicBezTo>
                  <a:pt x="598" y="684"/>
                  <a:pt x="598" y="684"/>
                  <a:pt x="598" y="684"/>
                </a:cubicBezTo>
                <a:cubicBezTo>
                  <a:pt x="598" y="684"/>
                  <a:pt x="598" y="684"/>
                  <a:pt x="598" y="684"/>
                </a:cubicBezTo>
                <a:cubicBezTo>
                  <a:pt x="597" y="684"/>
                  <a:pt x="597" y="684"/>
                  <a:pt x="597" y="684"/>
                </a:cubicBezTo>
                <a:cubicBezTo>
                  <a:pt x="597" y="684"/>
                  <a:pt x="597" y="684"/>
                  <a:pt x="597" y="684"/>
                </a:cubicBezTo>
                <a:cubicBezTo>
                  <a:pt x="597" y="684"/>
                  <a:pt x="597" y="684"/>
                  <a:pt x="597" y="684"/>
                </a:cubicBezTo>
                <a:cubicBezTo>
                  <a:pt x="597" y="684"/>
                  <a:pt x="597" y="684"/>
                  <a:pt x="597" y="684"/>
                </a:cubicBezTo>
                <a:cubicBezTo>
                  <a:pt x="597" y="684"/>
                  <a:pt x="597" y="684"/>
                  <a:pt x="597" y="684"/>
                </a:cubicBezTo>
                <a:cubicBezTo>
                  <a:pt x="597" y="684"/>
                  <a:pt x="597" y="684"/>
                  <a:pt x="597" y="684"/>
                </a:cubicBezTo>
                <a:cubicBezTo>
                  <a:pt x="597" y="684"/>
                  <a:pt x="597" y="684"/>
                  <a:pt x="597" y="684"/>
                </a:cubicBezTo>
                <a:cubicBezTo>
                  <a:pt x="597" y="684"/>
                  <a:pt x="597" y="684"/>
                  <a:pt x="597" y="684"/>
                </a:cubicBezTo>
                <a:cubicBezTo>
                  <a:pt x="596" y="684"/>
                  <a:pt x="596" y="684"/>
                  <a:pt x="596" y="684"/>
                </a:cubicBezTo>
                <a:cubicBezTo>
                  <a:pt x="596" y="684"/>
                  <a:pt x="596" y="684"/>
                  <a:pt x="596" y="684"/>
                </a:cubicBezTo>
                <a:cubicBezTo>
                  <a:pt x="596" y="683"/>
                  <a:pt x="596" y="683"/>
                  <a:pt x="596" y="683"/>
                </a:cubicBezTo>
                <a:cubicBezTo>
                  <a:pt x="596" y="683"/>
                  <a:pt x="596" y="683"/>
                  <a:pt x="596" y="683"/>
                </a:cubicBezTo>
                <a:cubicBezTo>
                  <a:pt x="596" y="683"/>
                  <a:pt x="596" y="683"/>
                  <a:pt x="596" y="683"/>
                </a:cubicBezTo>
                <a:cubicBezTo>
                  <a:pt x="596" y="683"/>
                  <a:pt x="596" y="683"/>
                  <a:pt x="596" y="683"/>
                </a:cubicBezTo>
                <a:cubicBezTo>
                  <a:pt x="596" y="683"/>
                  <a:pt x="596" y="683"/>
                  <a:pt x="596" y="683"/>
                </a:cubicBezTo>
                <a:cubicBezTo>
                  <a:pt x="596" y="683"/>
                  <a:pt x="596" y="683"/>
                  <a:pt x="596" y="683"/>
                </a:cubicBezTo>
                <a:cubicBezTo>
                  <a:pt x="597" y="681"/>
                  <a:pt x="597" y="681"/>
                  <a:pt x="597" y="681"/>
                </a:cubicBezTo>
                <a:cubicBezTo>
                  <a:pt x="597" y="681"/>
                  <a:pt x="597" y="681"/>
                  <a:pt x="597" y="681"/>
                </a:cubicBezTo>
                <a:cubicBezTo>
                  <a:pt x="620" y="670"/>
                  <a:pt x="620" y="670"/>
                  <a:pt x="620" y="670"/>
                </a:cubicBezTo>
                <a:cubicBezTo>
                  <a:pt x="620" y="670"/>
                  <a:pt x="620" y="670"/>
                  <a:pt x="620" y="670"/>
                </a:cubicBezTo>
                <a:cubicBezTo>
                  <a:pt x="621" y="668"/>
                  <a:pt x="621" y="668"/>
                  <a:pt x="621" y="668"/>
                </a:cubicBezTo>
                <a:cubicBezTo>
                  <a:pt x="621" y="668"/>
                  <a:pt x="621" y="668"/>
                  <a:pt x="621" y="668"/>
                </a:cubicBezTo>
                <a:cubicBezTo>
                  <a:pt x="622" y="665"/>
                  <a:pt x="622" y="665"/>
                  <a:pt x="622" y="665"/>
                </a:cubicBezTo>
                <a:cubicBezTo>
                  <a:pt x="622" y="665"/>
                  <a:pt x="622" y="665"/>
                  <a:pt x="622" y="665"/>
                </a:cubicBezTo>
                <a:cubicBezTo>
                  <a:pt x="624" y="663"/>
                  <a:pt x="624" y="663"/>
                  <a:pt x="624" y="663"/>
                </a:cubicBezTo>
                <a:cubicBezTo>
                  <a:pt x="624" y="663"/>
                  <a:pt x="624" y="663"/>
                  <a:pt x="624" y="663"/>
                </a:cubicBezTo>
                <a:cubicBezTo>
                  <a:pt x="626" y="660"/>
                  <a:pt x="626" y="660"/>
                  <a:pt x="626" y="660"/>
                </a:cubicBezTo>
                <a:cubicBezTo>
                  <a:pt x="626" y="660"/>
                  <a:pt x="626" y="660"/>
                  <a:pt x="626" y="660"/>
                </a:cubicBezTo>
                <a:cubicBezTo>
                  <a:pt x="627" y="658"/>
                  <a:pt x="627" y="658"/>
                  <a:pt x="627" y="658"/>
                </a:cubicBezTo>
                <a:cubicBezTo>
                  <a:pt x="627" y="658"/>
                  <a:pt x="627" y="658"/>
                  <a:pt x="627" y="658"/>
                </a:cubicBezTo>
                <a:cubicBezTo>
                  <a:pt x="628" y="655"/>
                  <a:pt x="628" y="655"/>
                  <a:pt x="628" y="655"/>
                </a:cubicBezTo>
                <a:cubicBezTo>
                  <a:pt x="628" y="655"/>
                  <a:pt x="628" y="655"/>
                  <a:pt x="628" y="655"/>
                </a:cubicBezTo>
                <a:cubicBezTo>
                  <a:pt x="630" y="653"/>
                  <a:pt x="630" y="653"/>
                  <a:pt x="630" y="653"/>
                </a:cubicBezTo>
                <a:cubicBezTo>
                  <a:pt x="630" y="653"/>
                  <a:pt x="630" y="653"/>
                  <a:pt x="630" y="653"/>
                </a:cubicBezTo>
                <a:cubicBezTo>
                  <a:pt x="631" y="650"/>
                  <a:pt x="631" y="650"/>
                  <a:pt x="631" y="650"/>
                </a:cubicBezTo>
                <a:cubicBezTo>
                  <a:pt x="631" y="650"/>
                  <a:pt x="631" y="650"/>
                  <a:pt x="631" y="650"/>
                </a:cubicBezTo>
                <a:cubicBezTo>
                  <a:pt x="634" y="644"/>
                  <a:pt x="634" y="644"/>
                  <a:pt x="634" y="644"/>
                </a:cubicBezTo>
                <a:cubicBezTo>
                  <a:pt x="634" y="644"/>
                  <a:pt x="634" y="644"/>
                  <a:pt x="634" y="644"/>
                </a:cubicBezTo>
                <a:cubicBezTo>
                  <a:pt x="634" y="644"/>
                  <a:pt x="634" y="644"/>
                  <a:pt x="634" y="644"/>
                </a:cubicBezTo>
                <a:cubicBezTo>
                  <a:pt x="634" y="644"/>
                  <a:pt x="634" y="644"/>
                  <a:pt x="634" y="644"/>
                </a:cubicBezTo>
                <a:cubicBezTo>
                  <a:pt x="634" y="644"/>
                  <a:pt x="634" y="644"/>
                  <a:pt x="634" y="644"/>
                </a:cubicBezTo>
                <a:cubicBezTo>
                  <a:pt x="634" y="644"/>
                  <a:pt x="634" y="644"/>
                  <a:pt x="634" y="644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2"/>
                  <a:pt x="633" y="642"/>
                  <a:pt x="633" y="642"/>
                </a:cubicBezTo>
                <a:cubicBezTo>
                  <a:pt x="633" y="642"/>
                  <a:pt x="633" y="642"/>
                  <a:pt x="633" y="642"/>
                </a:cubicBezTo>
                <a:cubicBezTo>
                  <a:pt x="632" y="642"/>
                  <a:pt x="632" y="642"/>
                  <a:pt x="632" y="642"/>
                </a:cubicBezTo>
                <a:cubicBezTo>
                  <a:pt x="632" y="642"/>
                  <a:pt x="632" y="642"/>
                  <a:pt x="632" y="642"/>
                </a:cubicBezTo>
                <a:cubicBezTo>
                  <a:pt x="631" y="642"/>
                  <a:pt x="631" y="642"/>
                  <a:pt x="631" y="642"/>
                </a:cubicBezTo>
                <a:cubicBezTo>
                  <a:pt x="631" y="642"/>
                  <a:pt x="631" y="642"/>
                  <a:pt x="631" y="642"/>
                </a:cubicBezTo>
                <a:cubicBezTo>
                  <a:pt x="629" y="643"/>
                  <a:pt x="629" y="643"/>
                  <a:pt x="629" y="643"/>
                </a:cubicBezTo>
                <a:cubicBezTo>
                  <a:pt x="629" y="643"/>
                  <a:pt x="629" y="643"/>
                  <a:pt x="629" y="643"/>
                </a:cubicBezTo>
                <a:cubicBezTo>
                  <a:pt x="628" y="643"/>
                  <a:pt x="628" y="643"/>
                  <a:pt x="628" y="643"/>
                </a:cubicBezTo>
                <a:cubicBezTo>
                  <a:pt x="628" y="643"/>
                  <a:pt x="628" y="643"/>
                  <a:pt x="628" y="643"/>
                </a:cubicBezTo>
                <a:cubicBezTo>
                  <a:pt x="627" y="644"/>
                  <a:pt x="627" y="644"/>
                  <a:pt x="627" y="644"/>
                </a:cubicBezTo>
                <a:cubicBezTo>
                  <a:pt x="627" y="644"/>
                  <a:pt x="627" y="644"/>
                  <a:pt x="627" y="644"/>
                </a:cubicBezTo>
                <a:cubicBezTo>
                  <a:pt x="626" y="645"/>
                  <a:pt x="626" y="645"/>
                  <a:pt x="626" y="645"/>
                </a:cubicBezTo>
                <a:cubicBezTo>
                  <a:pt x="626" y="645"/>
                  <a:pt x="626" y="645"/>
                  <a:pt x="626" y="645"/>
                </a:cubicBezTo>
                <a:cubicBezTo>
                  <a:pt x="625" y="645"/>
                  <a:pt x="625" y="645"/>
                  <a:pt x="625" y="645"/>
                </a:cubicBezTo>
                <a:cubicBezTo>
                  <a:pt x="625" y="645"/>
                  <a:pt x="625" y="645"/>
                  <a:pt x="625" y="645"/>
                </a:cubicBezTo>
                <a:cubicBezTo>
                  <a:pt x="624" y="646"/>
                  <a:pt x="624" y="646"/>
                  <a:pt x="624" y="646"/>
                </a:cubicBezTo>
                <a:cubicBezTo>
                  <a:pt x="624" y="646"/>
                  <a:pt x="624" y="646"/>
                  <a:pt x="624" y="646"/>
                </a:cubicBezTo>
                <a:cubicBezTo>
                  <a:pt x="620" y="649"/>
                  <a:pt x="620" y="649"/>
                  <a:pt x="620" y="649"/>
                </a:cubicBezTo>
                <a:cubicBezTo>
                  <a:pt x="620" y="649"/>
                  <a:pt x="620" y="649"/>
                  <a:pt x="620" y="649"/>
                </a:cubicBezTo>
                <a:cubicBezTo>
                  <a:pt x="620" y="650"/>
                  <a:pt x="620" y="650"/>
                  <a:pt x="620" y="650"/>
                </a:cubicBezTo>
                <a:cubicBezTo>
                  <a:pt x="620" y="650"/>
                  <a:pt x="620" y="650"/>
                  <a:pt x="620" y="650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1" y="651"/>
                  <a:pt x="621" y="651"/>
                  <a:pt x="621" y="651"/>
                </a:cubicBezTo>
                <a:cubicBezTo>
                  <a:pt x="621" y="651"/>
                  <a:pt x="621" y="651"/>
                  <a:pt x="621" y="651"/>
                </a:cubicBezTo>
                <a:cubicBezTo>
                  <a:pt x="621" y="652"/>
                  <a:pt x="621" y="652"/>
                  <a:pt x="621" y="652"/>
                </a:cubicBezTo>
                <a:cubicBezTo>
                  <a:pt x="621" y="652"/>
                  <a:pt x="621" y="652"/>
                  <a:pt x="621" y="652"/>
                </a:cubicBezTo>
                <a:cubicBezTo>
                  <a:pt x="622" y="654"/>
                  <a:pt x="622" y="654"/>
                  <a:pt x="622" y="654"/>
                </a:cubicBezTo>
                <a:cubicBezTo>
                  <a:pt x="622" y="654"/>
                  <a:pt x="622" y="654"/>
                  <a:pt x="622" y="654"/>
                </a:cubicBezTo>
                <a:cubicBezTo>
                  <a:pt x="622" y="655"/>
                  <a:pt x="622" y="655"/>
                  <a:pt x="622" y="655"/>
                </a:cubicBezTo>
                <a:cubicBezTo>
                  <a:pt x="622" y="655"/>
                  <a:pt x="622" y="655"/>
                  <a:pt x="622" y="655"/>
                </a:cubicBezTo>
                <a:cubicBezTo>
                  <a:pt x="622" y="656"/>
                  <a:pt x="622" y="656"/>
                  <a:pt x="622" y="656"/>
                </a:cubicBezTo>
                <a:cubicBezTo>
                  <a:pt x="622" y="656"/>
                  <a:pt x="622" y="656"/>
                  <a:pt x="622" y="656"/>
                </a:cubicBezTo>
                <a:cubicBezTo>
                  <a:pt x="622" y="657"/>
                  <a:pt x="622" y="657"/>
                  <a:pt x="622" y="657"/>
                </a:cubicBezTo>
                <a:cubicBezTo>
                  <a:pt x="622" y="657"/>
                  <a:pt x="622" y="657"/>
                  <a:pt x="622" y="657"/>
                </a:cubicBezTo>
                <a:cubicBezTo>
                  <a:pt x="622" y="658"/>
                  <a:pt x="622" y="658"/>
                  <a:pt x="622" y="658"/>
                </a:cubicBezTo>
                <a:cubicBezTo>
                  <a:pt x="622" y="658"/>
                  <a:pt x="622" y="658"/>
                  <a:pt x="622" y="658"/>
                </a:cubicBezTo>
                <a:cubicBezTo>
                  <a:pt x="621" y="659"/>
                  <a:pt x="621" y="659"/>
                  <a:pt x="621" y="659"/>
                </a:cubicBezTo>
                <a:cubicBezTo>
                  <a:pt x="621" y="659"/>
                  <a:pt x="621" y="659"/>
                  <a:pt x="621" y="659"/>
                </a:cubicBezTo>
                <a:cubicBezTo>
                  <a:pt x="621" y="660"/>
                  <a:pt x="621" y="660"/>
                  <a:pt x="621" y="660"/>
                </a:cubicBezTo>
                <a:cubicBezTo>
                  <a:pt x="621" y="660"/>
                  <a:pt x="621" y="660"/>
                  <a:pt x="621" y="660"/>
                </a:cubicBezTo>
                <a:cubicBezTo>
                  <a:pt x="613" y="668"/>
                  <a:pt x="613" y="668"/>
                  <a:pt x="613" y="668"/>
                </a:cubicBezTo>
                <a:cubicBezTo>
                  <a:pt x="613" y="668"/>
                  <a:pt x="613" y="668"/>
                  <a:pt x="613" y="668"/>
                </a:cubicBezTo>
                <a:cubicBezTo>
                  <a:pt x="613" y="669"/>
                  <a:pt x="613" y="669"/>
                  <a:pt x="613" y="669"/>
                </a:cubicBezTo>
                <a:cubicBezTo>
                  <a:pt x="613" y="669"/>
                  <a:pt x="613" y="669"/>
                  <a:pt x="613" y="669"/>
                </a:cubicBezTo>
                <a:cubicBezTo>
                  <a:pt x="612" y="668"/>
                  <a:pt x="612" y="668"/>
                  <a:pt x="612" y="668"/>
                </a:cubicBezTo>
                <a:cubicBezTo>
                  <a:pt x="612" y="668"/>
                  <a:pt x="612" y="668"/>
                  <a:pt x="612" y="668"/>
                </a:cubicBezTo>
                <a:cubicBezTo>
                  <a:pt x="615" y="662"/>
                  <a:pt x="615" y="662"/>
                  <a:pt x="615" y="662"/>
                </a:cubicBezTo>
                <a:cubicBezTo>
                  <a:pt x="615" y="662"/>
                  <a:pt x="615" y="662"/>
                  <a:pt x="615" y="662"/>
                </a:cubicBezTo>
                <a:cubicBezTo>
                  <a:pt x="614" y="662"/>
                  <a:pt x="614" y="662"/>
                  <a:pt x="614" y="662"/>
                </a:cubicBezTo>
                <a:cubicBezTo>
                  <a:pt x="614" y="662"/>
                  <a:pt x="614" y="662"/>
                  <a:pt x="614" y="662"/>
                </a:cubicBezTo>
                <a:cubicBezTo>
                  <a:pt x="614" y="662"/>
                  <a:pt x="614" y="662"/>
                  <a:pt x="614" y="662"/>
                </a:cubicBezTo>
                <a:cubicBezTo>
                  <a:pt x="614" y="662"/>
                  <a:pt x="614" y="662"/>
                  <a:pt x="614" y="662"/>
                </a:cubicBezTo>
                <a:cubicBezTo>
                  <a:pt x="613" y="662"/>
                  <a:pt x="613" y="662"/>
                  <a:pt x="613" y="662"/>
                </a:cubicBezTo>
                <a:cubicBezTo>
                  <a:pt x="613" y="662"/>
                  <a:pt x="613" y="662"/>
                  <a:pt x="613" y="662"/>
                </a:cubicBezTo>
                <a:cubicBezTo>
                  <a:pt x="613" y="662"/>
                  <a:pt x="613" y="662"/>
                  <a:pt x="613" y="662"/>
                </a:cubicBezTo>
                <a:cubicBezTo>
                  <a:pt x="613" y="662"/>
                  <a:pt x="613" y="662"/>
                  <a:pt x="613" y="662"/>
                </a:cubicBezTo>
                <a:cubicBezTo>
                  <a:pt x="612" y="662"/>
                  <a:pt x="612" y="662"/>
                  <a:pt x="612" y="662"/>
                </a:cubicBezTo>
                <a:cubicBezTo>
                  <a:pt x="612" y="662"/>
                  <a:pt x="612" y="662"/>
                  <a:pt x="612" y="662"/>
                </a:cubicBezTo>
                <a:cubicBezTo>
                  <a:pt x="612" y="662"/>
                  <a:pt x="612" y="662"/>
                  <a:pt x="612" y="662"/>
                </a:cubicBezTo>
                <a:cubicBezTo>
                  <a:pt x="612" y="662"/>
                  <a:pt x="612" y="662"/>
                  <a:pt x="612" y="662"/>
                </a:cubicBezTo>
                <a:cubicBezTo>
                  <a:pt x="611" y="662"/>
                  <a:pt x="611" y="662"/>
                  <a:pt x="611" y="662"/>
                </a:cubicBezTo>
                <a:cubicBezTo>
                  <a:pt x="611" y="662"/>
                  <a:pt x="611" y="662"/>
                  <a:pt x="611" y="662"/>
                </a:cubicBezTo>
                <a:cubicBezTo>
                  <a:pt x="611" y="662"/>
                  <a:pt x="611" y="662"/>
                  <a:pt x="611" y="662"/>
                </a:cubicBezTo>
                <a:cubicBezTo>
                  <a:pt x="611" y="662"/>
                  <a:pt x="611" y="662"/>
                  <a:pt x="611" y="662"/>
                </a:cubicBezTo>
                <a:cubicBezTo>
                  <a:pt x="605" y="670"/>
                  <a:pt x="605" y="670"/>
                  <a:pt x="605" y="670"/>
                </a:cubicBezTo>
                <a:cubicBezTo>
                  <a:pt x="605" y="670"/>
                  <a:pt x="605" y="670"/>
                  <a:pt x="605" y="670"/>
                </a:cubicBezTo>
                <a:cubicBezTo>
                  <a:pt x="604" y="670"/>
                  <a:pt x="604" y="670"/>
                  <a:pt x="604" y="670"/>
                </a:cubicBezTo>
                <a:cubicBezTo>
                  <a:pt x="604" y="670"/>
                  <a:pt x="604" y="670"/>
                  <a:pt x="604" y="670"/>
                </a:cubicBezTo>
                <a:cubicBezTo>
                  <a:pt x="603" y="670"/>
                  <a:pt x="603" y="670"/>
                  <a:pt x="603" y="670"/>
                </a:cubicBezTo>
                <a:cubicBezTo>
                  <a:pt x="603" y="670"/>
                  <a:pt x="603" y="670"/>
                  <a:pt x="603" y="670"/>
                </a:cubicBezTo>
                <a:cubicBezTo>
                  <a:pt x="603" y="669"/>
                  <a:pt x="603" y="669"/>
                  <a:pt x="603" y="669"/>
                </a:cubicBezTo>
                <a:cubicBezTo>
                  <a:pt x="603" y="669"/>
                  <a:pt x="603" y="669"/>
                  <a:pt x="603" y="669"/>
                </a:cubicBezTo>
                <a:cubicBezTo>
                  <a:pt x="603" y="668"/>
                  <a:pt x="603" y="668"/>
                  <a:pt x="603" y="668"/>
                </a:cubicBezTo>
                <a:cubicBezTo>
                  <a:pt x="603" y="668"/>
                  <a:pt x="603" y="668"/>
                  <a:pt x="603" y="668"/>
                </a:cubicBezTo>
                <a:cubicBezTo>
                  <a:pt x="604" y="668"/>
                  <a:pt x="604" y="668"/>
                  <a:pt x="604" y="668"/>
                </a:cubicBezTo>
                <a:cubicBezTo>
                  <a:pt x="604" y="668"/>
                  <a:pt x="604" y="668"/>
                  <a:pt x="604" y="668"/>
                </a:cubicBezTo>
                <a:cubicBezTo>
                  <a:pt x="604" y="667"/>
                  <a:pt x="604" y="667"/>
                  <a:pt x="604" y="667"/>
                </a:cubicBezTo>
                <a:cubicBezTo>
                  <a:pt x="604" y="667"/>
                  <a:pt x="604" y="667"/>
                  <a:pt x="604" y="667"/>
                </a:cubicBezTo>
                <a:cubicBezTo>
                  <a:pt x="604" y="667"/>
                  <a:pt x="604" y="667"/>
                  <a:pt x="604" y="667"/>
                </a:cubicBezTo>
                <a:cubicBezTo>
                  <a:pt x="604" y="667"/>
                  <a:pt x="604" y="667"/>
                  <a:pt x="604" y="667"/>
                </a:cubicBezTo>
                <a:cubicBezTo>
                  <a:pt x="605" y="666"/>
                  <a:pt x="605" y="666"/>
                  <a:pt x="605" y="666"/>
                </a:cubicBezTo>
                <a:cubicBezTo>
                  <a:pt x="605" y="666"/>
                  <a:pt x="605" y="666"/>
                  <a:pt x="605" y="666"/>
                </a:cubicBezTo>
                <a:cubicBezTo>
                  <a:pt x="605" y="665"/>
                  <a:pt x="605" y="665"/>
                  <a:pt x="605" y="665"/>
                </a:cubicBezTo>
                <a:cubicBezTo>
                  <a:pt x="605" y="665"/>
                  <a:pt x="605" y="665"/>
                  <a:pt x="605" y="665"/>
                </a:cubicBezTo>
                <a:cubicBezTo>
                  <a:pt x="605" y="665"/>
                  <a:pt x="605" y="665"/>
                  <a:pt x="605" y="665"/>
                </a:cubicBezTo>
                <a:cubicBezTo>
                  <a:pt x="605" y="665"/>
                  <a:pt x="605" y="665"/>
                  <a:pt x="605" y="665"/>
                </a:cubicBezTo>
                <a:cubicBezTo>
                  <a:pt x="605" y="665"/>
                  <a:pt x="605" y="665"/>
                  <a:pt x="605" y="665"/>
                </a:cubicBezTo>
                <a:cubicBezTo>
                  <a:pt x="605" y="665"/>
                  <a:pt x="605" y="665"/>
                  <a:pt x="605" y="665"/>
                </a:cubicBezTo>
                <a:cubicBezTo>
                  <a:pt x="605" y="665"/>
                  <a:pt x="605" y="665"/>
                  <a:pt x="605" y="665"/>
                </a:cubicBezTo>
                <a:cubicBezTo>
                  <a:pt x="605" y="665"/>
                  <a:pt x="605" y="665"/>
                  <a:pt x="605" y="665"/>
                </a:cubicBezTo>
                <a:cubicBezTo>
                  <a:pt x="606" y="664"/>
                  <a:pt x="606" y="664"/>
                  <a:pt x="606" y="664"/>
                </a:cubicBezTo>
                <a:cubicBezTo>
                  <a:pt x="606" y="664"/>
                  <a:pt x="606" y="664"/>
                  <a:pt x="606" y="664"/>
                </a:cubicBezTo>
                <a:cubicBezTo>
                  <a:pt x="606" y="664"/>
                  <a:pt x="606" y="664"/>
                  <a:pt x="606" y="664"/>
                </a:cubicBezTo>
                <a:cubicBezTo>
                  <a:pt x="606" y="664"/>
                  <a:pt x="606" y="664"/>
                  <a:pt x="606" y="664"/>
                </a:cubicBezTo>
                <a:cubicBezTo>
                  <a:pt x="606" y="664"/>
                  <a:pt x="606" y="664"/>
                  <a:pt x="606" y="664"/>
                </a:cubicBezTo>
                <a:cubicBezTo>
                  <a:pt x="606" y="664"/>
                  <a:pt x="606" y="664"/>
                  <a:pt x="606" y="664"/>
                </a:cubicBezTo>
                <a:cubicBezTo>
                  <a:pt x="607" y="663"/>
                  <a:pt x="607" y="663"/>
                  <a:pt x="607" y="663"/>
                </a:cubicBezTo>
                <a:cubicBezTo>
                  <a:pt x="607" y="663"/>
                  <a:pt x="607" y="663"/>
                  <a:pt x="607" y="663"/>
                </a:cubicBezTo>
                <a:cubicBezTo>
                  <a:pt x="607" y="663"/>
                  <a:pt x="607" y="663"/>
                  <a:pt x="607" y="663"/>
                </a:cubicBezTo>
                <a:cubicBezTo>
                  <a:pt x="607" y="663"/>
                  <a:pt x="607" y="663"/>
                  <a:pt x="607" y="663"/>
                </a:cubicBezTo>
                <a:cubicBezTo>
                  <a:pt x="607" y="662"/>
                  <a:pt x="607" y="662"/>
                  <a:pt x="607" y="662"/>
                </a:cubicBezTo>
                <a:cubicBezTo>
                  <a:pt x="607" y="662"/>
                  <a:pt x="607" y="662"/>
                  <a:pt x="607" y="662"/>
                </a:cubicBezTo>
                <a:cubicBezTo>
                  <a:pt x="607" y="662"/>
                  <a:pt x="607" y="662"/>
                  <a:pt x="607" y="662"/>
                </a:cubicBezTo>
                <a:cubicBezTo>
                  <a:pt x="607" y="662"/>
                  <a:pt x="607" y="662"/>
                  <a:pt x="607" y="662"/>
                </a:cubicBezTo>
                <a:cubicBezTo>
                  <a:pt x="607" y="661"/>
                  <a:pt x="607" y="661"/>
                  <a:pt x="607" y="661"/>
                </a:cubicBezTo>
                <a:cubicBezTo>
                  <a:pt x="607" y="661"/>
                  <a:pt x="607" y="661"/>
                  <a:pt x="607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0"/>
                  <a:pt x="606" y="660"/>
                  <a:pt x="606" y="660"/>
                </a:cubicBezTo>
                <a:cubicBezTo>
                  <a:pt x="606" y="660"/>
                  <a:pt x="606" y="660"/>
                  <a:pt x="606" y="660"/>
                </a:cubicBezTo>
                <a:cubicBezTo>
                  <a:pt x="604" y="661"/>
                  <a:pt x="604" y="661"/>
                  <a:pt x="604" y="661"/>
                </a:cubicBezTo>
                <a:cubicBezTo>
                  <a:pt x="604" y="661"/>
                  <a:pt x="604" y="661"/>
                  <a:pt x="604" y="661"/>
                </a:cubicBezTo>
                <a:cubicBezTo>
                  <a:pt x="602" y="662"/>
                  <a:pt x="602" y="662"/>
                  <a:pt x="602" y="662"/>
                </a:cubicBezTo>
                <a:cubicBezTo>
                  <a:pt x="602" y="662"/>
                  <a:pt x="602" y="662"/>
                  <a:pt x="602" y="662"/>
                </a:cubicBezTo>
                <a:cubicBezTo>
                  <a:pt x="601" y="663"/>
                  <a:pt x="601" y="663"/>
                  <a:pt x="601" y="663"/>
                </a:cubicBezTo>
                <a:cubicBezTo>
                  <a:pt x="601" y="663"/>
                  <a:pt x="601" y="663"/>
                  <a:pt x="601" y="663"/>
                </a:cubicBezTo>
                <a:cubicBezTo>
                  <a:pt x="600" y="663"/>
                  <a:pt x="600" y="663"/>
                  <a:pt x="600" y="663"/>
                </a:cubicBezTo>
                <a:cubicBezTo>
                  <a:pt x="600" y="663"/>
                  <a:pt x="600" y="663"/>
                  <a:pt x="600" y="663"/>
                </a:cubicBezTo>
                <a:cubicBezTo>
                  <a:pt x="598" y="665"/>
                  <a:pt x="598" y="665"/>
                  <a:pt x="598" y="665"/>
                </a:cubicBezTo>
                <a:cubicBezTo>
                  <a:pt x="598" y="665"/>
                  <a:pt x="598" y="665"/>
                  <a:pt x="598" y="665"/>
                </a:cubicBezTo>
                <a:cubicBezTo>
                  <a:pt x="597" y="666"/>
                  <a:pt x="597" y="666"/>
                  <a:pt x="597" y="666"/>
                </a:cubicBezTo>
                <a:cubicBezTo>
                  <a:pt x="597" y="666"/>
                  <a:pt x="597" y="666"/>
                  <a:pt x="597" y="666"/>
                </a:cubicBezTo>
                <a:cubicBezTo>
                  <a:pt x="595" y="667"/>
                  <a:pt x="595" y="667"/>
                  <a:pt x="595" y="667"/>
                </a:cubicBezTo>
                <a:cubicBezTo>
                  <a:pt x="595" y="667"/>
                  <a:pt x="595" y="667"/>
                  <a:pt x="595" y="667"/>
                </a:cubicBezTo>
                <a:cubicBezTo>
                  <a:pt x="595" y="668"/>
                  <a:pt x="595" y="668"/>
                  <a:pt x="595" y="668"/>
                </a:cubicBezTo>
                <a:cubicBezTo>
                  <a:pt x="595" y="668"/>
                  <a:pt x="595" y="668"/>
                  <a:pt x="595" y="668"/>
                </a:cubicBezTo>
                <a:cubicBezTo>
                  <a:pt x="594" y="669"/>
                  <a:pt x="594" y="669"/>
                  <a:pt x="594" y="669"/>
                </a:cubicBezTo>
                <a:cubicBezTo>
                  <a:pt x="594" y="669"/>
                  <a:pt x="594" y="669"/>
                  <a:pt x="594" y="669"/>
                </a:cubicBezTo>
                <a:cubicBezTo>
                  <a:pt x="594" y="669"/>
                  <a:pt x="594" y="669"/>
                  <a:pt x="594" y="669"/>
                </a:cubicBezTo>
                <a:cubicBezTo>
                  <a:pt x="594" y="669"/>
                  <a:pt x="594" y="669"/>
                  <a:pt x="594" y="669"/>
                </a:cubicBezTo>
                <a:cubicBezTo>
                  <a:pt x="594" y="670"/>
                  <a:pt x="594" y="670"/>
                  <a:pt x="594" y="670"/>
                </a:cubicBezTo>
                <a:cubicBezTo>
                  <a:pt x="594" y="670"/>
                  <a:pt x="594" y="670"/>
                  <a:pt x="594" y="670"/>
                </a:cubicBezTo>
                <a:cubicBezTo>
                  <a:pt x="594" y="670"/>
                  <a:pt x="594" y="670"/>
                  <a:pt x="594" y="670"/>
                </a:cubicBezTo>
                <a:cubicBezTo>
                  <a:pt x="594" y="670"/>
                  <a:pt x="594" y="670"/>
                  <a:pt x="594" y="670"/>
                </a:cubicBezTo>
                <a:cubicBezTo>
                  <a:pt x="594" y="671"/>
                  <a:pt x="594" y="671"/>
                  <a:pt x="594" y="671"/>
                </a:cubicBezTo>
                <a:cubicBezTo>
                  <a:pt x="594" y="671"/>
                  <a:pt x="594" y="671"/>
                  <a:pt x="594" y="671"/>
                </a:cubicBezTo>
                <a:cubicBezTo>
                  <a:pt x="594" y="671"/>
                  <a:pt x="594" y="671"/>
                  <a:pt x="594" y="671"/>
                </a:cubicBezTo>
                <a:cubicBezTo>
                  <a:pt x="594" y="671"/>
                  <a:pt x="594" y="671"/>
                  <a:pt x="594" y="671"/>
                </a:cubicBezTo>
                <a:cubicBezTo>
                  <a:pt x="594" y="672"/>
                  <a:pt x="594" y="672"/>
                  <a:pt x="594" y="672"/>
                </a:cubicBezTo>
                <a:cubicBezTo>
                  <a:pt x="594" y="672"/>
                  <a:pt x="594" y="672"/>
                  <a:pt x="594" y="672"/>
                </a:cubicBezTo>
                <a:cubicBezTo>
                  <a:pt x="594" y="672"/>
                  <a:pt x="594" y="672"/>
                  <a:pt x="594" y="672"/>
                </a:cubicBezTo>
                <a:cubicBezTo>
                  <a:pt x="594" y="672"/>
                  <a:pt x="594" y="672"/>
                  <a:pt x="594" y="672"/>
                </a:cubicBezTo>
                <a:cubicBezTo>
                  <a:pt x="593" y="672"/>
                  <a:pt x="593" y="672"/>
                  <a:pt x="593" y="672"/>
                </a:cubicBezTo>
                <a:cubicBezTo>
                  <a:pt x="593" y="672"/>
                  <a:pt x="593" y="672"/>
                  <a:pt x="593" y="672"/>
                </a:cubicBezTo>
                <a:cubicBezTo>
                  <a:pt x="593" y="672"/>
                  <a:pt x="593" y="672"/>
                  <a:pt x="593" y="672"/>
                </a:cubicBezTo>
                <a:cubicBezTo>
                  <a:pt x="593" y="672"/>
                  <a:pt x="593" y="672"/>
                  <a:pt x="593" y="672"/>
                </a:cubicBezTo>
                <a:cubicBezTo>
                  <a:pt x="592" y="673"/>
                  <a:pt x="592" y="673"/>
                  <a:pt x="592" y="673"/>
                </a:cubicBezTo>
                <a:cubicBezTo>
                  <a:pt x="592" y="673"/>
                  <a:pt x="592" y="673"/>
                  <a:pt x="592" y="673"/>
                </a:cubicBezTo>
                <a:cubicBezTo>
                  <a:pt x="592" y="673"/>
                  <a:pt x="592" y="673"/>
                  <a:pt x="592" y="673"/>
                </a:cubicBezTo>
                <a:cubicBezTo>
                  <a:pt x="592" y="673"/>
                  <a:pt x="592" y="673"/>
                  <a:pt x="592" y="673"/>
                </a:cubicBezTo>
                <a:cubicBezTo>
                  <a:pt x="592" y="673"/>
                  <a:pt x="592" y="673"/>
                  <a:pt x="592" y="673"/>
                </a:cubicBezTo>
                <a:cubicBezTo>
                  <a:pt x="592" y="673"/>
                  <a:pt x="592" y="673"/>
                  <a:pt x="592" y="673"/>
                </a:cubicBezTo>
                <a:cubicBezTo>
                  <a:pt x="591" y="673"/>
                  <a:pt x="591" y="673"/>
                  <a:pt x="591" y="673"/>
                </a:cubicBezTo>
                <a:cubicBezTo>
                  <a:pt x="591" y="673"/>
                  <a:pt x="591" y="673"/>
                  <a:pt x="591" y="673"/>
                </a:cubicBezTo>
                <a:cubicBezTo>
                  <a:pt x="591" y="673"/>
                  <a:pt x="591" y="673"/>
                  <a:pt x="591" y="673"/>
                </a:cubicBezTo>
                <a:cubicBezTo>
                  <a:pt x="591" y="673"/>
                  <a:pt x="591" y="673"/>
                  <a:pt x="591" y="673"/>
                </a:cubicBezTo>
                <a:cubicBezTo>
                  <a:pt x="590" y="673"/>
                  <a:pt x="590" y="673"/>
                  <a:pt x="590" y="673"/>
                </a:cubicBezTo>
                <a:cubicBezTo>
                  <a:pt x="590" y="673"/>
                  <a:pt x="590" y="673"/>
                  <a:pt x="590" y="673"/>
                </a:cubicBezTo>
                <a:cubicBezTo>
                  <a:pt x="590" y="671"/>
                  <a:pt x="590" y="671"/>
                  <a:pt x="590" y="671"/>
                </a:cubicBezTo>
                <a:cubicBezTo>
                  <a:pt x="590" y="671"/>
                  <a:pt x="590" y="671"/>
                  <a:pt x="590" y="671"/>
                </a:cubicBezTo>
                <a:cubicBezTo>
                  <a:pt x="589" y="669"/>
                  <a:pt x="589" y="669"/>
                  <a:pt x="589" y="669"/>
                </a:cubicBezTo>
                <a:cubicBezTo>
                  <a:pt x="589" y="669"/>
                  <a:pt x="589" y="669"/>
                  <a:pt x="589" y="669"/>
                </a:cubicBezTo>
                <a:cubicBezTo>
                  <a:pt x="588" y="668"/>
                  <a:pt x="588" y="668"/>
                  <a:pt x="588" y="668"/>
                </a:cubicBezTo>
                <a:cubicBezTo>
                  <a:pt x="588" y="668"/>
                  <a:pt x="588" y="668"/>
                  <a:pt x="588" y="668"/>
                </a:cubicBezTo>
                <a:cubicBezTo>
                  <a:pt x="587" y="666"/>
                  <a:pt x="587" y="666"/>
                  <a:pt x="587" y="666"/>
                </a:cubicBezTo>
                <a:cubicBezTo>
                  <a:pt x="587" y="666"/>
                  <a:pt x="587" y="666"/>
                  <a:pt x="587" y="666"/>
                </a:cubicBezTo>
                <a:cubicBezTo>
                  <a:pt x="586" y="664"/>
                  <a:pt x="586" y="664"/>
                  <a:pt x="586" y="664"/>
                </a:cubicBezTo>
                <a:cubicBezTo>
                  <a:pt x="586" y="664"/>
                  <a:pt x="586" y="664"/>
                  <a:pt x="586" y="664"/>
                </a:cubicBezTo>
                <a:cubicBezTo>
                  <a:pt x="585" y="662"/>
                  <a:pt x="585" y="662"/>
                  <a:pt x="585" y="662"/>
                </a:cubicBezTo>
                <a:cubicBezTo>
                  <a:pt x="585" y="662"/>
                  <a:pt x="585" y="662"/>
                  <a:pt x="585" y="662"/>
                </a:cubicBezTo>
                <a:cubicBezTo>
                  <a:pt x="584" y="661"/>
                  <a:pt x="584" y="661"/>
                  <a:pt x="584" y="661"/>
                </a:cubicBezTo>
                <a:cubicBezTo>
                  <a:pt x="584" y="661"/>
                  <a:pt x="584" y="661"/>
                  <a:pt x="584" y="661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4" y="659"/>
                  <a:pt x="584" y="659"/>
                  <a:pt x="584" y="659"/>
                </a:cubicBezTo>
                <a:cubicBezTo>
                  <a:pt x="584" y="659"/>
                  <a:pt x="584" y="659"/>
                  <a:pt x="584" y="659"/>
                </a:cubicBezTo>
                <a:cubicBezTo>
                  <a:pt x="584" y="658"/>
                  <a:pt x="584" y="658"/>
                  <a:pt x="584" y="658"/>
                </a:cubicBezTo>
                <a:cubicBezTo>
                  <a:pt x="584" y="658"/>
                  <a:pt x="584" y="658"/>
                  <a:pt x="584" y="658"/>
                </a:cubicBezTo>
                <a:cubicBezTo>
                  <a:pt x="584" y="658"/>
                  <a:pt x="584" y="658"/>
                  <a:pt x="584" y="658"/>
                </a:cubicBezTo>
                <a:cubicBezTo>
                  <a:pt x="584" y="658"/>
                  <a:pt x="584" y="658"/>
                  <a:pt x="584" y="658"/>
                </a:cubicBezTo>
                <a:cubicBezTo>
                  <a:pt x="585" y="658"/>
                  <a:pt x="585" y="658"/>
                  <a:pt x="585" y="658"/>
                </a:cubicBezTo>
                <a:cubicBezTo>
                  <a:pt x="585" y="658"/>
                  <a:pt x="585" y="658"/>
                  <a:pt x="585" y="658"/>
                </a:cubicBezTo>
                <a:cubicBezTo>
                  <a:pt x="585" y="658"/>
                  <a:pt x="585" y="658"/>
                  <a:pt x="585" y="658"/>
                </a:cubicBezTo>
                <a:cubicBezTo>
                  <a:pt x="585" y="658"/>
                  <a:pt x="585" y="658"/>
                  <a:pt x="585" y="658"/>
                </a:cubicBezTo>
                <a:cubicBezTo>
                  <a:pt x="585" y="658"/>
                  <a:pt x="585" y="658"/>
                  <a:pt x="585" y="658"/>
                </a:cubicBezTo>
                <a:cubicBezTo>
                  <a:pt x="585" y="658"/>
                  <a:pt x="585" y="658"/>
                  <a:pt x="585" y="658"/>
                </a:cubicBezTo>
                <a:cubicBezTo>
                  <a:pt x="586" y="658"/>
                  <a:pt x="586" y="658"/>
                  <a:pt x="586" y="658"/>
                </a:cubicBezTo>
                <a:cubicBezTo>
                  <a:pt x="586" y="658"/>
                  <a:pt x="586" y="658"/>
                  <a:pt x="586" y="658"/>
                </a:cubicBezTo>
                <a:cubicBezTo>
                  <a:pt x="586" y="658"/>
                  <a:pt x="586" y="658"/>
                  <a:pt x="586" y="658"/>
                </a:cubicBezTo>
                <a:cubicBezTo>
                  <a:pt x="586" y="658"/>
                  <a:pt x="586" y="658"/>
                  <a:pt x="586" y="658"/>
                </a:cubicBezTo>
                <a:cubicBezTo>
                  <a:pt x="587" y="658"/>
                  <a:pt x="587" y="658"/>
                  <a:pt x="587" y="658"/>
                </a:cubicBezTo>
                <a:cubicBezTo>
                  <a:pt x="587" y="658"/>
                  <a:pt x="587" y="658"/>
                  <a:pt x="587" y="658"/>
                </a:cubicBezTo>
                <a:cubicBezTo>
                  <a:pt x="588" y="658"/>
                  <a:pt x="588" y="658"/>
                  <a:pt x="588" y="658"/>
                </a:cubicBezTo>
                <a:cubicBezTo>
                  <a:pt x="588" y="658"/>
                  <a:pt x="588" y="658"/>
                  <a:pt x="588" y="658"/>
                </a:cubicBezTo>
                <a:cubicBezTo>
                  <a:pt x="594" y="665"/>
                  <a:pt x="594" y="665"/>
                  <a:pt x="594" y="665"/>
                </a:cubicBezTo>
                <a:cubicBezTo>
                  <a:pt x="594" y="665"/>
                  <a:pt x="594" y="665"/>
                  <a:pt x="594" y="665"/>
                </a:cubicBezTo>
                <a:cubicBezTo>
                  <a:pt x="594" y="665"/>
                  <a:pt x="594" y="665"/>
                  <a:pt x="594" y="665"/>
                </a:cubicBezTo>
                <a:cubicBezTo>
                  <a:pt x="594" y="665"/>
                  <a:pt x="594" y="665"/>
                  <a:pt x="594" y="665"/>
                </a:cubicBezTo>
                <a:cubicBezTo>
                  <a:pt x="594" y="665"/>
                  <a:pt x="594" y="665"/>
                  <a:pt x="594" y="665"/>
                </a:cubicBezTo>
                <a:cubicBezTo>
                  <a:pt x="594" y="665"/>
                  <a:pt x="594" y="665"/>
                  <a:pt x="594" y="665"/>
                </a:cubicBezTo>
                <a:cubicBezTo>
                  <a:pt x="595" y="665"/>
                  <a:pt x="595" y="665"/>
                  <a:pt x="595" y="665"/>
                </a:cubicBezTo>
                <a:cubicBezTo>
                  <a:pt x="595" y="665"/>
                  <a:pt x="595" y="665"/>
                  <a:pt x="595" y="665"/>
                </a:cubicBezTo>
                <a:cubicBezTo>
                  <a:pt x="595" y="665"/>
                  <a:pt x="595" y="665"/>
                  <a:pt x="595" y="665"/>
                </a:cubicBezTo>
                <a:cubicBezTo>
                  <a:pt x="595" y="665"/>
                  <a:pt x="595" y="665"/>
                  <a:pt x="595" y="665"/>
                </a:cubicBezTo>
                <a:cubicBezTo>
                  <a:pt x="595" y="665"/>
                  <a:pt x="595" y="665"/>
                  <a:pt x="595" y="665"/>
                </a:cubicBezTo>
                <a:cubicBezTo>
                  <a:pt x="595" y="665"/>
                  <a:pt x="595" y="665"/>
                  <a:pt x="595" y="665"/>
                </a:cubicBezTo>
                <a:cubicBezTo>
                  <a:pt x="595" y="665"/>
                  <a:pt x="595" y="665"/>
                  <a:pt x="595" y="665"/>
                </a:cubicBezTo>
                <a:cubicBezTo>
                  <a:pt x="595" y="665"/>
                  <a:pt x="595" y="665"/>
                  <a:pt x="595" y="665"/>
                </a:cubicBezTo>
                <a:cubicBezTo>
                  <a:pt x="596" y="664"/>
                  <a:pt x="596" y="664"/>
                  <a:pt x="596" y="664"/>
                </a:cubicBezTo>
                <a:cubicBezTo>
                  <a:pt x="596" y="664"/>
                  <a:pt x="596" y="664"/>
                  <a:pt x="596" y="664"/>
                </a:cubicBezTo>
                <a:cubicBezTo>
                  <a:pt x="596" y="664"/>
                  <a:pt x="596" y="664"/>
                  <a:pt x="596" y="664"/>
                </a:cubicBezTo>
                <a:cubicBezTo>
                  <a:pt x="596" y="664"/>
                  <a:pt x="596" y="664"/>
                  <a:pt x="596" y="664"/>
                </a:cubicBezTo>
                <a:cubicBezTo>
                  <a:pt x="594" y="656"/>
                  <a:pt x="594" y="656"/>
                  <a:pt x="594" y="656"/>
                </a:cubicBezTo>
                <a:cubicBezTo>
                  <a:pt x="594" y="656"/>
                  <a:pt x="594" y="656"/>
                  <a:pt x="594" y="656"/>
                </a:cubicBezTo>
                <a:cubicBezTo>
                  <a:pt x="588" y="647"/>
                  <a:pt x="588" y="647"/>
                  <a:pt x="588" y="647"/>
                </a:cubicBezTo>
                <a:cubicBezTo>
                  <a:pt x="588" y="647"/>
                  <a:pt x="588" y="647"/>
                  <a:pt x="588" y="647"/>
                </a:cubicBezTo>
                <a:cubicBezTo>
                  <a:pt x="588" y="647"/>
                  <a:pt x="588" y="647"/>
                  <a:pt x="588" y="647"/>
                </a:cubicBezTo>
                <a:cubicBezTo>
                  <a:pt x="588" y="647"/>
                  <a:pt x="588" y="647"/>
                  <a:pt x="588" y="647"/>
                </a:cubicBezTo>
                <a:cubicBezTo>
                  <a:pt x="588" y="646"/>
                  <a:pt x="588" y="646"/>
                  <a:pt x="588" y="646"/>
                </a:cubicBezTo>
                <a:cubicBezTo>
                  <a:pt x="588" y="646"/>
                  <a:pt x="588" y="646"/>
                  <a:pt x="588" y="646"/>
                </a:cubicBezTo>
                <a:cubicBezTo>
                  <a:pt x="588" y="646"/>
                  <a:pt x="588" y="646"/>
                  <a:pt x="588" y="646"/>
                </a:cubicBezTo>
                <a:cubicBezTo>
                  <a:pt x="588" y="646"/>
                  <a:pt x="588" y="646"/>
                  <a:pt x="588" y="646"/>
                </a:cubicBezTo>
                <a:cubicBezTo>
                  <a:pt x="588" y="646"/>
                  <a:pt x="588" y="646"/>
                  <a:pt x="588" y="646"/>
                </a:cubicBezTo>
                <a:cubicBezTo>
                  <a:pt x="588" y="646"/>
                  <a:pt x="588" y="646"/>
                  <a:pt x="588" y="646"/>
                </a:cubicBezTo>
                <a:cubicBezTo>
                  <a:pt x="588" y="646"/>
                  <a:pt x="588" y="646"/>
                  <a:pt x="588" y="646"/>
                </a:cubicBezTo>
                <a:cubicBezTo>
                  <a:pt x="588" y="646"/>
                  <a:pt x="588" y="646"/>
                  <a:pt x="588" y="646"/>
                </a:cubicBezTo>
                <a:cubicBezTo>
                  <a:pt x="588" y="645"/>
                  <a:pt x="588" y="645"/>
                  <a:pt x="588" y="645"/>
                </a:cubicBezTo>
                <a:cubicBezTo>
                  <a:pt x="588" y="645"/>
                  <a:pt x="588" y="645"/>
                  <a:pt x="588" y="645"/>
                </a:cubicBezTo>
                <a:cubicBezTo>
                  <a:pt x="588" y="645"/>
                  <a:pt x="588" y="645"/>
                  <a:pt x="588" y="645"/>
                </a:cubicBezTo>
                <a:cubicBezTo>
                  <a:pt x="588" y="645"/>
                  <a:pt x="588" y="645"/>
                  <a:pt x="588" y="645"/>
                </a:cubicBezTo>
                <a:cubicBezTo>
                  <a:pt x="588" y="645"/>
                  <a:pt x="588" y="645"/>
                  <a:pt x="588" y="645"/>
                </a:cubicBezTo>
                <a:cubicBezTo>
                  <a:pt x="588" y="645"/>
                  <a:pt x="588" y="645"/>
                  <a:pt x="588" y="645"/>
                </a:cubicBezTo>
                <a:cubicBezTo>
                  <a:pt x="587" y="645"/>
                  <a:pt x="587" y="645"/>
                  <a:pt x="587" y="645"/>
                </a:cubicBezTo>
                <a:cubicBezTo>
                  <a:pt x="587" y="645"/>
                  <a:pt x="587" y="645"/>
                  <a:pt x="587" y="645"/>
                </a:cubicBezTo>
                <a:cubicBezTo>
                  <a:pt x="586" y="644"/>
                  <a:pt x="586" y="644"/>
                  <a:pt x="586" y="644"/>
                </a:cubicBezTo>
                <a:cubicBezTo>
                  <a:pt x="586" y="644"/>
                  <a:pt x="586" y="644"/>
                  <a:pt x="586" y="644"/>
                </a:cubicBezTo>
                <a:cubicBezTo>
                  <a:pt x="585" y="643"/>
                  <a:pt x="585" y="643"/>
                  <a:pt x="585" y="643"/>
                </a:cubicBezTo>
                <a:cubicBezTo>
                  <a:pt x="585" y="643"/>
                  <a:pt x="585" y="643"/>
                  <a:pt x="585" y="643"/>
                </a:cubicBezTo>
                <a:cubicBezTo>
                  <a:pt x="585" y="643"/>
                  <a:pt x="585" y="643"/>
                  <a:pt x="585" y="643"/>
                </a:cubicBezTo>
                <a:cubicBezTo>
                  <a:pt x="585" y="643"/>
                  <a:pt x="585" y="643"/>
                  <a:pt x="585" y="643"/>
                </a:cubicBezTo>
                <a:cubicBezTo>
                  <a:pt x="585" y="642"/>
                  <a:pt x="585" y="642"/>
                  <a:pt x="585" y="642"/>
                </a:cubicBezTo>
                <a:cubicBezTo>
                  <a:pt x="585" y="642"/>
                  <a:pt x="585" y="642"/>
                  <a:pt x="585" y="642"/>
                </a:cubicBezTo>
                <a:cubicBezTo>
                  <a:pt x="585" y="641"/>
                  <a:pt x="585" y="641"/>
                  <a:pt x="585" y="641"/>
                </a:cubicBezTo>
                <a:cubicBezTo>
                  <a:pt x="585" y="641"/>
                  <a:pt x="585" y="641"/>
                  <a:pt x="585" y="641"/>
                </a:cubicBezTo>
                <a:cubicBezTo>
                  <a:pt x="585" y="640"/>
                  <a:pt x="585" y="640"/>
                  <a:pt x="585" y="640"/>
                </a:cubicBezTo>
                <a:cubicBezTo>
                  <a:pt x="585" y="640"/>
                  <a:pt x="585" y="640"/>
                  <a:pt x="585" y="640"/>
                </a:cubicBezTo>
                <a:cubicBezTo>
                  <a:pt x="585" y="639"/>
                  <a:pt x="585" y="639"/>
                  <a:pt x="585" y="639"/>
                </a:cubicBezTo>
                <a:cubicBezTo>
                  <a:pt x="585" y="639"/>
                  <a:pt x="585" y="639"/>
                  <a:pt x="585" y="639"/>
                </a:cubicBezTo>
                <a:cubicBezTo>
                  <a:pt x="587" y="639"/>
                  <a:pt x="587" y="639"/>
                  <a:pt x="587" y="639"/>
                </a:cubicBezTo>
                <a:cubicBezTo>
                  <a:pt x="587" y="639"/>
                  <a:pt x="587" y="639"/>
                  <a:pt x="587" y="639"/>
                </a:cubicBezTo>
                <a:cubicBezTo>
                  <a:pt x="588" y="640"/>
                  <a:pt x="588" y="640"/>
                  <a:pt x="588" y="640"/>
                </a:cubicBezTo>
                <a:cubicBezTo>
                  <a:pt x="588" y="640"/>
                  <a:pt x="588" y="640"/>
                  <a:pt x="588" y="640"/>
                </a:cubicBezTo>
                <a:cubicBezTo>
                  <a:pt x="588" y="640"/>
                  <a:pt x="588" y="640"/>
                  <a:pt x="588" y="640"/>
                </a:cubicBezTo>
                <a:cubicBezTo>
                  <a:pt x="588" y="640"/>
                  <a:pt x="588" y="640"/>
                  <a:pt x="588" y="640"/>
                </a:cubicBezTo>
                <a:cubicBezTo>
                  <a:pt x="589" y="640"/>
                  <a:pt x="589" y="640"/>
                  <a:pt x="589" y="640"/>
                </a:cubicBezTo>
                <a:cubicBezTo>
                  <a:pt x="589" y="640"/>
                  <a:pt x="589" y="640"/>
                  <a:pt x="589" y="640"/>
                </a:cubicBezTo>
                <a:cubicBezTo>
                  <a:pt x="590" y="641"/>
                  <a:pt x="590" y="641"/>
                  <a:pt x="590" y="641"/>
                </a:cubicBezTo>
                <a:cubicBezTo>
                  <a:pt x="590" y="641"/>
                  <a:pt x="590" y="641"/>
                  <a:pt x="590" y="641"/>
                </a:cubicBezTo>
                <a:cubicBezTo>
                  <a:pt x="590" y="641"/>
                  <a:pt x="590" y="641"/>
                  <a:pt x="590" y="641"/>
                </a:cubicBezTo>
                <a:cubicBezTo>
                  <a:pt x="590" y="641"/>
                  <a:pt x="590" y="641"/>
                  <a:pt x="590" y="641"/>
                </a:cubicBezTo>
                <a:cubicBezTo>
                  <a:pt x="591" y="642"/>
                  <a:pt x="591" y="642"/>
                  <a:pt x="591" y="642"/>
                </a:cubicBezTo>
                <a:cubicBezTo>
                  <a:pt x="591" y="642"/>
                  <a:pt x="591" y="642"/>
                  <a:pt x="591" y="642"/>
                </a:cubicBezTo>
                <a:cubicBezTo>
                  <a:pt x="592" y="642"/>
                  <a:pt x="592" y="642"/>
                  <a:pt x="592" y="642"/>
                </a:cubicBezTo>
                <a:cubicBezTo>
                  <a:pt x="592" y="642"/>
                  <a:pt x="592" y="642"/>
                  <a:pt x="592" y="642"/>
                </a:cubicBezTo>
                <a:cubicBezTo>
                  <a:pt x="592" y="643"/>
                  <a:pt x="592" y="643"/>
                  <a:pt x="592" y="643"/>
                </a:cubicBezTo>
                <a:cubicBezTo>
                  <a:pt x="592" y="643"/>
                  <a:pt x="592" y="643"/>
                  <a:pt x="592" y="643"/>
                </a:cubicBezTo>
                <a:cubicBezTo>
                  <a:pt x="592" y="643"/>
                  <a:pt x="592" y="643"/>
                  <a:pt x="592" y="643"/>
                </a:cubicBezTo>
                <a:cubicBezTo>
                  <a:pt x="592" y="643"/>
                  <a:pt x="592" y="643"/>
                  <a:pt x="592" y="643"/>
                </a:cubicBezTo>
                <a:cubicBezTo>
                  <a:pt x="593" y="644"/>
                  <a:pt x="593" y="644"/>
                  <a:pt x="593" y="644"/>
                </a:cubicBezTo>
                <a:cubicBezTo>
                  <a:pt x="593" y="644"/>
                  <a:pt x="593" y="644"/>
                  <a:pt x="593" y="644"/>
                </a:cubicBezTo>
                <a:cubicBezTo>
                  <a:pt x="593" y="644"/>
                  <a:pt x="593" y="644"/>
                  <a:pt x="593" y="644"/>
                </a:cubicBezTo>
                <a:cubicBezTo>
                  <a:pt x="593" y="644"/>
                  <a:pt x="593" y="644"/>
                  <a:pt x="593" y="644"/>
                </a:cubicBezTo>
                <a:cubicBezTo>
                  <a:pt x="593" y="644"/>
                  <a:pt x="593" y="644"/>
                  <a:pt x="593" y="644"/>
                </a:cubicBezTo>
                <a:cubicBezTo>
                  <a:pt x="593" y="644"/>
                  <a:pt x="593" y="644"/>
                  <a:pt x="593" y="644"/>
                </a:cubicBezTo>
                <a:cubicBezTo>
                  <a:pt x="593" y="645"/>
                  <a:pt x="593" y="645"/>
                  <a:pt x="593" y="645"/>
                </a:cubicBezTo>
                <a:cubicBezTo>
                  <a:pt x="593" y="645"/>
                  <a:pt x="593" y="645"/>
                  <a:pt x="593" y="645"/>
                </a:cubicBezTo>
                <a:cubicBezTo>
                  <a:pt x="593" y="645"/>
                  <a:pt x="593" y="645"/>
                  <a:pt x="593" y="645"/>
                </a:cubicBezTo>
                <a:cubicBezTo>
                  <a:pt x="593" y="645"/>
                  <a:pt x="593" y="645"/>
                  <a:pt x="593" y="645"/>
                </a:cubicBezTo>
                <a:cubicBezTo>
                  <a:pt x="594" y="646"/>
                  <a:pt x="594" y="646"/>
                  <a:pt x="594" y="646"/>
                </a:cubicBezTo>
                <a:cubicBezTo>
                  <a:pt x="594" y="646"/>
                  <a:pt x="594" y="646"/>
                  <a:pt x="594" y="646"/>
                </a:cubicBezTo>
                <a:cubicBezTo>
                  <a:pt x="594" y="646"/>
                  <a:pt x="594" y="646"/>
                  <a:pt x="594" y="646"/>
                </a:cubicBezTo>
                <a:cubicBezTo>
                  <a:pt x="594" y="646"/>
                  <a:pt x="594" y="646"/>
                  <a:pt x="594" y="646"/>
                </a:cubicBezTo>
                <a:cubicBezTo>
                  <a:pt x="594" y="647"/>
                  <a:pt x="594" y="647"/>
                  <a:pt x="594" y="647"/>
                </a:cubicBezTo>
                <a:cubicBezTo>
                  <a:pt x="594" y="647"/>
                  <a:pt x="594" y="647"/>
                  <a:pt x="594" y="647"/>
                </a:cubicBezTo>
                <a:cubicBezTo>
                  <a:pt x="594" y="648"/>
                  <a:pt x="594" y="648"/>
                  <a:pt x="594" y="648"/>
                </a:cubicBezTo>
                <a:cubicBezTo>
                  <a:pt x="594" y="648"/>
                  <a:pt x="594" y="648"/>
                  <a:pt x="594" y="648"/>
                </a:cubicBezTo>
                <a:cubicBezTo>
                  <a:pt x="594" y="649"/>
                  <a:pt x="594" y="649"/>
                  <a:pt x="594" y="649"/>
                </a:cubicBezTo>
                <a:cubicBezTo>
                  <a:pt x="594" y="649"/>
                  <a:pt x="594" y="649"/>
                  <a:pt x="594" y="649"/>
                </a:cubicBezTo>
                <a:cubicBezTo>
                  <a:pt x="595" y="650"/>
                  <a:pt x="595" y="650"/>
                  <a:pt x="595" y="650"/>
                </a:cubicBezTo>
                <a:cubicBezTo>
                  <a:pt x="595" y="650"/>
                  <a:pt x="595" y="650"/>
                  <a:pt x="595" y="650"/>
                </a:cubicBezTo>
                <a:cubicBezTo>
                  <a:pt x="595" y="650"/>
                  <a:pt x="595" y="650"/>
                  <a:pt x="595" y="650"/>
                </a:cubicBezTo>
                <a:cubicBezTo>
                  <a:pt x="595" y="650"/>
                  <a:pt x="595" y="650"/>
                  <a:pt x="595" y="650"/>
                </a:cubicBezTo>
                <a:cubicBezTo>
                  <a:pt x="596" y="651"/>
                  <a:pt x="596" y="651"/>
                  <a:pt x="596" y="651"/>
                </a:cubicBezTo>
                <a:cubicBezTo>
                  <a:pt x="596" y="651"/>
                  <a:pt x="596" y="651"/>
                  <a:pt x="596" y="651"/>
                </a:cubicBezTo>
                <a:cubicBezTo>
                  <a:pt x="597" y="652"/>
                  <a:pt x="597" y="652"/>
                  <a:pt x="597" y="652"/>
                </a:cubicBezTo>
                <a:cubicBezTo>
                  <a:pt x="597" y="652"/>
                  <a:pt x="597" y="652"/>
                  <a:pt x="597" y="652"/>
                </a:cubicBezTo>
                <a:cubicBezTo>
                  <a:pt x="597" y="653"/>
                  <a:pt x="597" y="653"/>
                  <a:pt x="597" y="653"/>
                </a:cubicBezTo>
                <a:cubicBezTo>
                  <a:pt x="597" y="653"/>
                  <a:pt x="597" y="653"/>
                  <a:pt x="597" y="653"/>
                </a:cubicBezTo>
                <a:cubicBezTo>
                  <a:pt x="597" y="653"/>
                  <a:pt x="597" y="653"/>
                  <a:pt x="597" y="653"/>
                </a:cubicBezTo>
                <a:cubicBezTo>
                  <a:pt x="597" y="653"/>
                  <a:pt x="597" y="653"/>
                  <a:pt x="597" y="653"/>
                </a:cubicBezTo>
                <a:cubicBezTo>
                  <a:pt x="598" y="653"/>
                  <a:pt x="598" y="653"/>
                  <a:pt x="598" y="653"/>
                </a:cubicBezTo>
                <a:cubicBezTo>
                  <a:pt x="598" y="653"/>
                  <a:pt x="598" y="653"/>
                  <a:pt x="598" y="653"/>
                </a:cubicBezTo>
                <a:cubicBezTo>
                  <a:pt x="598" y="653"/>
                  <a:pt x="598" y="653"/>
                  <a:pt x="598" y="653"/>
                </a:cubicBezTo>
                <a:cubicBezTo>
                  <a:pt x="598" y="653"/>
                  <a:pt x="598" y="653"/>
                  <a:pt x="598" y="653"/>
                </a:cubicBezTo>
                <a:cubicBezTo>
                  <a:pt x="598" y="653"/>
                  <a:pt x="598" y="653"/>
                  <a:pt x="598" y="653"/>
                </a:cubicBezTo>
                <a:cubicBezTo>
                  <a:pt x="598" y="653"/>
                  <a:pt x="598" y="653"/>
                  <a:pt x="598" y="653"/>
                </a:cubicBezTo>
                <a:cubicBezTo>
                  <a:pt x="598" y="653"/>
                  <a:pt x="598" y="653"/>
                  <a:pt x="598" y="653"/>
                </a:cubicBezTo>
                <a:cubicBezTo>
                  <a:pt x="598" y="653"/>
                  <a:pt x="598" y="653"/>
                  <a:pt x="598" y="653"/>
                </a:cubicBezTo>
                <a:cubicBezTo>
                  <a:pt x="599" y="653"/>
                  <a:pt x="599" y="653"/>
                  <a:pt x="599" y="653"/>
                </a:cubicBezTo>
                <a:cubicBezTo>
                  <a:pt x="599" y="653"/>
                  <a:pt x="599" y="653"/>
                  <a:pt x="599" y="653"/>
                </a:cubicBezTo>
                <a:cubicBezTo>
                  <a:pt x="599" y="653"/>
                  <a:pt x="599" y="653"/>
                  <a:pt x="599" y="653"/>
                </a:cubicBezTo>
                <a:cubicBezTo>
                  <a:pt x="599" y="653"/>
                  <a:pt x="599" y="653"/>
                  <a:pt x="599" y="653"/>
                </a:cubicBezTo>
                <a:cubicBezTo>
                  <a:pt x="599" y="653"/>
                  <a:pt x="599" y="653"/>
                  <a:pt x="599" y="653"/>
                </a:cubicBezTo>
                <a:cubicBezTo>
                  <a:pt x="599" y="653"/>
                  <a:pt x="599" y="653"/>
                  <a:pt x="599" y="653"/>
                </a:cubicBezTo>
                <a:cubicBezTo>
                  <a:pt x="599" y="653"/>
                  <a:pt x="599" y="653"/>
                  <a:pt x="599" y="653"/>
                </a:cubicBezTo>
                <a:cubicBezTo>
                  <a:pt x="599" y="653"/>
                  <a:pt x="599" y="653"/>
                  <a:pt x="599" y="653"/>
                </a:cubicBezTo>
                <a:cubicBezTo>
                  <a:pt x="600" y="652"/>
                  <a:pt x="600" y="652"/>
                  <a:pt x="600" y="652"/>
                </a:cubicBezTo>
                <a:cubicBezTo>
                  <a:pt x="600" y="652"/>
                  <a:pt x="600" y="652"/>
                  <a:pt x="600" y="652"/>
                </a:cubicBezTo>
                <a:cubicBezTo>
                  <a:pt x="600" y="652"/>
                  <a:pt x="600" y="652"/>
                  <a:pt x="600" y="652"/>
                </a:cubicBezTo>
                <a:cubicBezTo>
                  <a:pt x="600" y="652"/>
                  <a:pt x="600" y="652"/>
                  <a:pt x="600" y="652"/>
                </a:cubicBezTo>
                <a:cubicBezTo>
                  <a:pt x="601" y="651"/>
                  <a:pt x="601" y="651"/>
                  <a:pt x="601" y="651"/>
                </a:cubicBezTo>
                <a:cubicBezTo>
                  <a:pt x="601" y="651"/>
                  <a:pt x="601" y="651"/>
                  <a:pt x="601" y="651"/>
                </a:cubicBezTo>
                <a:cubicBezTo>
                  <a:pt x="601" y="651"/>
                  <a:pt x="601" y="651"/>
                  <a:pt x="601" y="651"/>
                </a:cubicBezTo>
                <a:cubicBezTo>
                  <a:pt x="601" y="651"/>
                  <a:pt x="601" y="651"/>
                  <a:pt x="601" y="651"/>
                </a:cubicBezTo>
                <a:cubicBezTo>
                  <a:pt x="601" y="650"/>
                  <a:pt x="601" y="650"/>
                  <a:pt x="601" y="650"/>
                </a:cubicBezTo>
                <a:cubicBezTo>
                  <a:pt x="601" y="650"/>
                  <a:pt x="601" y="650"/>
                  <a:pt x="601" y="650"/>
                </a:cubicBezTo>
                <a:cubicBezTo>
                  <a:pt x="601" y="650"/>
                  <a:pt x="601" y="650"/>
                  <a:pt x="601" y="650"/>
                </a:cubicBezTo>
                <a:cubicBezTo>
                  <a:pt x="601" y="650"/>
                  <a:pt x="601" y="650"/>
                  <a:pt x="601" y="650"/>
                </a:cubicBezTo>
                <a:cubicBezTo>
                  <a:pt x="601" y="649"/>
                  <a:pt x="601" y="649"/>
                  <a:pt x="601" y="649"/>
                </a:cubicBezTo>
                <a:cubicBezTo>
                  <a:pt x="601" y="649"/>
                  <a:pt x="601" y="649"/>
                  <a:pt x="601" y="649"/>
                </a:cubicBezTo>
                <a:cubicBezTo>
                  <a:pt x="600" y="649"/>
                  <a:pt x="600" y="649"/>
                  <a:pt x="600" y="649"/>
                </a:cubicBezTo>
                <a:cubicBezTo>
                  <a:pt x="600" y="649"/>
                  <a:pt x="600" y="649"/>
                  <a:pt x="600" y="649"/>
                </a:cubicBezTo>
                <a:cubicBezTo>
                  <a:pt x="600" y="649"/>
                  <a:pt x="600" y="649"/>
                  <a:pt x="600" y="649"/>
                </a:cubicBezTo>
                <a:cubicBezTo>
                  <a:pt x="600" y="649"/>
                  <a:pt x="600" y="649"/>
                  <a:pt x="600" y="649"/>
                </a:cubicBezTo>
                <a:cubicBezTo>
                  <a:pt x="599" y="650"/>
                  <a:pt x="599" y="650"/>
                  <a:pt x="599" y="650"/>
                </a:cubicBezTo>
                <a:cubicBezTo>
                  <a:pt x="599" y="650"/>
                  <a:pt x="599" y="650"/>
                  <a:pt x="599" y="650"/>
                </a:cubicBezTo>
                <a:cubicBezTo>
                  <a:pt x="599" y="650"/>
                  <a:pt x="599" y="650"/>
                  <a:pt x="599" y="650"/>
                </a:cubicBezTo>
                <a:cubicBezTo>
                  <a:pt x="599" y="650"/>
                  <a:pt x="599" y="650"/>
                  <a:pt x="599" y="650"/>
                </a:cubicBezTo>
                <a:cubicBezTo>
                  <a:pt x="598" y="650"/>
                  <a:pt x="598" y="650"/>
                  <a:pt x="598" y="650"/>
                </a:cubicBezTo>
                <a:cubicBezTo>
                  <a:pt x="598" y="650"/>
                  <a:pt x="598" y="650"/>
                  <a:pt x="598" y="650"/>
                </a:cubicBezTo>
                <a:cubicBezTo>
                  <a:pt x="598" y="650"/>
                  <a:pt x="598" y="650"/>
                  <a:pt x="598" y="650"/>
                </a:cubicBezTo>
                <a:cubicBezTo>
                  <a:pt x="598" y="650"/>
                  <a:pt x="598" y="650"/>
                  <a:pt x="598" y="650"/>
                </a:cubicBezTo>
                <a:cubicBezTo>
                  <a:pt x="597" y="650"/>
                  <a:pt x="597" y="650"/>
                  <a:pt x="597" y="650"/>
                </a:cubicBezTo>
                <a:cubicBezTo>
                  <a:pt x="597" y="650"/>
                  <a:pt x="597" y="650"/>
                  <a:pt x="597" y="650"/>
                </a:cubicBezTo>
                <a:cubicBezTo>
                  <a:pt x="597" y="649"/>
                  <a:pt x="597" y="649"/>
                  <a:pt x="597" y="649"/>
                </a:cubicBezTo>
                <a:cubicBezTo>
                  <a:pt x="597" y="649"/>
                  <a:pt x="597" y="649"/>
                  <a:pt x="597" y="649"/>
                </a:cubicBezTo>
                <a:cubicBezTo>
                  <a:pt x="597" y="649"/>
                  <a:pt x="597" y="649"/>
                  <a:pt x="597" y="649"/>
                </a:cubicBezTo>
                <a:cubicBezTo>
                  <a:pt x="597" y="649"/>
                  <a:pt x="597" y="649"/>
                  <a:pt x="597" y="649"/>
                </a:cubicBezTo>
                <a:cubicBezTo>
                  <a:pt x="596" y="649"/>
                  <a:pt x="596" y="649"/>
                  <a:pt x="596" y="649"/>
                </a:cubicBezTo>
                <a:cubicBezTo>
                  <a:pt x="596" y="649"/>
                  <a:pt x="596" y="649"/>
                  <a:pt x="596" y="649"/>
                </a:cubicBezTo>
                <a:cubicBezTo>
                  <a:pt x="596" y="649"/>
                  <a:pt x="596" y="649"/>
                  <a:pt x="596" y="649"/>
                </a:cubicBezTo>
                <a:cubicBezTo>
                  <a:pt x="596" y="649"/>
                  <a:pt x="596" y="649"/>
                  <a:pt x="596" y="649"/>
                </a:cubicBezTo>
                <a:cubicBezTo>
                  <a:pt x="596" y="649"/>
                  <a:pt x="596" y="649"/>
                  <a:pt x="596" y="649"/>
                </a:cubicBezTo>
                <a:cubicBezTo>
                  <a:pt x="596" y="649"/>
                  <a:pt x="596" y="649"/>
                  <a:pt x="596" y="649"/>
                </a:cubicBezTo>
                <a:cubicBezTo>
                  <a:pt x="596" y="648"/>
                  <a:pt x="596" y="648"/>
                  <a:pt x="596" y="648"/>
                </a:cubicBezTo>
                <a:cubicBezTo>
                  <a:pt x="596" y="648"/>
                  <a:pt x="596" y="648"/>
                  <a:pt x="596" y="648"/>
                </a:cubicBezTo>
                <a:cubicBezTo>
                  <a:pt x="596" y="648"/>
                  <a:pt x="596" y="648"/>
                  <a:pt x="596" y="648"/>
                </a:cubicBezTo>
                <a:cubicBezTo>
                  <a:pt x="596" y="648"/>
                  <a:pt x="596" y="648"/>
                  <a:pt x="596" y="648"/>
                </a:cubicBezTo>
                <a:cubicBezTo>
                  <a:pt x="596" y="647"/>
                  <a:pt x="596" y="647"/>
                  <a:pt x="596" y="647"/>
                </a:cubicBezTo>
                <a:cubicBezTo>
                  <a:pt x="596" y="647"/>
                  <a:pt x="596" y="647"/>
                  <a:pt x="596" y="647"/>
                </a:cubicBezTo>
                <a:cubicBezTo>
                  <a:pt x="597" y="647"/>
                  <a:pt x="597" y="647"/>
                  <a:pt x="597" y="647"/>
                </a:cubicBezTo>
                <a:cubicBezTo>
                  <a:pt x="597" y="647"/>
                  <a:pt x="597" y="647"/>
                  <a:pt x="597" y="647"/>
                </a:cubicBezTo>
                <a:cubicBezTo>
                  <a:pt x="597" y="647"/>
                  <a:pt x="597" y="647"/>
                  <a:pt x="597" y="647"/>
                </a:cubicBezTo>
                <a:cubicBezTo>
                  <a:pt x="597" y="647"/>
                  <a:pt x="597" y="647"/>
                  <a:pt x="597" y="647"/>
                </a:cubicBezTo>
                <a:cubicBezTo>
                  <a:pt x="598" y="646"/>
                  <a:pt x="598" y="646"/>
                  <a:pt x="598" y="646"/>
                </a:cubicBezTo>
                <a:cubicBezTo>
                  <a:pt x="598" y="646"/>
                  <a:pt x="598" y="646"/>
                  <a:pt x="598" y="646"/>
                </a:cubicBezTo>
                <a:cubicBezTo>
                  <a:pt x="599" y="646"/>
                  <a:pt x="599" y="646"/>
                  <a:pt x="599" y="646"/>
                </a:cubicBezTo>
                <a:cubicBezTo>
                  <a:pt x="599" y="646"/>
                  <a:pt x="599" y="646"/>
                  <a:pt x="599" y="646"/>
                </a:cubicBezTo>
                <a:cubicBezTo>
                  <a:pt x="600" y="646"/>
                  <a:pt x="600" y="646"/>
                  <a:pt x="600" y="646"/>
                </a:cubicBezTo>
                <a:cubicBezTo>
                  <a:pt x="600" y="646"/>
                  <a:pt x="600" y="646"/>
                  <a:pt x="600" y="646"/>
                </a:cubicBezTo>
                <a:cubicBezTo>
                  <a:pt x="601" y="646"/>
                  <a:pt x="601" y="646"/>
                  <a:pt x="601" y="646"/>
                </a:cubicBezTo>
                <a:cubicBezTo>
                  <a:pt x="601" y="646"/>
                  <a:pt x="601" y="646"/>
                  <a:pt x="601" y="646"/>
                </a:cubicBezTo>
                <a:cubicBezTo>
                  <a:pt x="603" y="645"/>
                  <a:pt x="603" y="645"/>
                  <a:pt x="603" y="645"/>
                </a:cubicBezTo>
                <a:cubicBezTo>
                  <a:pt x="603" y="645"/>
                  <a:pt x="603" y="645"/>
                  <a:pt x="603" y="645"/>
                </a:cubicBezTo>
                <a:cubicBezTo>
                  <a:pt x="604" y="645"/>
                  <a:pt x="604" y="645"/>
                  <a:pt x="604" y="645"/>
                </a:cubicBezTo>
                <a:cubicBezTo>
                  <a:pt x="604" y="645"/>
                  <a:pt x="604" y="645"/>
                  <a:pt x="604" y="645"/>
                </a:cubicBezTo>
                <a:cubicBezTo>
                  <a:pt x="605" y="645"/>
                  <a:pt x="605" y="645"/>
                  <a:pt x="605" y="645"/>
                </a:cubicBezTo>
                <a:cubicBezTo>
                  <a:pt x="605" y="645"/>
                  <a:pt x="605" y="645"/>
                  <a:pt x="605" y="645"/>
                </a:cubicBezTo>
                <a:cubicBezTo>
                  <a:pt x="605" y="645"/>
                  <a:pt x="605" y="645"/>
                  <a:pt x="605" y="645"/>
                </a:cubicBezTo>
                <a:cubicBezTo>
                  <a:pt x="605" y="645"/>
                  <a:pt x="605" y="645"/>
                  <a:pt x="605" y="645"/>
                </a:cubicBezTo>
                <a:cubicBezTo>
                  <a:pt x="605" y="644"/>
                  <a:pt x="605" y="644"/>
                  <a:pt x="605" y="644"/>
                </a:cubicBezTo>
                <a:cubicBezTo>
                  <a:pt x="605" y="644"/>
                  <a:pt x="605" y="644"/>
                  <a:pt x="605" y="644"/>
                </a:cubicBezTo>
                <a:cubicBezTo>
                  <a:pt x="605" y="644"/>
                  <a:pt x="605" y="644"/>
                  <a:pt x="605" y="644"/>
                </a:cubicBezTo>
                <a:cubicBezTo>
                  <a:pt x="605" y="644"/>
                  <a:pt x="605" y="644"/>
                  <a:pt x="605" y="644"/>
                </a:cubicBezTo>
                <a:cubicBezTo>
                  <a:pt x="605" y="643"/>
                  <a:pt x="605" y="643"/>
                  <a:pt x="605" y="643"/>
                </a:cubicBezTo>
                <a:cubicBezTo>
                  <a:pt x="605" y="643"/>
                  <a:pt x="605" y="643"/>
                  <a:pt x="605" y="643"/>
                </a:cubicBezTo>
                <a:cubicBezTo>
                  <a:pt x="605" y="643"/>
                  <a:pt x="605" y="643"/>
                  <a:pt x="605" y="643"/>
                </a:cubicBezTo>
                <a:cubicBezTo>
                  <a:pt x="605" y="643"/>
                  <a:pt x="605" y="643"/>
                  <a:pt x="605" y="643"/>
                </a:cubicBezTo>
                <a:cubicBezTo>
                  <a:pt x="605" y="643"/>
                  <a:pt x="605" y="643"/>
                  <a:pt x="605" y="643"/>
                </a:cubicBezTo>
                <a:cubicBezTo>
                  <a:pt x="605" y="643"/>
                  <a:pt x="605" y="643"/>
                  <a:pt x="605" y="643"/>
                </a:cubicBezTo>
                <a:cubicBezTo>
                  <a:pt x="605" y="643"/>
                  <a:pt x="605" y="643"/>
                  <a:pt x="605" y="643"/>
                </a:cubicBezTo>
                <a:cubicBezTo>
                  <a:pt x="605" y="643"/>
                  <a:pt x="605" y="643"/>
                  <a:pt x="605" y="643"/>
                </a:cubicBezTo>
                <a:cubicBezTo>
                  <a:pt x="606" y="642"/>
                  <a:pt x="606" y="642"/>
                  <a:pt x="606" y="642"/>
                </a:cubicBezTo>
                <a:cubicBezTo>
                  <a:pt x="606" y="642"/>
                  <a:pt x="606" y="642"/>
                  <a:pt x="606" y="642"/>
                </a:cubicBezTo>
                <a:cubicBezTo>
                  <a:pt x="613" y="629"/>
                  <a:pt x="613" y="629"/>
                  <a:pt x="613" y="629"/>
                </a:cubicBezTo>
                <a:cubicBezTo>
                  <a:pt x="613" y="629"/>
                  <a:pt x="613" y="629"/>
                  <a:pt x="613" y="629"/>
                </a:cubicBezTo>
                <a:cubicBezTo>
                  <a:pt x="614" y="627"/>
                  <a:pt x="614" y="627"/>
                  <a:pt x="614" y="627"/>
                </a:cubicBezTo>
                <a:cubicBezTo>
                  <a:pt x="614" y="627"/>
                  <a:pt x="614" y="627"/>
                  <a:pt x="614" y="627"/>
                </a:cubicBezTo>
                <a:cubicBezTo>
                  <a:pt x="614" y="626"/>
                  <a:pt x="614" y="626"/>
                  <a:pt x="614" y="626"/>
                </a:cubicBezTo>
                <a:cubicBezTo>
                  <a:pt x="614" y="626"/>
                  <a:pt x="614" y="626"/>
                  <a:pt x="614" y="626"/>
                </a:cubicBezTo>
                <a:cubicBezTo>
                  <a:pt x="614" y="625"/>
                  <a:pt x="614" y="625"/>
                  <a:pt x="614" y="625"/>
                </a:cubicBezTo>
                <a:cubicBezTo>
                  <a:pt x="614" y="625"/>
                  <a:pt x="614" y="625"/>
                  <a:pt x="614" y="625"/>
                </a:cubicBezTo>
                <a:cubicBezTo>
                  <a:pt x="614" y="623"/>
                  <a:pt x="614" y="623"/>
                  <a:pt x="614" y="623"/>
                </a:cubicBezTo>
                <a:cubicBezTo>
                  <a:pt x="614" y="623"/>
                  <a:pt x="614" y="623"/>
                  <a:pt x="614" y="623"/>
                </a:cubicBezTo>
                <a:cubicBezTo>
                  <a:pt x="614" y="622"/>
                  <a:pt x="614" y="622"/>
                  <a:pt x="614" y="622"/>
                </a:cubicBezTo>
                <a:cubicBezTo>
                  <a:pt x="614" y="622"/>
                  <a:pt x="614" y="622"/>
                  <a:pt x="614" y="622"/>
                </a:cubicBezTo>
                <a:cubicBezTo>
                  <a:pt x="614" y="621"/>
                  <a:pt x="614" y="621"/>
                  <a:pt x="614" y="621"/>
                </a:cubicBezTo>
                <a:cubicBezTo>
                  <a:pt x="614" y="621"/>
                  <a:pt x="614" y="621"/>
                  <a:pt x="614" y="621"/>
                </a:cubicBezTo>
                <a:cubicBezTo>
                  <a:pt x="614" y="619"/>
                  <a:pt x="614" y="619"/>
                  <a:pt x="614" y="619"/>
                </a:cubicBezTo>
                <a:cubicBezTo>
                  <a:pt x="614" y="619"/>
                  <a:pt x="614" y="619"/>
                  <a:pt x="614" y="619"/>
                </a:cubicBezTo>
                <a:cubicBezTo>
                  <a:pt x="613" y="618"/>
                  <a:pt x="613" y="618"/>
                  <a:pt x="613" y="618"/>
                </a:cubicBezTo>
                <a:cubicBezTo>
                  <a:pt x="613" y="618"/>
                  <a:pt x="613" y="618"/>
                  <a:pt x="613" y="618"/>
                </a:cubicBezTo>
                <a:cubicBezTo>
                  <a:pt x="614" y="616"/>
                  <a:pt x="614" y="616"/>
                  <a:pt x="614" y="616"/>
                </a:cubicBezTo>
                <a:cubicBezTo>
                  <a:pt x="614" y="616"/>
                  <a:pt x="614" y="616"/>
                  <a:pt x="614" y="616"/>
                </a:cubicBezTo>
                <a:cubicBezTo>
                  <a:pt x="614" y="616"/>
                  <a:pt x="614" y="616"/>
                  <a:pt x="614" y="616"/>
                </a:cubicBezTo>
                <a:cubicBezTo>
                  <a:pt x="614" y="616"/>
                  <a:pt x="614" y="616"/>
                  <a:pt x="614" y="616"/>
                </a:cubicBezTo>
                <a:cubicBezTo>
                  <a:pt x="615" y="616"/>
                  <a:pt x="615" y="616"/>
                  <a:pt x="615" y="616"/>
                </a:cubicBezTo>
                <a:cubicBezTo>
                  <a:pt x="615" y="616"/>
                  <a:pt x="615" y="616"/>
                  <a:pt x="615" y="616"/>
                </a:cubicBezTo>
                <a:cubicBezTo>
                  <a:pt x="615" y="616"/>
                  <a:pt x="615" y="616"/>
                  <a:pt x="615" y="616"/>
                </a:cubicBezTo>
                <a:cubicBezTo>
                  <a:pt x="615" y="616"/>
                  <a:pt x="615" y="616"/>
                  <a:pt x="615" y="616"/>
                </a:cubicBezTo>
                <a:cubicBezTo>
                  <a:pt x="616" y="616"/>
                  <a:pt x="616" y="616"/>
                  <a:pt x="616" y="616"/>
                </a:cubicBezTo>
                <a:cubicBezTo>
                  <a:pt x="616" y="616"/>
                  <a:pt x="616" y="616"/>
                  <a:pt x="616" y="616"/>
                </a:cubicBezTo>
                <a:cubicBezTo>
                  <a:pt x="617" y="616"/>
                  <a:pt x="617" y="616"/>
                  <a:pt x="617" y="616"/>
                </a:cubicBezTo>
                <a:cubicBezTo>
                  <a:pt x="617" y="616"/>
                  <a:pt x="617" y="616"/>
                  <a:pt x="617" y="616"/>
                </a:cubicBezTo>
                <a:cubicBezTo>
                  <a:pt x="617" y="616"/>
                  <a:pt x="617" y="616"/>
                  <a:pt x="617" y="616"/>
                </a:cubicBezTo>
                <a:cubicBezTo>
                  <a:pt x="617" y="616"/>
                  <a:pt x="617" y="616"/>
                  <a:pt x="617" y="616"/>
                </a:cubicBezTo>
                <a:cubicBezTo>
                  <a:pt x="618" y="617"/>
                  <a:pt x="618" y="617"/>
                  <a:pt x="618" y="617"/>
                </a:cubicBezTo>
                <a:cubicBezTo>
                  <a:pt x="618" y="617"/>
                  <a:pt x="618" y="617"/>
                  <a:pt x="618" y="617"/>
                </a:cubicBezTo>
                <a:cubicBezTo>
                  <a:pt x="619" y="617"/>
                  <a:pt x="619" y="617"/>
                  <a:pt x="619" y="617"/>
                </a:cubicBezTo>
                <a:cubicBezTo>
                  <a:pt x="619" y="617"/>
                  <a:pt x="619" y="617"/>
                  <a:pt x="619" y="617"/>
                </a:cubicBezTo>
                <a:cubicBezTo>
                  <a:pt x="620" y="618"/>
                  <a:pt x="620" y="618"/>
                  <a:pt x="620" y="618"/>
                </a:cubicBezTo>
                <a:cubicBezTo>
                  <a:pt x="620" y="618"/>
                  <a:pt x="620" y="618"/>
                  <a:pt x="620" y="618"/>
                </a:cubicBezTo>
                <a:cubicBezTo>
                  <a:pt x="620" y="619"/>
                  <a:pt x="620" y="619"/>
                  <a:pt x="620" y="619"/>
                </a:cubicBezTo>
                <a:cubicBezTo>
                  <a:pt x="620" y="619"/>
                  <a:pt x="620" y="619"/>
                  <a:pt x="620" y="619"/>
                </a:cubicBezTo>
                <a:cubicBezTo>
                  <a:pt x="621" y="620"/>
                  <a:pt x="621" y="620"/>
                  <a:pt x="621" y="620"/>
                </a:cubicBezTo>
                <a:cubicBezTo>
                  <a:pt x="621" y="620"/>
                  <a:pt x="621" y="620"/>
                  <a:pt x="621" y="620"/>
                </a:cubicBezTo>
                <a:cubicBezTo>
                  <a:pt x="622" y="621"/>
                  <a:pt x="622" y="621"/>
                  <a:pt x="622" y="621"/>
                </a:cubicBezTo>
                <a:cubicBezTo>
                  <a:pt x="622" y="621"/>
                  <a:pt x="622" y="621"/>
                  <a:pt x="622" y="621"/>
                </a:cubicBezTo>
                <a:cubicBezTo>
                  <a:pt x="622" y="622"/>
                  <a:pt x="622" y="622"/>
                  <a:pt x="622" y="622"/>
                </a:cubicBezTo>
                <a:cubicBezTo>
                  <a:pt x="622" y="622"/>
                  <a:pt x="622" y="622"/>
                  <a:pt x="622" y="622"/>
                </a:cubicBezTo>
                <a:cubicBezTo>
                  <a:pt x="623" y="623"/>
                  <a:pt x="623" y="623"/>
                  <a:pt x="623" y="623"/>
                </a:cubicBezTo>
                <a:cubicBezTo>
                  <a:pt x="623" y="623"/>
                  <a:pt x="623" y="623"/>
                  <a:pt x="623" y="623"/>
                </a:cubicBezTo>
                <a:cubicBezTo>
                  <a:pt x="623" y="625"/>
                  <a:pt x="623" y="625"/>
                  <a:pt x="623" y="625"/>
                </a:cubicBezTo>
                <a:cubicBezTo>
                  <a:pt x="623" y="625"/>
                  <a:pt x="623" y="625"/>
                  <a:pt x="623" y="625"/>
                </a:cubicBezTo>
                <a:cubicBezTo>
                  <a:pt x="622" y="626"/>
                  <a:pt x="622" y="626"/>
                  <a:pt x="622" y="626"/>
                </a:cubicBezTo>
                <a:cubicBezTo>
                  <a:pt x="622" y="626"/>
                  <a:pt x="622" y="626"/>
                  <a:pt x="622" y="626"/>
                </a:cubicBezTo>
                <a:cubicBezTo>
                  <a:pt x="622" y="626"/>
                  <a:pt x="622" y="626"/>
                  <a:pt x="622" y="626"/>
                </a:cubicBezTo>
                <a:cubicBezTo>
                  <a:pt x="622" y="626"/>
                  <a:pt x="622" y="626"/>
                  <a:pt x="622" y="626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1" y="628"/>
                  <a:pt x="621" y="628"/>
                  <a:pt x="621" y="628"/>
                </a:cubicBezTo>
                <a:cubicBezTo>
                  <a:pt x="620" y="629"/>
                  <a:pt x="620" y="629"/>
                  <a:pt x="620" y="629"/>
                </a:cubicBezTo>
                <a:cubicBezTo>
                  <a:pt x="620" y="629"/>
                  <a:pt x="620" y="629"/>
                  <a:pt x="620" y="629"/>
                </a:cubicBezTo>
                <a:cubicBezTo>
                  <a:pt x="619" y="630"/>
                  <a:pt x="619" y="630"/>
                  <a:pt x="619" y="630"/>
                </a:cubicBezTo>
                <a:cubicBezTo>
                  <a:pt x="619" y="630"/>
                  <a:pt x="619" y="630"/>
                  <a:pt x="619" y="630"/>
                </a:cubicBezTo>
                <a:cubicBezTo>
                  <a:pt x="618" y="631"/>
                  <a:pt x="618" y="631"/>
                  <a:pt x="618" y="631"/>
                </a:cubicBezTo>
                <a:cubicBezTo>
                  <a:pt x="618" y="631"/>
                  <a:pt x="618" y="631"/>
                  <a:pt x="618" y="631"/>
                </a:cubicBezTo>
                <a:cubicBezTo>
                  <a:pt x="617" y="633"/>
                  <a:pt x="617" y="633"/>
                  <a:pt x="617" y="633"/>
                </a:cubicBezTo>
                <a:cubicBezTo>
                  <a:pt x="617" y="633"/>
                  <a:pt x="617" y="633"/>
                  <a:pt x="617" y="633"/>
                </a:cubicBezTo>
                <a:cubicBezTo>
                  <a:pt x="616" y="634"/>
                  <a:pt x="616" y="634"/>
                  <a:pt x="616" y="634"/>
                </a:cubicBezTo>
                <a:cubicBezTo>
                  <a:pt x="616" y="634"/>
                  <a:pt x="616" y="634"/>
                  <a:pt x="616" y="634"/>
                </a:cubicBezTo>
                <a:cubicBezTo>
                  <a:pt x="615" y="636"/>
                  <a:pt x="615" y="636"/>
                  <a:pt x="615" y="636"/>
                </a:cubicBezTo>
                <a:cubicBezTo>
                  <a:pt x="615" y="636"/>
                  <a:pt x="615" y="636"/>
                  <a:pt x="615" y="636"/>
                </a:cubicBezTo>
                <a:cubicBezTo>
                  <a:pt x="614" y="637"/>
                  <a:pt x="614" y="637"/>
                  <a:pt x="614" y="637"/>
                </a:cubicBezTo>
                <a:cubicBezTo>
                  <a:pt x="614" y="637"/>
                  <a:pt x="614" y="637"/>
                  <a:pt x="614" y="637"/>
                </a:cubicBezTo>
                <a:cubicBezTo>
                  <a:pt x="613" y="638"/>
                  <a:pt x="613" y="638"/>
                  <a:pt x="613" y="638"/>
                </a:cubicBezTo>
                <a:cubicBezTo>
                  <a:pt x="613" y="638"/>
                  <a:pt x="613" y="638"/>
                  <a:pt x="613" y="638"/>
                </a:cubicBezTo>
                <a:cubicBezTo>
                  <a:pt x="609" y="644"/>
                  <a:pt x="609" y="644"/>
                  <a:pt x="609" y="644"/>
                </a:cubicBezTo>
                <a:cubicBezTo>
                  <a:pt x="609" y="644"/>
                  <a:pt x="609" y="644"/>
                  <a:pt x="609" y="644"/>
                </a:cubicBezTo>
                <a:cubicBezTo>
                  <a:pt x="609" y="645"/>
                  <a:pt x="609" y="645"/>
                  <a:pt x="609" y="645"/>
                </a:cubicBezTo>
                <a:cubicBezTo>
                  <a:pt x="609" y="645"/>
                  <a:pt x="609" y="645"/>
                  <a:pt x="609" y="645"/>
                </a:cubicBezTo>
                <a:cubicBezTo>
                  <a:pt x="610" y="645"/>
                  <a:pt x="610" y="645"/>
                  <a:pt x="610" y="645"/>
                </a:cubicBezTo>
                <a:cubicBezTo>
                  <a:pt x="610" y="645"/>
                  <a:pt x="610" y="645"/>
                  <a:pt x="610" y="645"/>
                </a:cubicBezTo>
                <a:cubicBezTo>
                  <a:pt x="611" y="646"/>
                  <a:pt x="611" y="646"/>
                  <a:pt x="611" y="646"/>
                </a:cubicBezTo>
                <a:cubicBezTo>
                  <a:pt x="611" y="646"/>
                  <a:pt x="611" y="646"/>
                  <a:pt x="611" y="646"/>
                </a:cubicBezTo>
                <a:cubicBezTo>
                  <a:pt x="612" y="647"/>
                  <a:pt x="612" y="647"/>
                  <a:pt x="612" y="647"/>
                </a:cubicBezTo>
                <a:cubicBezTo>
                  <a:pt x="612" y="647"/>
                  <a:pt x="612" y="647"/>
                  <a:pt x="612" y="647"/>
                </a:cubicBezTo>
                <a:cubicBezTo>
                  <a:pt x="614" y="647"/>
                  <a:pt x="614" y="647"/>
                  <a:pt x="614" y="647"/>
                </a:cubicBezTo>
                <a:cubicBezTo>
                  <a:pt x="614" y="647"/>
                  <a:pt x="614" y="647"/>
                  <a:pt x="614" y="647"/>
                </a:cubicBezTo>
                <a:cubicBezTo>
                  <a:pt x="615" y="648"/>
                  <a:pt x="615" y="648"/>
                  <a:pt x="615" y="648"/>
                </a:cubicBezTo>
                <a:cubicBezTo>
                  <a:pt x="615" y="648"/>
                  <a:pt x="615" y="648"/>
                  <a:pt x="615" y="648"/>
                </a:cubicBezTo>
                <a:cubicBezTo>
                  <a:pt x="616" y="648"/>
                  <a:pt x="616" y="648"/>
                  <a:pt x="616" y="648"/>
                </a:cubicBezTo>
                <a:cubicBezTo>
                  <a:pt x="616" y="648"/>
                  <a:pt x="616" y="648"/>
                  <a:pt x="616" y="648"/>
                </a:cubicBezTo>
                <a:cubicBezTo>
                  <a:pt x="618" y="647"/>
                  <a:pt x="618" y="647"/>
                  <a:pt x="618" y="647"/>
                </a:cubicBezTo>
                <a:cubicBezTo>
                  <a:pt x="618" y="647"/>
                  <a:pt x="618" y="647"/>
                  <a:pt x="618" y="647"/>
                </a:cubicBezTo>
                <a:cubicBezTo>
                  <a:pt x="619" y="646"/>
                  <a:pt x="619" y="646"/>
                  <a:pt x="619" y="646"/>
                </a:cubicBezTo>
                <a:cubicBezTo>
                  <a:pt x="619" y="646"/>
                  <a:pt x="619" y="646"/>
                  <a:pt x="619" y="646"/>
                </a:cubicBezTo>
                <a:cubicBezTo>
                  <a:pt x="625" y="641"/>
                  <a:pt x="625" y="641"/>
                  <a:pt x="625" y="641"/>
                </a:cubicBezTo>
                <a:cubicBezTo>
                  <a:pt x="625" y="641"/>
                  <a:pt x="625" y="641"/>
                  <a:pt x="625" y="641"/>
                </a:cubicBezTo>
                <a:cubicBezTo>
                  <a:pt x="625" y="641"/>
                  <a:pt x="625" y="641"/>
                  <a:pt x="625" y="641"/>
                </a:cubicBezTo>
                <a:cubicBezTo>
                  <a:pt x="625" y="641"/>
                  <a:pt x="625" y="641"/>
                  <a:pt x="625" y="641"/>
                </a:cubicBezTo>
                <a:cubicBezTo>
                  <a:pt x="625" y="641"/>
                  <a:pt x="625" y="641"/>
                  <a:pt x="625" y="641"/>
                </a:cubicBezTo>
                <a:cubicBezTo>
                  <a:pt x="625" y="641"/>
                  <a:pt x="625" y="641"/>
                  <a:pt x="625" y="641"/>
                </a:cubicBezTo>
                <a:cubicBezTo>
                  <a:pt x="625" y="641"/>
                  <a:pt x="625" y="641"/>
                  <a:pt x="625" y="641"/>
                </a:cubicBezTo>
                <a:cubicBezTo>
                  <a:pt x="625" y="641"/>
                  <a:pt x="625" y="641"/>
                  <a:pt x="625" y="641"/>
                </a:cubicBezTo>
                <a:cubicBezTo>
                  <a:pt x="626" y="641"/>
                  <a:pt x="626" y="641"/>
                  <a:pt x="626" y="641"/>
                </a:cubicBezTo>
                <a:cubicBezTo>
                  <a:pt x="626" y="641"/>
                  <a:pt x="626" y="641"/>
                  <a:pt x="626" y="641"/>
                </a:cubicBezTo>
                <a:cubicBezTo>
                  <a:pt x="626" y="641"/>
                  <a:pt x="626" y="641"/>
                  <a:pt x="626" y="641"/>
                </a:cubicBezTo>
                <a:cubicBezTo>
                  <a:pt x="626" y="641"/>
                  <a:pt x="626" y="641"/>
                  <a:pt x="626" y="641"/>
                </a:cubicBezTo>
                <a:cubicBezTo>
                  <a:pt x="626" y="640"/>
                  <a:pt x="626" y="640"/>
                  <a:pt x="626" y="640"/>
                </a:cubicBezTo>
                <a:cubicBezTo>
                  <a:pt x="626" y="640"/>
                  <a:pt x="626" y="640"/>
                  <a:pt x="626" y="640"/>
                </a:cubicBezTo>
                <a:cubicBezTo>
                  <a:pt x="626" y="640"/>
                  <a:pt x="626" y="640"/>
                  <a:pt x="626" y="640"/>
                </a:cubicBezTo>
                <a:cubicBezTo>
                  <a:pt x="626" y="640"/>
                  <a:pt x="626" y="640"/>
                  <a:pt x="626" y="640"/>
                </a:cubicBezTo>
                <a:cubicBezTo>
                  <a:pt x="627" y="639"/>
                  <a:pt x="627" y="639"/>
                  <a:pt x="627" y="639"/>
                </a:cubicBezTo>
                <a:cubicBezTo>
                  <a:pt x="627" y="639"/>
                  <a:pt x="627" y="639"/>
                  <a:pt x="627" y="639"/>
                </a:cubicBezTo>
                <a:cubicBezTo>
                  <a:pt x="635" y="634"/>
                  <a:pt x="635" y="634"/>
                  <a:pt x="635" y="634"/>
                </a:cubicBezTo>
                <a:cubicBezTo>
                  <a:pt x="635" y="634"/>
                  <a:pt x="635" y="634"/>
                  <a:pt x="635" y="634"/>
                </a:cubicBezTo>
                <a:cubicBezTo>
                  <a:pt x="636" y="634"/>
                  <a:pt x="636" y="634"/>
                  <a:pt x="636" y="634"/>
                </a:cubicBezTo>
                <a:cubicBezTo>
                  <a:pt x="636" y="634"/>
                  <a:pt x="636" y="634"/>
                  <a:pt x="636" y="634"/>
                </a:cubicBezTo>
                <a:cubicBezTo>
                  <a:pt x="637" y="634"/>
                  <a:pt x="637" y="634"/>
                  <a:pt x="637" y="634"/>
                </a:cubicBezTo>
                <a:cubicBezTo>
                  <a:pt x="637" y="634"/>
                  <a:pt x="637" y="634"/>
                  <a:pt x="637" y="634"/>
                </a:cubicBezTo>
                <a:cubicBezTo>
                  <a:pt x="638" y="634"/>
                  <a:pt x="638" y="634"/>
                  <a:pt x="638" y="634"/>
                </a:cubicBezTo>
                <a:cubicBezTo>
                  <a:pt x="638" y="634"/>
                  <a:pt x="638" y="634"/>
                  <a:pt x="638" y="634"/>
                </a:cubicBezTo>
                <a:cubicBezTo>
                  <a:pt x="639" y="635"/>
                  <a:pt x="639" y="635"/>
                  <a:pt x="639" y="635"/>
                </a:cubicBezTo>
                <a:cubicBezTo>
                  <a:pt x="639" y="635"/>
                  <a:pt x="639" y="635"/>
                  <a:pt x="639" y="635"/>
                </a:cubicBezTo>
                <a:cubicBezTo>
                  <a:pt x="639" y="635"/>
                  <a:pt x="639" y="635"/>
                  <a:pt x="639" y="635"/>
                </a:cubicBezTo>
                <a:cubicBezTo>
                  <a:pt x="639" y="635"/>
                  <a:pt x="639" y="635"/>
                  <a:pt x="639" y="635"/>
                </a:cubicBezTo>
                <a:cubicBezTo>
                  <a:pt x="640" y="636"/>
                  <a:pt x="640" y="636"/>
                  <a:pt x="640" y="636"/>
                </a:cubicBezTo>
                <a:cubicBezTo>
                  <a:pt x="640" y="636"/>
                  <a:pt x="640" y="636"/>
                  <a:pt x="640" y="636"/>
                </a:cubicBezTo>
                <a:cubicBezTo>
                  <a:pt x="641" y="636"/>
                  <a:pt x="641" y="636"/>
                  <a:pt x="641" y="636"/>
                </a:cubicBezTo>
                <a:cubicBezTo>
                  <a:pt x="641" y="636"/>
                  <a:pt x="641" y="636"/>
                  <a:pt x="641" y="636"/>
                </a:cubicBezTo>
                <a:cubicBezTo>
                  <a:pt x="643" y="636"/>
                  <a:pt x="643" y="636"/>
                  <a:pt x="643" y="636"/>
                </a:cubicBezTo>
                <a:cubicBezTo>
                  <a:pt x="643" y="636"/>
                  <a:pt x="643" y="636"/>
                  <a:pt x="643" y="636"/>
                </a:cubicBezTo>
                <a:cubicBezTo>
                  <a:pt x="643" y="638"/>
                  <a:pt x="643" y="638"/>
                  <a:pt x="643" y="638"/>
                </a:cubicBezTo>
                <a:cubicBezTo>
                  <a:pt x="643" y="638"/>
                  <a:pt x="643" y="638"/>
                  <a:pt x="643" y="638"/>
                </a:cubicBezTo>
                <a:cubicBezTo>
                  <a:pt x="643" y="639"/>
                  <a:pt x="643" y="639"/>
                  <a:pt x="643" y="639"/>
                </a:cubicBezTo>
                <a:cubicBezTo>
                  <a:pt x="643" y="639"/>
                  <a:pt x="643" y="639"/>
                  <a:pt x="643" y="639"/>
                </a:cubicBezTo>
                <a:cubicBezTo>
                  <a:pt x="642" y="640"/>
                  <a:pt x="642" y="640"/>
                  <a:pt x="642" y="640"/>
                </a:cubicBezTo>
                <a:cubicBezTo>
                  <a:pt x="642" y="640"/>
                  <a:pt x="642" y="640"/>
                  <a:pt x="642" y="640"/>
                </a:cubicBezTo>
                <a:cubicBezTo>
                  <a:pt x="642" y="641"/>
                  <a:pt x="642" y="641"/>
                  <a:pt x="642" y="641"/>
                </a:cubicBezTo>
                <a:cubicBezTo>
                  <a:pt x="642" y="641"/>
                  <a:pt x="642" y="641"/>
                  <a:pt x="642" y="641"/>
                </a:cubicBezTo>
                <a:cubicBezTo>
                  <a:pt x="642" y="643"/>
                  <a:pt x="642" y="643"/>
                  <a:pt x="642" y="643"/>
                </a:cubicBezTo>
                <a:cubicBezTo>
                  <a:pt x="642" y="643"/>
                  <a:pt x="642" y="643"/>
                  <a:pt x="642" y="643"/>
                </a:cubicBezTo>
                <a:cubicBezTo>
                  <a:pt x="642" y="644"/>
                  <a:pt x="642" y="644"/>
                  <a:pt x="642" y="644"/>
                </a:cubicBezTo>
                <a:cubicBezTo>
                  <a:pt x="642" y="644"/>
                  <a:pt x="642" y="644"/>
                  <a:pt x="642" y="644"/>
                </a:cubicBezTo>
                <a:cubicBezTo>
                  <a:pt x="641" y="645"/>
                  <a:pt x="641" y="645"/>
                  <a:pt x="641" y="645"/>
                </a:cubicBezTo>
                <a:cubicBezTo>
                  <a:pt x="641" y="645"/>
                  <a:pt x="641" y="645"/>
                  <a:pt x="641" y="645"/>
                </a:cubicBezTo>
                <a:cubicBezTo>
                  <a:pt x="640" y="646"/>
                  <a:pt x="640" y="646"/>
                  <a:pt x="640" y="646"/>
                </a:cubicBezTo>
                <a:cubicBezTo>
                  <a:pt x="640" y="646"/>
                  <a:pt x="640" y="646"/>
                  <a:pt x="640" y="646"/>
                </a:cubicBezTo>
                <a:cubicBezTo>
                  <a:pt x="639" y="646"/>
                  <a:pt x="639" y="646"/>
                  <a:pt x="639" y="646"/>
                </a:cubicBezTo>
                <a:cubicBezTo>
                  <a:pt x="639" y="646"/>
                  <a:pt x="639" y="646"/>
                  <a:pt x="639" y="646"/>
                </a:cubicBezTo>
                <a:cubicBezTo>
                  <a:pt x="639" y="647"/>
                  <a:pt x="639" y="647"/>
                  <a:pt x="639" y="647"/>
                </a:cubicBezTo>
                <a:cubicBezTo>
                  <a:pt x="639" y="647"/>
                  <a:pt x="639" y="647"/>
                  <a:pt x="639" y="647"/>
                </a:cubicBezTo>
                <a:cubicBezTo>
                  <a:pt x="638" y="647"/>
                  <a:pt x="638" y="647"/>
                  <a:pt x="638" y="647"/>
                </a:cubicBezTo>
                <a:cubicBezTo>
                  <a:pt x="638" y="647"/>
                  <a:pt x="638" y="647"/>
                  <a:pt x="638" y="647"/>
                </a:cubicBezTo>
                <a:cubicBezTo>
                  <a:pt x="638" y="648"/>
                  <a:pt x="638" y="648"/>
                  <a:pt x="638" y="648"/>
                </a:cubicBezTo>
                <a:cubicBezTo>
                  <a:pt x="638" y="648"/>
                  <a:pt x="638" y="648"/>
                  <a:pt x="638" y="648"/>
                </a:cubicBezTo>
                <a:cubicBezTo>
                  <a:pt x="638" y="649"/>
                  <a:pt x="638" y="649"/>
                  <a:pt x="638" y="649"/>
                </a:cubicBezTo>
                <a:cubicBezTo>
                  <a:pt x="638" y="649"/>
                  <a:pt x="638" y="649"/>
                  <a:pt x="638" y="649"/>
                </a:cubicBezTo>
                <a:cubicBezTo>
                  <a:pt x="637" y="649"/>
                  <a:pt x="637" y="649"/>
                  <a:pt x="637" y="649"/>
                </a:cubicBezTo>
                <a:cubicBezTo>
                  <a:pt x="637" y="649"/>
                  <a:pt x="637" y="649"/>
                  <a:pt x="637" y="649"/>
                </a:cubicBezTo>
                <a:cubicBezTo>
                  <a:pt x="636" y="649"/>
                  <a:pt x="636" y="649"/>
                  <a:pt x="636" y="649"/>
                </a:cubicBezTo>
                <a:cubicBezTo>
                  <a:pt x="636" y="649"/>
                  <a:pt x="636" y="649"/>
                  <a:pt x="636" y="649"/>
                </a:cubicBezTo>
                <a:cubicBezTo>
                  <a:pt x="636" y="649"/>
                  <a:pt x="636" y="649"/>
                  <a:pt x="636" y="649"/>
                </a:cubicBezTo>
                <a:cubicBezTo>
                  <a:pt x="636" y="649"/>
                  <a:pt x="636" y="649"/>
                  <a:pt x="636" y="649"/>
                </a:cubicBezTo>
                <a:cubicBezTo>
                  <a:pt x="627" y="662"/>
                  <a:pt x="627" y="662"/>
                  <a:pt x="627" y="662"/>
                </a:cubicBezTo>
                <a:cubicBezTo>
                  <a:pt x="627" y="662"/>
                  <a:pt x="627" y="662"/>
                  <a:pt x="627" y="662"/>
                </a:cubicBezTo>
                <a:cubicBezTo>
                  <a:pt x="623" y="668"/>
                  <a:pt x="623" y="668"/>
                  <a:pt x="623" y="668"/>
                </a:cubicBezTo>
                <a:cubicBezTo>
                  <a:pt x="623" y="668"/>
                  <a:pt x="623" y="668"/>
                  <a:pt x="623" y="668"/>
                </a:cubicBezTo>
                <a:cubicBezTo>
                  <a:pt x="624" y="669"/>
                  <a:pt x="624" y="669"/>
                  <a:pt x="624" y="669"/>
                </a:cubicBezTo>
                <a:cubicBezTo>
                  <a:pt x="624" y="669"/>
                  <a:pt x="624" y="669"/>
                  <a:pt x="624" y="669"/>
                </a:cubicBezTo>
                <a:cubicBezTo>
                  <a:pt x="624" y="669"/>
                  <a:pt x="624" y="669"/>
                  <a:pt x="624" y="669"/>
                </a:cubicBezTo>
                <a:cubicBezTo>
                  <a:pt x="624" y="669"/>
                  <a:pt x="624" y="669"/>
                  <a:pt x="624" y="669"/>
                </a:cubicBezTo>
                <a:cubicBezTo>
                  <a:pt x="625" y="669"/>
                  <a:pt x="625" y="669"/>
                  <a:pt x="625" y="669"/>
                </a:cubicBezTo>
                <a:cubicBezTo>
                  <a:pt x="625" y="669"/>
                  <a:pt x="625" y="669"/>
                  <a:pt x="625" y="669"/>
                </a:cubicBezTo>
                <a:cubicBezTo>
                  <a:pt x="625" y="668"/>
                  <a:pt x="625" y="668"/>
                  <a:pt x="625" y="668"/>
                </a:cubicBezTo>
                <a:cubicBezTo>
                  <a:pt x="625" y="668"/>
                  <a:pt x="625" y="668"/>
                  <a:pt x="625" y="668"/>
                </a:cubicBezTo>
                <a:cubicBezTo>
                  <a:pt x="626" y="668"/>
                  <a:pt x="626" y="668"/>
                  <a:pt x="626" y="668"/>
                </a:cubicBezTo>
                <a:cubicBezTo>
                  <a:pt x="626" y="668"/>
                  <a:pt x="626" y="668"/>
                  <a:pt x="626" y="668"/>
                </a:cubicBezTo>
                <a:cubicBezTo>
                  <a:pt x="626" y="668"/>
                  <a:pt x="626" y="668"/>
                  <a:pt x="626" y="668"/>
                </a:cubicBezTo>
                <a:cubicBezTo>
                  <a:pt x="626" y="668"/>
                  <a:pt x="626" y="668"/>
                  <a:pt x="626" y="668"/>
                </a:cubicBezTo>
                <a:cubicBezTo>
                  <a:pt x="627" y="668"/>
                  <a:pt x="627" y="668"/>
                  <a:pt x="627" y="668"/>
                </a:cubicBezTo>
                <a:cubicBezTo>
                  <a:pt x="627" y="668"/>
                  <a:pt x="627" y="668"/>
                  <a:pt x="627" y="668"/>
                </a:cubicBezTo>
                <a:cubicBezTo>
                  <a:pt x="628" y="668"/>
                  <a:pt x="628" y="668"/>
                  <a:pt x="628" y="668"/>
                </a:cubicBezTo>
                <a:cubicBezTo>
                  <a:pt x="628" y="668"/>
                  <a:pt x="628" y="668"/>
                  <a:pt x="628" y="668"/>
                </a:cubicBezTo>
                <a:cubicBezTo>
                  <a:pt x="628" y="668"/>
                  <a:pt x="628" y="668"/>
                  <a:pt x="628" y="668"/>
                </a:cubicBezTo>
                <a:cubicBezTo>
                  <a:pt x="628" y="668"/>
                  <a:pt x="628" y="668"/>
                  <a:pt x="628" y="668"/>
                </a:cubicBezTo>
                <a:cubicBezTo>
                  <a:pt x="629" y="669"/>
                  <a:pt x="629" y="669"/>
                  <a:pt x="629" y="669"/>
                </a:cubicBezTo>
                <a:cubicBezTo>
                  <a:pt x="629" y="669"/>
                  <a:pt x="629" y="669"/>
                  <a:pt x="629" y="669"/>
                </a:cubicBezTo>
                <a:cubicBezTo>
                  <a:pt x="629" y="669"/>
                  <a:pt x="629" y="669"/>
                  <a:pt x="629" y="669"/>
                </a:cubicBezTo>
                <a:cubicBezTo>
                  <a:pt x="629" y="669"/>
                  <a:pt x="629" y="669"/>
                  <a:pt x="629" y="669"/>
                </a:cubicBezTo>
                <a:cubicBezTo>
                  <a:pt x="629" y="670"/>
                  <a:pt x="629" y="670"/>
                  <a:pt x="629" y="670"/>
                </a:cubicBezTo>
                <a:cubicBezTo>
                  <a:pt x="629" y="670"/>
                  <a:pt x="629" y="670"/>
                  <a:pt x="629" y="670"/>
                </a:cubicBezTo>
                <a:cubicBezTo>
                  <a:pt x="630" y="671"/>
                  <a:pt x="630" y="671"/>
                  <a:pt x="630" y="671"/>
                </a:cubicBezTo>
                <a:cubicBezTo>
                  <a:pt x="630" y="671"/>
                  <a:pt x="630" y="671"/>
                  <a:pt x="630" y="671"/>
                </a:cubicBezTo>
                <a:cubicBezTo>
                  <a:pt x="630" y="672"/>
                  <a:pt x="630" y="672"/>
                  <a:pt x="630" y="672"/>
                </a:cubicBezTo>
                <a:cubicBezTo>
                  <a:pt x="630" y="672"/>
                  <a:pt x="630" y="672"/>
                  <a:pt x="630" y="672"/>
                </a:cubicBezTo>
                <a:cubicBezTo>
                  <a:pt x="630" y="672"/>
                  <a:pt x="630" y="672"/>
                  <a:pt x="630" y="672"/>
                </a:cubicBezTo>
                <a:cubicBezTo>
                  <a:pt x="630" y="672"/>
                  <a:pt x="630" y="672"/>
                  <a:pt x="630" y="672"/>
                </a:cubicBezTo>
                <a:cubicBezTo>
                  <a:pt x="630" y="673"/>
                  <a:pt x="630" y="673"/>
                  <a:pt x="630" y="673"/>
                </a:cubicBezTo>
                <a:cubicBezTo>
                  <a:pt x="630" y="673"/>
                  <a:pt x="630" y="673"/>
                  <a:pt x="630" y="673"/>
                </a:cubicBezTo>
                <a:cubicBezTo>
                  <a:pt x="630" y="674"/>
                  <a:pt x="630" y="674"/>
                  <a:pt x="630" y="674"/>
                </a:cubicBezTo>
                <a:cubicBezTo>
                  <a:pt x="630" y="674"/>
                  <a:pt x="630" y="674"/>
                  <a:pt x="630" y="674"/>
                </a:cubicBezTo>
                <a:cubicBezTo>
                  <a:pt x="623" y="679"/>
                  <a:pt x="623" y="679"/>
                  <a:pt x="623" y="679"/>
                </a:cubicBezTo>
                <a:cubicBezTo>
                  <a:pt x="623" y="679"/>
                  <a:pt x="623" y="679"/>
                  <a:pt x="623" y="679"/>
                </a:cubicBezTo>
                <a:cubicBezTo>
                  <a:pt x="610" y="690"/>
                  <a:pt x="610" y="690"/>
                  <a:pt x="610" y="690"/>
                </a:cubicBezTo>
                <a:cubicBezTo>
                  <a:pt x="610" y="690"/>
                  <a:pt x="610" y="690"/>
                  <a:pt x="610" y="690"/>
                </a:cubicBezTo>
                <a:cubicBezTo>
                  <a:pt x="611" y="691"/>
                  <a:pt x="611" y="691"/>
                  <a:pt x="611" y="691"/>
                </a:cubicBezTo>
                <a:cubicBezTo>
                  <a:pt x="611" y="691"/>
                  <a:pt x="611" y="691"/>
                  <a:pt x="611" y="691"/>
                </a:cubicBezTo>
                <a:cubicBezTo>
                  <a:pt x="617" y="688"/>
                  <a:pt x="617" y="688"/>
                  <a:pt x="617" y="688"/>
                </a:cubicBezTo>
                <a:cubicBezTo>
                  <a:pt x="617" y="688"/>
                  <a:pt x="617" y="688"/>
                  <a:pt x="617" y="688"/>
                </a:cubicBezTo>
                <a:cubicBezTo>
                  <a:pt x="618" y="688"/>
                  <a:pt x="618" y="688"/>
                  <a:pt x="618" y="688"/>
                </a:cubicBezTo>
                <a:cubicBezTo>
                  <a:pt x="618" y="688"/>
                  <a:pt x="618" y="688"/>
                  <a:pt x="618" y="688"/>
                </a:cubicBezTo>
                <a:cubicBezTo>
                  <a:pt x="618" y="688"/>
                  <a:pt x="618" y="688"/>
                  <a:pt x="618" y="688"/>
                </a:cubicBezTo>
                <a:cubicBezTo>
                  <a:pt x="618" y="688"/>
                  <a:pt x="618" y="688"/>
                  <a:pt x="618" y="688"/>
                </a:cubicBezTo>
                <a:cubicBezTo>
                  <a:pt x="619" y="688"/>
                  <a:pt x="619" y="688"/>
                  <a:pt x="619" y="688"/>
                </a:cubicBezTo>
                <a:cubicBezTo>
                  <a:pt x="619" y="688"/>
                  <a:pt x="619" y="688"/>
                  <a:pt x="619" y="688"/>
                </a:cubicBezTo>
                <a:cubicBezTo>
                  <a:pt x="620" y="687"/>
                  <a:pt x="620" y="687"/>
                  <a:pt x="620" y="687"/>
                </a:cubicBezTo>
                <a:cubicBezTo>
                  <a:pt x="620" y="687"/>
                  <a:pt x="620" y="687"/>
                  <a:pt x="620" y="687"/>
                </a:cubicBezTo>
                <a:cubicBezTo>
                  <a:pt x="621" y="688"/>
                  <a:pt x="621" y="688"/>
                  <a:pt x="621" y="688"/>
                </a:cubicBezTo>
                <a:cubicBezTo>
                  <a:pt x="621" y="688"/>
                  <a:pt x="621" y="688"/>
                  <a:pt x="621" y="688"/>
                </a:cubicBezTo>
                <a:cubicBezTo>
                  <a:pt x="621" y="688"/>
                  <a:pt x="621" y="688"/>
                  <a:pt x="621" y="688"/>
                </a:cubicBezTo>
                <a:cubicBezTo>
                  <a:pt x="621" y="688"/>
                  <a:pt x="621" y="688"/>
                  <a:pt x="621" y="688"/>
                </a:cubicBezTo>
                <a:cubicBezTo>
                  <a:pt x="622" y="688"/>
                  <a:pt x="622" y="688"/>
                  <a:pt x="622" y="688"/>
                </a:cubicBezTo>
                <a:cubicBezTo>
                  <a:pt x="622" y="688"/>
                  <a:pt x="622" y="688"/>
                  <a:pt x="622" y="688"/>
                </a:cubicBezTo>
                <a:cubicBezTo>
                  <a:pt x="623" y="688"/>
                  <a:pt x="623" y="688"/>
                  <a:pt x="623" y="688"/>
                </a:cubicBezTo>
                <a:cubicBezTo>
                  <a:pt x="623" y="688"/>
                  <a:pt x="623" y="688"/>
                  <a:pt x="623" y="688"/>
                </a:cubicBezTo>
                <a:cubicBezTo>
                  <a:pt x="623" y="688"/>
                  <a:pt x="623" y="688"/>
                  <a:pt x="623" y="688"/>
                </a:cubicBezTo>
                <a:cubicBezTo>
                  <a:pt x="623" y="688"/>
                  <a:pt x="623" y="688"/>
                  <a:pt x="623" y="688"/>
                </a:cubicBezTo>
                <a:cubicBezTo>
                  <a:pt x="624" y="688"/>
                  <a:pt x="624" y="688"/>
                  <a:pt x="624" y="688"/>
                </a:cubicBezTo>
                <a:cubicBezTo>
                  <a:pt x="624" y="688"/>
                  <a:pt x="624" y="688"/>
                  <a:pt x="624" y="688"/>
                </a:cubicBezTo>
                <a:cubicBezTo>
                  <a:pt x="624" y="688"/>
                  <a:pt x="624" y="688"/>
                  <a:pt x="624" y="688"/>
                </a:cubicBezTo>
                <a:cubicBezTo>
                  <a:pt x="624" y="688"/>
                  <a:pt x="624" y="688"/>
                  <a:pt x="624" y="688"/>
                </a:cubicBezTo>
                <a:cubicBezTo>
                  <a:pt x="624" y="688"/>
                  <a:pt x="624" y="688"/>
                  <a:pt x="624" y="688"/>
                </a:cubicBezTo>
                <a:cubicBezTo>
                  <a:pt x="624" y="688"/>
                  <a:pt x="624" y="688"/>
                  <a:pt x="624" y="688"/>
                </a:cubicBezTo>
                <a:cubicBezTo>
                  <a:pt x="624" y="689"/>
                  <a:pt x="624" y="689"/>
                  <a:pt x="624" y="689"/>
                </a:cubicBezTo>
                <a:cubicBezTo>
                  <a:pt x="624" y="689"/>
                  <a:pt x="624" y="689"/>
                  <a:pt x="624" y="689"/>
                </a:cubicBezTo>
                <a:cubicBezTo>
                  <a:pt x="625" y="689"/>
                  <a:pt x="625" y="689"/>
                  <a:pt x="625" y="689"/>
                </a:cubicBezTo>
                <a:cubicBezTo>
                  <a:pt x="625" y="689"/>
                  <a:pt x="625" y="689"/>
                  <a:pt x="625" y="689"/>
                </a:cubicBezTo>
                <a:cubicBezTo>
                  <a:pt x="625" y="689"/>
                  <a:pt x="625" y="689"/>
                  <a:pt x="625" y="689"/>
                </a:cubicBezTo>
                <a:cubicBezTo>
                  <a:pt x="625" y="689"/>
                  <a:pt x="625" y="689"/>
                  <a:pt x="625" y="689"/>
                </a:cubicBezTo>
                <a:cubicBezTo>
                  <a:pt x="626" y="689"/>
                  <a:pt x="626" y="689"/>
                  <a:pt x="626" y="689"/>
                </a:cubicBezTo>
                <a:cubicBezTo>
                  <a:pt x="626" y="689"/>
                  <a:pt x="626" y="689"/>
                  <a:pt x="626" y="689"/>
                </a:cubicBezTo>
                <a:cubicBezTo>
                  <a:pt x="626" y="690"/>
                  <a:pt x="626" y="690"/>
                  <a:pt x="626" y="690"/>
                </a:cubicBezTo>
                <a:cubicBezTo>
                  <a:pt x="626" y="690"/>
                  <a:pt x="626" y="690"/>
                  <a:pt x="626" y="690"/>
                </a:cubicBezTo>
                <a:cubicBezTo>
                  <a:pt x="626" y="690"/>
                  <a:pt x="626" y="690"/>
                  <a:pt x="626" y="690"/>
                </a:cubicBezTo>
                <a:cubicBezTo>
                  <a:pt x="626" y="690"/>
                  <a:pt x="626" y="690"/>
                  <a:pt x="626" y="690"/>
                </a:cubicBezTo>
                <a:cubicBezTo>
                  <a:pt x="626" y="691"/>
                  <a:pt x="626" y="691"/>
                  <a:pt x="626" y="691"/>
                </a:cubicBezTo>
                <a:cubicBezTo>
                  <a:pt x="626" y="691"/>
                  <a:pt x="626" y="691"/>
                  <a:pt x="626" y="691"/>
                </a:cubicBezTo>
                <a:cubicBezTo>
                  <a:pt x="626" y="692"/>
                  <a:pt x="626" y="692"/>
                  <a:pt x="626" y="692"/>
                </a:cubicBezTo>
                <a:cubicBezTo>
                  <a:pt x="626" y="692"/>
                  <a:pt x="626" y="692"/>
                  <a:pt x="626" y="692"/>
                </a:cubicBezTo>
                <a:cubicBezTo>
                  <a:pt x="625" y="692"/>
                  <a:pt x="625" y="692"/>
                  <a:pt x="625" y="692"/>
                </a:cubicBezTo>
                <a:cubicBezTo>
                  <a:pt x="625" y="692"/>
                  <a:pt x="625" y="692"/>
                  <a:pt x="625" y="692"/>
                </a:cubicBezTo>
                <a:cubicBezTo>
                  <a:pt x="625" y="693"/>
                  <a:pt x="625" y="693"/>
                  <a:pt x="625" y="693"/>
                </a:cubicBezTo>
                <a:cubicBezTo>
                  <a:pt x="625" y="693"/>
                  <a:pt x="625" y="693"/>
                  <a:pt x="625" y="693"/>
                </a:cubicBezTo>
                <a:cubicBezTo>
                  <a:pt x="625" y="694"/>
                  <a:pt x="625" y="694"/>
                  <a:pt x="625" y="694"/>
                </a:cubicBezTo>
                <a:cubicBezTo>
                  <a:pt x="625" y="694"/>
                  <a:pt x="625" y="694"/>
                  <a:pt x="625" y="694"/>
                </a:cubicBezTo>
                <a:cubicBezTo>
                  <a:pt x="624" y="694"/>
                  <a:pt x="624" y="694"/>
                  <a:pt x="624" y="694"/>
                </a:cubicBezTo>
                <a:cubicBezTo>
                  <a:pt x="624" y="694"/>
                  <a:pt x="624" y="694"/>
                  <a:pt x="624" y="694"/>
                </a:cubicBezTo>
                <a:cubicBezTo>
                  <a:pt x="623" y="695"/>
                  <a:pt x="623" y="695"/>
                  <a:pt x="623" y="695"/>
                </a:cubicBezTo>
                <a:cubicBezTo>
                  <a:pt x="623" y="695"/>
                  <a:pt x="623" y="695"/>
                  <a:pt x="623" y="695"/>
                </a:cubicBezTo>
                <a:cubicBezTo>
                  <a:pt x="622" y="695"/>
                  <a:pt x="622" y="695"/>
                  <a:pt x="622" y="695"/>
                </a:cubicBezTo>
                <a:cubicBezTo>
                  <a:pt x="622" y="695"/>
                  <a:pt x="622" y="695"/>
                  <a:pt x="622" y="695"/>
                </a:cubicBezTo>
                <a:cubicBezTo>
                  <a:pt x="621" y="696"/>
                  <a:pt x="621" y="696"/>
                  <a:pt x="621" y="696"/>
                </a:cubicBezTo>
                <a:cubicBezTo>
                  <a:pt x="621" y="696"/>
                  <a:pt x="621" y="696"/>
                  <a:pt x="621" y="696"/>
                </a:cubicBezTo>
                <a:cubicBezTo>
                  <a:pt x="621" y="697"/>
                  <a:pt x="621" y="697"/>
                  <a:pt x="621" y="697"/>
                </a:cubicBezTo>
                <a:cubicBezTo>
                  <a:pt x="621" y="697"/>
                  <a:pt x="621" y="697"/>
                  <a:pt x="621" y="697"/>
                </a:cubicBezTo>
                <a:cubicBezTo>
                  <a:pt x="620" y="698"/>
                  <a:pt x="620" y="698"/>
                  <a:pt x="620" y="698"/>
                </a:cubicBezTo>
                <a:cubicBezTo>
                  <a:pt x="620" y="698"/>
                  <a:pt x="620" y="698"/>
                  <a:pt x="620" y="698"/>
                </a:cubicBezTo>
                <a:cubicBezTo>
                  <a:pt x="619" y="699"/>
                  <a:pt x="619" y="699"/>
                  <a:pt x="619" y="699"/>
                </a:cubicBezTo>
                <a:cubicBezTo>
                  <a:pt x="619" y="699"/>
                  <a:pt x="619" y="699"/>
                  <a:pt x="619" y="699"/>
                </a:cubicBezTo>
                <a:cubicBezTo>
                  <a:pt x="618" y="700"/>
                  <a:pt x="618" y="700"/>
                  <a:pt x="618" y="700"/>
                </a:cubicBezTo>
                <a:cubicBezTo>
                  <a:pt x="618" y="700"/>
                  <a:pt x="618" y="700"/>
                  <a:pt x="618" y="700"/>
                </a:cubicBezTo>
                <a:cubicBezTo>
                  <a:pt x="616" y="700"/>
                  <a:pt x="616" y="700"/>
                  <a:pt x="616" y="700"/>
                </a:cubicBezTo>
                <a:cubicBezTo>
                  <a:pt x="616" y="700"/>
                  <a:pt x="616" y="700"/>
                  <a:pt x="616" y="700"/>
                </a:cubicBezTo>
                <a:cubicBezTo>
                  <a:pt x="616" y="699"/>
                  <a:pt x="616" y="699"/>
                  <a:pt x="616" y="699"/>
                </a:cubicBezTo>
                <a:cubicBezTo>
                  <a:pt x="616" y="699"/>
                  <a:pt x="616" y="699"/>
                  <a:pt x="616" y="699"/>
                </a:cubicBezTo>
                <a:cubicBezTo>
                  <a:pt x="616" y="698"/>
                  <a:pt x="616" y="698"/>
                  <a:pt x="616" y="698"/>
                </a:cubicBezTo>
                <a:cubicBezTo>
                  <a:pt x="616" y="698"/>
                  <a:pt x="616" y="698"/>
                  <a:pt x="616" y="698"/>
                </a:cubicBezTo>
                <a:cubicBezTo>
                  <a:pt x="617" y="697"/>
                  <a:pt x="617" y="697"/>
                  <a:pt x="617" y="697"/>
                </a:cubicBezTo>
                <a:cubicBezTo>
                  <a:pt x="617" y="697"/>
                  <a:pt x="617" y="697"/>
                  <a:pt x="617" y="697"/>
                </a:cubicBezTo>
                <a:cubicBezTo>
                  <a:pt x="618" y="696"/>
                  <a:pt x="618" y="696"/>
                  <a:pt x="618" y="696"/>
                </a:cubicBezTo>
                <a:cubicBezTo>
                  <a:pt x="618" y="696"/>
                  <a:pt x="618" y="696"/>
                  <a:pt x="618" y="696"/>
                </a:cubicBezTo>
                <a:cubicBezTo>
                  <a:pt x="618" y="695"/>
                  <a:pt x="618" y="695"/>
                  <a:pt x="618" y="695"/>
                </a:cubicBezTo>
                <a:cubicBezTo>
                  <a:pt x="618" y="695"/>
                  <a:pt x="618" y="695"/>
                  <a:pt x="618" y="695"/>
                </a:cubicBezTo>
                <a:cubicBezTo>
                  <a:pt x="619" y="695"/>
                  <a:pt x="619" y="695"/>
                  <a:pt x="619" y="695"/>
                </a:cubicBezTo>
                <a:cubicBezTo>
                  <a:pt x="619" y="695"/>
                  <a:pt x="619" y="695"/>
                  <a:pt x="619" y="695"/>
                </a:cubicBezTo>
                <a:cubicBezTo>
                  <a:pt x="619" y="694"/>
                  <a:pt x="619" y="694"/>
                  <a:pt x="619" y="694"/>
                </a:cubicBezTo>
                <a:cubicBezTo>
                  <a:pt x="619" y="694"/>
                  <a:pt x="619" y="694"/>
                  <a:pt x="619" y="694"/>
                </a:cubicBezTo>
                <a:cubicBezTo>
                  <a:pt x="620" y="692"/>
                  <a:pt x="620" y="692"/>
                  <a:pt x="620" y="692"/>
                </a:cubicBezTo>
                <a:cubicBezTo>
                  <a:pt x="620" y="692"/>
                  <a:pt x="620" y="692"/>
                  <a:pt x="620" y="692"/>
                </a:cubicBezTo>
                <a:cubicBezTo>
                  <a:pt x="619" y="692"/>
                  <a:pt x="619" y="692"/>
                  <a:pt x="619" y="692"/>
                </a:cubicBezTo>
                <a:cubicBezTo>
                  <a:pt x="619" y="692"/>
                  <a:pt x="619" y="692"/>
                  <a:pt x="619" y="692"/>
                </a:cubicBezTo>
                <a:cubicBezTo>
                  <a:pt x="619" y="692"/>
                  <a:pt x="619" y="692"/>
                  <a:pt x="619" y="692"/>
                </a:cubicBezTo>
                <a:cubicBezTo>
                  <a:pt x="619" y="692"/>
                  <a:pt x="619" y="692"/>
                  <a:pt x="619" y="692"/>
                </a:cubicBezTo>
                <a:cubicBezTo>
                  <a:pt x="618" y="692"/>
                  <a:pt x="618" y="692"/>
                  <a:pt x="618" y="692"/>
                </a:cubicBezTo>
                <a:cubicBezTo>
                  <a:pt x="618" y="692"/>
                  <a:pt x="618" y="692"/>
                  <a:pt x="618" y="692"/>
                </a:cubicBezTo>
                <a:cubicBezTo>
                  <a:pt x="618" y="692"/>
                  <a:pt x="618" y="692"/>
                  <a:pt x="618" y="692"/>
                </a:cubicBezTo>
                <a:cubicBezTo>
                  <a:pt x="618" y="692"/>
                  <a:pt x="618" y="692"/>
                  <a:pt x="618" y="692"/>
                </a:cubicBezTo>
                <a:cubicBezTo>
                  <a:pt x="617" y="692"/>
                  <a:pt x="617" y="692"/>
                  <a:pt x="617" y="692"/>
                </a:cubicBezTo>
                <a:cubicBezTo>
                  <a:pt x="617" y="692"/>
                  <a:pt x="617" y="692"/>
                  <a:pt x="617" y="692"/>
                </a:cubicBezTo>
                <a:cubicBezTo>
                  <a:pt x="617" y="692"/>
                  <a:pt x="617" y="692"/>
                  <a:pt x="617" y="692"/>
                </a:cubicBezTo>
                <a:cubicBezTo>
                  <a:pt x="617" y="692"/>
                  <a:pt x="617" y="692"/>
                  <a:pt x="617" y="692"/>
                </a:cubicBezTo>
                <a:cubicBezTo>
                  <a:pt x="616" y="692"/>
                  <a:pt x="616" y="692"/>
                  <a:pt x="616" y="692"/>
                </a:cubicBezTo>
                <a:cubicBezTo>
                  <a:pt x="616" y="692"/>
                  <a:pt x="616" y="692"/>
                  <a:pt x="616" y="692"/>
                </a:cubicBezTo>
                <a:cubicBezTo>
                  <a:pt x="616" y="692"/>
                  <a:pt x="616" y="692"/>
                  <a:pt x="616" y="692"/>
                </a:cubicBezTo>
                <a:cubicBezTo>
                  <a:pt x="616" y="692"/>
                  <a:pt x="616" y="692"/>
                  <a:pt x="616" y="692"/>
                </a:cubicBezTo>
                <a:cubicBezTo>
                  <a:pt x="612" y="697"/>
                  <a:pt x="612" y="697"/>
                  <a:pt x="612" y="697"/>
                </a:cubicBezTo>
                <a:cubicBezTo>
                  <a:pt x="612" y="697"/>
                  <a:pt x="612" y="697"/>
                  <a:pt x="612" y="697"/>
                </a:cubicBezTo>
                <a:cubicBezTo>
                  <a:pt x="612" y="701"/>
                  <a:pt x="612" y="701"/>
                  <a:pt x="612" y="701"/>
                </a:cubicBezTo>
                <a:cubicBezTo>
                  <a:pt x="612" y="701"/>
                  <a:pt x="612" y="701"/>
                  <a:pt x="612" y="701"/>
                </a:cubicBezTo>
                <a:cubicBezTo>
                  <a:pt x="613" y="705"/>
                  <a:pt x="613" y="705"/>
                  <a:pt x="613" y="705"/>
                </a:cubicBezTo>
                <a:cubicBezTo>
                  <a:pt x="613" y="705"/>
                  <a:pt x="613" y="705"/>
                  <a:pt x="613" y="705"/>
                </a:cubicBezTo>
                <a:cubicBezTo>
                  <a:pt x="613" y="709"/>
                  <a:pt x="613" y="709"/>
                  <a:pt x="613" y="709"/>
                </a:cubicBezTo>
                <a:cubicBezTo>
                  <a:pt x="613" y="709"/>
                  <a:pt x="613" y="709"/>
                  <a:pt x="613" y="709"/>
                </a:cubicBezTo>
                <a:cubicBezTo>
                  <a:pt x="613" y="712"/>
                  <a:pt x="613" y="712"/>
                  <a:pt x="613" y="712"/>
                </a:cubicBezTo>
                <a:cubicBezTo>
                  <a:pt x="613" y="712"/>
                  <a:pt x="613" y="712"/>
                  <a:pt x="613" y="712"/>
                </a:cubicBezTo>
                <a:cubicBezTo>
                  <a:pt x="613" y="716"/>
                  <a:pt x="613" y="716"/>
                  <a:pt x="613" y="716"/>
                </a:cubicBezTo>
                <a:cubicBezTo>
                  <a:pt x="613" y="716"/>
                  <a:pt x="613" y="716"/>
                  <a:pt x="613" y="716"/>
                </a:cubicBezTo>
                <a:cubicBezTo>
                  <a:pt x="612" y="720"/>
                  <a:pt x="612" y="720"/>
                  <a:pt x="612" y="720"/>
                </a:cubicBezTo>
                <a:cubicBezTo>
                  <a:pt x="612" y="720"/>
                  <a:pt x="612" y="720"/>
                  <a:pt x="612" y="720"/>
                </a:cubicBezTo>
                <a:cubicBezTo>
                  <a:pt x="612" y="724"/>
                  <a:pt x="612" y="724"/>
                  <a:pt x="612" y="724"/>
                </a:cubicBezTo>
                <a:cubicBezTo>
                  <a:pt x="612" y="724"/>
                  <a:pt x="612" y="724"/>
                  <a:pt x="612" y="724"/>
                </a:cubicBezTo>
                <a:cubicBezTo>
                  <a:pt x="612" y="728"/>
                  <a:pt x="612" y="728"/>
                  <a:pt x="612" y="728"/>
                </a:cubicBezTo>
                <a:cubicBezTo>
                  <a:pt x="612" y="728"/>
                  <a:pt x="612" y="728"/>
                  <a:pt x="612" y="728"/>
                </a:cubicBezTo>
                <a:cubicBezTo>
                  <a:pt x="612" y="728"/>
                  <a:pt x="612" y="728"/>
                  <a:pt x="612" y="728"/>
                </a:cubicBezTo>
                <a:cubicBezTo>
                  <a:pt x="612" y="728"/>
                  <a:pt x="612" y="728"/>
                  <a:pt x="612" y="728"/>
                </a:cubicBezTo>
                <a:cubicBezTo>
                  <a:pt x="611" y="728"/>
                  <a:pt x="611" y="728"/>
                  <a:pt x="611" y="728"/>
                </a:cubicBezTo>
                <a:cubicBezTo>
                  <a:pt x="611" y="728"/>
                  <a:pt x="611" y="728"/>
                  <a:pt x="611" y="728"/>
                </a:cubicBezTo>
                <a:cubicBezTo>
                  <a:pt x="611" y="728"/>
                  <a:pt x="611" y="728"/>
                  <a:pt x="611" y="728"/>
                </a:cubicBezTo>
                <a:cubicBezTo>
                  <a:pt x="611" y="728"/>
                  <a:pt x="611" y="728"/>
                  <a:pt x="611" y="728"/>
                </a:cubicBezTo>
                <a:cubicBezTo>
                  <a:pt x="611" y="728"/>
                  <a:pt x="611" y="728"/>
                  <a:pt x="611" y="728"/>
                </a:cubicBezTo>
                <a:cubicBezTo>
                  <a:pt x="611" y="728"/>
                  <a:pt x="611" y="728"/>
                  <a:pt x="611" y="728"/>
                </a:cubicBezTo>
                <a:cubicBezTo>
                  <a:pt x="610" y="728"/>
                  <a:pt x="610" y="728"/>
                  <a:pt x="610" y="728"/>
                </a:cubicBezTo>
                <a:cubicBezTo>
                  <a:pt x="610" y="728"/>
                  <a:pt x="610" y="728"/>
                  <a:pt x="610" y="728"/>
                </a:cubicBezTo>
                <a:cubicBezTo>
                  <a:pt x="610" y="728"/>
                  <a:pt x="610" y="728"/>
                  <a:pt x="610" y="728"/>
                </a:cubicBezTo>
                <a:cubicBezTo>
                  <a:pt x="610" y="728"/>
                  <a:pt x="610" y="728"/>
                  <a:pt x="610" y="728"/>
                </a:cubicBezTo>
                <a:cubicBezTo>
                  <a:pt x="610" y="729"/>
                  <a:pt x="610" y="729"/>
                  <a:pt x="610" y="729"/>
                </a:cubicBezTo>
                <a:cubicBezTo>
                  <a:pt x="610" y="729"/>
                  <a:pt x="610" y="729"/>
                  <a:pt x="610" y="729"/>
                </a:cubicBezTo>
                <a:cubicBezTo>
                  <a:pt x="609" y="729"/>
                  <a:pt x="609" y="729"/>
                  <a:pt x="609" y="729"/>
                </a:cubicBezTo>
                <a:close/>
                <a:moveTo>
                  <a:pt x="176" y="724"/>
                </a:moveTo>
                <a:cubicBezTo>
                  <a:pt x="175" y="724"/>
                  <a:pt x="175" y="724"/>
                  <a:pt x="175" y="724"/>
                </a:cubicBezTo>
                <a:cubicBezTo>
                  <a:pt x="175" y="724"/>
                  <a:pt x="175" y="724"/>
                  <a:pt x="175" y="724"/>
                </a:cubicBezTo>
                <a:cubicBezTo>
                  <a:pt x="175" y="724"/>
                  <a:pt x="175" y="724"/>
                  <a:pt x="175" y="724"/>
                </a:cubicBezTo>
                <a:cubicBezTo>
                  <a:pt x="175" y="724"/>
                  <a:pt x="175" y="724"/>
                  <a:pt x="175" y="724"/>
                </a:cubicBezTo>
                <a:cubicBezTo>
                  <a:pt x="175" y="724"/>
                  <a:pt x="175" y="724"/>
                  <a:pt x="175" y="724"/>
                </a:cubicBezTo>
                <a:cubicBezTo>
                  <a:pt x="175" y="724"/>
                  <a:pt x="175" y="724"/>
                  <a:pt x="175" y="724"/>
                </a:cubicBezTo>
                <a:cubicBezTo>
                  <a:pt x="174" y="724"/>
                  <a:pt x="174" y="724"/>
                  <a:pt x="174" y="724"/>
                </a:cubicBezTo>
                <a:cubicBezTo>
                  <a:pt x="174" y="724"/>
                  <a:pt x="174" y="724"/>
                  <a:pt x="174" y="724"/>
                </a:cubicBezTo>
                <a:cubicBezTo>
                  <a:pt x="174" y="724"/>
                  <a:pt x="174" y="724"/>
                  <a:pt x="174" y="724"/>
                </a:cubicBezTo>
                <a:cubicBezTo>
                  <a:pt x="174" y="724"/>
                  <a:pt x="174" y="724"/>
                  <a:pt x="174" y="724"/>
                </a:cubicBezTo>
                <a:cubicBezTo>
                  <a:pt x="174" y="724"/>
                  <a:pt x="174" y="724"/>
                  <a:pt x="174" y="724"/>
                </a:cubicBezTo>
                <a:cubicBezTo>
                  <a:pt x="174" y="724"/>
                  <a:pt x="174" y="724"/>
                  <a:pt x="174" y="724"/>
                </a:cubicBezTo>
                <a:cubicBezTo>
                  <a:pt x="173" y="724"/>
                  <a:pt x="173" y="724"/>
                  <a:pt x="173" y="724"/>
                </a:cubicBezTo>
                <a:cubicBezTo>
                  <a:pt x="173" y="724"/>
                  <a:pt x="173" y="724"/>
                  <a:pt x="173" y="724"/>
                </a:cubicBezTo>
                <a:cubicBezTo>
                  <a:pt x="173" y="723"/>
                  <a:pt x="173" y="723"/>
                  <a:pt x="173" y="723"/>
                </a:cubicBezTo>
                <a:cubicBezTo>
                  <a:pt x="173" y="723"/>
                  <a:pt x="173" y="723"/>
                  <a:pt x="173" y="723"/>
                </a:cubicBezTo>
                <a:cubicBezTo>
                  <a:pt x="173" y="723"/>
                  <a:pt x="173" y="723"/>
                  <a:pt x="173" y="723"/>
                </a:cubicBezTo>
                <a:cubicBezTo>
                  <a:pt x="173" y="723"/>
                  <a:pt x="173" y="723"/>
                  <a:pt x="173" y="723"/>
                </a:cubicBezTo>
                <a:cubicBezTo>
                  <a:pt x="172" y="722"/>
                  <a:pt x="172" y="722"/>
                  <a:pt x="172" y="722"/>
                </a:cubicBezTo>
                <a:cubicBezTo>
                  <a:pt x="172" y="722"/>
                  <a:pt x="172" y="722"/>
                  <a:pt x="172" y="722"/>
                </a:cubicBezTo>
                <a:cubicBezTo>
                  <a:pt x="172" y="722"/>
                  <a:pt x="172" y="722"/>
                  <a:pt x="172" y="722"/>
                </a:cubicBezTo>
                <a:cubicBezTo>
                  <a:pt x="172" y="722"/>
                  <a:pt x="172" y="722"/>
                  <a:pt x="172" y="722"/>
                </a:cubicBezTo>
                <a:cubicBezTo>
                  <a:pt x="172" y="721"/>
                  <a:pt x="172" y="721"/>
                  <a:pt x="172" y="721"/>
                </a:cubicBezTo>
                <a:cubicBezTo>
                  <a:pt x="172" y="721"/>
                  <a:pt x="172" y="721"/>
                  <a:pt x="172" y="721"/>
                </a:cubicBezTo>
                <a:cubicBezTo>
                  <a:pt x="171" y="720"/>
                  <a:pt x="171" y="720"/>
                  <a:pt x="171" y="720"/>
                </a:cubicBezTo>
                <a:cubicBezTo>
                  <a:pt x="171" y="720"/>
                  <a:pt x="171" y="720"/>
                  <a:pt x="171" y="720"/>
                </a:cubicBezTo>
                <a:cubicBezTo>
                  <a:pt x="171" y="719"/>
                  <a:pt x="171" y="719"/>
                  <a:pt x="171" y="719"/>
                </a:cubicBezTo>
                <a:cubicBezTo>
                  <a:pt x="171" y="719"/>
                  <a:pt x="171" y="719"/>
                  <a:pt x="171" y="719"/>
                </a:cubicBezTo>
                <a:cubicBezTo>
                  <a:pt x="171" y="719"/>
                  <a:pt x="171" y="719"/>
                  <a:pt x="171" y="719"/>
                </a:cubicBezTo>
                <a:cubicBezTo>
                  <a:pt x="171" y="719"/>
                  <a:pt x="171" y="719"/>
                  <a:pt x="171" y="719"/>
                </a:cubicBezTo>
                <a:cubicBezTo>
                  <a:pt x="172" y="718"/>
                  <a:pt x="172" y="718"/>
                  <a:pt x="172" y="718"/>
                </a:cubicBezTo>
                <a:cubicBezTo>
                  <a:pt x="172" y="718"/>
                  <a:pt x="172" y="718"/>
                  <a:pt x="172" y="718"/>
                </a:cubicBezTo>
                <a:cubicBezTo>
                  <a:pt x="175" y="714"/>
                  <a:pt x="175" y="714"/>
                  <a:pt x="175" y="714"/>
                </a:cubicBezTo>
                <a:cubicBezTo>
                  <a:pt x="175" y="714"/>
                  <a:pt x="175" y="714"/>
                  <a:pt x="175" y="714"/>
                </a:cubicBezTo>
                <a:cubicBezTo>
                  <a:pt x="177" y="710"/>
                  <a:pt x="177" y="710"/>
                  <a:pt x="177" y="710"/>
                </a:cubicBezTo>
                <a:cubicBezTo>
                  <a:pt x="177" y="710"/>
                  <a:pt x="177" y="710"/>
                  <a:pt x="177" y="710"/>
                </a:cubicBezTo>
                <a:cubicBezTo>
                  <a:pt x="180" y="706"/>
                  <a:pt x="180" y="706"/>
                  <a:pt x="180" y="706"/>
                </a:cubicBezTo>
                <a:cubicBezTo>
                  <a:pt x="180" y="706"/>
                  <a:pt x="180" y="706"/>
                  <a:pt x="180" y="706"/>
                </a:cubicBezTo>
                <a:cubicBezTo>
                  <a:pt x="183" y="701"/>
                  <a:pt x="183" y="701"/>
                  <a:pt x="183" y="701"/>
                </a:cubicBezTo>
                <a:cubicBezTo>
                  <a:pt x="183" y="701"/>
                  <a:pt x="183" y="701"/>
                  <a:pt x="183" y="701"/>
                </a:cubicBezTo>
                <a:cubicBezTo>
                  <a:pt x="185" y="697"/>
                  <a:pt x="185" y="697"/>
                  <a:pt x="185" y="697"/>
                </a:cubicBezTo>
                <a:cubicBezTo>
                  <a:pt x="185" y="697"/>
                  <a:pt x="185" y="697"/>
                  <a:pt x="185" y="697"/>
                </a:cubicBezTo>
                <a:cubicBezTo>
                  <a:pt x="188" y="693"/>
                  <a:pt x="188" y="693"/>
                  <a:pt x="188" y="693"/>
                </a:cubicBezTo>
                <a:cubicBezTo>
                  <a:pt x="188" y="693"/>
                  <a:pt x="188" y="693"/>
                  <a:pt x="188" y="693"/>
                </a:cubicBezTo>
                <a:cubicBezTo>
                  <a:pt x="191" y="688"/>
                  <a:pt x="191" y="688"/>
                  <a:pt x="191" y="688"/>
                </a:cubicBezTo>
                <a:cubicBezTo>
                  <a:pt x="191" y="688"/>
                  <a:pt x="191" y="688"/>
                  <a:pt x="191" y="688"/>
                </a:cubicBezTo>
                <a:cubicBezTo>
                  <a:pt x="193" y="684"/>
                  <a:pt x="193" y="684"/>
                  <a:pt x="193" y="684"/>
                </a:cubicBezTo>
                <a:cubicBezTo>
                  <a:pt x="193" y="684"/>
                  <a:pt x="193" y="684"/>
                  <a:pt x="193" y="684"/>
                </a:cubicBezTo>
                <a:cubicBezTo>
                  <a:pt x="193" y="684"/>
                  <a:pt x="194" y="684"/>
                  <a:pt x="194" y="684"/>
                </a:cubicBezTo>
                <a:cubicBezTo>
                  <a:pt x="194" y="684"/>
                  <a:pt x="194" y="684"/>
                  <a:pt x="194" y="684"/>
                </a:cubicBezTo>
                <a:cubicBezTo>
                  <a:pt x="194" y="684"/>
                  <a:pt x="194" y="684"/>
                  <a:pt x="194" y="684"/>
                </a:cubicBezTo>
                <a:cubicBezTo>
                  <a:pt x="194" y="684"/>
                  <a:pt x="194" y="684"/>
                  <a:pt x="194" y="684"/>
                </a:cubicBezTo>
                <a:cubicBezTo>
                  <a:pt x="194" y="683"/>
                  <a:pt x="194" y="683"/>
                  <a:pt x="195" y="683"/>
                </a:cubicBezTo>
                <a:cubicBezTo>
                  <a:pt x="195" y="683"/>
                  <a:pt x="195" y="683"/>
                  <a:pt x="195" y="683"/>
                </a:cubicBezTo>
                <a:cubicBezTo>
                  <a:pt x="195" y="683"/>
                  <a:pt x="195" y="682"/>
                  <a:pt x="196" y="682"/>
                </a:cubicBezTo>
                <a:cubicBezTo>
                  <a:pt x="196" y="682"/>
                  <a:pt x="196" y="682"/>
                  <a:pt x="196" y="682"/>
                </a:cubicBezTo>
                <a:cubicBezTo>
                  <a:pt x="196" y="682"/>
                  <a:pt x="196" y="682"/>
                  <a:pt x="196" y="681"/>
                </a:cubicBezTo>
                <a:cubicBezTo>
                  <a:pt x="196" y="681"/>
                  <a:pt x="196" y="681"/>
                  <a:pt x="196" y="681"/>
                </a:cubicBezTo>
                <a:cubicBezTo>
                  <a:pt x="196" y="681"/>
                  <a:pt x="196" y="681"/>
                  <a:pt x="197" y="681"/>
                </a:cubicBezTo>
                <a:cubicBezTo>
                  <a:pt x="197" y="681"/>
                  <a:pt x="197" y="681"/>
                  <a:pt x="197" y="681"/>
                </a:cubicBezTo>
                <a:cubicBezTo>
                  <a:pt x="198" y="679"/>
                  <a:pt x="199" y="677"/>
                  <a:pt x="199" y="676"/>
                </a:cubicBezTo>
                <a:cubicBezTo>
                  <a:pt x="199" y="676"/>
                  <a:pt x="199" y="676"/>
                  <a:pt x="199" y="676"/>
                </a:cubicBezTo>
                <a:cubicBezTo>
                  <a:pt x="199" y="676"/>
                  <a:pt x="199" y="676"/>
                  <a:pt x="199" y="676"/>
                </a:cubicBezTo>
                <a:cubicBezTo>
                  <a:pt x="199" y="676"/>
                  <a:pt x="199" y="676"/>
                  <a:pt x="199" y="676"/>
                </a:cubicBezTo>
                <a:cubicBezTo>
                  <a:pt x="199" y="676"/>
                  <a:pt x="199" y="676"/>
                  <a:pt x="199" y="676"/>
                </a:cubicBezTo>
                <a:cubicBezTo>
                  <a:pt x="199" y="676"/>
                  <a:pt x="199" y="676"/>
                  <a:pt x="199" y="676"/>
                </a:cubicBezTo>
                <a:cubicBezTo>
                  <a:pt x="199" y="675"/>
                  <a:pt x="199" y="675"/>
                  <a:pt x="199" y="675"/>
                </a:cubicBezTo>
                <a:cubicBezTo>
                  <a:pt x="199" y="675"/>
                  <a:pt x="199" y="675"/>
                  <a:pt x="199" y="675"/>
                </a:cubicBezTo>
                <a:cubicBezTo>
                  <a:pt x="199" y="675"/>
                  <a:pt x="199" y="675"/>
                  <a:pt x="199" y="675"/>
                </a:cubicBezTo>
                <a:cubicBezTo>
                  <a:pt x="199" y="675"/>
                  <a:pt x="199" y="675"/>
                  <a:pt x="199" y="675"/>
                </a:cubicBezTo>
                <a:cubicBezTo>
                  <a:pt x="198" y="675"/>
                  <a:pt x="198" y="675"/>
                  <a:pt x="198" y="675"/>
                </a:cubicBezTo>
                <a:cubicBezTo>
                  <a:pt x="198" y="675"/>
                  <a:pt x="198" y="675"/>
                  <a:pt x="198" y="675"/>
                </a:cubicBezTo>
                <a:cubicBezTo>
                  <a:pt x="198" y="675"/>
                  <a:pt x="198" y="675"/>
                  <a:pt x="198" y="675"/>
                </a:cubicBezTo>
                <a:cubicBezTo>
                  <a:pt x="198" y="675"/>
                  <a:pt x="198" y="675"/>
                  <a:pt x="198" y="675"/>
                </a:cubicBezTo>
                <a:cubicBezTo>
                  <a:pt x="198" y="674"/>
                  <a:pt x="198" y="674"/>
                  <a:pt x="198" y="674"/>
                </a:cubicBezTo>
                <a:cubicBezTo>
                  <a:pt x="198" y="674"/>
                  <a:pt x="198" y="674"/>
                  <a:pt x="198" y="674"/>
                </a:cubicBezTo>
                <a:cubicBezTo>
                  <a:pt x="198" y="674"/>
                  <a:pt x="198" y="674"/>
                  <a:pt x="198" y="674"/>
                </a:cubicBezTo>
                <a:cubicBezTo>
                  <a:pt x="198" y="674"/>
                  <a:pt x="198" y="674"/>
                  <a:pt x="198" y="674"/>
                </a:cubicBezTo>
                <a:cubicBezTo>
                  <a:pt x="200" y="672"/>
                  <a:pt x="200" y="672"/>
                  <a:pt x="200" y="672"/>
                </a:cubicBezTo>
                <a:cubicBezTo>
                  <a:pt x="200" y="672"/>
                  <a:pt x="200" y="672"/>
                  <a:pt x="200" y="672"/>
                </a:cubicBezTo>
                <a:cubicBezTo>
                  <a:pt x="202" y="671"/>
                  <a:pt x="202" y="671"/>
                  <a:pt x="202" y="671"/>
                </a:cubicBezTo>
                <a:cubicBezTo>
                  <a:pt x="202" y="671"/>
                  <a:pt x="202" y="671"/>
                  <a:pt x="202" y="671"/>
                </a:cubicBezTo>
                <a:cubicBezTo>
                  <a:pt x="204" y="669"/>
                  <a:pt x="204" y="669"/>
                  <a:pt x="204" y="669"/>
                </a:cubicBezTo>
                <a:cubicBezTo>
                  <a:pt x="204" y="669"/>
                  <a:pt x="204" y="669"/>
                  <a:pt x="204" y="669"/>
                </a:cubicBezTo>
                <a:cubicBezTo>
                  <a:pt x="206" y="667"/>
                  <a:pt x="206" y="667"/>
                  <a:pt x="206" y="667"/>
                </a:cubicBezTo>
                <a:cubicBezTo>
                  <a:pt x="206" y="667"/>
                  <a:pt x="206" y="667"/>
                  <a:pt x="206" y="667"/>
                </a:cubicBezTo>
                <a:cubicBezTo>
                  <a:pt x="207" y="665"/>
                  <a:pt x="207" y="665"/>
                  <a:pt x="207" y="665"/>
                </a:cubicBezTo>
                <a:cubicBezTo>
                  <a:pt x="207" y="665"/>
                  <a:pt x="207" y="665"/>
                  <a:pt x="207" y="665"/>
                </a:cubicBezTo>
                <a:cubicBezTo>
                  <a:pt x="209" y="662"/>
                  <a:pt x="209" y="662"/>
                  <a:pt x="209" y="662"/>
                </a:cubicBezTo>
                <a:cubicBezTo>
                  <a:pt x="209" y="662"/>
                  <a:pt x="209" y="662"/>
                  <a:pt x="209" y="662"/>
                </a:cubicBezTo>
                <a:cubicBezTo>
                  <a:pt x="210" y="660"/>
                  <a:pt x="210" y="660"/>
                  <a:pt x="210" y="660"/>
                </a:cubicBezTo>
                <a:cubicBezTo>
                  <a:pt x="210" y="660"/>
                  <a:pt x="210" y="660"/>
                  <a:pt x="210" y="660"/>
                </a:cubicBezTo>
                <a:cubicBezTo>
                  <a:pt x="212" y="658"/>
                  <a:pt x="212" y="658"/>
                  <a:pt x="212" y="658"/>
                </a:cubicBezTo>
                <a:cubicBezTo>
                  <a:pt x="212" y="658"/>
                  <a:pt x="212" y="658"/>
                  <a:pt x="212" y="658"/>
                </a:cubicBezTo>
                <a:cubicBezTo>
                  <a:pt x="226" y="640"/>
                  <a:pt x="226" y="640"/>
                  <a:pt x="226" y="640"/>
                </a:cubicBezTo>
                <a:cubicBezTo>
                  <a:pt x="226" y="640"/>
                  <a:pt x="226" y="640"/>
                  <a:pt x="226" y="640"/>
                </a:cubicBezTo>
                <a:cubicBezTo>
                  <a:pt x="226" y="640"/>
                  <a:pt x="226" y="640"/>
                  <a:pt x="226" y="640"/>
                </a:cubicBezTo>
                <a:cubicBezTo>
                  <a:pt x="226" y="640"/>
                  <a:pt x="226" y="640"/>
                  <a:pt x="226" y="640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8"/>
                  <a:pt x="226" y="638"/>
                  <a:pt x="226" y="638"/>
                </a:cubicBezTo>
                <a:cubicBezTo>
                  <a:pt x="226" y="638"/>
                  <a:pt x="226" y="638"/>
                  <a:pt x="226" y="638"/>
                </a:cubicBezTo>
                <a:cubicBezTo>
                  <a:pt x="226" y="638"/>
                  <a:pt x="226" y="638"/>
                  <a:pt x="226" y="638"/>
                </a:cubicBezTo>
                <a:cubicBezTo>
                  <a:pt x="226" y="638"/>
                  <a:pt x="226" y="638"/>
                  <a:pt x="226" y="638"/>
                </a:cubicBezTo>
                <a:cubicBezTo>
                  <a:pt x="224" y="639"/>
                  <a:pt x="224" y="639"/>
                  <a:pt x="224" y="639"/>
                </a:cubicBezTo>
                <a:cubicBezTo>
                  <a:pt x="224" y="639"/>
                  <a:pt x="224" y="639"/>
                  <a:pt x="224" y="639"/>
                </a:cubicBezTo>
                <a:cubicBezTo>
                  <a:pt x="222" y="640"/>
                  <a:pt x="222" y="640"/>
                  <a:pt x="222" y="640"/>
                </a:cubicBezTo>
                <a:cubicBezTo>
                  <a:pt x="222" y="640"/>
                  <a:pt x="222" y="640"/>
                  <a:pt x="222" y="640"/>
                </a:cubicBezTo>
                <a:cubicBezTo>
                  <a:pt x="220" y="641"/>
                  <a:pt x="220" y="641"/>
                  <a:pt x="220" y="641"/>
                </a:cubicBezTo>
                <a:cubicBezTo>
                  <a:pt x="220" y="641"/>
                  <a:pt x="220" y="641"/>
                  <a:pt x="220" y="641"/>
                </a:cubicBezTo>
                <a:cubicBezTo>
                  <a:pt x="218" y="642"/>
                  <a:pt x="218" y="642"/>
                  <a:pt x="218" y="642"/>
                </a:cubicBezTo>
                <a:cubicBezTo>
                  <a:pt x="218" y="642"/>
                  <a:pt x="218" y="642"/>
                  <a:pt x="218" y="642"/>
                </a:cubicBezTo>
                <a:cubicBezTo>
                  <a:pt x="216" y="643"/>
                  <a:pt x="216" y="643"/>
                  <a:pt x="216" y="643"/>
                </a:cubicBezTo>
                <a:cubicBezTo>
                  <a:pt x="216" y="643"/>
                  <a:pt x="216" y="643"/>
                  <a:pt x="216" y="643"/>
                </a:cubicBezTo>
                <a:cubicBezTo>
                  <a:pt x="214" y="645"/>
                  <a:pt x="214" y="645"/>
                  <a:pt x="214" y="645"/>
                </a:cubicBezTo>
                <a:cubicBezTo>
                  <a:pt x="214" y="645"/>
                  <a:pt x="214" y="645"/>
                  <a:pt x="214" y="645"/>
                </a:cubicBezTo>
                <a:cubicBezTo>
                  <a:pt x="212" y="646"/>
                  <a:pt x="212" y="646"/>
                  <a:pt x="212" y="646"/>
                </a:cubicBezTo>
                <a:cubicBezTo>
                  <a:pt x="212" y="646"/>
                  <a:pt x="212" y="646"/>
                  <a:pt x="212" y="646"/>
                </a:cubicBezTo>
                <a:cubicBezTo>
                  <a:pt x="210" y="647"/>
                  <a:pt x="210" y="647"/>
                  <a:pt x="210" y="647"/>
                </a:cubicBezTo>
                <a:cubicBezTo>
                  <a:pt x="210" y="647"/>
                  <a:pt x="210" y="647"/>
                  <a:pt x="210" y="647"/>
                </a:cubicBezTo>
                <a:cubicBezTo>
                  <a:pt x="209" y="647"/>
                  <a:pt x="209" y="647"/>
                  <a:pt x="209" y="647"/>
                </a:cubicBezTo>
                <a:cubicBezTo>
                  <a:pt x="209" y="647"/>
                  <a:pt x="209" y="647"/>
                  <a:pt x="209" y="647"/>
                </a:cubicBezTo>
                <a:cubicBezTo>
                  <a:pt x="209" y="647"/>
                  <a:pt x="209" y="647"/>
                  <a:pt x="209" y="647"/>
                </a:cubicBezTo>
                <a:cubicBezTo>
                  <a:pt x="209" y="647"/>
                  <a:pt x="209" y="647"/>
                  <a:pt x="209" y="647"/>
                </a:cubicBezTo>
                <a:cubicBezTo>
                  <a:pt x="208" y="647"/>
                  <a:pt x="208" y="647"/>
                  <a:pt x="208" y="647"/>
                </a:cubicBezTo>
                <a:cubicBezTo>
                  <a:pt x="208" y="647"/>
                  <a:pt x="208" y="647"/>
                  <a:pt x="208" y="647"/>
                </a:cubicBezTo>
                <a:cubicBezTo>
                  <a:pt x="208" y="647"/>
                  <a:pt x="208" y="647"/>
                  <a:pt x="208" y="647"/>
                </a:cubicBezTo>
                <a:cubicBezTo>
                  <a:pt x="208" y="647"/>
                  <a:pt x="208" y="647"/>
                  <a:pt x="208" y="647"/>
                </a:cubicBezTo>
                <a:cubicBezTo>
                  <a:pt x="208" y="647"/>
                  <a:pt x="208" y="647"/>
                  <a:pt x="208" y="647"/>
                </a:cubicBezTo>
                <a:cubicBezTo>
                  <a:pt x="208" y="647"/>
                  <a:pt x="208" y="647"/>
                  <a:pt x="208" y="647"/>
                </a:cubicBezTo>
                <a:cubicBezTo>
                  <a:pt x="207" y="647"/>
                  <a:pt x="207" y="647"/>
                  <a:pt x="207" y="647"/>
                </a:cubicBezTo>
                <a:cubicBezTo>
                  <a:pt x="207" y="647"/>
                  <a:pt x="207" y="647"/>
                  <a:pt x="207" y="647"/>
                </a:cubicBezTo>
                <a:cubicBezTo>
                  <a:pt x="207" y="647"/>
                  <a:pt x="207" y="647"/>
                  <a:pt x="207" y="647"/>
                </a:cubicBezTo>
                <a:cubicBezTo>
                  <a:pt x="207" y="647"/>
                  <a:pt x="207" y="647"/>
                  <a:pt x="207" y="647"/>
                </a:cubicBezTo>
                <a:cubicBezTo>
                  <a:pt x="207" y="647"/>
                  <a:pt x="207" y="647"/>
                  <a:pt x="207" y="647"/>
                </a:cubicBezTo>
                <a:cubicBezTo>
                  <a:pt x="207" y="647"/>
                  <a:pt x="207" y="647"/>
                  <a:pt x="207" y="647"/>
                </a:cubicBezTo>
                <a:cubicBezTo>
                  <a:pt x="206" y="647"/>
                  <a:pt x="206" y="647"/>
                  <a:pt x="206" y="647"/>
                </a:cubicBezTo>
                <a:cubicBezTo>
                  <a:pt x="206" y="647"/>
                  <a:pt x="206" y="647"/>
                  <a:pt x="206" y="647"/>
                </a:cubicBezTo>
                <a:cubicBezTo>
                  <a:pt x="206" y="647"/>
                  <a:pt x="206" y="647"/>
                  <a:pt x="206" y="647"/>
                </a:cubicBezTo>
                <a:cubicBezTo>
                  <a:pt x="206" y="647"/>
                  <a:pt x="206" y="647"/>
                  <a:pt x="206" y="647"/>
                </a:cubicBezTo>
                <a:cubicBezTo>
                  <a:pt x="205" y="647"/>
                  <a:pt x="205" y="647"/>
                  <a:pt x="205" y="647"/>
                </a:cubicBezTo>
                <a:cubicBezTo>
                  <a:pt x="205" y="647"/>
                  <a:pt x="205" y="647"/>
                  <a:pt x="205" y="647"/>
                </a:cubicBezTo>
                <a:cubicBezTo>
                  <a:pt x="205" y="646"/>
                  <a:pt x="205" y="646"/>
                  <a:pt x="205" y="646"/>
                </a:cubicBezTo>
                <a:cubicBezTo>
                  <a:pt x="205" y="646"/>
                  <a:pt x="205" y="646"/>
                  <a:pt x="205" y="646"/>
                </a:cubicBezTo>
                <a:cubicBezTo>
                  <a:pt x="204" y="646"/>
                  <a:pt x="204" y="646"/>
                  <a:pt x="204" y="646"/>
                </a:cubicBezTo>
                <a:cubicBezTo>
                  <a:pt x="204" y="646"/>
                  <a:pt x="204" y="646"/>
                  <a:pt x="204" y="646"/>
                </a:cubicBezTo>
                <a:cubicBezTo>
                  <a:pt x="203" y="646"/>
                  <a:pt x="203" y="646"/>
                  <a:pt x="203" y="646"/>
                </a:cubicBezTo>
                <a:cubicBezTo>
                  <a:pt x="203" y="646"/>
                  <a:pt x="203" y="646"/>
                  <a:pt x="203" y="646"/>
                </a:cubicBezTo>
                <a:cubicBezTo>
                  <a:pt x="203" y="646"/>
                  <a:pt x="203" y="646"/>
                  <a:pt x="203" y="646"/>
                </a:cubicBezTo>
                <a:cubicBezTo>
                  <a:pt x="203" y="646"/>
                  <a:pt x="203" y="646"/>
                  <a:pt x="203" y="646"/>
                </a:cubicBezTo>
                <a:cubicBezTo>
                  <a:pt x="203" y="645"/>
                  <a:pt x="203" y="645"/>
                  <a:pt x="203" y="645"/>
                </a:cubicBezTo>
                <a:cubicBezTo>
                  <a:pt x="203" y="645"/>
                  <a:pt x="203" y="645"/>
                  <a:pt x="203" y="645"/>
                </a:cubicBezTo>
                <a:cubicBezTo>
                  <a:pt x="202" y="645"/>
                  <a:pt x="202" y="645"/>
                  <a:pt x="202" y="645"/>
                </a:cubicBezTo>
                <a:cubicBezTo>
                  <a:pt x="202" y="645"/>
                  <a:pt x="202" y="645"/>
                  <a:pt x="202" y="645"/>
                </a:cubicBezTo>
                <a:cubicBezTo>
                  <a:pt x="202" y="645"/>
                  <a:pt x="202" y="645"/>
                  <a:pt x="202" y="645"/>
                </a:cubicBezTo>
                <a:cubicBezTo>
                  <a:pt x="202" y="645"/>
                  <a:pt x="202" y="645"/>
                  <a:pt x="202" y="645"/>
                </a:cubicBezTo>
                <a:cubicBezTo>
                  <a:pt x="201" y="645"/>
                  <a:pt x="201" y="645"/>
                  <a:pt x="201" y="645"/>
                </a:cubicBezTo>
                <a:cubicBezTo>
                  <a:pt x="201" y="645"/>
                  <a:pt x="201" y="645"/>
                  <a:pt x="201" y="645"/>
                </a:cubicBezTo>
                <a:cubicBezTo>
                  <a:pt x="201" y="645"/>
                  <a:pt x="201" y="645"/>
                  <a:pt x="201" y="645"/>
                </a:cubicBezTo>
                <a:cubicBezTo>
                  <a:pt x="201" y="645"/>
                  <a:pt x="201" y="645"/>
                  <a:pt x="201" y="645"/>
                </a:cubicBezTo>
                <a:cubicBezTo>
                  <a:pt x="200" y="645"/>
                  <a:pt x="200" y="645"/>
                  <a:pt x="200" y="645"/>
                </a:cubicBezTo>
                <a:cubicBezTo>
                  <a:pt x="200" y="645"/>
                  <a:pt x="200" y="645"/>
                  <a:pt x="200" y="645"/>
                </a:cubicBezTo>
                <a:cubicBezTo>
                  <a:pt x="200" y="645"/>
                  <a:pt x="200" y="645"/>
                  <a:pt x="200" y="645"/>
                </a:cubicBezTo>
                <a:cubicBezTo>
                  <a:pt x="200" y="645"/>
                  <a:pt x="200" y="645"/>
                  <a:pt x="200" y="645"/>
                </a:cubicBezTo>
                <a:cubicBezTo>
                  <a:pt x="199" y="645"/>
                  <a:pt x="199" y="645"/>
                  <a:pt x="199" y="645"/>
                </a:cubicBezTo>
                <a:cubicBezTo>
                  <a:pt x="199" y="645"/>
                  <a:pt x="199" y="645"/>
                  <a:pt x="199" y="645"/>
                </a:cubicBezTo>
                <a:cubicBezTo>
                  <a:pt x="199" y="644"/>
                  <a:pt x="199" y="644"/>
                  <a:pt x="199" y="644"/>
                </a:cubicBezTo>
                <a:cubicBezTo>
                  <a:pt x="199" y="644"/>
                  <a:pt x="199" y="644"/>
                  <a:pt x="199" y="644"/>
                </a:cubicBezTo>
                <a:cubicBezTo>
                  <a:pt x="199" y="642"/>
                  <a:pt x="199" y="642"/>
                  <a:pt x="199" y="642"/>
                </a:cubicBezTo>
                <a:cubicBezTo>
                  <a:pt x="199" y="642"/>
                  <a:pt x="199" y="642"/>
                  <a:pt x="199" y="642"/>
                </a:cubicBezTo>
                <a:cubicBezTo>
                  <a:pt x="209" y="639"/>
                  <a:pt x="209" y="639"/>
                  <a:pt x="209" y="639"/>
                </a:cubicBezTo>
                <a:cubicBezTo>
                  <a:pt x="209" y="639"/>
                  <a:pt x="209" y="639"/>
                  <a:pt x="209" y="639"/>
                </a:cubicBezTo>
                <a:cubicBezTo>
                  <a:pt x="212" y="639"/>
                  <a:pt x="212" y="639"/>
                  <a:pt x="212" y="639"/>
                </a:cubicBezTo>
                <a:cubicBezTo>
                  <a:pt x="212" y="639"/>
                  <a:pt x="212" y="639"/>
                  <a:pt x="212" y="639"/>
                </a:cubicBezTo>
                <a:cubicBezTo>
                  <a:pt x="215" y="639"/>
                  <a:pt x="215" y="639"/>
                  <a:pt x="215" y="639"/>
                </a:cubicBezTo>
                <a:cubicBezTo>
                  <a:pt x="215" y="639"/>
                  <a:pt x="215" y="639"/>
                  <a:pt x="215" y="639"/>
                </a:cubicBezTo>
                <a:cubicBezTo>
                  <a:pt x="217" y="638"/>
                  <a:pt x="217" y="638"/>
                  <a:pt x="217" y="638"/>
                </a:cubicBezTo>
                <a:cubicBezTo>
                  <a:pt x="217" y="638"/>
                  <a:pt x="217" y="638"/>
                  <a:pt x="217" y="638"/>
                </a:cubicBezTo>
                <a:cubicBezTo>
                  <a:pt x="220" y="637"/>
                  <a:pt x="220" y="637"/>
                  <a:pt x="220" y="637"/>
                </a:cubicBezTo>
                <a:cubicBezTo>
                  <a:pt x="220" y="637"/>
                  <a:pt x="220" y="637"/>
                  <a:pt x="220" y="637"/>
                </a:cubicBezTo>
                <a:cubicBezTo>
                  <a:pt x="223" y="636"/>
                  <a:pt x="223" y="636"/>
                  <a:pt x="223" y="636"/>
                </a:cubicBezTo>
                <a:cubicBezTo>
                  <a:pt x="223" y="636"/>
                  <a:pt x="223" y="636"/>
                  <a:pt x="223" y="636"/>
                </a:cubicBezTo>
                <a:cubicBezTo>
                  <a:pt x="225" y="635"/>
                  <a:pt x="225" y="635"/>
                  <a:pt x="225" y="635"/>
                </a:cubicBezTo>
                <a:cubicBezTo>
                  <a:pt x="225" y="635"/>
                  <a:pt x="225" y="635"/>
                  <a:pt x="225" y="635"/>
                </a:cubicBezTo>
                <a:cubicBezTo>
                  <a:pt x="228" y="634"/>
                  <a:pt x="228" y="634"/>
                  <a:pt x="228" y="634"/>
                </a:cubicBezTo>
                <a:cubicBezTo>
                  <a:pt x="228" y="634"/>
                  <a:pt x="228" y="634"/>
                  <a:pt x="228" y="634"/>
                </a:cubicBezTo>
                <a:cubicBezTo>
                  <a:pt x="231" y="632"/>
                  <a:pt x="231" y="632"/>
                  <a:pt x="231" y="632"/>
                </a:cubicBezTo>
                <a:cubicBezTo>
                  <a:pt x="231" y="632"/>
                  <a:pt x="231" y="632"/>
                  <a:pt x="231" y="632"/>
                </a:cubicBezTo>
                <a:cubicBezTo>
                  <a:pt x="231" y="632"/>
                  <a:pt x="231" y="632"/>
                  <a:pt x="231" y="632"/>
                </a:cubicBezTo>
                <a:cubicBezTo>
                  <a:pt x="231" y="632"/>
                  <a:pt x="231" y="632"/>
                  <a:pt x="231" y="632"/>
                </a:cubicBezTo>
                <a:cubicBezTo>
                  <a:pt x="231" y="632"/>
                  <a:pt x="231" y="632"/>
                  <a:pt x="231" y="632"/>
                </a:cubicBezTo>
                <a:cubicBezTo>
                  <a:pt x="231" y="632"/>
                  <a:pt x="231" y="632"/>
                  <a:pt x="231" y="632"/>
                </a:cubicBezTo>
                <a:cubicBezTo>
                  <a:pt x="232" y="632"/>
                  <a:pt x="232" y="632"/>
                  <a:pt x="232" y="632"/>
                </a:cubicBezTo>
                <a:cubicBezTo>
                  <a:pt x="232" y="632"/>
                  <a:pt x="232" y="632"/>
                  <a:pt x="232" y="632"/>
                </a:cubicBezTo>
                <a:cubicBezTo>
                  <a:pt x="232" y="632"/>
                  <a:pt x="232" y="632"/>
                  <a:pt x="232" y="632"/>
                </a:cubicBezTo>
                <a:cubicBezTo>
                  <a:pt x="232" y="632"/>
                  <a:pt x="232" y="632"/>
                  <a:pt x="232" y="632"/>
                </a:cubicBezTo>
                <a:cubicBezTo>
                  <a:pt x="232" y="632"/>
                  <a:pt x="232" y="632"/>
                  <a:pt x="232" y="632"/>
                </a:cubicBezTo>
                <a:cubicBezTo>
                  <a:pt x="232" y="632"/>
                  <a:pt x="232" y="632"/>
                  <a:pt x="232" y="632"/>
                </a:cubicBezTo>
                <a:cubicBezTo>
                  <a:pt x="233" y="632"/>
                  <a:pt x="233" y="632"/>
                  <a:pt x="233" y="632"/>
                </a:cubicBezTo>
                <a:cubicBezTo>
                  <a:pt x="233" y="632"/>
                  <a:pt x="233" y="632"/>
                  <a:pt x="233" y="632"/>
                </a:cubicBezTo>
                <a:cubicBezTo>
                  <a:pt x="233" y="632"/>
                  <a:pt x="233" y="632"/>
                  <a:pt x="233" y="632"/>
                </a:cubicBezTo>
                <a:cubicBezTo>
                  <a:pt x="233" y="632"/>
                  <a:pt x="233" y="632"/>
                  <a:pt x="233" y="632"/>
                </a:cubicBezTo>
                <a:cubicBezTo>
                  <a:pt x="233" y="632"/>
                  <a:pt x="233" y="632"/>
                  <a:pt x="233" y="632"/>
                </a:cubicBezTo>
                <a:cubicBezTo>
                  <a:pt x="233" y="632"/>
                  <a:pt x="233" y="632"/>
                  <a:pt x="233" y="632"/>
                </a:cubicBezTo>
                <a:cubicBezTo>
                  <a:pt x="233" y="632"/>
                  <a:pt x="233" y="632"/>
                  <a:pt x="233" y="632"/>
                </a:cubicBezTo>
                <a:cubicBezTo>
                  <a:pt x="233" y="632"/>
                  <a:pt x="233" y="632"/>
                  <a:pt x="233" y="632"/>
                </a:cubicBezTo>
                <a:cubicBezTo>
                  <a:pt x="233" y="633"/>
                  <a:pt x="233" y="633"/>
                  <a:pt x="233" y="633"/>
                </a:cubicBezTo>
                <a:cubicBezTo>
                  <a:pt x="233" y="633"/>
                  <a:pt x="233" y="633"/>
                  <a:pt x="233" y="633"/>
                </a:cubicBezTo>
                <a:cubicBezTo>
                  <a:pt x="233" y="633"/>
                  <a:pt x="233" y="633"/>
                  <a:pt x="233" y="633"/>
                </a:cubicBezTo>
                <a:cubicBezTo>
                  <a:pt x="233" y="633"/>
                  <a:pt x="233" y="633"/>
                  <a:pt x="233" y="633"/>
                </a:cubicBezTo>
                <a:cubicBezTo>
                  <a:pt x="234" y="633"/>
                  <a:pt x="234" y="633"/>
                  <a:pt x="234" y="633"/>
                </a:cubicBezTo>
                <a:cubicBezTo>
                  <a:pt x="234" y="633"/>
                  <a:pt x="234" y="633"/>
                  <a:pt x="234" y="633"/>
                </a:cubicBezTo>
                <a:cubicBezTo>
                  <a:pt x="234" y="633"/>
                  <a:pt x="234" y="633"/>
                  <a:pt x="234" y="633"/>
                </a:cubicBezTo>
                <a:cubicBezTo>
                  <a:pt x="234" y="633"/>
                  <a:pt x="234" y="633"/>
                  <a:pt x="234" y="633"/>
                </a:cubicBezTo>
                <a:cubicBezTo>
                  <a:pt x="234" y="633"/>
                  <a:pt x="234" y="633"/>
                  <a:pt x="234" y="633"/>
                </a:cubicBezTo>
                <a:cubicBezTo>
                  <a:pt x="234" y="633"/>
                  <a:pt x="234" y="633"/>
                  <a:pt x="234" y="633"/>
                </a:cubicBezTo>
                <a:cubicBezTo>
                  <a:pt x="234" y="634"/>
                  <a:pt x="234" y="634"/>
                  <a:pt x="234" y="634"/>
                </a:cubicBezTo>
                <a:cubicBezTo>
                  <a:pt x="234" y="634"/>
                  <a:pt x="234" y="634"/>
                  <a:pt x="234" y="634"/>
                </a:cubicBezTo>
                <a:cubicBezTo>
                  <a:pt x="235" y="634"/>
                  <a:pt x="235" y="634"/>
                  <a:pt x="235" y="634"/>
                </a:cubicBezTo>
                <a:cubicBezTo>
                  <a:pt x="235" y="634"/>
                  <a:pt x="235" y="634"/>
                  <a:pt x="235" y="634"/>
                </a:cubicBezTo>
                <a:cubicBezTo>
                  <a:pt x="235" y="634"/>
                  <a:pt x="235" y="634"/>
                  <a:pt x="235" y="634"/>
                </a:cubicBezTo>
                <a:cubicBezTo>
                  <a:pt x="235" y="634"/>
                  <a:pt x="235" y="634"/>
                  <a:pt x="235" y="634"/>
                </a:cubicBezTo>
                <a:cubicBezTo>
                  <a:pt x="235" y="634"/>
                  <a:pt x="235" y="634"/>
                  <a:pt x="235" y="634"/>
                </a:cubicBezTo>
                <a:cubicBezTo>
                  <a:pt x="235" y="634"/>
                  <a:pt x="235" y="634"/>
                  <a:pt x="235" y="634"/>
                </a:cubicBezTo>
                <a:cubicBezTo>
                  <a:pt x="235" y="634"/>
                  <a:pt x="235" y="634"/>
                  <a:pt x="235" y="634"/>
                </a:cubicBezTo>
                <a:cubicBezTo>
                  <a:pt x="235" y="634"/>
                  <a:pt x="235" y="634"/>
                  <a:pt x="235" y="634"/>
                </a:cubicBezTo>
                <a:cubicBezTo>
                  <a:pt x="235" y="635"/>
                  <a:pt x="235" y="635"/>
                  <a:pt x="235" y="635"/>
                </a:cubicBezTo>
                <a:cubicBezTo>
                  <a:pt x="235" y="635"/>
                  <a:pt x="235" y="635"/>
                  <a:pt x="235" y="635"/>
                </a:cubicBezTo>
                <a:cubicBezTo>
                  <a:pt x="235" y="635"/>
                  <a:pt x="235" y="635"/>
                  <a:pt x="235" y="635"/>
                </a:cubicBezTo>
                <a:cubicBezTo>
                  <a:pt x="235" y="635"/>
                  <a:pt x="235" y="635"/>
                  <a:pt x="235" y="635"/>
                </a:cubicBezTo>
                <a:cubicBezTo>
                  <a:pt x="235" y="635"/>
                  <a:pt x="235" y="635"/>
                  <a:pt x="235" y="635"/>
                </a:cubicBezTo>
                <a:cubicBezTo>
                  <a:pt x="235" y="635"/>
                  <a:pt x="235" y="635"/>
                  <a:pt x="235" y="635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7"/>
                  <a:pt x="235" y="637"/>
                  <a:pt x="235" y="637"/>
                </a:cubicBezTo>
                <a:cubicBezTo>
                  <a:pt x="235" y="637"/>
                  <a:pt x="235" y="637"/>
                  <a:pt x="235" y="637"/>
                </a:cubicBezTo>
                <a:cubicBezTo>
                  <a:pt x="235" y="637"/>
                  <a:pt x="235" y="637"/>
                  <a:pt x="235" y="637"/>
                </a:cubicBezTo>
                <a:cubicBezTo>
                  <a:pt x="235" y="637"/>
                  <a:pt x="235" y="637"/>
                  <a:pt x="235" y="637"/>
                </a:cubicBezTo>
                <a:cubicBezTo>
                  <a:pt x="236" y="637"/>
                  <a:pt x="236" y="637"/>
                  <a:pt x="236" y="637"/>
                </a:cubicBezTo>
                <a:cubicBezTo>
                  <a:pt x="236" y="637"/>
                  <a:pt x="236" y="637"/>
                  <a:pt x="236" y="637"/>
                </a:cubicBezTo>
                <a:cubicBezTo>
                  <a:pt x="236" y="637"/>
                  <a:pt x="236" y="637"/>
                  <a:pt x="236" y="637"/>
                </a:cubicBezTo>
                <a:cubicBezTo>
                  <a:pt x="236" y="637"/>
                  <a:pt x="236" y="637"/>
                  <a:pt x="236" y="637"/>
                </a:cubicBezTo>
                <a:cubicBezTo>
                  <a:pt x="236" y="638"/>
                  <a:pt x="236" y="638"/>
                  <a:pt x="236" y="638"/>
                </a:cubicBezTo>
                <a:cubicBezTo>
                  <a:pt x="236" y="638"/>
                  <a:pt x="236" y="638"/>
                  <a:pt x="236" y="638"/>
                </a:cubicBezTo>
                <a:cubicBezTo>
                  <a:pt x="235" y="638"/>
                  <a:pt x="235" y="638"/>
                  <a:pt x="235" y="638"/>
                </a:cubicBezTo>
                <a:cubicBezTo>
                  <a:pt x="235" y="638"/>
                  <a:pt x="235" y="638"/>
                  <a:pt x="235" y="638"/>
                </a:cubicBezTo>
                <a:cubicBezTo>
                  <a:pt x="235" y="639"/>
                  <a:pt x="235" y="639"/>
                  <a:pt x="235" y="639"/>
                </a:cubicBezTo>
                <a:cubicBezTo>
                  <a:pt x="235" y="639"/>
                  <a:pt x="235" y="639"/>
                  <a:pt x="235" y="639"/>
                </a:cubicBezTo>
                <a:cubicBezTo>
                  <a:pt x="235" y="639"/>
                  <a:pt x="235" y="639"/>
                  <a:pt x="235" y="639"/>
                </a:cubicBezTo>
                <a:cubicBezTo>
                  <a:pt x="235" y="639"/>
                  <a:pt x="235" y="639"/>
                  <a:pt x="235" y="639"/>
                </a:cubicBezTo>
                <a:cubicBezTo>
                  <a:pt x="234" y="639"/>
                  <a:pt x="234" y="639"/>
                  <a:pt x="234" y="639"/>
                </a:cubicBezTo>
                <a:cubicBezTo>
                  <a:pt x="234" y="639"/>
                  <a:pt x="234" y="639"/>
                  <a:pt x="234" y="639"/>
                </a:cubicBezTo>
                <a:cubicBezTo>
                  <a:pt x="234" y="639"/>
                  <a:pt x="234" y="639"/>
                  <a:pt x="234" y="639"/>
                </a:cubicBezTo>
                <a:cubicBezTo>
                  <a:pt x="234" y="639"/>
                  <a:pt x="234" y="639"/>
                  <a:pt x="234" y="639"/>
                </a:cubicBezTo>
                <a:cubicBezTo>
                  <a:pt x="234" y="640"/>
                  <a:pt x="234" y="640"/>
                  <a:pt x="234" y="640"/>
                </a:cubicBezTo>
                <a:cubicBezTo>
                  <a:pt x="234" y="640"/>
                  <a:pt x="234" y="640"/>
                  <a:pt x="234" y="640"/>
                </a:cubicBezTo>
                <a:cubicBezTo>
                  <a:pt x="234" y="640"/>
                  <a:pt x="234" y="640"/>
                  <a:pt x="234" y="640"/>
                </a:cubicBezTo>
                <a:cubicBezTo>
                  <a:pt x="234" y="640"/>
                  <a:pt x="234" y="640"/>
                  <a:pt x="234" y="640"/>
                </a:cubicBezTo>
                <a:cubicBezTo>
                  <a:pt x="234" y="640"/>
                  <a:pt x="234" y="640"/>
                  <a:pt x="234" y="640"/>
                </a:cubicBezTo>
                <a:cubicBezTo>
                  <a:pt x="234" y="640"/>
                  <a:pt x="234" y="640"/>
                  <a:pt x="234" y="640"/>
                </a:cubicBezTo>
                <a:cubicBezTo>
                  <a:pt x="229" y="642"/>
                  <a:pt x="229" y="642"/>
                  <a:pt x="229" y="642"/>
                </a:cubicBezTo>
                <a:cubicBezTo>
                  <a:pt x="229" y="642"/>
                  <a:pt x="229" y="642"/>
                  <a:pt x="229" y="642"/>
                </a:cubicBezTo>
                <a:cubicBezTo>
                  <a:pt x="226" y="645"/>
                  <a:pt x="226" y="645"/>
                  <a:pt x="226" y="645"/>
                </a:cubicBezTo>
                <a:cubicBezTo>
                  <a:pt x="226" y="645"/>
                  <a:pt x="226" y="645"/>
                  <a:pt x="226" y="645"/>
                </a:cubicBezTo>
                <a:cubicBezTo>
                  <a:pt x="223" y="648"/>
                  <a:pt x="223" y="648"/>
                  <a:pt x="223" y="648"/>
                </a:cubicBezTo>
                <a:cubicBezTo>
                  <a:pt x="223" y="648"/>
                  <a:pt x="223" y="648"/>
                  <a:pt x="223" y="648"/>
                </a:cubicBezTo>
                <a:cubicBezTo>
                  <a:pt x="220" y="652"/>
                  <a:pt x="220" y="652"/>
                  <a:pt x="220" y="652"/>
                </a:cubicBezTo>
                <a:cubicBezTo>
                  <a:pt x="220" y="652"/>
                  <a:pt x="220" y="652"/>
                  <a:pt x="220" y="652"/>
                </a:cubicBezTo>
                <a:cubicBezTo>
                  <a:pt x="217" y="656"/>
                  <a:pt x="217" y="656"/>
                  <a:pt x="217" y="656"/>
                </a:cubicBezTo>
                <a:cubicBezTo>
                  <a:pt x="217" y="656"/>
                  <a:pt x="217" y="656"/>
                  <a:pt x="217" y="656"/>
                </a:cubicBezTo>
                <a:cubicBezTo>
                  <a:pt x="215" y="659"/>
                  <a:pt x="215" y="659"/>
                  <a:pt x="215" y="659"/>
                </a:cubicBezTo>
                <a:cubicBezTo>
                  <a:pt x="215" y="659"/>
                  <a:pt x="215" y="659"/>
                  <a:pt x="215" y="659"/>
                </a:cubicBezTo>
                <a:cubicBezTo>
                  <a:pt x="212" y="663"/>
                  <a:pt x="212" y="663"/>
                  <a:pt x="212" y="663"/>
                </a:cubicBezTo>
                <a:cubicBezTo>
                  <a:pt x="212" y="663"/>
                  <a:pt x="212" y="663"/>
                  <a:pt x="212" y="663"/>
                </a:cubicBezTo>
                <a:cubicBezTo>
                  <a:pt x="209" y="667"/>
                  <a:pt x="209" y="667"/>
                  <a:pt x="209" y="667"/>
                </a:cubicBezTo>
                <a:cubicBezTo>
                  <a:pt x="209" y="667"/>
                  <a:pt x="209" y="667"/>
                  <a:pt x="209" y="667"/>
                </a:cubicBezTo>
                <a:cubicBezTo>
                  <a:pt x="209" y="667"/>
                  <a:pt x="209" y="667"/>
                  <a:pt x="209" y="667"/>
                </a:cubicBezTo>
                <a:cubicBezTo>
                  <a:pt x="209" y="667"/>
                  <a:pt x="209" y="667"/>
                  <a:pt x="209" y="667"/>
                </a:cubicBezTo>
                <a:cubicBezTo>
                  <a:pt x="209" y="667"/>
                  <a:pt x="209" y="667"/>
                  <a:pt x="209" y="667"/>
                </a:cubicBezTo>
                <a:cubicBezTo>
                  <a:pt x="209" y="667"/>
                  <a:pt x="209" y="667"/>
                  <a:pt x="209" y="667"/>
                </a:cubicBezTo>
                <a:cubicBezTo>
                  <a:pt x="209" y="667"/>
                  <a:pt x="209" y="667"/>
                  <a:pt x="209" y="667"/>
                </a:cubicBezTo>
                <a:cubicBezTo>
                  <a:pt x="209" y="667"/>
                  <a:pt x="209" y="667"/>
                  <a:pt x="209" y="667"/>
                </a:cubicBezTo>
                <a:cubicBezTo>
                  <a:pt x="210" y="667"/>
                  <a:pt x="210" y="667"/>
                  <a:pt x="210" y="667"/>
                </a:cubicBezTo>
                <a:cubicBezTo>
                  <a:pt x="210" y="667"/>
                  <a:pt x="210" y="667"/>
                  <a:pt x="210" y="667"/>
                </a:cubicBezTo>
                <a:cubicBezTo>
                  <a:pt x="210" y="667"/>
                  <a:pt x="210" y="667"/>
                  <a:pt x="210" y="667"/>
                </a:cubicBezTo>
                <a:cubicBezTo>
                  <a:pt x="210" y="667"/>
                  <a:pt x="210" y="667"/>
                  <a:pt x="210" y="667"/>
                </a:cubicBezTo>
                <a:cubicBezTo>
                  <a:pt x="210" y="667"/>
                  <a:pt x="210" y="667"/>
                  <a:pt x="210" y="667"/>
                </a:cubicBezTo>
                <a:cubicBezTo>
                  <a:pt x="210" y="667"/>
                  <a:pt x="210" y="667"/>
                  <a:pt x="210" y="667"/>
                </a:cubicBezTo>
                <a:cubicBezTo>
                  <a:pt x="210" y="667"/>
                  <a:pt x="210" y="667"/>
                  <a:pt x="210" y="667"/>
                </a:cubicBezTo>
                <a:cubicBezTo>
                  <a:pt x="210" y="667"/>
                  <a:pt x="210" y="667"/>
                  <a:pt x="210" y="667"/>
                </a:cubicBezTo>
                <a:cubicBezTo>
                  <a:pt x="211" y="667"/>
                  <a:pt x="211" y="667"/>
                  <a:pt x="211" y="667"/>
                </a:cubicBezTo>
                <a:cubicBezTo>
                  <a:pt x="211" y="667"/>
                  <a:pt x="211" y="667"/>
                  <a:pt x="211" y="667"/>
                </a:cubicBezTo>
                <a:cubicBezTo>
                  <a:pt x="222" y="661"/>
                  <a:pt x="222" y="661"/>
                  <a:pt x="222" y="661"/>
                </a:cubicBezTo>
                <a:cubicBezTo>
                  <a:pt x="222" y="661"/>
                  <a:pt x="222" y="661"/>
                  <a:pt x="222" y="661"/>
                </a:cubicBezTo>
                <a:cubicBezTo>
                  <a:pt x="222" y="659"/>
                  <a:pt x="222" y="659"/>
                  <a:pt x="222" y="659"/>
                </a:cubicBezTo>
                <a:cubicBezTo>
                  <a:pt x="222" y="659"/>
                  <a:pt x="222" y="659"/>
                  <a:pt x="222" y="659"/>
                </a:cubicBezTo>
                <a:cubicBezTo>
                  <a:pt x="222" y="653"/>
                  <a:pt x="222" y="653"/>
                  <a:pt x="222" y="653"/>
                </a:cubicBezTo>
                <a:cubicBezTo>
                  <a:pt x="222" y="653"/>
                  <a:pt x="222" y="653"/>
                  <a:pt x="222" y="653"/>
                </a:cubicBezTo>
                <a:cubicBezTo>
                  <a:pt x="223" y="652"/>
                  <a:pt x="223" y="652"/>
                  <a:pt x="223" y="652"/>
                </a:cubicBezTo>
                <a:cubicBezTo>
                  <a:pt x="223" y="652"/>
                  <a:pt x="223" y="652"/>
                  <a:pt x="223" y="652"/>
                </a:cubicBezTo>
                <a:cubicBezTo>
                  <a:pt x="224" y="652"/>
                  <a:pt x="224" y="652"/>
                  <a:pt x="224" y="652"/>
                </a:cubicBezTo>
                <a:cubicBezTo>
                  <a:pt x="224" y="652"/>
                  <a:pt x="224" y="652"/>
                  <a:pt x="224" y="652"/>
                </a:cubicBezTo>
                <a:cubicBezTo>
                  <a:pt x="224" y="652"/>
                  <a:pt x="224" y="652"/>
                  <a:pt x="224" y="652"/>
                </a:cubicBezTo>
                <a:cubicBezTo>
                  <a:pt x="224" y="652"/>
                  <a:pt x="224" y="652"/>
                  <a:pt x="224" y="652"/>
                </a:cubicBezTo>
                <a:cubicBezTo>
                  <a:pt x="224" y="652"/>
                  <a:pt x="224" y="652"/>
                  <a:pt x="224" y="652"/>
                </a:cubicBezTo>
                <a:cubicBezTo>
                  <a:pt x="224" y="652"/>
                  <a:pt x="224" y="652"/>
                  <a:pt x="224" y="652"/>
                </a:cubicBezTo>
                <a:cubicBezTo>
                  <a:pt x="225" y="652"/>
                  <a:pt x="225" y="652"/>
                  <a:pt x="225" y="652"/>
                </a:cubicBezTo>
                <a:cubicBezTo>
                  <a:pt x="225" y="652"/>
                  <a:pt x="225" y="652"/>
                  <a:pt x="225" y="652"/>
                </a:cubicBezTo>
                <a:cubicBezTo>
                  <a:pt x="225" y="653"/>
                  <a:pt x="225" y="653"/>
                  <a:pt x="225" y="653"/>
                </a:cubicBezTo>
                <a:cubicBezTo>
                  <a:pt x="225" y="653"/>
                  <a:pt x="225" y="653"/>
                  <a:pt x="225" y="653"/>
                </a:cubicBezTo>
                <a:cubicBezTo>
                  <a:pt x="225" y="653"/>
                  <a:pt x="225" y="653"/>
                  <a:pt x="225" y="653"/>
                </a:cubicBezTo>
                <a:cubicBezTo>
                  <a:pt x="225" y="653"/>
                  <a:pt x="225" y="653"/>
                  <a:pt x="225" y="653"/>
                </a:cubicBezTo>
                <a:cubicBezTo>
                  <a:pt x="226" y="653"/>
                  <a:pt x="226" y="653"/>
                  <a:pt x="226" y="653"/>
                </a:cubicBezTo>
                <a:cubicBezTo>
                  <a:pt x="226" y="653"/>
                  <a:pt x="226" y="653"/>
                  <a:pt x="226" y="653"/>
                </a:cubicBezTo>
                <a:cubicBezTo>
                  <a:pt x="226" y="653"/>
                  <a:pt x="226" y="653"/>
                  <a:pt x="226" y="653"/>
                </a:cubicBezTo>
                <a:cubicBezTo>
                  <a:pt x="226" y="653"/>
                  <a:pt x="226" y="653"/>
                  <a:pt x="226" y="653"/>
                </a:cubicBezTo>
                <a:cubicBezTo>
                  <a:pt x="226" y="654"/>
                  <a:pt x="226" y="654"/>
                  <a:pt x="226" y="654"/>
                </a:cubicBezTo>
                <a:cubicBezTo>
                  <a:pt x="226" y="654"/>
                  <a:pt x="226" y="654"/>
                  <a:pt x="226" y="654"/>
                </a:cubicBezTo>
                <a:cubicBezTo>
                  <a:pt x="226" y="654"/>
                  <a:pt x="226" y="654"/>
                  <a:pt x="226" y="654"/>
                </a:cubicBezTo>
                <a:cubicBezTo>
                  <a:pt x="226" y="654"/>
                  <a:pt x="226" y="654"/>
                  <a:pt x="226" y="654"/>
                </a:cubicBezTo>
                <a:cubicBezTo>
                  <a:pt x="226" y="655"/>
                  <a:pt x="226" y="655"/>
                  <a:pt x="226" y="655"/>
                </a:cubicBezTo>
                <a:cubicBezTo>
                  <a:pt x="226" y="655"/>
                  <a:pt x="226" y="655"/>
                  <a:pt x="226" y="655"/>
                </a:cubicBezTo>
                <a:cubicBezTo>
                  <a:pt x="226" y="655"/>
                  <a:pt x="226" y="655"/>
                  <a:pt x="226" y="655"/>
                </a:cubicBezTo>
                <a:cubicBezTo>
                  <a:pt x="226" y="655"/>
                  <a:pt x="226" y="655"/>
                  <a:pt x="226" y="655"/>
                </a:cubicBezTo>
                <a:cubicBezTo>
                  <a:pt x="226" y="656"/>
                  <a:pt x="226" y="656"/>
                  <a:pt x="226" y="656"/>
                </a:cubicBezTo>
                <a:cubicBezTo>
                  <a:pt x="226" y="656"/>
                  <a:pt x="226" y="656"/>
                  <a:pt x="226" y="656"/>
                </a:cubicBezTo>
                <a:cubicBezTo>
                  <a:pt x="225" y="656"/>
                  <a:pt x="225" y="656"/>
                  <a:pt x="225" y="656"/>
                </a:cubicBezTo>
                <a:cubicBezTo>
                  <a:pt x="225" y="656"/>
                  <a:pt x="225" y="656"/>
                  <a:pt x="225" y="656"/>
                </a:cubicBezTo>
                <a:cubicBezTo>
                  <a:pt x="225" y="657"/>
                  <a:pt x="225" y="657"/>
                  <a:pt x="225" y="657"/>
                </a:cubicBezTo>
                <a:cubicBezTo>
                  <a:pt x="225" y="657"/>
                  <a:pt x="225" y="657"/>
                  <a:pt x="225" y="657"/>
                </a:cubicBezTo>
                <a:cubicBezTo>
                  <a:pt x="226" y="657"/>
                  <a:pt x="226" y="657"/>
                  <a:pt x="226" y="657"/>
                </a:cubicBezTo>
                <a:cubicBezTo>
                  <a:pt x="226" y="657"/>
                  <a:pt x="226" y="657"/>
                  <a:pt x="226" y="657"/>
                </a:cubicBezTo>
                <a:cubicBezTo>
                  <a:pt x="227" y="657"/>
                  <a:pt x="227" y="657"/>
                  <a:pt x="227" y="657"/>
                </a:cubicBezTo>
                <a:cubicBezTo>
                  <a:pt x="227" y="657"/>
                  <a:pt x="227" y="657"/>
                  <a:pt x="227" y="657"/>
                </a:cubicBezTo>
                <a:cubicBezTo>
                  <a:pt x="229" y="657"/>
                  <a:pt x="229" y="657"/>
                  <a:pt x="229" y="657"/>
                </a:cubicBezTo>
                <a:cubicBezTo>
                  <a:pt x="229" y="657"/>
                  <a:pt x="229" y="657"/>
                  <a:pt x="229" y="657"/>
                </a:cubicBezTo>
                <a:cubicBezTo>
                  <a:pt x="230" y="656"/>
                  <a:pt x="230" y="656"/>
                  <a:pt x="230" y="656"/>
                </a:cubicBezTo>
                <a:cubicBezTo>
                  <a:pt x="230" y="656"/>
                  <a:pt x="230" y="656"/>
                  <a:pt x="230" y="656"/>
                </a:cubicBezTo>
                <a:cubicBezTo>
                  <a:pt x="232" y="655"/>
                  <a:pt x="232" y="655"/>
                  <a:pt x="232" y="655"/>
                </a:cubicBezTo>
                <a:cubicBezTo>
                  <a:pt x="232" y="655"/>
                  <a:pt x="232" y="655"/>
                  <a:pt x="232" y="655"/>
                </a:cubicBezTo>
                <a:cubicBezTo>
                  <a:pt x="233" y="655"/>
                  <a:pt x="233" y="655"/>
                  <a:pt x="233" y="655"/>
                </a:cubicBezTo>
                <a:cubicBezTo>
                  <a:pt x="233" y="655"/>
                  <a:pt x="233" y="655"/>
                  <a:pt x="233" y="655"/>
                </a:cubicBezTo>
                <a:cubicBezTo>
                  <a:pt x="235" y="654"/>
                  <a:pt x="235" y="654"/>
                  <a:pt x="235" y="654"/>
                </a:cubicBezTo>
                <a:cubicBezTo>
                  <a:pt x="235" y="654"/>
                  <a:pt x="235" y="654"/>
                  <a:pt x="235" y="654"/>
                </a:cubicBezTo>
                <a:cubicBezTo>
                  <a:pt x="236" y="653"/>
                  <a:pt x="236" y="653"/>
                  <a:pt x="236" y="653"/>
                </a:cubicBezTo>
                <a:cubicBezTo>
                  <a:pt x="236" y="653"/>
                  <a:pt x="236" y="653"/>
                  <a:pt x="236" y="653"/>
                </a:cubicBezTo>
                <a:cubicBezTo>
                  <a:pt x="238" y="652"/>
                  <a:pt x="238" y="652"/>
                  <a:pt x="238" y="652"/>
                </a:cubicBezTo>
                <a:cubicBezTo>
                  <a:pt x="238" y="652"/>
                  <a:pt x="238" y="652"/>
                  <a:pt x="238" y="652"/>
                </a:cubicBezTo>
                <a:cubicBezTo>
                  <a:pt x="240" y="644"/>
                  <a:pt x="240" y="644"/>
                  <a:pt x="240" y="644"/>
                </a:cubicBezTo>
                <a:cubicBezTo>
                  <a:pt x="240" y="644"/>
                  <a:pt x="240" y="644"/>
                  <a:pt x="240" y="644"/>
                </a:cubicBezTo>
                <a:cubicBezTo>
                  <a:pt x="241" y="644"/>
                  <a:pt x="241" y="644"/>
                  <a:pt x="241" y="644"/>
                </a:cubicBezTo>
                <a:cubicBezTo>
                  <a:pt x="241" y="644"/>
                  <a:pt x="241" y="644"/>
                  <a:pt x="241" y="644"/>
                </a:cubicBezTo>
                <a:cubicBezTo>
                  <a:pt x="242" y="645"/>
                  <a:pt x="242" y="645"/>
                  <a:pt x="242" y="645"/>
                </a:cubicBezTo>
                <a:cubicBezTo>
                  <a:pt x="242" y="645"/>
                  <a:pt x="242" y="645"/>
                  <a:pt x="242" y="645"/>
                </a:cubicBezTo>
                <a:cubicBezTo>
                  <a:pt x="243" y="645"/>
                  <a:pt x="243" y="645"/>
                  <a:pt x="243" y="645"/>
                </a:cubicBezTo>
                <a:cubicBezTo>
                  <a:pt x="243" y="645"/>
                  <a:pt x="243" y="645"/>
                  <a:pt x="243" y="645"/>
                </a:cubicBezTo>
                <a:cubicBezTo>
                  <a:pt x="244" y="645"/>
                  <a:pt x="244" y="645"/>
                  <a:pt x="244" y="645"/>
                </a:cubicBezTo>
                <a:cubicBezTo>
                  <a:pt x="244" y="645"/>
                  <a:pt x="244" y="645"/>
                  <a:pt x="244" y="645"/>
                </a:cubicBezTo>
                <a:cubicBezTo>
                  <a:pt x="244" y="646"/>
                  <a:pt x="244" y="646"/>
                  <a:pt x="244" y="646"/>
                </a:cubicBezTo>
                <a:cubicBezTo>
                  <a:pt x="244" y="646"/>
                  <a:pt x="244" y="646"/>
                  <a:pt x="244" y="646"/>
                </a:cubicBezTo>
                <a:cubicBezTo>
                  <a:pt x="245" y="647"/>
                  <a:pt x="245" y="647"/>
                  <a:pt x="245" y="647"/>
                </a:cubicBezTo>
                <a:cubicBezTo>
                  <a:pt x="245" y="647"/>
                  <a:pt x="245" y="647"/>
                  <a:pt x="245" y="647"/>
                </a:cubicBezTo>
                <a:cubicBezTo>
                  <a:pt x="246" y="648"/>
                  <a:pt x="246" y="648"/>
                  <a:pt x="246" y="648"/>
                </a:cubicBezTo>
                <a:cubicBezTo>
                  <a:pt x="246" y="648"/>
                  <a:pt x="246" y="648"/>
                  <a:pt x="246" y="648"/>
                </a:cubicBezTo>
                <a:cubicBezTo>
                  <a:pt x="247" y="648"/>
                  <a:pt x="247" y="648"/>
                  <a:pt x="247" y="648"/>
                </a:cubicBezTo>
                <a:cubicBezTo>
                  <a:pt x="247" y="648"/>
                  <a:pt x="247" y="648"/>
                  <a:pt x="247" y="648"/>
                </a:cubicBezTo>
                <a:cubicBezTo>
                  <a:pt x="246" y="649"/>
                  <a:pt x="246" y="649"/>
                  <a:pt x="246" y="649"/>
                </a:cubicBezTo>
                <a:cubicBezTo>
                  <a:pt x="246" y="649"/>
                  <a:pt x="246" y="649"/>
                  <a:pt x="246" y="649"/>
                </a:cubicBezTo>
                <a:cubicBezTo>
                  <a:pt x="246" y="649"/>
                  <a:pt x="246" y="649"/>
                  <a:pt x="246" y="649"/>
                </a:cubicBezTo>
                <a:cubicBezTo>
                  <a:pt x="246" y="649"/>
                  <a:pt x="246" y="649"/>
                  <a:pt x="246" y="649"/>
                </a:cubicBezTo>
                <a:cubicBezTo>
                  <a:pt x="245" y="649"/>
                  <a:pt x="245" y="649"/>
                  <a:pt x="245" y="649"/>
                </a:cubicBezTo>
                <a:cubicBezTo>
                  <a:pt x="245" y="649"/>
                  <a:pt x="245" y="649"/>
                  <a:pt x="245" y="649"/>
                </a:cubicBezTo>
                <a:cubicBezTo>
                  <a:pt x="245" y="650"/>
                  <a:pt x="245" y="650"/>
                  <a:pt x="245" y="650"/>
                </a:cubicBezTo>
                <a:cubicBezTo>
                  <a:pt x="245" y="650"/>
                  <a:pt x="245" y="650"/>
                  <a:pt x="245" y="650"/>
                </a:cubicBezTo>
                <a:cubicBezTo>
                  <a:pt x="244" y="650"/>
                  <a:pt x="244" y="650"/>
                  <a:pt x="244" y="650"/>
                </a:cubicBezTo>
                <a:cubicBezTo>
                  <a:pt x="244" y="650"/>
                  <a:pt x="244" y="650"/>
                  <a:pt x="244" y="650"/>
                </a:cubicBezTo>
                <a:cubicBezTo>
                  <a:pt x="244" y="650"/>
                  <a:pt x="244" y="650"/>
                  <a:pt x="244" y="650"/>
                </a:cubicBezTo>
                <a:cubicBezTo>
                  <a:pt x="244" y="650"/>
                  <a:pt x="244" y="650"/>
                  <a:pt x="244" y="650"/>
                </a:cubicBezTo>
                <a:cubicBezTo>
                  <a:pt x="244" y="650"/>
                  <a:pt x="244" y="650"/>
                  <a:pt x="244" y="650"/>
                </a:cubicBezTo>
                <a:cubicBezTo>
                  <a:pt x="244" y="650"/>
                  <a:pt x="244" y="650"/>
                  <a:pt x="244" y="650"/>
                </a:cubicBezTo>
                <a:cubicBezTo>
                  <a:pt x="243" y="650"/>
                  <a:pt x="243" y="650"/>
                  <a:pt x="243" y="650"/>
                </a:cubicBezTo>
                <a:cubicBezTo>
                  <a:pt x="243" y="650"/>
                  <a:pt x="243" y="650"/>
                  <a:pt x="243" y="650"/>
                </a:cubicBezTo>
                <a:cubicBezTo>
                  <a:pt x="238" y="657"/>
                  <a:pt x="238" y="657"/>
                  <a:pt x="238" y="657"/>
                </a:cubicBezTo>
                <a:cubicBezTo>
                  <a:pt x="238" y="657"/>
                  <a:pt x="238" y="657"/>
                  <a:pt x="238" y="657"/>
                </a:cubicBezTo>
                <a:cubicBezTo>
                  <a:pt x="235" y="664"/>
                  <a:pt x="235" y="664"/>
                  <a:pt x="235" y="664"/>
                </a:cubicBezTo>
                <a:cubicBezTo>
                  <a:pt x="235" y="664"/>
                  <a:pt x="235" y="664"/>
                  <a:pt x="235" y="664"/>
                </a:cubicBezTo>
                <a:cubicBezTo>
                  <a:pt x="240" y="663"/>
                  <a:pt x="240" y="663"/>
                  <a:pt x="240" y="663"/>
                </a:cubicBezTo>
                <a:cubicBezTo>
                  <a:pt x="240" y="663"/>
                  <a:pt x="240" y="663"/>
                  <a:pt x="240" y="663"/>
                </a:cubicBezTo>
                <a:cubicBezTo>
                  <a:pt x="250" y="659"/>
                  <a:pt x="250" y="659"/>
                  <a:pt x="250" y="659"/>
                </a:cubicBezTo>
                <a:cubicBezTo>
                  <a:pt x="250" y="659"/>
                  <a:pt x="250" y="659"/>
                  <a:pt x="250" y="659"/>
                </a:cubicBezTo>
                <a:cubicBezTo>
                  <a:pt x="250" y="659"/>
                  <a:pt x="250" y="659"/>
                  <a:pt x="250" y="659"/>
                </a:cubicBezTo>
                <a:cubicBezTo>
                  <a:pt x="250" y="659"/>
                  <a:pt x="250" y="659"/>
                  <a:pt x="250" y="659"/>
                </a:cubicBezTo>
                <a:cubicBezTo>
                  <a:pt x="251" y="659"/>
                  <a:pt x="251" y="659"/>
                  <a:pt x="251" y="659"/>
                </a:cubicBezTo>
                <a:cubicBezTo>
                  <a:pt x="251" y="659"/>
                  <a:pt x="251" y="659"/>
                  <a:pt x="251" y="659"/>
                </a:cubicBezTo>
                <a:cubicBezTo>
                  <a:pt x="251" y="659"/>
                  <a:pt x="251" y="659"/>
                  <a:pt x="251" y="659"/>
                </a:cubicBezTo>
                <a:cubicBezTo>
                  <a:pt x="251" y="659"/>
                  <a:pt x="251" y="659"/>
                  <a:pt x="251" y="659"/>
                </a:cubicBezTo>
                <a:cubicBezTo>
                  <a:pt x="252" y="660"/>
                  <a:pt x="252" y="660"/>
                  <a:pt x="252" y="660"/>
                </a:cubicBezTo>
                <a:cubicBezTo>
                  <a:pt x="252" y="660"/>
                  <a:pt x="252" y="660"/>
                  <a:pt x="252" y="660"/>
                </a:cubicBezTo>
                <a:cubicBezTo>
                  <a:pt x="252" y="660"/>
                  <a:pt x="252" y="660"/>
                  <a:pt x="252" y="660"/>
                </a:cubicBezTo>
                <a:cubicBezTo>
                  <a:pt x="252" y="660"/>
                  <a:pt x="252" y="660"/>
                  <a:pt x="252" y="660"/>
                </a:cubicBezTo>
                <a:cubicBezTo>
                  <a:pt x="252" y="661"/>
                  <a:pt x="252" y="661"/>
                  <a:pt x="252" y="661"/>
                </a:cubicBezTo>
                <a:cubicBezTo>
                  <a:pt x="252" y="661"/>
                  <a:pt x="252" y="661"/>
                  <a:pt x="252" y="661"/>
                </a:cubicBezTo>
                <a:cubicBezTo>
                  <a:pt x="253" y="661"/>
                  <a:pt x="253" y="661"/>
                  <a:pt x="253" y="661"/>
                </a:cubicBezTo>
                <a:cubicBezTo>
                  <a:pt x="253" y="661"/>
                  <a:pt x="253" y="661"/>
                  <a:pt x="253" y="661"/>
                </a:cubicBezTo>
                <a:cubicBezTo>
                  <a:pt x="253" y="661"/>
                  <a:pt x="253" y="661"/>
                  <a:pt x="253" y="661"/>
                </a:cubicBezTo>
                <a:cubicBezTo>
                  <a:pt x="253" y="661"/>
                  <a:pt x="253" y="661"/>
                  <a:pt x="253" y="661"/>
                </a:cubicBezTo>
                <a:cubicBezTo>
                  <a:pt x="241" y="667"/>
                  <a:pt x="241" y="667"/>
                  <a:pt x="241" y="667"/>
                </a:cubicBezTo>
                <a:cubicBezTo>
                  <a:pt x="241" y="667"/>
                  <a:pt x="241" y="667"/>
                  <a:pt x="241" y="667"/>
                </a:cubicBezTo>
                <a:cubicBezTo>
                  <a:pt x="241" y="667"/>
                  <a:pt x="241" y="667"/>
                  <a:pt x="241" y="667"/>
                </a:cubicBezTo>
                <a:cubicBezTo>
                  <a:pt x="241" y="667"/>
                  <a:pt x="241" y="667"/>
                  <a:pt x="241" y="667"/>
                </a:cubicBezTo>
                <a:cubicBezTo>
                  <a:pt x="240" y="667"/>
                  <a:pt x="240" y="667"/>
                  <a:pt x="240" y="667"/>
                </a:cubicBezTo>
                <a:cubicBezTo>
                  <a:pt x="240" y="667"/>
                  <a:pt x="240" y="667"/>
                  <a:pt x="240" y="667"/>
                </a:cubicBezTo>
                <a:cubicBezTo>
                  <a:pt x="239" y="667"/>
                  <a:pt x="239" y="667"/>
                  <a:pt x="239" y="667"/>
                </a:cubicBezTo>
                <a:cubicBezTo>
                  <a:pt x="239" y="667"/>
                  <a:pt x="239" y="667"/>
                  <a:pt x="239" y="667"/>
                </a:cubicBezTo>
                <a:cubicBezTo>
                  <a:pt x="239" y="667"/>
                  <a:pt x="239" y="667"/>
                  <a:pt x="239" y="667"/>
                </a:cubicBezTo>
                <a:cubicBezTo>
                  <a:pt x="239" y="667"/>
                  <a:pt x="239" y="667"/>
                  <a:pt x="239" y="667"/>
                </a:cubicBezTo>
                <a:cubicBezTo>
                  <a:pt x="238" y="668"/>
                  <a:pt x="238" y="668"/>
                  <a:pt x="238" y="668"/>
                </a:cubicBezTo>
                <a:cubicBezTo>
                  <a:pt x="238" y="668"/>
                  <a:pt x="238" y="668"/>
                  <a:pt x="238" y="668"/>
                </a:cubicBezTo>
                <a:cubicBezTo>
                  <a:pt x="237" y="668"/>
                  <a:pt x="237" y="668"/>
                  <a:pt x="237" y="668"/>
                </a:cubicBezTo>
                <a:cubicBezTo>
                  <a:pt x="237" y="668"/>
                  <a:pt x="237" y="668"/>
                  <a:pt x="237" y="668"/>
                </a:cubicBezTo>
                <a:cubicBezTo>
                  <a:pt x="237" y="668"/>
                  <a:pt x="237" y="668"/>
                  <a:pt x="237" y="668"/>
                </a:cubicBezTo>
                <a:cubicBezTo>
                  <a:pt x="237" y="668"/>
                  <a:pt x="237" y="668"/>
                  <a:pt x="237" y="668"/>
                </a:cubicBezTo>
                <a:cubicBezTo>
                  <a:pt x="236" y="668"/>
                  <a:pt x="236" y="668"/>
                  <a:pt x="236" y="668"/>
                </a:cubicBezTo>
                <a:cubicBezTo>
                  <a:pt x="236" y="668"/>
                  <a:pt x="236" y="668"/>
                  <a:pt x="236" y="668"/>
                </a:cubicBezTo>
                <a:cubicBezTo>
                  <a:pt x="231" y="670"/>
                  <a:pt x="231" y="670"/>
                  <a:pt x="231" y="670"/>
                </a:cubicBezTo>
                <a:cubicBezTo>
                  <a:pt x="231" y="670"/>
                  <a:pt x="231" y="670"/>
                  <a:pt x="231" y="670"/>
                </a:cubicBezTo>
                <a:cubicBezTo>
                  <a:pt x="230" y="671"/>
                  <a:pt x="230" y="671"/>
                  <a:pt x="230" y="671"/>
                </a:cubicBezTo>
                <a:cubicBezTo>
                  <a:pt x="230" y="671"/>
                  <a:pt x="230" y="671"/>
                  <a:pt x="230" y="671"/>
                </a:cubicBezTo>
                <a:cubicBezTo>
                  <a:pt x="231" y="672"/>
                  <a:pt x="231" y="672"/>
                  <a:pt x="231" y="672"/>
                </a:cubicBezTo>
                <a:cubicBezTo>
                  <a:pt x="231" y="672"/>
                  <a:pt x="231" y="672"/>
                  <a:pt x="231" y="672"/>
                </a:cubicBezTo>
                <a:cubicBezTo>
                  <a:pt x="231" y="673"/>
                  <a:pt x="231" y="673"/>
                  <a:pt x="231" y="673"/>
                </a:cubicBezTo>
                <a:cubicBezTo>
                  <a:pt x="231" y="673"/>
                  <a:pt x="231" y="673"/>
                  <a:pt x="231" y="673"/>
                </a:cubicBezTo>
                <a:cubicBezTo>
                  <a:pt x="232" y="674"/>
                  <a:pt x="232" y="674"/>
                  <a:pt x="232" y="674"/>
                </a:cubicBezTo>
                <a:cubicBezTo>
                  <a:pt x="232" y="674"/>
                  <a:pt x="232" y="674"/>
                  <a:pt x="232" y="674"/>
                </a:cubicBezTo>
                <a:cubicBezTo>
                  <a:pt x="232" y="674"/>
                  <a:pt x="232" y="674"/>
                  <a:pt x="232" y="674"/>
                </a:cubicBezTo>
                <a:cubicBezTo>
                  <a:pt x="232" y="674"/>
                  <a:pt x="232" y="674"/>
                  <a:pt x="232" y="674"/>
                </a:cubicBezTo>
                <a:cubicBezTo>
                  <a:pt x="232" y="675"/>
                  <a:pt x="232" y="675"/>
                  <a:pt x="232" y="675"/>
                </a:cubicBezTo>
                <a:cubicBezTo>
                  <a:pt x="232" y="675"/>
                  <a:pt x="232" y="675"/>
                  <a:pt x="232" y="675"/>
                </a:cubicBezTo>
                <a:cubicBezTo>
                  <a:pt x="232" y="676"/>
                  <a:pt x="232" y="676"/>
                  <a:pt x="232" y="676"/>
                </a:cubicBezTo>
                <a:cubicBezTo>
                  <a:pt x="232" y="676"/>
                  <a:pt x="232" y="676"/>
                  <a:pt x="232" y="676"/>
                </a:cubicBezTo>
                <a:cubicBezTo>
                  <a:pt x="232" y="677"/>
                  <a:pt x="232" y="677"/>
                  <a:pt x="232" y="677"/>
                </a:cubicBezTo>
                <a:cubicBezTo>
                  <a:pt x="232" y="677"/>
                  <a:pt x="232" y="677"/>
                  <a:pt x="232" y="677"/>
                </a:cubicBezTo>
                <a:cubicBezTo>
                  <a:pt x="233" y="678"/>
                  <a:pt x="233" y="678"/>
                  <a:pt x="233" y="678"/>
                </a:cubicBezTo>
                <a:cubicBezTo>
                  <a:pt x="233" y="678"/>
                  <a:pt x="233" y="678"/>
                  <a:pt x="233" y="678"/>
                </a:cubicBezTo>
                <a:cubicBezTo>
                  <a:pt x="245" y="675"/>
                  <a:pt x="245" y="675"/>
                  <a:pt x="245" y="675"/>
                </a:cubicBezTo>
                <a:cubicBezTo>
                  <a:pt x="245" y="675"/>
                  <a:pt x="245" y="675"/>
                  <a:pt x="245" y="675"/>
                </a:cubicBezTo>
                <a:cubicBezTo>
                  <a:pt x="246" y="676"/>
                  <a:pt x="246" y="676"/>
                  <a:pt x="246" y="676"/>
                </a:cubicBezTo>
                <a:cubicBezTo>
                  <a:pt x="246" y="676"/>
                  <a:pt x="246" y="676"/>
                  <a:pt x="246" y="676"/>
                </a:cubicBezTo>
                <a:cubicBezTo>
                  <a:pt x="246" y="677"/>
                  <a:pt x="246" y="677"/>
                  <a:pt x="246" y="677"/>
                </a:cubicBezTo>
                <a:cubicBezTo>
                  <a:pt x="246" y="677"/>
                  <a:pt x="246" y="677"/>
                  <a:pt x="246" y="677"/>
                </a:cubicBezTo>
                <a:cubicBezTo>
                  <a:pt x="247" y="677"/>
                  <a:pt x="247" y="677"/>
                  <a:pt x="247" y="677"/>
                </a:cubicBezTo>
                <a:cubicBezTo>
                  <a:pt x="247" y="677"/>
                  <a:pt x="247" y="677"/>
                  <a:pt x="247" y="677"/>
                </a:cubicBezTo>
                <a:cubicBezTo>
                  <a:pt x="247" y="678"/>
                  <a:pt x="247" y="678"/>
                  <a:pt x="247" y="678"/>
                </a:cubicBezTo>
                <a:cubicBezTo>
                  <a:pt x="247" y="678"/>
                  <a:pt x="247" y="678"/>
                  <a:pt x="247" y="678"/>
                </a:cubicBezTo>
                <a:cubicBezTo>
                  <a:pt x="247" y="679"/>
                  <a:pt x="247" y="679"/>
                  <a:pt x="247" y="679"/>
                </a:cubicBezTo>
                <a:cubicBezTo>
                  <a:pt x="247" y="679"/>
                  <a:pt x="247" y="679"/>
                  <a:pt x="247" y="679"/>
                </a:cubicBezTo>
                <a:cubicBezTo>
                  <a:pt x="247" y="679"/>
                  <a:pt x="247" y="679"/>
                  <a:pt x="247" y="679"/>
                </a:cubicBezTo>
                <a:cubicBezTo>
                  <a:pt x="247" y="679"/>
                  <a:pt x="247" y="679"/>
                  <a:pt x="247" y="679"/>
                </a:cubicBezTo>
                <a:cubicBezTo>
                  <a:pt x="247" y="680"/>
                  <a:pt x="247" y="680"/>
                  <a:pt x="247" y="680"/>
                </a:cubicBezTo>
                <a:cubicBezTo>
                  <a:pt x="247" y="680"/>
                  <a:pt x="247" y="680"/>
                  <a:pt x="247" y="680"/>
                </a:cubicBezTo>
                <a:cubicBezTo>
                  <a:pt x="247" y="681"/>
                  <a:pt x="247" y="681"/>
                  <a:pt x="247" y="681"/>
                </a:cubicBezTo>
                <a:cubicBezTo>
                  <a:pt x="247" y="681"/>
                  <a:pt x="247" y="681"/>
                  <a:pt x="247" y="681"/>
                </a:cubicBezTo>
                <a:cubicBezTo>
                  <a:pt x="246" y="681"/>
                  <a:pt x="246" y="681"/>
                  <a:pt x="246" y="681"/>
                </a:cubicBezTo>
                <a:cubicBezTo>
                  <a:pt x="246" y="681"/>
                  <a:pt x="246" y="681"/>
                  <a:pt x="246" y="681"/>
                </a:cubicBezTo>
                <a:cubicBezTo>
                  <a:pt x="245" y="682"/>
                  <a:pt x="245" y="682"/>
                  <a:pt x="245" y="682"/>
                </a:cubicBezTo>
                <a:cubicBezTo>
                  <a:pt x="245" y="682"/>
                  <a:pt x="245" y="682"/>
                  <a:pt x="245" y="682"/>
                </a:cubicBezTo>
                <a:cubicBezTo>
                  <a:pt x="244" y="683"/>
                  <a:pt x="244" y="683"/>
                  <a:pt x="244" y="683"/>
                </a:cubicBezTo>
                <a:cubicBezTo>
                  <a:pt x="244" y="683"/>
                  <a:pt x="244" y="683"/>
                  <a:pt x="244" y="683"/>
                </a:cubicBezTo>
                <a:cubicBezTo>
                  <a:pt x="244" y="684"/>
                  <a:pt x="244" y="684"/>
                  <a:pt x="244" y="684"/>
                </a:cubicBezTo>
                <a:cubicBezTo>
                  <a:pt x="244" y="684"/>
                  <a:pt x="244" y="684"/>
                  <a:pt x="244" y="684"/>
                </a:cubicBezTo>
                <a:cubicBezTo>
                  <a:pt x="243" y="685"/>
                  <a:pt x="243" y="685"/>
                  <a:pt x="243" y="685"/>
                </a:cubicBezTo>
                <a:cubicBezTo>
                  <a:pt x="243" y="685"/>
                  <a:pt x="243" y="685"/>
                  <a:pt x="243" y="685"/>
                </a:cubicBezTo>
                <a:cubicBezTo>
                  <a:pt x="242" y="686"/>
                  <a:pt x="242" y="686"/>
                  <a:pt x="242" y="686"/>
                </a:cubicBezTo>
                <a:cubicBezTo>
                  <a:pt x="242" y="686"/>
                  <a:pt x="242" y="686"/>
                  <a:pt x="242" y="686"/>
                </a:cubicBezTo>
                <a:cubicBezTo>
                  <a:pt x="242" y="688"/>
                  <a:pt x="242" y="688"/>
                  <a:pt x="242" y="688"/>
                </a:cubicBezTo>
                <a:cubicBezTo>
                  <a:pt x="242" y="688"/>
                  <a:pt x="242" y="688"/>
                  <a:pt x="242" y="688"/>
                </a:cubicBezTo>
                <a:cubicBezTo>
                  <a:pt x="241" y="688"/>
                  <a:pt x="241" y="688"/>
                  <a:pt x="241" y="688"/>
                </a:cubicBezTo>
                <a:cubicBezTo>
                  <a:pt x="241" y="688"/>
                  <a:pt x="241" y="688"/>
                  <a:pt x="241" y="688"/>
                </a:cubicBezTo>
                <a:cubicBezTo>
                  <a:pt x="232" y="699"/>
                  <a:pt x="232" y="699"/>
                  <a:pt x="232" y="699"/>
                </a:cubicBezTo>
                <a:cubicBezTo>
                  <a:pt x="232" y="699"/>
                  <a:pt x="232" y="699"/>
                  <a:pt x="232" y="69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0" y="678"/>
                  <a:pt x="240" y="678"/>
                  <a:pt x="240" y="678"/>
                </a:cubicBezTo>
                <a:cubicBezTo>
                  <a:pt x="240" y="678"/>
                  <a:pt x="240" y="678"/>
                  <a:pt x="240" y="678"/>
                </a:cubicBezTo>
                <a:cubicBezTo>
                  <a:pt x="240" y="678"/>
                  <a:pt x="240" y="678"/>
                  <a:pt x="240" y="678"/>
                </a:cubicBezTo>
                <a:cubicBezTo>
                  <a:pt x="240" y="678"/>
                  <a:pt x="240" y="678"/>
                  <a:pt x="240" y="678"/>
                </a:cubicBezTo>
                <a:cubicBezTo>
                  <a:pt x="240" y="678"/>
                  <a:pt x="240" y="678"/>
                  <a:pt x="240" y="678"/>
                </a:cubicBezTo>
                <a:cubicBezTo>
                  <a:pt x="240" y="678"/>
                  <a:pt x="240" y="678"/>
                  <a:pt x="240" y="678"/>
                </a:cubicBezTo>
                <a:cubicBezTo>
                  <a:pt x="233" y="681"/>
                  <a:pt x="233" y="681"/>
                  <a:pt x="233" y="681"/>
                </a:cubicBezTo>
                <a:cubicBezTo>
                  <a:pt x="233" y="681"/>
                  <a:pt x="233" y="681"/>
                  <a:pt x="233" y="681"/>
                </a:cubicBezTo>
                <a:cubicBezTo>
                  <a:pt x="233" y="682"/>
                  <a:pt x="233" y="682"/>
                  <a:pt x="233" y="682"/>
                </a:cubicBezTo>
                <a:cubicBezTo>
                  <a:pt x="233" y="682"/>
                  <a:pt x="233" y="682"/>
                  <a:pt x="233" y="682"/>
                </a:cubicBezTo>
                <a:cubicBezTo>
                  <a:pt x="233" y="682"/>
                  <a:pt x="233" y="682"/>
                  <a:pt x="233" y="682"/>
                </a:cubicBezTo>
                <a:cubicBezTo>
                  <a:pt x="233" y="682"/>
                  <a:pt x="233" y="682"/>
                  <a:pt x="233" y="682"/>
                </a:cubicBezTo>
                <a:cubicBezTo>
                  <a:pt x="233" y="682"/>
                  <a:pt x="233" y="682"/>
                  <a:pt x="233" y="682"/>
                </a:cubicBezTo>
                <a:cubicBezTo>
                  <a:pt x="233" y="682"/>
                  <a:pt x="233" y="682"/>
                  <a:pt x="233" y="682"/>
                </a:cubicBezTo>
                <a:cubicBezTo>
                  <a:pt x="234" y="683"/>
                  <a:pt x="234" y="683"/>
                  <a:pt x="234" y="683"/>
                </a:cubicBezTo>
                <a:cubicBezTo>
                  <a:pt x="234" y="683"/>
                  <a:pt x="234" y="683"/>
                  <a:pt x="234" y="683"/>
                </a:cubicBezTo>
                <a:cubicBezTo>
                  <a:pt x="234" y="683"/>
                  <a:pt x="234" y="683"/>
                  <a:pt x="234" y="683"/>
                </a:cubicBezTo>
                <a:cubicBezTo>
                  <a:pt x="234" y="683"/>
                  <a:pt x="234" y="683"/>
                  <a:pt x="234" y="683"/>
                </a:cubicBezTo>
                <a:cubicBezTo>
                  <a:pt x="234" y="683"/>
                  <a:pt x="234" y="683"/>
                  <a:pt x="234" y="683"/>
                </a:cubicBezTo>
                <a:cubicBezTo>
                  <a:pt x="234" y="683"/>
                  <a:pt x="234" y="683"/>
                  <a:pt x="234" y="683"/>
                </a:cubicBezTo>
                <a:cubicBezTo>
                  <a:pt x="235" y="683"/>
                  <a:pt x="235" y="683"/>
                  <a:pt x="235" y="683"/>
                </a:cubicBezTo>
                <a:cubicBezTo>
                  <a:pt x="235" y="683"/>
                  <a:pt x="235" y="683"/>
                  <a:pt x="235" y="683"/>
                </a:cubicBezTo>
                <a:cubicBezTo>
                  <a:pt x="235" y="683"/>
                  <a:pt x="235" y="683"/>
                  <a:pt x="235" y="683"/>
                </a:cubicBezTo>
                <a:cubicBezTo>
                  <a:pt x="235" y="683"/>
                  <a:pt x="235" y="683"/>
                  <a:pt x="235" y="683"/>
                </a:cubicBezTo>
                <a:cubicBezTo>
                  <a:pt x="236" y="684"/>
                  <a:pt x="236" y="684"/>
                  <a:pt x="236" y="684"/>
                </a:cubicBezTo>
                <a:cubicBezTo>
                  <a:pt x="236" y="684"/>
                  <a:pt x="236" y="684"/>
                  <a:pt x="236" y="684"/>
                </a:cubicBezTo>
                <a:cubicBezTo>
                  <a:pt x="235" y="685"/>
                  <a:pt x="235" y="685"/>
                  <a:pt x="235" y="685"/>
                </a:cubicBezTo>
                <a:cubicBezTo>
                  <a:pt x="235" y="685"/>
                  <a:pt x="235" y="685"/>
                  <a:pt x="235" y="685"/>
                </a:cubicBezTo>
                <a:cubicBezTo>
                  <a:pt x="233" y="686"/>
                  <a:pt x="233" y="686"/>
                  <a:pt x="233" y="686"/>
                </a:cubicBezTo>
                <a:cubicBezTo>
                  <a:pt x="233" y="686"/>
                  <a:pt x="233" y="686"/>
                  <a:pt x="233" y="686"/>
                </a:cubicBezTo>
                <a:cubicBezTo>
                  <a:pt x="232" y="687"/>
                  <a:pt x="232" y="687"/>
                  <a:pt x="232" y="687"/>
                </a:cubicBezTo>
                <a:cubicBezTo>
                  <a:pt x="232" y="687"/>
                  <a:pt x="232" y="687"/>
                  <a:pt x="232" y="687"/>
                </a:cubicBezTo>
                <a:cubicBezTo>
                  <a:pt x="230" y="688"/>
                  <a:pt x="230" y="688"/>
                  <a:pt x="230" y="688"/>
                </a:cubicBezTo>
                <a:cubicBezTo>
                  <a:pt x="230" y="688"/>
                  <a:pt x="230" y="688"/>
                  <a:pt x="230" y="688"/>
                </a:cubicBezTo>
                <a:cubicBezTo>
                  <a:pt x="229" y="689"/>
                  <a:pt x="229" y="689"/>
                  <a:pt x="229" y="689"/>
                </a:cubicBezTo>
                <a:cubicBezTo>
                  <a:pt x="229" y="689"/>
                  <a:pt x="229" y="689"/>
                  <a:pt x="229" y="689"/>
                </a:cubicBezTo>
                <a:cubicBezTo>
                  <a:pt x="228" y="690"/>
                  <a:pt x="228" y="690"/>
                  <a:pt x="228" y="690"/>
                </a:cubicBezTo>
                <a:cubicBezTo>
                  <a:pt x="228" y="690"/>
                  <a:pt x="228" y="690"/>
                  <a:pt x="228" y="690"/>
                </a:cubicBezTo>
                <a:cubicBezTo>
                  <a:pt x="227" y="692"/>
                  <a:pt x="227" y="692"/>
                  <a:pt x="227" y="692"/>
                </a:cubicBezTo>
                <a:cubicBezTo>
                  <a:pt x="227" y="692"/>
                  <a:pt x="227" y="692"/>
                  <a:pt x="227" y="692"/>
                </a:cubicBezTo>
                <a:cubicBezTo>
                  <a:pt x="228" y="694"/>
                  <a:pt x="228" y="694"/>
                  <a:pt x="228" y="694"/>
                </a:cubicBezTo>
                <a:cubicBezTo>
                  <a:pt x="228" y="694"/>
                  <a:pt x="228" y="694"/>
                  <a:pt x="228" y="694"/>
                </a:cubicBezTo>
                <a:cubicBezTo>
                  <a:pt x="228" y="694"/>
                  <a:pt x="228" y="694"/>
                  <a:pt x="228" y="694"/>
                </a:cubicBezTo>
                <a:cubicBezTo>
                  <a:pt x="228" y="694"/>
                  <a:pt x="228" y="694"/>
                  <a:pt x="228" y="694"/>
                </a:cubicBezTo>
                <a:cubicBezTo>
                  <a:pt x="228" y="695"/>
                  <a:pt x="228" y="695"/>
                  <a:pt x="228" y="695"/>
                </a:cubicBezTo>
                <a:cubicBezTo>
                  <a:pt x="228" y="695"/>
                  <a:pt x="228" y="695"/>
                  <a:pt x="228" y="695"/>
                </a:cubicBezTo>
                <a:cubicBezTo>
                  <a:pt x="228" y="695"/>
                  <a:pt x="228" y="695"/>
                  <a:pt x="228" y="695"/>
                </a:cubicBezTo>
                <a:cubicBezTo>
                  <a:pt x="228" y="695"/>
                  <a:pt x="228" y="695"/>
                  <a:pt x="228" y="695"/>
                </a:cubicBezTo>
                <a:cubicBezTo>
                  <a:pt x="229" y="695"/>
                  <a:pt x="229" y="695"/>
                  <a:pt x="229" y="695"/>
                </a:cubicBezTo>
                <a:cubicBezTo>
                  <a:pt x="229" y="695"/>
                  <a:pt x="229" y="695"/>
                  <a:pt x="229" y="695"/>
                </a:cubicBezTo>
                <a:cubicBezTo>
                  <a:pt x="229" y="695"/>
                  <a:pt x="229" y="695"/>
                  <a:pt x="229" y="695"/>
                </a:cubicBezTo>
                <a:cubicBezTo>
                  <a:pt x="229" y="695"/>
                  <a:pt x="229" y="695"/>
                  <a:pt x="229" y="695"/>
                </a:cubicBezTo>
                <a:cubicBezTo>
                  <a:pt x="229" y="695"/>
                  <a:pt x="229" y="695"/>
                  <a:pt x="229" y="695"/>
                </a:cubicBezTo>
                <a:cubicBezTo>
                  <a:pt x="229" y="695"/>
                  <a:pt x="229" y="695"/>
                  <a:pt x="229" y="695"/>
                </a:cubicBezTo>
                <a:cubicBezTo>
                  <a:pt x="230" y="695"/>
                  <a:pt x="230" y="695"/>
                  <a:pt x="230" y="695"/>
                </a:cubicBezTo>
                <a:cubicBezTo>
                  <a:pt x="230" y="695"/>
                  <a:pt x="230" y="695"/>
                  <a:pt x="230" y="695"/>
                </a:cubicBezTo>
                <a:cubicBezTo>
                  <a:pt x="230" y="695"/>
                  <a:pt x="230" y="695"/>
                  <a:pt x="230" y="695"/>
                </a:cubicBezTo>
                <a:cubicBezTo>
                  <a:pt x="230" y="695"/>
                  <a:pt x="230" y="695"/>
                  <a:pt x="230" y="695"/>
                </a:cubicBezTo>
                <a:cubicBezTo>
                  <a:pt x="220" y="703"/>
                  <a:pt x="220" y="703"/>
                  <a:pt x="220" y="703"/>
                </a:cubicBezTo>
                <a:cubicBezTo>
                  <a:pt x="220" y="703"/>
                  <a:pt x="220" y="703"/>
                  <a:pt x="220" y="703"/>
                </a:cubicBezTo>
                <a:cubicBezTo>
                  <a:pt x="215" y="706"/>
                  <a:pt x="215" y="706"/>
                  <a:pt x="215" y="706"/>
                </a:cubicBezTo>
                <a:cubicBezTo>
                  <a:pt x="214" y="707"/>
                  <a:pt x="214" y="707"/>
                  <a:pt x="214" y="707"/>
                </a:cubicBezTo>
                <a:cubicBezTo>
                  <a:pt x="208" y="711"/>
                  <a:pt x="208" y="711"/>
                  <a:pt x="208" y="711"/>
                </a:cubicBezTo>
                <a:cubicBezTo>
                  <a:pt x="208" y="711"/>
                  <a:pt x="208" y="711"/>
                  <a:pt x="208" y="711"/>
                </a:cubicBezTo>
                <a:cubicBezTo>
                  <a:pt x="208" y="711"/>
                  <a:pt x="208" y="711"/>
                  <a:pt x="208" y="711"/>
                </a:cubicBezTo>
                <a:cubicBezTo>
                  <a:pt x="208" y="711"/>
                  <a:pt x="208" y="711"/>
                  <a:pt x="208" y="711"/>
                </a:cubicBezTo>
                <a:cubicBezTo>
                  <a:pt x="208" y="711"/>
                  <a:pt x="208" y="711"/>
                  <a:pt x="208" y="711"/>
                </a:cubicBezTo>
                <a:cubicBezTo>
                  <a:pt x="208" y="711"/>
                  <a:pt x="208" y="711"/>
                  <a:pt x="208" y="711"/>
                </a:cubicBezTo>
                <a:cubicBezTo>
                  <a:pt x="208" y="712"/>
                  <a:pt x="208" y="712"/>
                  <a:pt x="208" y="712"/>
                </a:cubicBezTo>
                <a:cubicBezTo>
                  <a:pt x="208" y="712"/>
                  <a:pt x="208" y="712"/>
                  <a:pt x="208" y="712"/>
                </a:cubicBezTo>
                <a:cubicBezTo>
                  <a:pt x="208" y="712"/>
                  <a:pt x="208" y="712"/>
                  <a:pt x="208" y="712"/>
                </a:cubicBezTo>
                <a:cubicBezTo>
                  <a:pt x="208" y="712"/>
                  <a:pt x="208" y="712"/>
                  <a:pt x="208" y="712"/>
                </a:cubicBezTo>
                <a:cubicBezTo>
                  <a:pt x="208" y="712"/>
                  <a:pt x="208" y="712"/>
                  <a:pt x="208" y="712"/>
                </a:cubicBezTo>
                <a:cubicBezTo>
                  <a:pt x="208" y="712"/>
                  <a:pt x="208" y="712"/>
                  <a:pt x="208" y="712"/>
                </a:cubicBezTo>
                <a:cubicBezTo>
                  <a:pt x="208" y="712"/>
                  <a:pt x="208" y="712"/>
                  <a:pt x="208" y="712"/>
                </a:cubicBezTo>
                <a:cubicBezTo>
                  <a:pt x="208" y="712"/>
                  <a:pt x="208" y="712"/>
                  <a:pt x="208" y="712"/>
                </a:cubicBezTo>
                <a:cubicBezTo>
                  <a:pt x="208" y="713"/>
                  <a:pt x="208" y="713"/>
                  <a:pt x="208" y="713"/>
                </a:cubicBezTo>
                <a:cubicBezTo>
                  <a:pt x="208" y="713"/>
                  <a:pt x="208" y="713"/>
                  <a:pt x="208" y="713"/>
                </a:cubicBezTo>
                <a:cubicBezTo>
                  <a:pt x="208" y="713"/>
                  <a:pt x="208" y="713"/>
                  <a:pt x="208" y="713"/>
                </a:cubicBezTo>
                <a:cubicBezTo>
                  <a:pt x="208" y="713"/>
                  <a:pt x="208" y="713"/>
                  <a:pt x="208" y="713"/>
                </a:cubicBezTo>
                <a:cubicBezTo>
                  <a:pt x="209" y="713"/>
                  <a:pt x="209" y="713"/>
                  <a:pt x="209" y="713"/>
                </a:cubicBezTo>
                <a:cubicBezTo>
                  <a:pt x="209" y="713"/>
                  <a:pt x="209" y="713"/>
                  <a:pt x="209" y="713"/>
                </a:cubicBezTo>
                <a:cubicBezTo>
                  <a:pt x="210" y="713"/>
                  <a:pt x="210" y="713"/>
                  <a:pt x="210" y="713"/>
                </a:cubicBezTo>
                <a:cubicBezTo>
                  <a:pt x="210" y="713"/>
                  <a:pt x="210" y="713"/>
                  <a:pt x="210" y="713"/>
                </a:cubicBezTo>
                <a:cubicBezTo>
                  <a:pt x="210" y="713"/>
                  <a:pt x="210" y="713"/>
                  <a:pt x="210" y="713"/>
                </a:cubicBezTo>
                <a:cubicBezTo>
                  <a:pt x="210" y="713"/>
                  <a:pt x="210" y="713"/>
                  <a:pt x="210" y="713"/>
                </a:cubicBezTo>
                <a:cubicBezTo>
                  <a:pt x="211" y="712"/>
                  <a:pt x="211" y="712"/>
                  <a:pt x="211" y="712"/>
                </a:cubicBezTo>
                <a:cubicBezTo>
                  <a:pt x="211" y="712"/>
                  <a:pt x="211" y="712"/>
                  <a:pt x="211" y="712"/>
                </a:cubicBezTo>
                <a:cubicBezTo>
                  <a:pt x="212" y="712"/>
                  <a:pt x="212" y="712"/>
                  <a:pt x="212" y="712"/>
                </a:cubicBezTo>
                <a:cubicBezTo>
                  <a:pt x="212" y="712"/>
                  <a:pt x="212" y="712"/>
                  <a:pt x="212" y="712"/>
                </a:cubicBezTo>
                <a:cubicBezTo>
                  <a:pt x="213" y="712"/>
                  <a:pt x="213" y="712"/>
                  <a:pt x="213" y="712"/>
                </a:cubicBezTo>
                <a:cubicBezTo>
                  <a:pt x="213" y="712"/>
                  <a:pt x="213" y="712"/>
                  <a:pt x="213" y="712"/>
                </a:cubicBezTo>
                <a:cubicBezTo>
                  <a:pt x="214" y="711"/>
                  <a:pt x="214" y="711"/>
                  <a:pt x="214" y="711"/>
                </a:cubicBezTo>
                <a:cubicBezTo>
                  <a:pt x="214" y="711"/>
                  <a:pt x="214" y="711"/>
                  <a:pt x="214" y="711"/>
                </a:cubicBezTo>
                <a:cubicBezTo>
                  <a:pt x="214" y="710"/>
                  <a:pt x="214" y="710"/>
                  <a:pt x="214" y="710"/>
                </a:cubicBezTo>
                <a:cubicBezTo>
                  <a:pt x="214" y="710"/>
                  <a:pt x="214" y="710"/>
                  <a:pt x="214" y="710"/>
                </a:cubicBezTo>
                <a:cubicBezTo>
                  <a:pt x="221" y="707"/>
                  <a:pt x="221" y="707"/>
                  <a:pt x="221" y="707"/>
                </a:cubicBezTo>
                <a:cubicBezTo>
                  <a:pt x="221" y="707"/>
                  <a:pt x="221" y="707"/>
                  <a:pt x="221" y="707"/>
                </a:cubicBezTo>
                <a:cubicBezTo>
                  <a:pt x="219" y="709"/>
                  <a:pt x="219" y="709"/>
                  <a:pt x="219" y="709"/>
                </a:cubicBezTo>
                <a:cubicBezTo>
                  <a:pt x="219" y="709"/>
                  <a:pt x="219" y="709"/>
                  <a:pt x="219" y="709"/>
                </a:cubicBezTo>
                <a:cubicBezTo>
                  <a:pt x="217" y="710"/>
                  <a:pt x="217" y="710"/>
                  <a:pt x="217" y="710"/>
                </a:cubicBezTo>
                <a:cubicBezTo>
                  <a:pt x="217" y="710"/>
                  <a:pt x="217" y="710"/>
                  <a:pt x="217" y="710"/>
                </a:cubicBezTo>
                <a:cubicBezTo>
                  <a:pt x="215" y="712"/>
                  <a:pt x="215" y="712"/>
                  <a:pt x="215" y="712"/>
                </a:cubicBezTo>
                <a:cubicBezTo>
                  <a:pt x="215" y="712"/>
                  <a:pt x="215" y="712"/>
                  <a:pt x="215" y="712"/>
                </a:cubicBezTo>
                <a:cubicBezTo>
                  <a:pt x="214" y="713"/>
                  <a:pt x="214" y="713"/>
                  <a:pt x="214" y="713"/>
                </a:cubicBezTo>
                <a:cubicBezTo>
                  <a:pt x="214" y="713"/>
                  <a:pt x="214" y="713"/>
                  <a:pt x="214" y="713"/>
                </a:cubicBezTo>
                <a:cubicBezTo>
                  <a:pt x="212" y="715"/>
                  <a:pt x="212" y="715"/>
                  <a:pt x="212" y="715"/>
                </a:cubicBezTo>
                <a:cubicBezTo>
                  <a:pt x="212" y="715"/>
                  <a:pt x="212" y="715"/>
                  <a:pt x="212" y="715"/>
                </a:cubicBezTo>
                <a:cubicBezTo>
                  <a:pt x="210" y="716"/>
                  <a:pt x="210" y="716"/>
                  <a:pt x="210" y="716"/>
                </a:cubicBezTo>
                <a:cubicBezTo>
                  <a:pt x="210" y="716"/>
                  <a:pt x="210" y="716"/>
                  <a:pt x="210" y="716"/>
                </a:cubicBezTo>
                <a:cubicBezTo>
                  <a:pt x="208" y="717"/>
                  <a:pt x="208" y="717"/>
                  <a:pt x="208" y="717"/>
                </a:cubicBezTo>
                <a:cubicBezTo>
                  <a:pt x="208" y="717"/>
                  <a:pt x="208" y="717"/>
                  <a:pt x="208" y="717"/>
                </a:cubicBezTo>
                <a:cubicBezTo>
                  <a:pt x="206" y="719"/>
                  <a:pt x="206" y="719"/>
                  <a:pt x="206" y="719"/>
                </a:cubicBezTo>
                <a:cubicBezTo>
                  <a:pt x="206" y="719"/>
                  <a:pt x="206" y="719"/>
                  <a:pt x="206" y="719"/>
                </a:cubicBezTo>
                <a:cubicBezTo>
                  <a:pt x="206" y="719"/>
                  <a:pt x="206" y="719"/>
                  <a:pt x="206" y="719"/>
                </a:cubicBezTo>
                <a:cubicBezTo>
                  <a:pt x="206" y="719"/>
                  <a:pt x="206" y="719"/>
                  <a:pt x="206" y="719"/>
                </a:cubicBezTo>
                <a:cubicBezTo>
                  <a:pt x="205" y="719"/>
                  <a:pt x="205" y="719"/>
                  <a:pt x="205" y="719"/>
                </a:cubicBezTo>
                <a:cubicBezTo>
                  <a:pt x="205" y="719"/>
                  <a:pt x="205" y="719"/>
                  <a:pt x="205" y="719"/>
                </a:cubicBezTo>
                <a:cubicBezTo>
                  <a:pt x="205" y="719"/>
                  <a:pt x="205" y="719"/>
                  <a:pt x="205" y="719"/>
                </a:cubicBezTo>
                <a:cubicBezTo>
                  <a:pt x="205" y="719"/>
                  <a:pt x="205" y="719"/>
                  <a:pt x="205" y="719"/>
                </a:cubicBezTo>
                <a:cubicBezTo>
                  <a:pt x="205" y="719"/>
                  <a:pt x="205" y="719"/>
                  <a:pt x="205" y="719"/>
                </a:cubicBezTo>
                <a:cubicBezTo>
                  <a:pt x="205" y="719"/>
                  <a:pt x="205" y="719"/>
                  <a:pt x="205" y="719"/>
                </a:cubicBezTo>
                <a:cubicBezTo>
                  <a:pt x="204" y="719"/>
                  <a:pt x="204" y="719"/>
                  <a:pt x="204" y="719"/>
                </a:cubicBezTo>
                <a:cubicBezTo>
                  <a:pt x="204" y="719"/>
                  <a:pt x="204" y="719"/>
                  <a:pt x="204" y="719"/>
                </a:cubicBezTo>
                <a:cubicBezTo>
                  <a:pt x="204" y="719"/>
                  <a:pt x="204" y="719"/>
                  <a:pt x="204" y="719"/>
                </a:cubicBezTo>
                <a:cubicBezTo>
                  <a:pt x="204" y="719"/>
                  <a:pt x="204" y="719"/>
                  <a:pt x="204" y="719"/>
                </a:cubicBezTo>
                <a:cubicBezTo>
                  <a:pt x="203" y="719"/>
                  <a:pt x="203" y="719"/>
                  <a:pt x="203" y="719"/>
                </a:cubicBezTo>
                <a:cubicBezTo>
                  <a:pt x="203" y="719"/>
                  <a:pt x="203" y="719"/>
                  <a:pt x="203" y="719"/>
                </a:cubicBezTo>
                <a:cubicBezTo>
                  <a:pt x="203" y="718"/>
                  <a:pt x="203" y="718"/>
                  <a:pt x="203" y="718"/>
                </a:cubicBezTo>
                <a:cubicBezTo>
                  <a:pt x="203" y="718"/>
                  <a:pt x="203" y="718"/>
                  <a:pt x="203" y="718"/>
                </a:cubicBezTo>
                <a:cubicBezTo>
                  <a:pt x="203" y="718"/>
                  <a:pt x="203" y="718"/>
                  <a:pt x="203" y="718"/>
                </a:cubicBezTo>
                <a:cubicBezTo>
                  <a:pt x="203" y="718"/>
                  <a:pt x="203" y="718"/>
                  <a:pt x="203" y="718"/>
                </a:cubicBezTo>
                <a:cubicBezTo>
                  <a:pt x="203" y="717"/>
                  <a:pt x="203" y="717"/>
                  <a:pt x="203" y="717"/>
                </a:cubicBezTo>
                <a:cubicBezTo>
                  <a:pt x="203" y="717"/>
                  <a:pt x="203" y="717"/>
                  <a:pt x="203" y="717"/>
                </a:cubicBezTo>
                <a:cubicBezTo>
                  <a:pt x="202" y="717"/>
                  <a:pt x="202" y="717"/>
                  <a:pt x="202" y="717"/>
                </a:cubicBezTo>
                <a:cubicBezTo>
                  <a:pt x="202" y="717"/>
                  <a:pt x="202" y="717"/>
                  <a:pt x="202" y="717"/>
                </a:cubicBezTo>
                <a:cubicBezTo>
                  <a:pt x="202" y="716"/>
                  <a:pt x="202" y="716"/>
                  <a:pt x="202" y="716"/>
                </a:cubicBezTo>
                <a:cubicBezTo>
                  <a:pt x="202" y="716"/>
                  <a:pt x="202" y="716"/>
                  <a:pt x="202" y="716"/>
                </a:cubicBezTo>
                <a:cubicBezTo>
                  <a:pt x="201" y="715"/>
                  <a:pt x="201" y="715"/>
                  <a:pt x="201" y="715"/>
                </a:cubicBezTo>
                <a:cubicBezTo>
                  <a:pt x="201" y="715"/>
                  <a:pt x="201" y="715"/>
                  <a:pt x="201" y="715"/>
                </a:cubicBezTo>
                <a:cubicBezTo>
                  <a:pt x="201" y="715"/>
                  <a:pt x="201" y="715"/>
                  <a:pt x="201" y="715"/>
                </a:cubicBezTo>
                <a:cubicBezTo>
                  <a:pt x="201" y="715"/>
                  <a:pt x="201" y="715"/>
                  <a:pt x="201" y="715"/>
                </a:cubicBezTo>
                <a:cubicBezTo>
                  <a:pt x="201" y="714"/>
                  <a:pt x="201" y="714"/>
                  <a:pt x="201" y="714"/>
                </a:cubicBezTo>
                <a:cubicBezTo>
                  <a:pt x="201" y="714"/>
                  <a:pt x="201" y="714"/>
                  <a:pt x="201" y="714"/>
                </a:cubicBezTo>
                <a:cubicBezTo>
                  <a:pt x="202" y="713"/>
                  <a:pt x="202" y="713"/>
                  <a:pt x="202" y="713"/>
                </a:cubicBezTo>
                <a:cubicBezTo>
                  <a:pt x="202" y="713"/>
                  <a:pt x="202" y="713"/>
                  <a:pt x="202" y="713"/>
                </a:cubicBezTo>
                <a:cubicBezTo>
                  <a:pt x="215" y="705"/>
                  <a:pt x="215" y="705"/>
                  <a:pt x="215" y="705"/>
                </a:cubicBezTo>
                <a:cubicBezTo>
                  <a:pt x="215" y="705"/>
                  <a:pt x="215" y="705"/>
                  <a:pt x="215" y="705"/>
                </a:cubicBezTo>
                <a:cubicBezTo>
                  <a:pt x="215" y="705"/>
                  <a:pt x="215" y="705"/>
                  <a:pt x="215" y="705"/>
                </a:cubicBezTo>
                <a:cubicBezTo>
                  <a:pt x="215" y="705"/>
                  <a:pt x="215" y="705"/>
                  <a:pt x="215" y="705"/>
                </a:cubicBezTo>
                <a:cubicBezTo>
                  <a:pt x="215" y="705"/>
                  <a:pt x="215" y="705"/>
                  <a:pt x="215" y="705"/>
                </a:cubicBezTo>
                <a:cubicBezTo>
                  <a:pt x="215" y="705"/>
                  <a:pt x="215" y="705"/>
                  <a:pt x="215" y="705"/>
                </a:cubicBezTo>
                <a:cubicBezTo>
                  <a:pt x="215" y="705"/>
                  <a:pt x="215" y="705"/>
                  <a:pt x="215" y="705"/>
                </a:cubicBezTo>
                <a:cubicBezTo>
                  <a:pt x="215" y="705"/>
                  <a:pt x="215" y="705"/>
                  <a:pt x="215" y="705"/>
                </a:cubicBezTo>
                <a:cubicBezTo>
                  <a:pt x="216" y="705"/>
                  <a:pt x="216" y="705"/>
                  <a:pt x="216" y="705"/>
                </a:cubicBezTo>
                <a:cubicBezTo>
                  <a:pt x="216" y="705"/>
                  <a:pt x="216" y="705"/>
                  <a:pt x="216" y="705"/>
                </a:cubicBezTo>
                <a:cubicBezTo>
                  <a:pt x="216" y="705"/>
                  <a:pt x="216" y="705"/>
                  <a:pt x="216" y="705"/>
                </a:cubicBezTo>
                <a:cubicBezTo>
                  <a:pt x="216" y="705"/>
                  <a:pt x="216" y="705"/>
                  <a:pt x="216" y="705"/>
                </a:cubicBezTo>
                <a:cubicBezTo>
                  <a:pt x="216" y="704"/>
                  <a:pt x="216" y="704"/>
                  <a:pt x="216" y="704"/>
                </a:cubicBezTo>
                <a:cubicBezTo>
                  <a:pt x="216" y="704"/>
                  <a:pt x="216" y="704"/>
                  <a:pt x="216" y="704"/>
                </a:cubicBezTo>
                <a:cubicBezTo>
                  <a:pt x="216" y="704"/>
                  <a:pt x="216" y="704"/>
                  <a:pt x="216" y="704"/>
                </a:cubicBezTo>
                <a:cubicBezTo>
                  <a:pt x="216" y="704"/>
                  <a:pt x="216" y="704"/>
                  <a:pt x="216" y="704"/>
                </a:cubicBezTo>
                <a:cubicBezTo>
                  <a:pt x="217" y="704"/>
                  <a:pt x="217" y="704"/>
                  <a:pt x="217" y="704"/>
                </a:cubicBezTo>
                <a:cubicBezTo>
                  <a:pt x="217" y="704"/>
                  <a:pt x="217" y="704"/>
                  <a:pt x="217" y="704"/>
                </a:cubicBezTo>
                <a:cubicBezTo>
                  <a:pt x="217" y="704"/>
                  <a:pt x="217" y="704"/>
                  <a:pt x="217" y="704"/>
                </a:cubicBezTo>
                <a:cubicBezTo>
                  <a:pt x="217" y="704"/>
                  <a:pt x="217" y="704"/>
                  <a:pt x="217" y="704"/>
                </a:cubicBezTo>
                <a:cubicBezTo>
                  <a:pt x="217" y="704"/>
                  <a:pt x="217" y="704"/>
                  <a:pt x="217" y="704"/>
                </a:cubicBezTo>
                <a:cubicBezTo>
                  <a:pt x="217" y="704"/>
                  <a:pt x="217" y="704"/>
                  <a:pt x="217" y="704"/>
                </a:cubicBezTo>
                <a:cubicBezTo>
                  <a:pt x="217" y="704"/>
                  <a:pt x="217" y="704"/>
                  <a:pt x="217" y="704"/>
                </a:cubicBezTo>
                <a:cubicBezTo>
                  <a:pt x="217" y="704"/>
                  <a:pt x="217" y="704"/>
                  <a:pt x="217" y="704"/>
                </a:cubicBezTo>
                <a:cubicBezTo>
                  <a:pt x="217" y="703"/>
                  <a:pt x="217" y="703"/>
                  <a:pt x="217" y="703"/>
                </a:cubicBezTo>
                <a:cubicBezTo>
                  <a:pt x="217" y="703"/>
                  <a:pt x="217" y="703"/>
                  <a:pt x="217" y="703"/>
                </a:cubicBezTo>
                <a:cubicBezTo>
                  <a:pt x="217" y="703"/>
                  <a:pt x="217" y="703"/>
                  <a:pt x="217" y="703"/>
                </a:cubicBezTo>
                <a:cubicBezTo>
                  <a:pt x="217" y="703"/>
                  <a:pt x="217" y="703"/>
                  <a:pt x="217" y="703"/>
                </a:cubicBezTo>
                <a:cubicBezTo>
                  <a:pt x="217" y="703"/>
                  <a:pt x="217" y="703"/>
                  <a:pt x="217" y="703"/>
                </a:cubicBezTo>
                <a:cubicBezTo>
                  <a:pt x="217" y="703"/>
                  <a:pt x="217" y="703"/>
                  <a:pt x="217" y="703"/>
                </a:cubicBezTo>
                <a:cubicBezTo>
                  <a:pt x="217" y="702"/>
                  <a:pt x="217" y="702"/>
                  <a:pt x="217" y="702"/>
                </a:cubicBezTo>
                <a:cubicBezTo>
                  <a:pt x="217" y="702"/>
                  <a:pt x="217" y="702"/>
                  <a:pt x="217" y="702"/>
                </a:cubicBezTo>
                <a:cubicBezTo>
                  <a:pt x="217" y="702"/>
                  <a:pt x="217" y="702"/>
                  <a:pt x="217" y="702"/>
                </a:cubicBezTo>
                <a:cubicBezTo>
                  <a:pt x="217" y="702"/>
                  <a:pt x="217" y="702"/>
                  <a:pt x="217" y="702"/>
                </a:cubicBezTo>
                <a:cubicBezTo>
                  <a:pt x="216" y="702"/>
                  <a:pt x="216" y="702"/>
                  <a:pt x="216" y="702"/>
                </a:cubicBezTo>
                <a:cubicBezTo>
                  <a:pt x="216" y="702"/>
                  <a:pt x="216" y="702"/>
                  <a:pt x="216" y="702"/>
                </a:cubicBezTo>
                <a:cubicBezTo>
                  <a:pt x="215" y="701"/>
                  <a:pt x="215" y="701"/>
                  <a:pt x="215" y="701"/>
                </a:cubicBezTo>
                <a:cubicBezTo>
                  <a:pt x="215" y="701"/>
                  <a:pt x="215" y="701"/>
                  <a:pt x="215" y="701"/>
                </a:cubicBezTo>
                <a:cubicBezTo>
                  <a:pt x="215" y="701"/>
                  <a:pt x="215" y="701"/>
                  <a:pt x="215" y="701"/>
                </a:cubicBezTo>
                <a:cubicBezTo>
                  <a:pt x="215" y="701"/>
                  <a:pt x="215" y="701"/>
                  <a:pt x="215" y="701"/>
                </a:cubicBezTo>
                <a:cubicBezTo>
                  <a:pt x="214" y="700"/>
                  <a:pt x="214" y="700"/>
                  <a:pt x="214" y="700"/>
                </a:cubicBezTo>
                <a:cubicBezTo>
                  <a:pt x="214" y="700"/>
                  <a:pt x="214" y="700"/>
                  <a:pt x="214" y="700"/>
                </a:cubicBezTo>
                <a:cubicBezTo>
                  <a:pt x="214" y="700"/>
                  <a:pt x="214" y="700"/>
                  <a:pt x="214" y="700"/>
                </a:cubicBezTo>
                <a:cubicBezTo>
                  <a:pt x="214" y="700"/>
                  <a:pt x="214" y="700"/>
                  <a:pt x="214" y="700"/>
                </a:cubicBezTo>
                <a:cubicBezTo>
                  <a:pt x="214" y="699"/>
                  <a:pt x="214" y="699"/>
                  <a:pt x="214" y="699"/>
                </a:cubicBezTo>
                <a:cubicBezTo>
                  <a:pt x="214" y="699"/>
                  <a:pt x="214" y="699"/>
                  <a:pt x="214" y="699"/>
                </a:cubicBezTo>
                <a:cubicBezTo>
                  <a:pt x="214" y="699"/>
                  <a:pt x="214" y="698"/>
                  <a:pt x="214" y="698"/>
                </a:cubicBezTo>
                <a:cubicBezTo>
                  <a:pt x="214" y="698"/>
                  <a:pt x="214" y="698"/>
                  <a:pt x="214" y="698"/>
                </a:cubicBezTo>
                <a:cubicBezTo>
                  <a:pt x="213" y="698"/>
                  <a:pt x="213" y="698"/>
                  <a:pt x="213" y="697"/>
                </a:cubicBezTo>
                <a:cubicBezTo>
                  <a:pt x="213" y="697"/>
                  <a:pt x="213" y="697"/>
                  <a:pt x="213" y="697"/>
                </a:cubicBezTo>
                <a:cubicBezTo>
                  <a:pt x="213" y="696"/>
                  <a:pt x="213" y="696"/>
                  <a:pt x="213" y="695"/>
                </a:cubicBezTo>
                <a:cubicBezTo>
                  <a:pt x="213" y="695"/>
                  <a:pt x="213" y="695"/>
                  <a:pt x="213" y="695"/>
                </a:cubicBezTo>
                <a:cubicBezTo>
                  <a:pt x="213" y="693"/>
                  <a:pt x="213" y="691"/>
                  <a:pt x="213" y="689"/>
                </a:cubicBezTo>
                <a:cubicBezTo>
                  <a:pt x="213" y="689"/>
                  <a:pt x="213" y="689"/>
                  <a:pt x="213" y="689"/>
                </a:cubicBezTo>
                <a:cubicBezTo>
                  <a:pt x="213" y="688"/>
                  <a:pt x="213" y="688"/>
                  <a:pt x="214" y="687"/>
                </a:cubicBezTo>
                <a:cubicBezTo>
                  <a:pt x="214" y="687"/>
                  <a:pt x="214" y="687"/>
                  <a:pt x="214" y="687"/>
                </a:cubicBezTo>
                <a:cubicBezTo>
                  <a:pt x="214" y="686"/>
                  <a:pt x="214" y="685"/>
                  <a:pt x="215" y="684"/>
                </a:cubicBezTo>
                <a:cubicBezTo>
                  <a:pt x="215" y="684"/>
                  <a:pt x="215" y="684"/>
                  <a:pt x="215" y="684"/>
                </a:cubicBezTo>
                <a:cubicBezTo>
                  <a:pt x="215" y="684"/>
                  <a:pt x="216" y="683"/>
                  <a:pt x="216" y="682"/>
                </a:cubicBezTo>
                <a:cubicBezTo>
                  <a:pt x="216" y="682"/>
                  <a:pt x="216" y="682"/>
                  <a:pt x="216" y="682"/>
                </a:cubicBezTo>
                <a:cubicBezTo>
                  <a:pt x="217" y="681"/>
                  <a:pt x="217" y="680"/>
                  <a:pt x="218" y="679"/>
                </a:cubicBezTo>
                <a:cubicBezTo>
                  <a:pt x="218" y="679"/>
                  <a:pt x="218" y="679"/>
                  <a:pt x="218" y="679"/>
                </a:cubicBezTo>
                <a:cubicBezTo>
                  <a:pt x="219" y="677"/>
                  <a:pt x="219" y="677"/>
                  <a:pt x="219" y="677"/>
                </a:cubicBezTo>
                <a:cubicBezTo>
                  <a:pt x="219" y="677"/>
                  <a:pt x="219" y="677"/>
                  <a:pt x="219" y="677"/>
                </a:cubicBezTo>
                <a:cubicBezTo>
                  <a:pt x="216" y="679"/>
                  <a:pt x="213" y="681"/>
                  <a:pt x="210" y="683"/>
                </a:cubicBezTo>
                <a:cubicBezTo>
                  <a:pt x="210" y="683"/>
                  <a:pt x="210" y="683"/>
                  <a:pt x="210" y="683"/>
                </a:cubicBezTo>
                <a:cubicBezTo>
                  <a:pt x="209" y="684"/>
                  <a:pt x="208" y="684"/>
                  <a:pt x="207" y="683"/>
                </a:cubicBezTo>
                <a:cubicBezTo>
                  <a:pt x="207" y="683"/>
                  <a:pt x="207" y="683"/>
                  <a:pt x="207" y="683"/>
                </a:cubicBezTo>
                <a:cubicBezTo>
                  <a:pt x="207" y="683"/>
                  <a:pt x="207" y="683"/>
                  <a:pt x="207" y="683"/>
                </a:cubicBezTo>
                <a:cubicBezTo>
                  <a:pt x="207" y="683"/>
                  <a:pt x="207" y="683"/>
                  <a:pt x="207" y="683"/>
                </a:cubicBezTo>
                <a:cubicBezTo>
                  <a:pt x="206" y="683"/>
                  <a:pt x="206" y="683"/>
                  <a:pt x="206" y="683"/>
                </a:cubicBezTo>
                <a:cubicBezTo>
                  <a:pt x="206" y="683"/>
                  <a:pt x="206" y="683"/>
                  <a:pt x="206" y="683"/>
                </a:cubicBezTo>
                <a:cubicBezTo>
                  <a:pt x="206" y="683"/>
                  <a:pt x="206" y="682"/>
                  <a:pt x="205" y="682"/>
                </a:cubicBezTo>
                <a:cubicBezTo>
                  <a:pt x="205" y="682"/>
                  <a:pt x="205" y="682"/>
                  <a:pt x="205" y="682"/>
                </a:cubicBezTo>
                <a:cubicBezTo>
                  <a:pt x="205" y="682"/>
                  <a:pt x="205" y="682"/>
                  <a:pt x="205" y="682"/>
                </a:cubicBezTo>
                <a:cubicBezTo>
                  <a:pt x="205" y="682"/>
                  <a:pt x="205" y="682"/>
                  <a:pt x="205" y="682"/>
                </a:cubicBezTo>
                <a:cubicBezTo>
                  <a:pt x="204" y="681"/>
                  <a:pt x="204" y="681"/>
                  <a:pt x="204" y="681"/>
                </a:cubicBezTo>
                <a:cubicBezTo>
                  <a:pt x="204" y="681"/>
                  <a:pt x="204" y="681"/>
                  <a:pt x="204" y="681"/>
                </a:cubicBezTo>
                <a:cubicBezTo>
                  <a:pt x="203" y="680"/>
                  <a:pt x="203" y="680"/>
                  <a:pt x="203" y="680"/>
                </a:cubicBezTo>
                <a:cubicBezTo>
                  <a:pt x="203" y="680"/>
                  <a:pt x="203" y="680"/>
                  <a:pt x="203" y="680"/>
                </a:cubicBezTo>
                <a:cubicBezTo>
                  <a:pt x="203" y="680"/>
                  <a:pt x="203" y="680"/>
                  <a:pt x="203" y="680"/>
                </a:cubicBezTo>
                <a:cubicBezTo>
                  <a:pt x="203" y="680"/>
                  <a:pt x="203" y="680"/>
                  <a:pt x="203" y="680"/>
                </a:cubicBezTo>
                <a:cubicBezTo>
                  <a:pt x="202" y="680"/>
                  <a:pt x="202" y="680"/>
                  <a:pt x="202" y="680"/>
                </a:cubicBezTo>
                <a:cubicBezTo>
                  <a:pt x="202" y="680"/>
                  <a:pt x="202" y="680"/>
                  <a:pt x="202" y="680"/>
                </a:cubicBezTo>
                <a:cubicBezTo>
                  <a:pt x="202" y="680"/>
                  <a:pt x="202" y="680"/>
                  <a:pt x="202" y="679"/>
                </a:cubicBezTo>
                <a:cubicBezTo>
                  <a:pt x="202" y="679"/>
                  <a:pt x="202" y="679"/>
                  <a:pt x="202" y="679"/>
                </a:cubicBezTo>
                <a:cubicBezTo>
                  <a:pt x="202" y="680"/>
                  <a:pt x="201" y="680"/>
                  <a:pt x="201" y="680"/>
                </a:cubicBezTo>
                <a:cubicBezTo>
                  <a:pt x="201" y="680"/>
                  <a:pt x="201" y="680"/>
                  <a:pt x="201" y="680"/>
                </a:cubicBezTo>
                <a:cubicBezTo>
                  <a:pt x="201" y="680"/>
                  <a:pt x="201" y="680"/>
                  <a:pt x="201" y="680"/>
                </a:cubicBezTo>
                <a:cubicBezTo>
                  <a:pt x="201" y="680"/>
                  <a:pt x="201" y="680"/>
                  <a:pt x="201" y="680"/>
                </a:cubicBezTo>
                <a:cubicBezTo>
                  <a:pt x="201" y="680"/>
                  <a:pt x="200" y="680"/>
                  <a:pt x="200" y="680"/>
                </a:cubicBezTo>
                <a:cubicBezTo>
                  <a:pt x="200" y="680"/>
                  <a:pt x="200" y="680"/>
                  <a:pt x="200" y="680"/>
                </a:cubicBezTo>
                <a:cubicBezTo>
                  <a:pt x="200" y="680"/>
                  <a:pt x="200" y="681"/>
                  <a:pt x="200" y="681"/>
                </a:cubicBezTo>
                <a:cubicBezTo>
                  <a:pt x="200" y="681"/>
                  <a:pt x="200" y="681"/>
                  <a:pt x="200" y="681"/>
                </a:cubicBezTo>
                <a:cubicBezTo>
                  <a:pt x="200" y="681"/>
                  <a:pt x="200" y="681"/>
                  <a:pt x="200" y="681"/>
                </a:cubicBezTo>
                <a:cubicBezTo>
                  <a:pt x="200" y="681"/>
                  <a:pt x="200" y="681"/>
                  <a:pt x="200" y="681"/>
                </a:cubicBezTo>
                <a:cubicBezTo>
                  <a:pt x="200" y="682"/>
                  <a:pt x="200" y="682"/>
                  <a:pt x="200" y="682"/>
                </a:cubicBezTo>
                <a:cubicBezTo>
                  <a:pt x="200" y="682"/>
                  <a:pt x="200" y="682"/>
                  <a:pt x="200" y="682"/>
                </a:cubicBezTo>
                <a:cubicBezTo>
                  <a:pt x="200" y="682"/>
                  <a:pt x="199" y="682"/>
                  <a:pt x="199" y="682"/>
                </a:cubicBezTo>
                <a:cubicBezTo>
                  <a:pt x="199" y="682"/>
                  <a:pt x="199" y="682"/>
                  <a:pt x="199" y="682"/>
                </a:cubicBezTo>
                <a:cubicBezTo>
                  <a:pt x="199" y="682"/>
                  <a:pt x="199" y="682"/>
                  <a:pt x="199" y="682"/>
                </a:cubicBezTo>
                <a:cubicBezTo>
                  <a:pt x="199" y="682"/>
                  <a:pt x="199" y="682"/>
                  <a:pt x="199" y="682"/>
                </a:cubicBezTo>
                <a:cubicBezTo>
                  <a:pt x="193" y="692"/>
                  <a:pt x="193" y="692"/>
                  <a:pt x="193" y="692"/>
                </a:cubicBezTo>
                <a:cubicBezTo>
                  <a:pt x="193" y="692"/>
                  <a:pt x="193" y="692"/>
                  <a:pt x="193" y="692"/>
                </a:cubicBezTo>
                <a:cubicBezTo>
                  <a:pt x="186" y="705"/>
                  <a:pt x="186" y="705"/>
                  <a:pt x="186" y="705"/>
                </a:cubicBezTo>
                <a:cubicBezTo>
                  <a:pt x="186" y="705"/>
                  <a:pt x="186" y="705"/>
                  <a:pt x="186" y="705"/>
                </a:cubicBezTo>
                <a:cubicBezTo>
                  <a:pt x="176" y="724"/>
                  <a:pt x="176" y="724"/>
                  <a:pt x="176" y="724"/>
                </a:cubicBezTo>
                <a:close/>
                <a:moveTo>
                  <a:pt x="425" y="723"/>
                </a:moveTo>
                <a:cubicBezTo>
                  <a:pt x="424" y="722"/>
                  <a:pt x="424" y="722"/>
                  <a:pt x="424" y="722"/>
                </a:cubicBezTo>
                <a:cubicBezTo>
                  <a:pt x="424" y="722"/>
                  <a:pt x="424" y="722"/>
                  <a:pt x="424" y="722"/>
                </a:cubicBezTo>
                <a:cubicBezTo>
                  <a:pt x="424" y="722"/>
                  <a:pt x="424" y="722"/>
                  <a:pt x="424" y="722"/>
                </a:cubicBezTo>
                <a:cubicBezTo>
                  <a:pt x="424" y="722"/>
                  <a:pt x="424" y="722"/>
                  <a:pt x="424" y="722"/>
                </a:cubicBezTo>
                <a:cubicBezTo>
                  <a:pt x="423" y="721"/>
                  <a:pt x="423" y="721"/>
                  <a:pt x="423" y="721"/>
                </a:cubicBezTo>
                <a:cubicBezTo>
                  <a:pt x="423" y="721"/>
                  <a:pt x="423" y="721"/>
                  <a:pt x="423" y="721"/>
                </a:cubicBezTo>
                <a:cubicBezTo>
                  <a:pt x="423" y="720"/>
                  <a:pt x="423" y="720"/>
                  <a:pt x="423" y="720"/>
                </a:cubicBezTo>
                <a:cubicBezTo>
                  <a:pt x="423" y="720"/>
                  <a:pt x="423" y="720"/>
                  <a:pt x="423" y="720"/>
                </a:cubicBezTo>
                <a:cubicBezTo>
                  <a:pt x="423" y="720"/>
                  <a:pt x="423" y="720"/>
                  <a:pt x="423" y="720"/>
                </a:cubicBezTo>
                <a:cubicBezTo>
                  <a:pt x="423" y="720"/>
                  <a:pt x="423" y="720"/>
                  <a:pt x="423" y="720"/>
                </a:cubicBezTo>
                <a:cubicBezTo>
                  <a:pt x="423" y="719"/>
                  <a:pt x="423" y="719"/>
                  <a:pt x="423" y="719"/>
                </a:cubicBezTo>
                <a:cubicBezTo>
                  <a:pt x="423" y="719"/>
                  <a:pt x="423" y="719"/>
                  <a:pt x="423" y="719"/>
                </a:cubicBezTo>
                <a:cubicBezTo>
                  <a:pt x="423" y="718"/>
                  <a:pt x="423" y="718"/>
                  <a:pt x="423" y="718"/>
                </a:cubicBezTo>
                <a:cubicBezTo>
                  <a:pt x="423" y="718"/>
                  <a:pt x="423" y="718"/>
                  <a:pt x="423" y="718"/>
                </a:cubicBezTo>
                <a:cubicBezTo>
                  <a:pt x="424" y="717"/>
                  <a:pt x="424" y="717"/>
                  <a:pt x="424" y="717"/>
                </a:cubicBezTo>
                <a:cubicBezTo>
                  <a:pt x="424" y="717"/>
                  <a:pt x="424" y="717"/>
                  <a:pt x="424" y="717"/>
                </a:cubicBezTo>
                <a:cubicBezTo>
                  <a:pt x="425" y="716"/>
                  <a:pt x="425" y="716"/>
                  <a:pt x="425" y="716"/>
                </a:cubicBezTo>
                <a:cubicBezTo>
                  <a:pt x="425" y="716"/>
                  <a:pt x="425" y="716"/>
                  <a:pt x="425" y="716"/>
                </a:cubicBezTo>
                <a:cubicBezTo>
                  <a:pt x="427" y="715"/>
                  <a:pt x="427" y="715"/>
                  <a:pt x="427" y="715"/>
                </a:cubicBezTo>
                <a:cubicBezTo>
                  <a:pt x="427" y="715"/>
                  <a:pt x="427" y="715"/>
                  <a:pt x="427" y="715"/>
                </a:cubicBezTo>
                <a:cubicBezTo>
                  <a:pt x="428" y="714"/>
                  <a:pt x="428" y="714"/>
                  <a:pt x="428" y="714"/>
                </a:cubicBezTo>
                <a:cubicBezTo>
                  <a:pt x="428" y="714"/>
                  <a:pt x="428" y="714"/>
                  <a:pt x="428" y="714"/>
                </a:cubicBezTo>
                <a:cubicBezTo>
                  <a:pt x="430" y="713"/>
                  <a:pt x="430" y="713"/>
                  <a:pt x="430" y="713"/>
                </a:cubicBezTo>
                <a:cubicBezTo>
                  <a:pt x="430" y="713"/>
                  <a:pt x="430" y="713"/>
                  <a:pt x="430" y="713"/>
                </a:cubicBezTo>
                <a:cubicBezTo>
                  <a:pt x="431" y="712"/>
                  <a:pt x="431" y="712"/>
                  <a:pt x="431" y="712"/>
                </a:cubicBezTo>
                <a:cubicBezTo>
                  <a:pt x="431" y="712"/>
                  <a:pt x="431" y="712"/>
                  <a:pt x="431" y="712"/>
                </a:cubicBezTo>
                <a:cubicBezTo>
                  <a:pt x="433" y="711"/>
                  <a:pt x="433" y="711"/>
                  <a:pt x="433" y="711"/>
                </a:cubicBezTo>
                <a:cubicBezTo>
                  <a:pt x="433" y="711"/>
                  <a:pt x="433" y="711"/>
                  <a:pt x="433" y="711"/>
                </a:cubicBezTo>
                <a:cubicBezTo>
                  <a:pt x="434" y="710"/>
                  <a:pt x="434" y="710"/>
                  <a:pt x="434" y="710"/>
                </a:cubicBezTo>
                <a:cubicBezTo>
                  <a:pt x="434" y="710"/>
                  <a:pt x="434" y="710"/>
                  <a:pt x="434" y="710"/>
                </a:cubicBezTo>
                <a:cubicBezTo>
                  <a:pt x="436" y="709"/>
                  <a:pt x="436" y="709"/>
                  <a:pt x="436" y="709"/>
                </a:cubicBezTo>
                <a:cubicBezTo>
                  <a:pt x="436" y="709"/>
                  <a:pt x="436" y="709"/>
                  <a:pt x="436" y="709"/>
                </a:cubicBezTo>
                <a:cubicBezTo>
                  <a:pt x="442" y="704"/>
                  <a:pt x="442" y="704"/>
                  <a:pt x="442" y="704"/>
                </a:cubicBezTo>
                <a:cubicBezTo>
                  <a:pt x="442" y="704"/>
                  <a:pt x="442" y="704"/>
                  <a:pt x="442" y="704"/>
                </a:cubicBezTo>
                <a:cubicBezTo>
                  <a:pt x="443" y="703"/>
                  <a:pt x="443" y="703"/>
                  <a:pt x="443" y="703"/>
                </a:cubicBezTo>
                <a:cubicBezTo>
                  <a:pt x="443" y="703"/>
                  <a:pt x="443" y="703"/>
                  <a:pt x="443" y="703"/>
                </a:cubicBezTo>
                <a:cubicBezTo>
                  <a:pt x="444" y="703"/>
                  <a:pt x="444" y="703"/>
                  <a:pt x="444" y="703"/>
                </a:cubicBezTo>
                <a:cubicBezTo>
                  <a:pt x="444" y="703"/>
                  <a:pt x="444" y="703"/>
                  <a:pt x="444" y="703"/>
                </a:cubicBezTo>
                <a:cubicBezTo>
                  <a:pt x="444" y="702"/>
                  <a:pt x="444" y="702"/>
                  <a:pt x="444" y="702"/>
                </a:cubicBezTo>
                <a:cubicBezTo>
                  <a:pt x="444" y="702"/>
                  <a:pt x="444" y="702"/>
                  <a:pt x="444" y="702"/>
                </a:cubicBezTo>
                <a:cubicBezTo>
                  <a:pt x="445" y="700"/>
                  <a:pt x="445" y="700"/>
                  <a:pt x="445" y="700"/>
                </a:cubicBezTo>
                <a:cubicBezTo>
                  <a:pt x="445" y="700"/>
                  <a:pt x="445" y="700"/>
                  <a:pt x="445" y="700"/>
                </a:cubicBezTo>
                <a:cubicBezTo>
                  <a:pt x="446" y="699"/>
                  <a:pt x="446" y="699"/>
                  <a:pt x="446" y="699"/>
                </a:cubicBezTo>
                <a:cubicBezTo>
                  <a:pt x="446" y="699"/>
                  <a:pt x="446" y="699"/>
                  <a:pt x="446" y="699"/>
                </a:cubicBezTo>
                <a:cubicBezTo>
                  <a:pt x="446" y="698"/>
                  <a:pt x="446" y="698"/>
                  <a:pt x="446" y="698"/>
                </a:cubicBezTo>
                <a:cubicBezTo>
                  <a:pt x="446" y="698"/>
                  <a:pt x="446" y="698"/>
                  <a:pt x="446" y="698"/>
                </a:cubicBezTo>
                <a:cubicBezTo>
                  <a:pt x="446" y="697"/>
                  <a:pt x="446" y="697"/>
                  <a:pt x="446" y="697"/>
                </a:cubicBezTo>
                <a:cubicBezTo>
                  <a:pt x="446" y="697"/>
                  <a:pt x="446" y="697"/>
                  <a:pt x="446" y="697"/>
                </a:cubicBezTo>
                <a:cubicBezTo>
                  <a:pt x="446" y="696"/>
                  <a:pt x="446" y="696"/>
                  <a:pt x="446" y="696"/>
                </a:cubicBezTo>
                <a:cubicBezTo>
                  <a:pt x="446" y="696"/>
                  <a:pt x="446" y="696"/>
                  <a:pt x="446" y="696"/>
                </a:cubicBezTo>
                <a:cubicBezTo>
                  <a:pt x="444" y="695"/>
                  <a:pt x="444" y="695"/>
                  <a:pt x="444" y="695"/>
                </a:cubicBezTo>
                <a:cubicBezTo>
                  <a:pt x="444" y="695"/>
                  <a:pt x="444" y="695"/>
                  <a:pt x="444" y="695"/>
                </a:cubicBezTo>
                <a:cubicBezTo>
                  <a:pt x="444" y="696"/>
                  <a:pt x="444" y="696"/>
                  <a:pt x="444" y="696"/>
                </a:cubicBezTo>
                <a:cubicBezTo>
                  <a:pt x="444" y="696"/>
                  <a:pt x="444" y="696"/>
                  <a:pt x="444" y="696"/>
                </a:cubicBezTo>
                <a:cubicBezTo>
                  <a:pt x="444" y="697"/>
                  <a:pt x="444" y="697"/>
                  <a:pt x="444" y="697"/>
                </a:cubicBezTo>
                <a:cubicBezTo>
                  <a:pt x="444" y="697"/>
                  <a:pt x="444" y="697"/>
                  <a:pt x="444" y="697"/>
                </a:cubicBezTo>
                <a:cubicBezTo>
                  <a:pt x="443" y="697"/>
                  <a:pt x="443" y="697"/>
                  <a:pt x="443" y="697"/>
                </a:cubicBezTo>
                <a:cubicBezTo>
                  <a:pt x="443" y="697"/>
                  <a:pt x="443" y="697"/>
                  <a:pt x="443" y="697"/>
                </a:cubicBezTo>
                <a:cubicBezTo>
                  <a:pt x="443" y="698"/>
                  <a:pt x="443" y="698"/>
                  <a:pt x="443" y="698"/>
                </a:cubicBezTo>
                <a:cubicBezTo>
                  <a:pt x="443" y="698"/>
                  <a:pt x="443" y="698"/>
                  <a:pt x="443" y="698"/>
                </a:cubicBezTo>
                <a:cubicBezTo>
                  <a:pt x="442" y="698"/>
                  <a:pt x="442" y="698"/>
                  <a:pt x="442" y="698"/>
                </a:cubicBezTo>
                <a:cubicBezTo>
                  <a:pt x="442" y="698"/>
                  <a:pt x="442" y="698"/>
                  <a:pt x="442" y="698"/>
                </a:cubicBezTo>
                <a:cubicBezTo>
                  <a:pt x="442" y="698"/>
                  <a:pt x="442" y="698"/>
                  <a:pt x="442" y="698"/>
                </a:cubicBezTo>
                <a:cubicBezTo>
                  <a:pt x="442" y="698"/>
                  <a:pt x="442" y="698"/>
                  <a:pt x="442" y="698"/>
                </a:cubicBezTo>
                <a:cubicBezTo>
                  <a:pt x="441" y="699"/>
                  <a:pt x="441" y="699"/>
                  <a:pt x="441" y="699"/>
                </a:cubicBezTo>
                <a:cubicBezTo>
                  <a:pt x="441" y="699"/>
                  <a:pt x="441" y="699"/>
                  <a:pt x="441" y="699"/>
                </a:cubicBezTo>
                <a:cubicBezTo>
                  <a:pt x="440" y="699"/>
                  <a:pt x="440" y="699"/>
                  <a:pt x="440" y="699"/>
                </a:cubicBezTo>
                <a:cubicBezTo>
                  <a:pt x="440" y="699"/>
                  <a:pt x="440" y="699"/>
                  <a:pt x="440" y="699"/>
                </a:cubicBezTo>
                <a:cubicBezTo>
                  <a:pt x="440" y="699"/>
                  <a:pt x="440" y="699"/>
                  <a:pt x="440" y="699"/>
                </a:cubicBezTo>
                <a:cubicBezTo>
                  <a:pt x="440" y="699"/>
                  <a:pt x="440" y="699"/>
                  <a:pt x="440" y="699"/>
                </a:cubicBezTo>
                <a:cubicBezTo>
                  <a:pt x="439" y="699"/>
                  <a:pt x="439" y="699"/>
                  <a:pt x="439" y="699"/>
                </a:cubicBezTo>
                <a:cubicBezTo>
                  <a:pt x="439" y="699"/>
                  <a:pt x="439" y="699"/>
                  <a:pt x="439" y="699"/>
                </a:cubicBezTo>
                <a:cubicBezTo>
                  <a:pt x="439" y="699"/>
                  <a:pt x="439" y="699"/>
                  <a:pt x="439" y="699"/>
                </a:cubicBezTo>
                <a:cubicBezTo>
                  <a:pt x="439" y="699"/>
                  <a:pt x="439" y="699"/>
                  <a:pt x="439" y="699"/>
                </a:cubicBezTo>
                <a:cubicBezTo>
                  <a:pt x="439" y="699"/>
                  <a:pt x="439" y="699"/>
                  <a:pt x="439" y="699"/>
                </a:cubicBezTo>
                <a:cubicBezTo>
                  <a:pt x="439" y="699"/>
                  <a:pt x="439" y="699"/>
                  <a:pt x="439" y="699"/>
                </a:cubicBezTo>
                <a:cubicBezTo>
                  <a:pt x="438" y="699"/>
                  <a:pt x="438" y="699"/>
                  <a:pt x="438" y="699"/>
                </a:cubicBezTo>
                <a:cubicBezTo>
                  <a:pt x="438" y="699"/>
                  <a:pt x="438" y="699"/>
                  <a:pt x="438" y="699"/>
                </a:cubicBezTo>
                <a:cubicBezTo>
                  <a:pt x="438" y="699"/>
                  <a:pt x="438" y="699"/>
                  <a:pt x="438" y="699"/>
                </a:cubicBezTo>
                <a:cubicBezTo>
                  <a:pt x="438" y="699"/>
                  <a:pt x="438" y="699"/>
                  <a:pt x="438" y="699"/>
                </a:cubicBezTo>
                <a:cubicBezTo>
                  <a:pt x="437" y="699"/>
                  <a:pt x="437" y="699"/>
                  <a:pt x="437" y="699"/>
                </a:cubicBezTo>
                <a:cubicBezTo>
                  <a:pt x="437" y="699"/>
                  <a:pt x="437" y="699"/>
                  <a:pt x="437" y="699"/>
                </a:cubicBezTo>
                <a:cubicBezTo>
                  <a:pt x="437" y="699"/>
                  <a:pt x="437" y="699"/>
                  <a:pt x="437" y="699"/>
                </a:cubicBezTo>
                <a:cubicBezTo>
                  <a:pt x="437" y="699"/>
                  <a:pt x="437" y="699"/>
                  <a:pt x="437" y="699"/>
                </a:cubicBezTo>
                <a:cubicBezTo>
                  <a:pt x="437" y="699"/>
                  <a:pt x="437" y="699"/>
                  <a:pt x="437" y="699"/>
                </a:cubicBezTo>
                <a:cubicBezTo>
                  <a:pt x="437" y="699"/>
                  <a:pt x="437" y="699"/>
                  <a:pt x="437" y="699"/>
                </a:cubicBezTo>
                <a:cubicBezTo>
                  <a:pt x="437" y="699"/>
                  <a:pt x="437" y="699"/>
                  <a:pt x="437" y="699"/>
                </a:cubicBezTo>
                <a:cubicBezTo>
                  <a:pt x="437" y="699"/>
                  <a:pt x="437" y="699"/>
                  <a:pt x="437" y="699"/>
                </a:cubicBezTo>
                <a:cubicBezTo>
                  <a:pt x="436" y="698"/>
                  <a:pt x="436" y="698"/>
                  <a:pt x="436" y="698"/>
                </a:cubicBezTo>
                <a:cubicBezTo>
                  <a:pt x="436" y="698"/>
                  <a:pt x="436" y="698"/>
                  <a:pt x="436" y="698"/>
                </a:cubicBezTo>
                <a:cubicBezTo>
                  <a:pt x="436" y="698"/>
                  <a:pt x="436" y="698"/>
                  <a:pt x="436" y="698"/>
                </a:cubicBezTo>
                <a:cubicBezTo>
                  <a:pt x="436" y="698"/>
                  <a:pt x="436" y="698"/>
                  <a:pt x="436" y="698"/>
                </a:cubicBezTo>
                <a:cubicBezTo>
                  <a:pt x="436" y="698"/>
                  <a:pt x="436" y="698"/>
                  <a:pt x="436" y="698"/>
                </a:cubicBezTo>
                <a:cubicBezTo>
                  <a:pt x="436" y="698"/>
                  <a:pt x="436" y="698"/>
                  <a:pt x="436" y="698"/>
                </a:cubicBezTo>
                <a:cubicBezTo>
                  <a:pt x="436" y="697"/>
                  <a:pt x="436" y="697"/>
                  <a:pt x="436" y="697"/>
                </a:cubicBezTo>
                <a:cubicBezTo>
                  <a:pt x="436" y="697"/>
                  <a:pt x="436" y="697"/>
                  <a:pt x="436" y="697"/>
                </a:cubicBezTo>
                <a:cubicBezTo>
                  <a:pt x="436" y="697"/>
                  <a:pt x="436" y="697"/>
                  <a:pt x="436" y="697"/>
                </a:cubicBezTo>
                <a:cubicBezTo>
                  <a:pt x="436" y="697"/>
                  <a:pt x="436" y="697"/>
                  <a:pt x="436" y="697"/>
                </a:cubicBezTo>
                <a:cubicBezTo>
                  <a:pt x="436" y="696"/>
                  <a:pt x="436" y="696"/>
                  <a:pt x="436" y="696"/>
                </a:cubicBezTo>
                <a:cubicBezTo>
                  <a:pt x="436" y="696"/>
                  <a:pt x="436" y="696"/>
                  <a:pt x="436" y="696"/>
                </a:cubicBezTo>
                <a:cubicBezTo>
                  <a:pt x="443" y="692"/>
                  <a:pt x="443" y="692"/>
                  <a:pt x="443" y="692"/>
                </a:cubicBezTo>
                <a:cubicBezTo>
                  <a:pt x="443" y="692"/>
                  <a:pt x="443" y="692"/>
                  <a:pt x="443" y="692"/>
                </a:cubicBezTo>
                <a:cubicBezTo>
                  <a:pt x="442" y="692"/>
                  <a:pt x="442" y="692"/>
                  <a:pt x="442" y="692"/>
                </a:cubicBezTo>
                <a:cubicBezTo>
                  <a:pt x="442" y="692"/>
                  <a:pt x="442" y="692"/>
                  <a:pt x="442" y="692"/>
                </a:cubicBezTo>
                <a:cubicBezTo>
                  <a:pt x="442" y="691"/>
                  <a:pt x="442" y="691"/>
                  <a:pt x="442" y="691"/>
                </a:cubicBezTo>
                <a:cubicBezTo>
                  <a:pt x="442" y="691"/>
                  <a:pt x="442" y="691"/>
                  <a:pt x="442" y="691"/>
                </a:cubicBezTo>
                <a:cubicBezTo>
                  <a:pt x="442" y="691"/>
                  <a:pt x="442" y="691"/>
                  <a:pt x="442" y="691"/>
                </a:cubicBezTo>
                <a:cubicBezTo>
                  <a:pt x="442" y="691"/>
                  <a:pt x="442" y="691"/>
                  <a:pt x="442" y="691"/>
                </a:cubicBezTo>
                <a:cubicBezTo>
                  <a:pt x="442" y="691"/>
                  <a:pt x="442" y="691"/>
                  <a:pt x="442" y="691"/>
                </a:cubicBezTo>
                <a:cubicBezTo>
                  <a:pt x="442" y="691"/>
                  <a:pt x="442" y="691"/>
                  <a:pt x="442" y="691"/>
                </a:cubicBezTo>
                <a:cubicBezTo>
                  <a:pt x="442" y="690"/>
                  <a:pt x="442" y="690"/>
                  <a:pt x="442" y="690"/>
                </a:cubicBezTo>
                <a:cubicBezTo>
                  <a:pt x="442" y="690"/>
                  <a:pt x="442" y="690"/>
                  <a:pt x="442" y="690"/>
                </a:cubicBezTo>
                <a:cubicBezTo>
                  <a:pt x="442" y="690"/>
                  <a:pt x="442" y="690"/>
                  <a:pt x="442" y="690"/>
                </a:cubicBezTo>
                <a:cubicBezTo>
                  <a:pt x="442" y="690"/>
                  <a:pt x="442" y="690"/>
                  <a:pt x="442" y="690"/>
                </a:cubicBezTo>
                <a:cubicBezTo>
                  <a:pt x="442" y="690"/>
                  <a:pt x="442" y="690"/>
                  <a:pt x="442" y="690"/>
                </a:cubicBezTo>
                <a:cubicBezTo>
                  <a:pt x="442" y="690"/>
                  <a:pt x="442" y="690"/>
                  <a:pt x="442" y="690"/>
                </a:cubicBezTo>
                <a:cubicBezTo>
                  <a:pt x="443" y="689"/>
                  <a:pt x="443" y="689"/>
                  <a:pt x="443" y="689"/>
                </a:cubicBezTo>
                <a:cubicBezTo>
                  <a:pt x="443" y="689"/>
                  <a:pt x="443" y="689"/>
                  <a:pt x="443" y="689"/>
                </a:cubicBezTo>
                <a:cubicBezTo>
                  <a:pt x="443" y="689"/>
                  <a:pt x="443" y="689"/>
                  <a:pt x="443" y="689"/>
                </a:cubicBezTo>
                <a:cubicBezTo>
                  <a:pt x="443" y="689"/>
                  <a:pt x="443" y="689"/>
                  <a:pt x="443" y="689"/>
                </a:cubicBezTo>
                <a:cubicBezTo>
                  <a:pt x="443" y="688"/>
                  <a:pt x="443" y="688"/>
                  <a:pt x="443" y="688"/>
                </a:cubicBezTo>
                <a:cubicBezTo>
                  <a:pt x="443" y="688"/>
                  <a:pt x="443" y="688"/>
                  <a:pt x="443" y="688"/>
                </a:cubicBezTo>
                <a:cubicBezTo>
                  <a:pt x="443" y="688"/>
                  <a:pt x="443" y="688"/>
                  <a:pt x="443" y="688"/>
                </a:cubicBezTo>
                <a:cubicBezTo>
                  <a:pt x="443" y="688"/>
                  <a:pt x="443" y="688"/>
                  <a:pt x="443" y="688"/>
                </a:cubicBezTo>
                <a:cubicBezTo>
                  <a:pt x="444" y="687"/>
                  <a:pt x="444" y="687"/>
                  <a:pt x="444" y="687"/>
                </a:cubicBezTo>
                <a:cubicBezTo>
                  <a:pt x="444" y="687"/>
                  <a:pt x="444" y="687"/>
                  <a:pt x="444" y="687"/>
                </a:cubicBezTo>
                <a:cubicBezTo>
                  <a:pt x="444" y="687"/>
                  <a:pt x="444" y="687"/>
                  <a:pt x="444" y="687"/>
                </a:cubicBezTo>
                <a:cubicBezTo>
                  <a:pt x="444" y="687"/>
                  <a:pt x="444" y="687"/>
                  <a:pt x="444" y="687"/>
                </a:cubicBezTo>
                <a:cubicBezTo>
                  <a:pt x="444" y="686"/>
                  <a:pt x="444" y="686"/>
                  <a:pt x="444" y="686"/>
                </a:cubicBezTo>
                <a:cubicBezTo>
                  <a:pt x="444" y="686"/>
                  <a:pt x="444" y="686"/>
                  <a:pt x="444" y="686"/>
                </a:cubicBezTo>
                <a:cubicBezTo>
                  <a:pt x="444" y="686"/>
                  <a:pt x="444" y="686"/>
                  <a:pt x="444" y="686"/>
                </a:cubicBezTo>
                <a:cubicBezTo>
                  <a:pt x="444" y="686"/>
                  <a:pt x="444" y="686"/>
                  <a:pt x="444" y="686"/>
                </a:cubicBezTo>
                <a:cubicBezTo>
                  <a:pt x="444" y="685"/>
                  <a:pt x="444" y="685"/>
                  <a:pt x="444" y="685"/>
                </a:cubicBezTo>
                <a:cubicBezTo>
                  <a:pt x="444" y="685"/>
                  <a:pt x="444" y="685"/>
                  <a:pt x="444" y="685"/>
                </a:cubicBezTo>
                <a:cubicBezTo>
                  <a:pt x="443" y="685"/>
                  <a:pt x="443" y="685"/>
                  <a:pt x="443" y="685"/>
                </a:cubicBezTo>
                <a:cubicBezTo>
                  <a:pt x="443" y="685"/>
                  <a:pt x="443" y="685"/>
                  <a:pt x="443" y="685"/>
                </a:cubicBezTo>
                <a:cubicBezTo>
                  <a:pt x="443" y="685"/>
                  <a:pt x="443" y="685"/>
                  <a:pt x="443" y="685"/>
                </a:cubicBezTo>
                <a:cubicBezTo>
                  <a:pt x="443" y="685"/>
                  <a:pt x="443" y="685"/>
                  <a:pt x="443" y="685"/>
                </a:cubicBezTo>
                <a:cubicBezTo>
                  <a:pt x="442" y="685"/>
                  <a:pt x="442" y="685"/>
                  <a:pt x="442" y="685"/>
                </a:cubicBezTo>
                <a:cubicBezTo>
                  <a:pt x="442" y="685"/>
                  <a:pt x="442" y="685"/>
                  <a:pt x="442" y="685"/>
                </a:cubicBezTo>
                <a:cubicBezTo>
                  <a:pt x="442" y="685"/>
                  <a:pt x="442" y="685"/>
                  <a:pt x="442" y="685"/>
                </a:cubicBezTo>
                <a:cubicBezTo>
                  <a:pt x="442" y="685"/>
                  <a:pt x="442" y="685"/>
                  <a:pt x="442" y="685"/>
                </a:cubicBezTo>
                <a:cubicBezTo>
                  <a:pt x="441" y="685"/>
                  <a:pt x="441" y="685"/>
                  <a:pt x="441" y="685"/>
                </a:cubicBezTo>
                <a:cubicBezTo>
                  <a:pt x="441" y="685"/>
                  <a:pt x="441" y="685"/>
                  <a:pt x="441" y="685"/>
                </a:cubicBezTo>
                <a:cubicBezTo>
                  <a:pt x="441" y="685"/>
                  <a:pt x="441" y="685"/>
                  <a:pt x="441" y="685"/>
                </a:cubicBezTo>
                <a:cubicBezTo>
                  <a:pt x="441" y="685"/>
                  <a:pt x="441" y="685"/>
                  <a:pt x="441" y="685"/>
                </a:cubicBezTo>
                <a:cubicBezTo>
                  <a:pt x="440" y="685"/>
                  <a:pt x="440" y="685"/>
                  <a:pt x="440" y="685"/>
                </a:cubicBezTo>
                <a:cubicBezTo>
                  <a:pt x="440" y="685"/>
                  <a:pt x="440" y="685"/>
                  <a:pt x="440" y="685"/>
                </a:cubicBezTo>
                <a:cubicBezTo>
                  <a:pt x="440" y="685"/>
                  <a:pt x="440" y="685"/>
                  <a:pt x="440" y="685"/>
                </a:cubicBezTo>
                <a:cubicBezTo>
                  <a:pt x="440" y="685"/>
                  <a:pt x="440" y="685"/>
                  <a:pt x="440" y="685"/>
                </a:cubicBezTo>
                <a:cubicBezTo>
                  <a:pt x="440" y="685"/>
                  <a:pt x="440" y="685"/>
                  <a:pt x="440" y="685"/>
                </a:cubicBezTo>
                <a:cubicBezTo>
                  <a:pt x="440" y="685"/>
                  <a:pt x="440" y="685"/>
                  <a:pt x="440" y="685"/>
                </a:cubicBezTo>
                <a:cubicBezTo>
                  <a:pt x="439" y="685"/>
                  <a:pt x="439" y="685"/>
                  <a:pt x="439" y="685"/>
                </a:cubicBezTo>
                <a:cubicBezTo>
                  <a:pt x="439" y="685"/>
                  <a:pt x="439" y="685"/>
                  <a:pt x="439" y="685"/>
                </a:cubicBezTo>
                <a:cubicBezTo>
                  <a:pt x="439" y="686"/>
                  <a:pt x="439" y="686"/>
                  <a:pt x="439" y="686"/>
                </a:cubicBezTo>
                <a:cubicBezTo>
                  <a:pt x="439" y="686"/>
                  <a:pt x="439" y="686"/>
                  <a:pt x="439" y="686"/>
                </a:cubicBezTo>
                <a:cubicBezTo>
                  <a:pt x="439" y="686"/>
                  <a:pt x="439" y="686"/>
                  <a:pt x="439" y="686"/>
                </a:cubicBezTo>
                <a:cubicBezTo>
                  <a:pt x="439" y="686"/>
                  <a:pt x="439" y="686"/>
                  <a:pt x="439" y="686"/>
                </a:cubicBezTo>
                <a:cubicBezTo>
                  <a:pt x="439" y="686"/>
                  <a:pt x="439" y="686"/>
                  <a:pt x="439" y="686"/>
                </a:cubicBezTo>
                <a:cubicBezTo>
                  <a:pt x="439" y="686"/>
                  <a:pt x="439" y="686"/>
                  <a:pt x="439" y="686"/>
                </a:cubicBezTo>
                <a:cubicBezTo>
                  <a:pt x="438" y="686"/>
                  <a:pt x="438" y="686"/>
                  <a:pt x="438" y="686"/>
                </a:cubicBezTo>
                <a:cubicBezTo>
                  <a:pt x="438" y="686"/>
                  <a:pt x="438" y="686"/>
                  <a:pt x="438" y="686"/>
                </a:cubicBezTo>
                <a:cubicBezTo>
                  <a:pt x="438" y="686"/>
                  <a:pt x="438" y="686"/>
                  <a:pt x="438" y="686"/>
                </a:cubicBezTo>
                <a:cubicBezTo>
                  <a:pt x="438" y="686"/>
                  <a:pt x="438" y="686"/>
                  <a:pt x="438" y="686"/>
                </a:cubicBezTo>
                <a:cubicBezTo>
                  <a:pt x="438" y="686"/>
                  <a:pt x="438" y="686"/>
                  <a:pt x="438" y="686"/>
                </a:cubicBezTo>
                <a:cubicBezTo>
                  <a:pt x="438" y="686"/>
                  <a:pt x="438" y="686"/>
                  <a:pt x="438" y="686"/>
                </a:cubicBezTo>
                <a:cubicBezTo>
                  <a:pt x="439" y="685"/>
                  <a:pt x="439" y="685"/>
                  <a:pt x="439" y="685"/>
                </a:cubicBezTo>
                <a:cubicBezTo>
                  <a:pt x="439" y="685"/>
                  <a:pt x="439" y="685"/>
                  <a:pt x="439" y="685"/>
                </a:cubicBezTo>
                <a:cubicBezTo>
                  <a:pt x="440" y="684"/>
                  <a:pt x="440" y="684"/>
                  <a:pt x="440" y="684"/>
                </a:cubicBezTo>
                <a:cubicBezTo>
                  <a:pt x="440" y="684"/>
                  <a:pt x="440" y="684"/>
                  <a:pt x="440" y="684"/>
                </a:cubicBezTo>
                <a:cubicBezTo>
                  <a:pt x="441" y="683"/>
                  <a:pt x="441" y="683"/>
                  <a:pt x="441" y="683"/>
                </a:cubicBezTo>
                <a:cubicBezTo>
                  <a:pt x="441" y="683"/>
                  <a:pt x="441" y="683"/>
                  <a:pt x="441" y="683"/>
                </a:cubicBezTo>
                <a:cubicBezTo>
                  <a:pt x="443" y="682"/>
                  <a:pt x="443" y="682"/>
                  <a:pt x="443" y="682"/>
                </a:cubicBezTo>
                <a:cubicBezTo>
                  <a:pt x="443" y="682"/>
                  <a:pt x="443" y="682"/>
                  <a:pt x="443" y="682"/>
                </a:cubicBezTo>
                <a:cubicBezTo>
                  <a:pt x="445" y="681"/>
                  <a:pt x="445" y="681"/>
                  <a:pt x="445" y="681"/>
                </a:cubicBezTo>
                <a:cubicBezTo>
                  <a:pt x="445" y="681"/>
                  <a:pt x="445" y="681"/>
                  <a:pt x="445" y="681"/>
                </a:cubicBezTo>
                <a:cubicBezTo>
                  <a:pt x="446" y="680"/>
                  <a:pt x="446" y="680"/>
                  <a:pt x="446" y="680"/>
                </a:cubicBezTo>
                <a:cubicBezTo>
                  <a:pt x="446" y="680"/>
                  <a:pt x="446" y="680"/>
                  <a:pt x="446" y="680"/>
                </a:cubicBezTo>
                <a:cubicBezTo>
                  <a:pt x="448" y="679"/>
                  <a:pt x="448" y="679"/>
                  <a:pt x="448" y="679"/>
                </a:cubicBezTo>
                <a:cubicBezTo>
                  <a:pt x="448" y="679"/>
                  <a:pt x="448" y="679"/>
                  <a:pt x="448" y="679"/>
                </a:cubicBezTo>
                <a:cubicBezTo>
                  <a:pt x="449" y="678"/>
                  <a:pt x="449" y="678"/>
                  <a:pt x="449" y="678"/>
                </a:cubicBezTo>
                <a:cubicBezTo>
                  <a:pt x="449" y="678"/>
                  <a:pt x="449" y="678"/>
                  <a:pt x="449" y="678"/>
                </a:cubicBezTo>
                <a:cubicBezTo>
                  <a:pt x="450" y="677"/>
                  <a:pt x="450" y="677"/>
                  <a:pt x="450" y="677"/>
                </a:cubicBezTo>
                <a:cubicBezTo>
                  <a:pt x="450" y="677"/>
                  <a:pt x="450" y="677"/>
                  <a:pt x="450" y="677"/>
                </a:cubicBezTo>
                <a:cubicBezTo>
                  <a:pt x="451" y="676"/>
                  <a:pt x="451" y="676"/>
                  <a:pt x="451" y="676"/>
                </a:cubicBezTo>
                <a:cubicBezTo>
                  <a:pt x="451" y="676"/>
                  <a:pt x="451" y="676"/>
                  <a:pt x="451" y="676"/>
                </a:cubicBezTo>
                <a:cubicBezTo>
                  <a:pt x="452" y="676"/>
                  <a:pt x="452" y="676"/>
                  <a:pt x="452" y="676"/>
                </a:cubicBezTo>
                <a:cubicBezTo>
                  <a:pt x="452" y="676"/>
                  <a:pt x="452" y="676"/>
                  <a:pt x="452" y="676"/>
                </a:cubicBezTo>
                <a:cubicBezTo>
                  <a:pt x="454" y="675"/>
                  <a:pt x="454" y="675"/>
                  <a:pt x="454" y="675"/>
                </a:cubicBezTo>
                <a:cubicBezTo>
                  <a:pt x="454" y="675"/>
                  <a:pt x="454" y="675"/>
                  <a:pt x="454" y="675"/>
                </a:cubicBezTo>
                <a:cubicBezTo>
                  <a:pt x="454" y="674"/>
                  <a:pt x="454" y="674"/>
                  <a:pt x="454" y="674"/>
                </a:cubicBezTo>
                <a:cubicBezTo>
                  <a:pt x="454" y="674"/>
                  <a:pt x="454" y="674"/>
                  <a:pt x="454" y="674"/>
                </a:cubicBezTo>
                <a:cubicBezTo>
                  <a:pt x="455" y="672"/>
                  <a:pt x="455" y="672"/>
                  <a:pt x="455" y="672"/>
                </a:cubicBezTo>
                <a:cubicBezTo>
                  <a:pt x="455" y="672"/>
                  <a:pt x="455" y="672"/>
                  <a:pt x="455" y="672"/>
                </a:cubicBezTo>
                <a:cubicBezTo>
                  <a:pt x="455" y="671"/>
                  <a:pt x="455" y="671"/>
                  <a:pt x="455" y="671"/>
                </a:cubicBezTo>
                <a:cubicBezTo>
                  <a:pt x="455" y="671"/>
                  <a:pt x="455" y="671"/>
                  <a:pt x="455" y="671"/>
                </a:cubicBezTo>
                <a:cubicBezTo>
                  <a:pt x="456" y="670"/>
                  <a:pt x="456" y="670"/>
                  <a:pt x="456" y="670"/>
                </a:cubicBezTo>
                <a:cubicBezTo>
                  <a:pt x="456" y="670"/>
                  <a:pt x="456" y="670"/>
                  <a:pt x="456" y="670"/>
                </a:cubicBezTo>
                <a:cubicBezTo>
                  <a:pt x="456" y="670"/>
                  <a:pt x="456" y="670"/>
                  <a:pt x="456" y="670"/>
                </a:cubicBezTo>
                <a:cubicBezTo>
                  <a:pt x="456" y="670"/>
                  <a:pt x="456" y="670"/>
                  <a:pt x="456" y="670"/>
                </a:cubicBezTo>
                <a:cubicBezTo>
                  <a:pt x="455" y="669"/>
                  <a:pt x="455" y="669"/>
                  <a:pt x="455" y="669"/>
                </a:cubicBezTo>
                <a:cubicBezTo>
                  <a:pt x="455" y="669"/>
                  <a:pt x="455" y="669"/>
                  <a:pt x="455" y="669"/>
                </a:cubicBezTo>
                <a:cubicBezTo>
                  <a:pt x="455" y="669"/>
                  <a:pt x="454" y="668"/>
                  <a:pt x="454" y="668"/>
                </a:cubicBezTo>
                <a:cubicBezTo>
                  <a:pt x="454" y="668"/>
                  <a:pt x="454" y="668"/>
                  <a:pt x="454" y="668"/>
                </a:cubicBezTo>
                <a:cubicBezTo>
                  <a:pt x="454" y="667"/>
                  <a:pt x="454" y="667"/>
                  <a:pt x="454" y="667"/>
                </a:cubicBezTo>
                <a:cubicBezTo>
                  <a:pt x="454" y="667"/>
                  <a:pt x="454" y="667"/>
                  <a:pt x="454" y="667"/>
                </a:cubicBezTo>
                <a:cubicBezTo>
                  <a:pt x="453" y="667"/>
                  <a:pt x="453" y="667"/>
                  <a:pt x="453" y="667"/>
                </a:cubicBezTo>
                <a:cubicBezTo>
                  <a:pt x="453" y="667"/>
                  <a:pt x="453" y="667"/>
                  <a:pt x="453" y="667"/>
                </a:cubicBezTo>
                <a:cubicBezTo>
                  <a:pt x="451" y="669"/>
                  <a:pt x="451" y="669"/>
                  <a:pt x="451" y="669"/>
                </a:cubicBezTo>
                <a:cubicBezTo>
                  <a:pt x="451" y="669"/>
                  <a:pt x="451" y="669"/>
                  <a:pt x="451" y="669"/>
                </a:cubicBezTo>
                <a:cubicBezTo>
                  <a:pt x="450" y="670"/>
                  <a:pt x="450" y="670"/>
                  <a:pt x="450" y="670"/>
                </a:cubicBezTo>
                <a:cubicBezTo>
                  <a:pt x="450" y="670"/>
                  <a:pt x="450" y="670"/>
                  <a:pt x="450" y="670"/>
                </a:cubicBezTo>
                <a:cubicBezTo>
                  <a:pt x="448" y="672"/>
                  <a:pt x="448" y="672"/>
                  <a:pt x="448" y="672"/>
                </a:cubicBezTo>
                <a:cubicBezTo>
                  <a:pt x="448" y="672"/>
                  <a:pt x="448" y="672"/>
                  <a:pt x="448" y="672"/>
                </a:cubicBezTo>
                <a:cubicBezTo>
                  <a:pt x="447" y="673"/>
                  <a:pt x="447" y="673"/>
                  <a:pt x="447" y="673"/>
                </a:cubicBezTo>
                <a:cubicBezTo>
                  <a:pt x="447" y="673"/>
                  <a:pt x="447" y="673"/>
                  <a:pt x="447" y="673"/>
                </a:cubicBezTo>
                <a:cubicBezTo>
                  <a:pt x="445" y="674"/>
                  <a:pt x="445" y="674"/>
                  <a:pt x="445" y="674"/>
                </a:cubicBezTo>
                <a:cubicBezTo>
                  <a:pt x="445" y="674"/>
                  <a:pt x="445" y="674"/>
                  <a:pt x="445" y="674"/>
                </a:cubicBezTo>
                <a:cubicBezTo>
                  <a:pt x="444" y="675"/>
                  <a:pt x="444" y="675"/>
                  <a:pt x="444" y="675"/>
                </a:cubicBezTo>
                <a:cubicBezTo>
                  <a:pt x="444" y="675"/>
                  <a:pt x="444" y="675"/>
                  <a:pt x="444" y="675"/>
                </a:cubicBezTo>
                <a:cubicBezTo>
                  <a:pt x="442" y="676"/>
                  <a:pt x="442" y="676"/>
                  <a:pt x="442" y="676"/>
                </a:cubicBezTo>
                <a:cubicBezTo>
                  <a:pt x="442" y="676"/>
                  <a:pt x="442" y="676"/>
                  <a:pt x="442" y="676"/>
                </a:cubicBezTo>
                <a:cubicBezTo>
                  <a:pt x="440" y="675"/>
                  <a:pt x="440" y="675"/>
                  <a:pt x="440" y="675"/>
                </a:cubicBezTo>
                <a:cubicBezTo>
                  <a:pt x="440" y="675"/>
                  <a:pt x="440" y="675"/>
                  <a:pt x="440" y="675"/>
                </a:cubicBezTo>
                <a:cubicBezTo>
                  <a:pt x="440" y="674"/>
                  <a:pt x="440" y="674"/>
                  <a:pt x="440" y="674"/>
                </a:cubicBezTo>
                <a:cubicBezTo>
                  <a:pt x="440" y="674"/>
                  <a:pt x="440" y="674"/>
                  <a:pt x="440" y="674"/>
                </a:cubicBezTo>
                <a:cubicBezTo>
                  <a:pt x="440" y="674"/>
                  <a:pt x="440" y="674"/>
                  <a:pt x="440" y="674"/>
                </a:cubicBezTo>
                <a:cubicBezTo>
                  <a:pt x="440" y="674"/>
                  <a:pt x="440" y="674"/>
                  <a:pt x="440" y="674"/>
                </a:cubicBezTo>
                <a:cubicBezTo>
                  <a:pt x="440" y="673"/>
                  <a:pt x="440" y="673"/>
                  <a:pt x="440" y="673"/>
                </a:cubicBezTo>
                <a:cubicBezTo>
                  <a:pt x="440" y="673"/>
                  <a:pt x="440" y="673"/>
                  <a:pt x="440" y="673"/>
                </a:cubicBezTo>
                <a:cubicBezTo>
                  <a:pt x="441" y="672"/>
                  <a:pt x="441" y="672"/>
                  <a:pt x="441" y="672"/>
                </a:cubicBezTo>
                <a:cubicBezTo>
                  <a:pt x="441" y="672"/>
                  <a:pt x="441" y="672"/>
                  <a:pt x="441" y="672"/>
                </a:cubicBezTo>
                <a:cubicBezTo>
                  <a:pt x="441" y="671"/>
                  <a:pt x="441" y="671"/>
                  <a:pt x="441" y="671"/>
                </a:cubicBezTo>
                <a:cubicBezTo>
                  <a:pt x="441" y="671"/>
                  <a:pt x="441" y="671"/>
                  <a:pt x="441" y="671"/>
                </a:cubicBezTo>
                <a:cubicBezTo>
                  <a:pt x="441" y="670"/>
                  <a:pt x="441" y="670"/>
                  <a:pt x="441" y="670"/>
                </a:cubicBezTo>
                <a:cubicBezTo>
                  <a:pt x="441" y="670"/>
                  <a:pt x="441" y="670"/>
                  <a:pt x="441" y="670"/>
                </a:cubicBezTo>
                <a:cubicBezTo>
                  <a:pt x="441" y="669"/>
                  <a:pt x="441" y="669"/>
                  <a:pt x="441" y="669"/>
                </a:cubicBezTo>
                <a:cubicBezTo>
                  <a:pt x="441" y="669"/>
                  <a:pt x="441" y="669"/>
                  <a:pt x="441" y="669"/>
                </a:cubicBezTo>
                <a:cubicBezTo>
                  <a:pt x="441" y="668"/>
                  <a:pt x="441" y="668"/>
                  <a:pt x="441" y="668"/>
                </a:cubicBezTo>
                <a:cubicBezTo>
                  <a:pt x="441" y="668"/>
                  <a:pt x="441" y="668"/>
                  <a:pt x="441" y="668"/>
                </a:cubicBezTo>
                <a:cubicBezTo>
                  <a:pt x="435" y="671"/>
                  <a:pt x="435" y="671"/>
                  <a:pt x="435" y="671"/>
                </a:cubicBezTo>
                <a:cubicBezTo>
                  <a:pt x="435" y="671"/>
                  <a:pt x="435" y="671"/>
                  <a:pt x="435" y="671"/>
                </a:cubicBezTo>
                <a:cubicBezTo>
                  <a:pt x="428" y="676"/>
                  <a:pt x="428" y="676"/>
                  <a:pt x="428" y="676"/>
                </a:cubicBezTo>
                <a:cubicBezTo>
                  <a:pt x="428" y="676"/>
                  <a:pt x="428" y="676"/>
                  <a:pt x="428" y="676"/>
                </a:cubicBezTo>
                <a:cubicBezTo>
                  <a:pt x="426" y="676"/>
                  <a:pt x="426" y="676"/>
                  <a:pt x="426" y="676"/>
                </a:cubicBezTo>
                <a:cubicBezTo>
                  <a:pt x="426" y="676"/>
                  <a:pt x="426" y="676"/>
                  <a:pt x="426" y="676"/>
                </a:cubicBezTo>
                <a:cubicBezTo>
                  <a:pt x="425" y="676"/>
                  <a:pt x="425" y="676"/>
                  <a:pt x="425" y="676"/>
                </a:cubicBezTo>
                <a:cubicBezTo>
                  <a:pt x="425" y="676"/>
                  <a:pt x="425" y="676"/>
                  <a:pt x="425" y="676"/>
                </a:cubicBezTo>
                <a:cubicBezTo>
                  <a:pt x="424" y="676"/>
                  <a:pt x="424" y="676"/>
                  <a:pt x="424" y="676"/>
                </a:cubicBezTo>
                <a:cubicBezTo>
                  <a:pt x="424" y="676"/>
                  <a:pt x="424" y="676"/>
                  <a:pt x="424" y="676"/>
                </a:cubicBezTo>
                <a:cubicBezTo>
                  <a:pt x="422" y="676"/>
                  <a:pt x="422" y="676"/>
                  <a:pt x="422" y="676"/>
                </a:cubicBezTo>
                <a:cubicBezTo>
                  <a:pt x="422" y="676"/>
                  <a:pt x="422" y="676"/>
                  <a:pt x="422" y="676"/>
                </a:cubicBezTo>
                <a:cubicBezTo>
                  <a:pt x="421" y="675"/>
                  <a:pt x="421" y="675"/>
                  <a:pt x="421" y="675"/>
                </a:cubicBezTo>
                <a:cubicBezTo>
                  <a:pt x="421" y="675"/>
                  <a:pt x="421" y="675"/>
                  <a:pt x="421" y="675"/>
                </a:cubicBezTo>
                <a:cubicBezTo>
                  <a:pt x="420" y="674"/>
                  <a:pt x="420" y="674"/>
                  <a:pt x="420" y="674"/>
                </a:cubicBezTo>
                <a:cubicBezTo>
                  <a:pt x="420" y="674"/>
                  <a:pt x="420" y="674"/>
                  <a:pt x="420" y="674"/>
                </a:cubicBezTo>
                <a:cubicBezTo>
                  <a:pt x="418" y="674"/>
                  <a:pt x="418" y="674"/>
                  <a:pt x="418" y="674"/>
                </a:cubicBezTo>
                <a:cubicBezTo>
                  <a:pt x="418" y="674"/>
                  <a:pt x="418" y="674"/>
                  <a:pt x="418" y="674"/>
                </a:cubicBezTo>
                <a:cubicBezTo>
                  <a:pt x="417" y="673"/>
                  <a:pt x="417" y="673"/>
                  <a:pt x="417" y="673"/>
                </a:cubicBezTo>
                <a:cubicBezTo>
                  <a:pt x="417" y="673"/>
                  <a:pt x="417" y="673"/>
                  <a:pt x="417" y="673"/>
                </a:cubicBezTo>
                <a:cubicBezTo>
                  <a:pt x="417" y="673"/>
                  <a:pt x="417" y="673"/>
                  <a:pt x="417" y="673"/>
                </a:cubicBezTo>
                <a:cubicBezTo>
                  <a:pt x="417" y="673"/>
                  <a:pt x="417" y="673"/>
                  <a:pt x="417" y="673"/>
                </a:cubicBezTo>
                <a:cubicBezTo>
                  <a:pt x="417" y="672"/>
                  <a:pt x="417" y="672"/>
                  <a:pt x="417" y="672"/>
                </a:cubicBezTo>
                <a:cubicBezTo>
                  <a:pt x="417" y="672"/>
                  <a:pt x="417" y="672"/>
                  <a:pt x="417" y="672"/>
                </a:cubicBezTo>
                <a:cubicBezTo>
                  <a:pt x="416" y="672"/>
                  <a:pt x="416" y="672"/>
                  <a:pt x="416" y="672"/>
                </a:cubicBezTo>
                <a:cubicBezTo>
                  <a:pt x="416" y="672"/>
                  <a:pt x="416" y="672"/>
                  <a:pt x="416" y="672"/>
                </a:cubicBezTo>
                <a:cubicBezTo>
                  <a:pt x="416" y="671"/>
                  <a:pt x="416" y="671"/>
                  <a:pt x="416" y="671"/>
                </a:cubicBezTo>
                <a:cubicBezTo>
                  <a:pt x="416" y="671"/>
                  <a:pt x="416" y="671"/>
                  <a:pt x="416" y="671"/>
                </a:cubicBezTo>
                <a:cubicBezTo>
                  <a:pt x="416" y="671"/>
                  <a:pt x="416" y="671"/>
                  <a:pt x="416" y="671"/>
                </a:cubicBezTo>
                <a:cubicBezTo>
                  <a:pt x="416" y="671"/>
                  <a:pt x="416" y="671"/>
                  <a:pt x="416" y="671"/>
                </a:cubicBezTo>
                <a:cubicBezTo>
                  <a:pt x="416" y="671"/>
                  <a:pt x="416" y="671"/>
                  <a:pt x="416" y="671"/>
                </a:cubicBezTo>
                <a:cubicBezTo>
                  <a:pt x="416" y="671"/>
                  <a:pt x="416" y="671"/>
                  <a:pt x="416" y="671"/>
                </a:cubicBezTo>
                <a:cubicBezTo>
                  <a:pt x="416" y="670"/>
                  <a:pt x="416" y="670"/>
                  <a:pt x="416" y="670"/>
                </a:cubicBezTo>
                <a:cubicBezTo>
                  <a:pt x="416" y="670"/>
                  <a:pt x="416" y="670"/>
                  <a:pt x="416" y="670"/>
                </a:cubicBezTo>
                <a:cubicBezTo>
                  <a:pt x="416" y="670"/>
                  <a:pt x="416" y="670"/>
                  <a:pt x="416" y="670"/>
                </a:cubicBezTo>
                <a:cubicBezTo>
                  <a:pt x="416" y="670"/>
                  <a:pt x="416" y="670"/>
                  <a:pt x="416" y="670"/>
                </a:cubicBezTo>
                <a:cubicBezTo>
                  <a:pt x="417" y="670"/>
                  <a:pt x="417" y="670"/>
                  <a:pt x="417" y="670"/>
                </a:cubicBezTo>
                <a:cubicBezTo>
                  <a:pt x="417" y="670"/>
                  <a:pt x="417" y="670"/>
                  <a:pt x="417" y="670"/>
                </a:cubicBezTo>
                <a:cubicBezTo>
                  <a:pt x="418" y="670"/>
                  <a:pt x="418" y="670"/>
                  <a:pt x="418" y="670"/>
                </a:cubicBezTo>
                <a:cubicBezTo>
                  <a:pt x="418" y="670"/>
                  <a:pt x="418" y="670"/>
                  <a:pt x="418" y="670"/>
                </a:cubicBezTo>
                <a:cubicBezTo>
                  <a:pt x="419" y="670"/>
                  <a:pt x="419" y="670"/>
                  <a:pt x="419" y="670"/>
                </a:cubicBezTo>
                <a:cubicBezTo>
                  <a:pt x="419" y="670"/>
                  <a:pt x="419" y="670"/>
                  <a:pt x="419" y="670"/>
                </a:cubicBezTo>
                <a:cubicBezTo>
                  <a:pt x="420" y="670"/>
                  <a:pt x="420" y="670"/>
                  <a:pt x="420" y="670"/>
                </a:cubicBezTo>
                <a:cubicBezTo>
                  <a:pt x="420" y="670"/>
                  <a:pt x="420" y="670"/>
                  <a:pt x="420" y="670"/>
                </a:cubicBezTo>
                <a:cubicBezTo>
                  <a:pt x="421" y="670"/>
                  <a:pt x="421" y="670"/>
                  <a:pt x="421" y="670"/>
                </a:cubicBezTo>
                <a:cubicBezTo>
                  <a:pt x="421" y="670"/>
                  <a:pt x="421" y="670"/>
                  <a:pt x="421" y="670"/>
                </a:cubicBezTo>
                <a:cubicBezTo>
                  <a:pt x="422" y="670"/>
                  <a:pt x="422" y="670"/>
                  <a:pt x="422" y="670"/>
                </a:cubicBezTo>
                <a:cubicBezTo>
                  <a:pt x="422" y="670"/>
                  <a:pt x="422" y="670"/>
                  <a:pt x="422" y="670"/>
                </a:cubicBezTo>
                <a:cubicBezTo>
                  <a:pt x="423" y="670"/>
                  <a:pt x="423" y="670"/>
                  <a:pt x="423" y="670"/>
                </a:cubicBezTo>
                <a:cubicBezTo>
                  <a:pt x="423" y="670"/>
                  <a:pt x="423" y="670"/>
                  <a:pt x="423" y="670"/>
                </a:cubicBezTo>
                <a:cubicBezTo>
                  <a:pt x="425" y="669"/>
                  <a:pt x="425" y="669"/>
                  <a:pt x="425" y="669"/>
                </a:cubicBezTo>
                <a:cubicBezTo>
                  <a:pt x="425" y="669"/>
                  <a:pt x="425" y="669"/>
                  <a:pt x="425" y="669"/>
                </a:cubicBezTo>
                <a:cubicBezTo>
                  <a:pt x="426" y="669"/>
                  <a:pt x="426" y="669"/>
                  <a:pt x="426" y="669"/>
                </a:cubicBezTo>
                <a:cubicBezTo>
                  <a:pt x="426" y="669"/>
                  <a:pt x="426" y="669"/>
                  <a:pt x="426" y="669"/>
                </a:cubicBezTo>
                <a:cubicBezTo>
                  <a:pt x="428" y="669"/>
                  <a:pt x="428" y="669"/>
                  <a:pt x="428" y="669"/>
                </a:cubicBezTo>
                <a:cubicBezTo>
                  <a:pt x="428" y="669"/>
                  <a:pt x="428" y="669"/>
                  <a:pt x="428" y="669"/>
                </a:cubicBezTo>
                <a:cubicBezTo>
                  <a:pt x="429" y="669"/>
                  <a:pt x="429" y="669"/>
                  <a:pt x="429" y="669"/>
                </a:cubicBezTo>
                <a:cubicBezTo>
                  <a:pt x="429" y="669"/>
                  <a:pt x="429" y="669"/>
                  <a:pt x="429" y="669"/>
                </a:cubicBezTo>
                <a:cubicBezTo>
                  <a:pt x="431" y="669"/>
                  <a:pt x="431" y="669"/>
                  <a:pt x="431" y="669"/>
                </a:cubicBezTo>
                <a:cubicBezTo>
                  <a:pt x="431" y="669"/>
                  <a:pt x="431" y="669"/>
                  <a:pt x="431" y="669"/>
                </a:cubicBezTo>
                <a:cubicBezTo>
                  <a:pt x="432" y="669"/>
                  <a:pt x="432" y="669"/>
                  <a:pt x="432" y="669"/>
                </a:cubicBezTo>
                <a:cubicBezTo>
                  <a:pt x="432" y="669"/>
                  <a:pt x="432" y="669"/>
                  <a:pt x="432" y="669"/>
                </a:cubicBezTo>
                <a:cubicBezTo>
                  <a:pt x="434" y="668"/>
                  <a:pt x="434" y="668"/>
                  <a:pt x="434" y="668"/>
                </a:cubicBezTo>
                <a:cubicBezTo>
                  <a:pt x="434" y="668"/>
                  <a:pt x="434" y="668"/>
                  <a:pt x="434" y="668"/>
                </a:cubicBezTo>
                <a:cubicBezTo>
                  <a:pt x="435" y="668"/>
                  <a:pt x="435" y="668"/>
                  <a:pt x="435" y="668"/>
                </a:cubicBezTo>
                <a:cubicBezTo>
                  <a:pt x="435" y="668"/>
                  <a:pt x="435" y="668"/>
                  <a:pt x="435" y="668"/>
                </a:cubicBezTo>
                <a:cubicBezTo>
                  <a:pt x="437" y="667"/>
                  <a:pt x="437" y="667"/>
                  <a:pt x="437" y="667"/>
                </a:cubicBezTo>
                <a:cubicBezTo>
                  <a:pt x="437" y="667"/>
                  <a:pt x="437" y="667"/>
                  <a:pt x="437" y="667"/>
                </a:cubicBezTo>
                <a:cubicBezTo>
                  <a:pt x="449" y="661"/>
                  <a:pt x="449" y="661"/>
                  <a:pt x="449" y="661"/>
                </a:cubicBezTo>
                <a:cubicBezTo>
                  <a:pt x="449" y="661"/>
                  <a:pt x="449" y="661"/>
                  <a:pt x="449" y="661"/>
                </a:cubicBezTo>
                <a:cubicBezTo>
                  <a:pt x="449" y="661"/>
                  <a:pt x="449" y="661"/>
                  <a:pt x="449" y="661"/>
                </a:cubicBezTo>
                <a:cubicBezTo>
                  <a:pt x="449" y="661"/>
                  <a:pt x="449" y="661"/>
                  <a:pt x="449" y="661"/>
                </a:cubicBezTo>
                <a:cubicBezTo>
                  <a:pt x="449" y="661"/>
                  <a:pt x="449" y="661"/>
                  <a:pt x="449" y="661"/>
                </a:cubicBezTo>
                <a:cubicBezTo>
                  <a:pt x="449" y="661"/>
                  <a:pt x="449" y="661"/>
                  <a:pt x="449" y="661"/>
                </a:cubicBezTo>
                <a:cubicBezTo>
                  <a:pt x="448" y="660"/>
                  <a:pt x="448" y="660"/>
                  <a:pt x="448" y="660"/>
                </a:cubicBezTo>
                <a:cubicBezTo>
                  <a:pt x="448" y="660"/>
                  <a:pt x="448" y="660"/>
                  <a:pt x="448" y="660"/>
                </a:cubicBezTo>
                <a:cubicBezTo>
                  <a:pt x="448" y="660"/>
                  <a:pt x="448" y="660"/>
                  <a:pt x="448" y="660"/>
                </a:cubicBezTo>
                <a:cubicBezTo>
                  <a:pt x="448" y="660"/>
                  <a:pt x="448" y="660"/>
                  <a:pt x="448" y="660"/>
                </a:cubicBezTo>
                <a:cubicBezTo>
                  <a:pt x="448" y="660"/>
                  <a:pt x="448" y="660"/>
                  <a:pt x="448" y="660"/>
                </a:cubicBezTo>
                <a:cubicBezTo>
                  <a:pt x="448" y="660"/>
                  <a:pt x="448" y="660"/>
                  <a:pt x="448" y="660"/>
                </a:cubicBezTo>
                <a:cubicBezTo>
                  <a:pt x="447" y="659"/>
                  <a:pt x="447" y="659"/>
                  <a:pt x="447" y="659"/>
                </a:cubicBezTo>
                <a:cubicBezTo>
                  <a:pt x="447" y="659"/>
                  <a:pt x="447" y="659"/>
                  <a:pt x="447" y="659"/>
                </a:cubicBezTo>
                <a:cubicBezTo>
                  <a:pt x="447" y="659"/>
                  <a:pt x="447" y="659"/>
                  <a:pt x="447" y="659"/>
                </a:cubicBezTo>
                <a:cubicBezTo>
                  <a:pt x="447" y="659"/>
                  <a:pt x="447" y="659"/>
                  <a:pt x="447" y="659"/>
                </a:cubicBezTo>
                <a:cubicBezTo>
                  <a:pt x="446" y="659"/>
                  <a:pt x="446" y="659"/>
                  <a:pt x="446" y="659"/>
                </a:cubicBezTo>
                <a:cubicBezTo>
                  <a:pt x="446" y="659"/>
                  <a:pt x="446" y="659"/>
                  <a:pt x="446" y="659"/>
                </a:cubicBezTo>
                <a:cubicBezTo>
                  <a:pt x="445" y="658"/>
                  <a:pt x="445" y="658"/>
                  <a:pt x="445" y="658"/>
                </a:cubicBezTo>
                <a:cubicBezTo>
                  <a:pt x="445" y="658"/>
                  <a:pt x="445" y="658"/>
                  <a:pt x="445" y="658"/>
                </a:cubicBezTo>
                <a:cubicBezTo>
                  <a:pt x="445" y="658"/>
                  <a:pt x="445" y="658"/>
                  <a:pt x="445" y="658"/>
                </a:cubicBezTo>
                <a:cubicBezTo>
                  <a:pt x="445" y="658"/>
                  <a:pt x="445" y="658"/>
                  <a:pt x="445" y="658"/>
                </a:cubicBezTo>
                <a:cubicBezTo>
                  <a:pt x="445" y="657"/>
                  <a:pt x="445" y="657"/>
                  <a:pt x="445" y="657"/>
                </a:cubicBezTo>
                <a:cubicBezTo>
                  <a:pt x="445" y="657"/>
                  <a:pt x="445" y="657"/>
                  <a:pt x="445" y="657"/>
                </a:cubicBezTo>
                <a:cubicBezTo>
                  <a:pt x="445" y="656"/>
                  <a:pt x="445" y="656"/>
                  <a:pt x="445" y="656"/>
                </a:cubicBezTo>
                <a:cubicBezTo>
                  <a:pt x="445" y="656"/>
                  <a:pt x="445" y="656"/>
                  <a:pt x="445" y="656"/>
                </a:cubicBezTo>
                <a:cubicBezTo>
                  <a:pt x="445" y="656"/>
                  <a:pt x="445" y="656"/>
                  <a:pt x="445" y="656"/>
                </a:cubicBezTo>
                <a:cubicBezTo>
                  <a:pt x="445" y="656"/>
                  <a:pt x="445" y="656"/>
                  <a:pt x="445" y="656"/>
                </a:cubicBezTo>
                <a:cubicBezTo>
                  <a:pt x="445" y="655"/>
                  <a:pt x="445" y="655"/>
                  <a:pt x="445" y="655"/>
                </a:cubicBezTo>
                <a:cubicBezTo>
                  <a:pt x="445" y="655"/>
                  <a:pt x="445" y="655"/>
                  <a:pt x="445" y="655"/>
                </a:cubicBezTo>
                <a:cubicBezTo>
                  <a:pt x="445" y="654"/>
                  <a:pt x="445" y="654"/>
                  <a:pt x="445" y="654"/>
                </a:cubicBezTo>
                <a:cubicBezTo>
                  <a:pt x="445" y="654"/>
                  <a:pt x="445" y="654"/>
                  <a:pt x="445" y="654"/>
                </a:cubicBezTo>
                <a:cubicBezTo>
                  <a:pt x="445" y="653"/>
                  <a:pt x="445" y="653"/>
                  <a:pt x="445" y="653"/>
                </a:cubicBezTo>
                <a:cubicBezTo>
                  <a:pt x="445" y="653"/>
                  <a:pt x="445" y="653"/>
                  <a:pt x="445" y="653"/>
                </a:cubicBezTo>
                <a:cubicBezTo>
                  <a:pt x="444" y="653"/>
                  <a:pt x="444" y="653"/>
                  <a:pt x="444" y="653"/>
                </a:cubicBezTo>
                <a:cubicBezTo>
                  <a:pt x="444" y="653"/>
                  <a:pt x="444" y="653"/>
                  <a:pt x="444" y="653"/>
                </a:cubicBezTo>
                <a:cubicBezTo>
                  <a:pt x="443" y="654"/>
                  <a:pt x="443" y="654"/>
                  <a:pt x="443" y="654"/>
                </a:cubicBezTo>
                <a:cubicBezTo>
                  <a:pt x="443" y="654"/>
                  <a:pt x="443" y="654"/>
                  <a:pt x="443" y="654"/>
                </a:cubicBezTo>
                <a:cubicBezTo>
                  <a:pt x="442" y="655"/>
                  <a:pt x="442" y="655"/>
                  <a:pt x="442" y="655"/>
                </a:cubicBezTo>
                <a:cubicBezTo>
                  <a:pt x="442" y="655"/>
                  <a:pt x="442" y="655"/>
                  <a:pt x="442" y="655"/>
                </a:cubicBezTo>
                <a:cubicBezTo>
                  <a:pt x="441" y="656"/>
                  <a:pt x="441" y="656"/>
                  <a:pt x="441" y="656"/>
                </a:cubicBezTo>
                <a:cubicBezTo>
                  <a:pt x="441" y="656"/>
                  <a:pt x="441" y="656"/>
                  <a:pt x="441" y="656"/>
                </a:cubicBezTo>
                <a:cubicBezTo>
                  <a:pt x="440" y="656"/>
                  <a:pt x="440" y="656"/>
                  <a:pt x="440" y="656"/>
                </a:cubicBezTo>
                <a:cubicBezTo>
                  <a:pt x="440" y="656"/>
                  <a:pt x="440" y="656"/>
                  <a:pt x="440" y="656"/>
                </a:cubicBezTo>
                <a:cubicBezTo>
                  <a:pt x="439" y="656"/>
                  <a:pt x="439" y="656"/>
                  <a:pt x="439" y="656"/>
                </a:cubicBezTo>
                <a:cubicBezTo>
                  <a:pt x="439" y="656"/>
                  <a:pt x="439" y="656"/>
                  <a:pt x="439" y="656"/>
                </a:cubicBezTo>
                <a:cubicBezTo>
                  <a:pt x="438" y="656"/>
                  <a:pt x="438" y="656"/>
                  <a:pt x="438" y="656"/>
                </a:cubicBezTo>
                <a:cubicBezTo>
                  <a:pt x="438" y="656"/>
                  <a:pt x="438" y="656"/>
                  <a:pt x="438" y="656"/>
                </a:cubicBezTo>
                <a:cubicBezTo>
                  <a:pt x="437" y="656"/>
                  <a:pt x="437" y="656"/>
                  <a:pt x="437" y="656"/>
                </a:cubicBezTo>
                <a:cubicBezTo>
                  <a:pt x="437" y="656"/>
                  <a:pt x="437" y="656"/>
                  <a:pt x="437" y="656"/>
                </a:cubicBezTo>
                <a:cubicBezTo>
                  <a:pt x="436" y="656"/>
                  <a:pt x="436" y="656"/>
                  <a:pt x="436" y="656"/>
                </a:cubicBezTo>
                <a:cubicBezTo>
                  <a:pt x="436" y="656"/>
                  <a:pt x="436" y="656"/>
                  <a:pt x="436" y="656"/>
                </a:cubicBezTo>
                <a:cubicBezTo>
                  <a:pt x="436" y="655"/>
                  <a:pt x="436" y="655"/>
                  <a:pt x="436" y="655"/>
                </a:cubicBezTo>
                <a:cubicBezTo>
                  <a:pt x="436" y="655"/>
                  <a:pt x="436" y="655"/>
                  <a:pt x="436" y="655"/>
                </a:cubicBezTo>
                <a:cubicBezTo>
                  <a:pt x="436" y="654"/>
                  <a:pt x="436" y="654"/>
                  <a:pt x="436" y="654"/>
                </a:cubicBezTo>
                <a:cubicBezTo>
                  <a:pt x="436" y="654"/>
                  <a:pt x="436" y="654"/>
                  <a:pt x="436" y="654"/>
                </a:cubicBezTo>
                <a:cubicBezTo>
                  <a:pt x="435" y="654"/>
                  <a:pt x="435" y="654"/>
                  <a:pt x="435" y="654"/>
                </a:cubicBezTo>
                <a:cubicBezTo>
                  <a:pt x="435" y="654"/>
                  <a:pt x="435" y="654"/>
                  <a:pt x="435" y="654"/>
                </a:cubicBezTo>
                <a:cubicBezTo>
                  <a:pt x="435" y="652"/>
                  <a:pt x="435" y="652"/>
                  <a:pt x="435" y="652"/>
                </a:cubicBezTo>
                <a:cubicBezTo>
                  <a:pt x="435" y="652"/>
                  <a:pt x="435" y="652"/>
                  <a:pt x="435" y="652"/>
                </a:cubicBezTo>
                <a:cubicBezTo>
                  <a:pt x="434" y="652"/>
                  <a:pt x="434" y="652"/>
                  <a:pt x="434" y="652"/>
                </a:cubicBezTo>
                <a:cubicBezTo>
                  <a:pt x="434" y="652"/>
                  <a:pt x="434" y="652"/>
                  <a:pt x="434" y="652"/>
                </a:cubicBezTo>
                <a:cubicBezTo>
                  <a:pt x="434" y="651"/>
                  <a:pt x="434" y="651"/>
                  <a:pt x="434" y="651"/>
                </a:cubicBezTo>
                <a:cubicBezTo>
                  <a:pt x="434" y="651"/>
                  <a:pt x="434" y="651"/>
                  <a:pt x="434" y="651"/>
                </a:cubicBezTo>
                <a:cubicBezTo>
                  <a:pt x="435" y="650"/>
                  <a:pt x="435" y="650"/>
                  <a:pt x="435" y="650"/>
                </a:cubicBezTo>
                <a:cubicBezTo>
                  <a:pt x="435" y="650"/>
                  <a:pt x="435" y="650"/>
                  <a:pt x="435" y="650"/>
                </a:cubicBezTo>
                <a:cubicBezTo>
                  <a:pt x="436" y="649"/>
                  <a:pt x="436" y="649"/>
                  <a:pt x="436" y="649"/>
                </a:cubicBezTo>
                <a:cubicBezTo>
                  <a:pt x="436" y="649"/>
                  <a:pt x="436" y="649"/>
                  <a:pt x="436" y="649"/>
                </a:cubicBezTo>
                <a:cubicBezTo>
                  <a:pt x="436" y="650"/>
                  <a:pt x="436" y="650"/>
                  <a:pt x="436" y="650"/>
                </a:cubicBezTo>
                <a:cubicBezTo>
                  <a:pt x="436" y="650"/>
                  <a:pt x="436" y="650"/>
                  <a:pt x="436" y="650"/>
                </a:cubicBezTo>
                <a:cubicBezTo>
                  <a:pt x="436" y="650"/>
                  <a:pt x="436" y="650"/>
                  <a:pt x="436" y="650"/>
                </a:cubicBezTo>
                <a:cubicBezTo>
                  <a:pt x="436" y="650"/>
                  <a:pt x="436" y="650"/>
                  <a:pt x="436" y="650"/>
                </a:cubicBezTo>
                <a:cubicBezTo>
                  <a:pt x="436" y="650"/>
                  <a:pt x="436" y="650"/>
                  <a:pt x="436" y="650"/>
                </a:cubicBezTo>
                <a:cubicBezTo>
                  <a:pt x="436" y="650"/>
                  <a:pt x="436" y="650"/>
                  <a:pt x="436" y="650"/>
                </a:cubicBezTo>
                <a:cubicBezTo>
                  <a:pt x="437" y="651"/>
                  <a:pt x="437" y="651"/>
                  <a:pt x="437" y="651"/>
                </a:cubicBezTo>
                <a:cubicBezTo>
                  <a:pt x="437" y="651"/>
                  <a:pt x="437" y="651"/>
                  <a:pt x="437" y="651"/>
                </a:cubicBezTo>
                <a:cubicBezTo>
                  <a:pt x="437" y="651"/>
                  <a:pt x="437" y="651"/>
                  <a:pt x="437" y="651"/>
                </a:cubicBezTo>
                <a:cubicBezTo>
                  <a:pt x="437" y="651"/>
                  <a:pt x="437" y="651"/>
                  <a:pt x="437" y="651"/>
                </a:cubicBezTo>
                <a:cubicBezTo>
                  <a:pt x="438" y="651"/>
                  <a:pt x="438" y="651"/>
                  <a:pt x="438" y="651"/>
                </a:cubicBezTo>
                <a:cubicBezTo>
                  <a:pt x="438" y="651"/>
                  <a:pt x="438" y="651"/>
                  <a:pt x="438" y="651"/>
                </a:cubicBezTo>
                <a:cubicBezTo>
                  <a:pt x="438" y="651"/>
                  <a:pt x="438" y="651"/>
                  <a:pt x="438" y="651"/>
                </a:cubicBezTo>
                <a:cubicBezTo>
                  <a:pt x="438" y="651"/>
                  <a:pt x="438" y="651"/>
                  <a:pt x="438" y="651"/>
                </a:cubicBezTo>
                <a:cubicBezTo>
                  <a:pt x="439" y="651"/>
                  <a:pt x="439" y="651"/>
                  <a:pt x="439" y="651"/>
                </a:cubicBezTo>
                <a:cubicBezTo>
                  <a:pt x="439" y="651"/>
                  <a:pt x="439" y="651"/>
                  <a:pt x="439" y="651"/>
                </a:cubicBezTo>
                <a:cubicBezTo>
                  <a:pt x="440" y="651"/>
                  <a:pt x="440" y="651"/>
                  <a:pt x="440" y="651"/>
                </a:cubicBezTo>
                <a:cubicBezTo>
                  <a:pt x="440" y="651"/>
                  <a:pt x="440" y="651"/>
                  <a:pt x="440" y="651"/>
                </a:cubicBezTo>
                <a:cubicBezTo>
                  <a:pt x="441" y="650"/>
                  <a:pt x="441" y="650"/>
                  <a:pt x="441" y="650"/>
                </a:cubicBezTo>
                <a:cubicBezTo>
                  <a:pt x="441" y="650"/>
                  <a:pt x="441" y="650"/>
                  <a:pt x="441" y="650"/>
                </a:cubicBezTo>
                <a:cubicBezTo>
                  <a:pt x="441" y="650"/>
                  <a:pt x="441" y="650"/>
                  <a:pt x="441" y="650"/>
                </a:cubicBezTo>
                <a:cubicBezTo>
                  <a:pt x="441" y="650"/>
                  <a:pt x="441" y="650"/>
                  <a:pt x="441" y="650"/>
                </a:cubicBezTo>
                <a:cubicBezTo>
                  <a:pt x="442" y="650"/>
                  <a:pt x="442" y="650"/>
                  <a:pt x="442" y="650"/>
                </a:cubicBezTo>
                <a:cubicBezTo>
                  <a:pt x="442" y="650"/>
                  <a:pt x="442" y="650"/>
                  <a:pt x="442" y="650"/>
                </a:cubicBezTo>
                <a:cubicBezTo>
                  <a:pt x="443" y="650"/>
                  <a:pt x="443" y="650"/>
                  <a:pt x="443" y="650"/>
                </a:cubicBezTo>
                <a:cubicBezTo>
                  <a:pt x="443" y="650"/>
                  <a:pt x="443" y="650"/>
                  <a:pt x="443" y="650"/>
                </a:cubicBezTo>
                <a:cubicBezTo>
                  <a:pt x="444" y="649"/>
                  <a:pt x="444" y="649"/>
                  <a:pt x="444" y="649"/>
                </a:cubicBezTo>
                <a:cubicBezTo>
                  <a:pt x="444" y="649"/>
                  <a:pt x="444" y="649"/>
                  <a:pt x="444" y="649"/>
                </a:cubicBezTo>
                <a:cubicBezTo>
                  <a:pt x="444" y="649"/>
                  <a:pt x="444" y="649"/>
                  <a:pt x="444" y="649"/>
                </a:cubicBezTo>
                <a:cubicBezTo>
                  <a:pt x="444" y="649"/>
                  <a:pt x="444" y="649"/>
                  <a:pt x="444" y="649"/>
                </a:cubicBezTo>
                <a:cubicBezTo>
                  <a:pt x="445" y="647"/>
                  <a:pt x="445" y="647"/>
                  <a:pt x="445" y="647"/>
                </a:cubicBezTo>
                <a:cubicBezTo>
                  <a:pt x="445" y="647"/>
                  <a:pt x="445" y="647"/>
                  <a:pt x="445" y="647"/>
                </a:cubicBezTo>
                <a:cubicBezTo>
                  <a:pt x="445" y="640"/>
                  <a:pt x="445" y="640"/>
                  <a:pt x="445" y="640"/>
                </a:cubicBezTo>
                <a:cubicBezTo>
                  <a:pt x="445" y="639"/>
                  <a:pt x="445" y="639"/>
                  <a:pt x="445" y="639"/>
                </a:cubicBezTo>
                <a:cubicBezTo>
                  <a:pt x="445" y="633"/>
                  <a:pt x="445" y="633"/>
                  <a:pt x="445" y="633"/>
                </a:cubicBezTo>
                <a:cubicBezTo>
                  <a:pt x="445" y="633"/>
                  <a:pt x="445" y="633"/>
                  <a:pt x="445" y="633"/>
                </a:cubicBezTo>
                <a:cubicBezTo>
                  <a:pt x="445" y="634"/>
                  <a:pt x="445" y="634"/>
                  <a:pt x="445" y="634"/>
                </a:cubicBezTo>
                <a:cubicBezTo>
                  <a:pt x="445" y="634"/>
                  <a:pt x="445" y="634"/>
                  <a:pt x="445" y="634"/>
                </a:cubicBezTo>
                <a:cubicBezTo>
                  <a:pt x="446" y="634"/>
                  <a:pt x="446" y="634"/>
                  <a:pt x="446" y="634"/>
                </a:cubicBezTo>
                <a:cubicBezTo>
                  <a:pt x="446" y="634"/>
                  <a:pt x="446" y="634"/>
                  <a:pt x="446" y="634"/>
                </a:cubicBezTo>
                <a:cubicBezTo>
                  <a:pt x="447" y="635"/>
                  <a:pt x="447" y="635"/>
                  <a:pt x="447" y="635"/>
                </a:cubicBezTo>
                <a:cubicBezTo>
                  <a:pt x="447" y="635"/>
                  <a:pt x="447" y="635"/>
                  <a:pt x="447" y="635"/>
                </a:cubicBezTo>
                <a:cubicBezTo>
                  <a:pt x="447" y="635"/>
                  <a:pt x="447" y="635"/>
                  <a:pt x="447" y="635"/>
                </a:cubicBezTo>
                <a:cubicBezTo>
                  <a:pt x="447" y="635"/>
                  <a:pt x="447" y="635"/>
                  <a:pt x="447" y="635"/>
                </a:cubicBezTo>
                <a:cubicBezTo>
                  <a:pt x="448" y="636"/>
                  <a:pt x="448" y="636"/>
                  <a:pt x="448" y="636"/>
                </a:cubicBezTo>
                <a:cubicBezTo>
                  <a:pt x="448" y="636"/>
                  <a:pt x="448" y="636"/>
                  <a:pt x="448" y="636"/>
                </a:cubicBezTo>
                <a:cubicBezTo>
                  <a:pt x="449" y="636"/>
                  <a:pt x="449" y="636"/>
                  <a:pt x="449" y="636"/>
                </a:cubicBezTo>
                <a:cubicBezTo>
                  <a:pt x="449" y="636"/>
                  <a:pt x="449" y="636"/>
                  <a:pt x="449" y="636"/>
                </a:cubicBezTo>
                <a:cubicBezTo>
                  <a:pt x="449" y="637"/>
                  <a:pt x="449" y="637"/>
                  <a:pt x="449" y="637"/>
                </a:cubicBezTo>
                <a:cubicBezTo>
                  <a:pt x="449" y="637"/>
                  <a:pt x="449" y="637"/>
                  <a:pt x="449" y="637"/>
                </a:cubicBezTo>
                <a:cubicBezTo>
                  <a:pt x="450" y="637"/>
                  <a:pt x="450" y="637"/>
                  <a:pt x="450" y="637"/>
                </a:cubicBezTo>
                <a:cubicBezTo>
                  <a:pt x="450" y="637"/>
                  <a:pt x="450" y="637"/>
                  <a:pt x="450" y="637"/>
                </a:cubicBezTo>
                <a:cubicBezTo>
                  <a:pt x="451" y="639"/>
                  <a:pt x="451" y="639"/>
                  <a:pt x="451" y="639"/>
                </a:cubicBezTo>
                <a:cubicBezTo>
                  <a:pt x="451" y="639"/>
                  <a:pt x="451" y="639"/>
                  <a:pt x="451" y="639"/>
                </a:cubicBezTo>
                <a:cubicBezTo>
                  <a:pt x="451" y="640"/>
                  <a:pt x="451" y="640"/>
                  <a:pt x="451" y="640"/>
                </a:cubicBezTo>
                <a:cubicBezTo>
                  <a:pt x="451" y="640"/>
                  <a:pt x="451" y="640"/>
                  <a:pt x="451" y="640"/>
                </a:cubicBezTo>
                <a:cubicBezTo>
                  <a:pt x="451" y="642"/>
                  <a:pt x="451" y="642"/>
                  <a:pt x="451" y="642"/>
                </a:cubicBezTo>
                <a:cubicBezTo>
                  <a:pt x="451" y="642"/>
                  <a:pt x="451" y="642"/>
                  <a:pt x="451" y="642"/>
                </a:cubicBezTo>
                <a:cubicBezTo>
                  <a:pt x="450" y="644"/>
                  <a:pt x="450" y="644"/>
                  <a:pt x="450" y="644"/>
                </a:cubicBezTo>
                <a:cubicBezTo>
                  <a:pt x="450" y="644"/>
                  <a:pt x="450" y="644"/>
                  <a:pt x="450" y="644"/>
                </a:cubicBezTo>
                <a:cubicBezTo>
                  <a:pt x="450" y="646"/>
                  <a:pt x="450" y="646"/>
                  <a:pt x="450" y="646"/>
                </a:cubicBezTo>
                <a:cubicBezTo>
                  <a:pt x="450" y="646"/>
                  <a:pt x="450" y="646"/>
                  <a:pt x="450" y="646"/>
                </a:cubicBezTo>
                <a:cubicBezTo>
                  <a:pt x="450" y="648"/>
                  <a:pt x="450" y="648"/>
                  <a:pt x="450" y="648"/>
                </a:cubicBezTo>
                <a:cubicBezTo>
                  <a:pt x="450" y="648"/>
                  <a:pt x="450" y="648"/>
                  <a:pt x="450" y="648"/>
                </a:cubicBezTo>
                <a:cubicBezTo>
                  <a:pt x="450" y="649"/>
                  <a:pt x="450" y="649"/>
                  <a:pt x="450" y="649"/>
                </a:cubicBezTo>
                <a:cubicBezTo>
                  <a:pt x="450" y="649"/>
                  <a:pt x="450" y="649"/>
                  <a:pt x="450" y="649"/>
                </a:cubicBezTo>
                <a:cubicBezTo>
                  <a:pt x="451" y="650"/>
                  <a:pt x="451" y="650"/>
                  <a:pt x="451" y="650"/>
                </a:cubicBezTo>
                <a:cubicBezTo>
                  <a:pt x="451" y="650"/>
                  <a:pt x="451" y="650"/>
                  <a:pt x="451" y="650"/>
                </a:cubicBezTo>
                <a:cubicBezTo>
                  <a:pt x="452" y="650"/>
                  <a:pt x="452" y="650"/>
                  <a:pt x="452" y="650"/>
                </a:cubicBezTo>
                <a:cubicBezTo>
                  <a:pt x="452" y="650"/>
                  <a:pt x="452" y="650"/>
                  <a:pt x="452" y="650"/>
                </a:cubicBezTo>
                <a:cubicBezTo>
                  <a:pt x="453" y="650"/>
                  <a:pt x="453" y="650"/>
                  <a:pt x="453" y="650"/>
                </a:cubicBezTo>
                <a:cubicBezTo>
                  <a:pt x="453" y="650"/>
                  <a:pt x="453" y="650"/>
                  <a:pt x="453" y="650"/>
                </a:cubicBezTo>
                <a:cubicBezTo>
                  <a:pt x="453" y="649"/>
                  <a:pt x="453" y="649"/>
                  <a:pt x="453" y="649"/>
                </a:cubicBezTo>
                <a:cubicBezTo>
                  <a:pt x="453" y="649"/>
                  <a:pt x="453" y="649"/>
                  <a:pt x="453" y="649"/>
                </a:cubicBezTo>
                <a:cubicBezTo>
                  <a:pt x="453" y="648"/>
                  <a:pt x="453" y="648"/>
                  <a:pt x="453" y="648"/>
                </a:cubicBezTo>
                <a:cubicBezTo>
                  <a:pt x="453" y="648"/>
                  <a:pt x="453" y="648"/>
                  <a:pt x="453" y="648"/>
                </a:cubicBezTo>
                <a:cubicBezTo>
                  <a:pt x="454" y="647"/>
                  <a:pt x="454" y="647"/>
                  <a:pt x="454" y="647"/>
                </a:cubicBezTo>
                <a:cubicBezTo>
                  <a:pt x="454" y="647"/>
                  <a:pt x="454" y="647"/>
                  <a:pt x="454" y="647"/>
                </a:cubicBezTo>
                <a:cubicBezTo>
                  <a:pt x="453" y="646"/>
                  <a:pt x="453" y="646"/>
                  <a:pt x="453" y="646"/>
                </a:cubicBezTo>
                <a:cubicBezTo>
                  <a:pt x="453" y="646"/>
                  <a:pt x="453" y="646"/>
                  <a:pt x="453" y="646"/>
                </a:cubicBezTo>
                <a:cubicBezTo>
                  <a:pt x="453" y="645"/>
                  <a:pt x="453" y="645"/>
                  <a:pt x="453" y="645"/>
                </a:cubicBezTo>
                <a:cubicBezTo>
                  <a:pt x="453" y="645"/>
                  <a:pt x="453" y="645"/>
                  <a:pt x="453" y="645"/>
                </a:cubicBezTo>
                <a:cubicBezTo>
                  <a:pt x="453" y="644"/>
                  <a:pt x="453" y="644"/>
                  <a:pt x="453" y="644"/>
                </a:cubicBezTo>
                <a:cubicBezTo>
                  <a:pt x="453" y="644"/>
                  <a:pt x="453" y="644"/>
                  <a:pt x="453" y="644"/>
                </a:cubicBezTo>
                <a:cubicBezTo>
                  <a:pt x="453" y="643"/>
                  <a:pt x="453" y="643"/>
                  <a:pt x="453" y="643"/>
                </a:cubicBezTo>
                <a:cubicBezTo>
                  <a:pt x="453" y="643"/>
                  <a:pt x="453" y="643"/>
                  <a:pt x="453" y="643"/>
                </a:cubicBezTo>
                <a:cubicBezTo>
                  <a:pt x="454" y="643"/>
                  <a:pt x="454" y="643"/>
                  <a:pt x="454" y="643"/>
                </a:cubicBezTo>
                <a:cubicBezTo>
                  <a:pt x="454" y="643"/>
                  <a:pt x="454" y="643"/>
                  <a:pt x="454" y="643"/>
                </a:cubicBezTo>
                <a:cubicBezTo>
                  <a:pt x="454" y="643"/>
                  <a:pt x="454" y="643"/>
                  <a:pt x="454" y="643"/>
                </a:cubicBezTo>
                <a:cubicBezTo>
                  <a:pt x="454" y="643"/>
                  <a:pt x="454" y="643"/>
                  <a:pt x="454" y="643"/>
                </a:cubicBezTo>
                <a:cubicBezTo>
                  <a:pt x="454" y="643"/>
                  <a:pt x="454" y="643"/>
                  <a:pt x="454" y="643"/>
                </a:cubicBezTo>
                <a:cubicBezTo>
                  <a:pt x="454" y="643"/>
                  <a:pt x="454" y="643"/>
                  <a:pt x="454" y="643"/>
                </a:cubicBezTo>
                <a:cubicBezTo>
                  <a:pt x="455" y="643"/>
                  <a:pt x="455" y="643"/>
                  <a:pt x="455" y="643"/>
                </a:cubicBezTo>
                <a:cubicBezTo>
                  <a:pt x="455" y="643"/>
                  <a:pt x="455" y="643"/>
                  <a:pt x="455" y="643"/>
                </a:cubicBezTo>
                <a:cubicBezTo>
                  <a:pt x="455" y="644"/>
                  <a:pt x="455" y="644"/>
                  <a:pt x="455" y="644"/>
                </a:cubicBezTo>
                <a:cubicBezTo>
                  <a:pt x="455" y="644"/>
                  <a:pt x="455" y="644"/>
                  <a:pt x="455" y="644"/>
                </a:cubicBezTo>
                <a:cubicBezTo>
                  <a:pt x="455" y="644"/>
                  <a:pt x="455" y="644"/>
                  <a:pt x="455" y="644"/>
                </a:cubicBezTo>
                <a:cubicBezTo>
                  <a:pt x="455" y="644"/>
                  <a:pt x="455" y="644"/>
                  <a:pt x="455" y="644"/>
                </a:cubicBezTo>
                <a:cubicBezTo>
                  <a:pt x="456" y="644"/>
                  <a:pt x="456" y="644"/>
                  <a:pt x="456" y="644"/>
                </a:cubicBezTo>
                <a:cubicBezTo>
                  <a:pt x="456" y="644"/>
                  <a:pt x="456" y="644"/>
                  <a:pt x="456" y="644"/>
                </a:cubicBezTo>
                <a:cubicBezTo>
                  <a:pt x="456" y="644"/>
                  <a:pt x="456" y="644"/>
                  <a:pt x="456" y="644"/>
                </a:cubicBezTo>
                <a:cubicBezTo>
                  <a:pt x="456" y="644"/>
                  <a:pt x="456" y="644"/>
                  <a:pt x="456" y="644"/>
                </a:cubicBezTo>
                <a:cubicBezTo>
                  <a:pt x="458" y="644"/>
                  <a:pt x="458" y="644"/>
                  <a:pt x="458" y="644"/>
                </a:cubicBezTo>
                <a:cubicBezTo>
                  <a:pt x="458" y="644"/>
                  <a:pt x="458" y="644"/>
                  <a:pt x="458" y="644"/>
                </a:cubicBezTo>
                <a:cubicBezTo>
                  <a:pt x="460" y="640"/>
                  <a:pt x="460" y="640"/>
                  <a:pt x="460" y="640"/>
                </a:cubicBezTo>
                <a:cubicBezTo>
                  <a:pt x="460" y="640"/>
                  <a:pt x="460" y="640"/>
                  <a:pt x="460" y="640"/>
                </a:cubicBezTo>
                <a:cubicBezTo>
                  <a:pt x="455" y="652"/>
                  <a:pt x="455" y="652"/>
                  <a:pt x="455" y="652"/>
                </a:cubicBezTo>
                <a:cubicBezTo>
                  <a:pt x="455" y="652"/>
                  <a:pt x="455" y="652"/>
                  <a:pt x="455" y="652"/>
                </a:cubicBezTo>
                <a:cubicBezTo>
                  <a:pt x="455" y="652"/>
                  <a:pt x="455" y="652"/>
                  <a:pt x="455" y="652"/>
                </a:cubicBezTo>
                <a:cubicBezTo>
                  <a:pt x="455" y="652"/>
                  <a:pt x="455" y="652"/>
                  <a:pt x="455" y="652"/>
                </a:cubicBezTo>
                <a:cubicBezTo>
                  <a:pt x="454" y="652"/>
                  <a:pt x="454" y="652"/>
                  <a:pt x="454" y="652"/>
                </a:cubicBezTo>
                <a:cubicBezTo>
                  <a:pt x="454" y="652"/>
                  <a:pt x="454" y="652"/>
                  <a:pt x="454" y="652"/>
                </a:cubicBezTo>
                <a:cubicBezTo>
                  <a:pt x="454" y="652"/>
                  <a:pt x="454" y="652"/>
                  <a:pt x="454" y="652"/>
                </a:cubicBezTo>
                <a:cubicBezTo>
                  <a:pt x="454" y="652"/>
                  <a:pt x="454" y="652"/>
                  <a:pt x="454" y="652"/>
                </a:cubicBezTo>
                <a:cubicBezTo>
                  <a:pt x="454" y="652"/>
                  <a:pt x="454" y="652"/>
                  <a:pt x="454" y="652"/>
                </a:cubicBezTo>
                <a:cubicBezTo>
                  <a:pt x="454" y="652"/>
                  <a:pt x="454" y="652"/>
                  <a:pt x="454" y="652"/>
                </a:cubicBezTo>
                <a:cubicBezTo>
                  <a:pt x="453" y="652"/>
                  <a:pt x="453" y="652"/>
                  <a:pt x="453" y="652"/>
                </a:cubicBezTo>
                <a:cubicBezTo>
                  <a:pt x="453" y="652"/>
                  <a:pt x="453" y="652"/>
                  <a:pt x="453" y="652"/>
                </a:cubicBezTo>
                <a:cubicBezTo>
                  <a:pt x="453" y="652"/>
                  <a:pt x="453" y="652"/>
                  <a:pt x="453" y="652"/>
                </a:cubicBezTo>
                <a:cubicBezTo>
                  <a:pt x="453" y="652"/>
                  <a:pt x="453" y="652"/>
                  <a:pt x="453" y="652"/>
                </a:cubicBezTo>
                <a:cubicBezTo>
                  <a:pt x="452" y="652"/>
                  <a:pt x="452" y="652"/>
                  <a:pt x="452" y="652"/>
                </a:cubicBezTo>
                <a:cubicBezTo>
                  <a:pt x="452" y="652"/>
                  <a:pt x="452" y="652"/>
                  <a:pt x="452" y="652"/>
                </a:cubicBezTo>
                <a:cubicBezTo>
                  <a:pt x="452" y="652"/>
                  <a:pt x="452" y="652"/>
                  <a:pt x="452" y="652"/>
                </a:cubicBezTo>
                <a:cubicBezTo>
                  <a:pt x="452" y="652"/>
                  <a:pt x="452" y="652"/>
                  <a:pt x="452" y="652"/>
                </a:cubicBezTo>
                <a:cubicBezTo>
                  <a:pt x="451" y="653"/>
                  <a:pt x="451" y="653"/>
                  <a:pt x="451" y="653"/>
                </a:cubicBezTo>
                <a:cubicBezTo>
                  <a:pt x="451" y="653"/>
                  <a:pt x="451" y="653"/>
                  <a:pt x="451" y="653"/>
                </a:cubicBezTo>
                <a:cubicBezTo>
                  <a:pt x="451" y="654"/>
                  <a:pt x="451" y="654"/>
                  <a:pt x="451" y="654"/>
                </a:cubicBezTo>
                <a:cubicBezTo>
                  <a:pt x="451" y="654"/>
                  <a:pt x="451" y="654"/>
                  <a:pt x="451" y="654"/>
                </a:cubicBezTo>
                <a:cubicBezTo>
                  <a:pt x="450" y="655"/>
                  <a:pt x="450" y="655"/>
                  <a:pt x="450" y="655"/>
                </a:cubicBezTo>
                <a:cubicBezTo>
                  <a:pt x="450" y="655"/>
                  <a:pt x="450" y="655"/>
                  <a:pt x="450" y="655"/>
                </a:cubicBezTo>
                <a:cubicBezTo>
                  <a:pt x="450" y="656"/>
                  <a:pt x="450" y="656"/>
                  <a:pt x="450" y="656"/>
                </a:cubicBezTo>
                <a:cubicBezTo>
                  <a:pt x="450" y="656"/>
                  <a:pt x="450" y="656"/>
                  <a:pt x="450" y="656"/>
                </a:cubicBezTo>
                <a:cubicBezTo>
                  <a:pt x="450" y="658"/>
                  <a:pt x="450" y="658"/>
                  <a:pt x="450" y="658"/>
                </a:cubicBezTo>
                <a:cubicBezTo>
                  <a:pt x="450" y="658"/>
                  <a:pt x="450" y="658"/>
                  <a:pt x="450" y="658"/>
                </a:cubicBezTo>
                <a:cubicBezTo>
                  <a:pt x="450" y="659"/>
                  <a:pt x="450" y="659"/>
                  <a:pt x="450" y="659"/>
                </a:cubicBezTo>
                <a:cubicBezTo>
                  <a:pt x="450" y="659"/>
                  <a:pt x="450" y="659"/>
                  <a:pt x="450" y="659"/>
                </a:cubicBezTo>
                <a:cubicBezTo>
                  <a:pt x="450" y="660"/>
                  <a:pt x="450" y="660"/>
                  <a:pt x="450" y="660"/>
                </a:cubicBezTo>
                <a:cubicBezTo>
                  <a:pt x="450" y="660"/>
                  <a:pt x="450" y="660"/>
                  <a:pt x="450" y="660"/>
                </a:cubicBezTo>
                <a:cubicBezTo>
                  <a:pt x="451" y="660"/>
                  <a:pt x="451" y="660"/>
                  <a:pt x="451" y="660"/>
                </a:cubicBezTo>
                <a:cubicBezTo>
                  <a:pt x="451" y="660"/>
                  <a:pt x="451" y="660"/>
                  <a:pt x="451" y="660"/>
                </a:cubicBezTo>
                <a:cubicBezTo>
                  <a:pt x="460" y="656"/>
                  <a:pt x="460" y="656"/>
                  <a:pt x="460" y="656"/>
                </a:cubicBezTo>
                <a:cubicBezTo>
                  <a:pt x="460" y="656"/>
                  <a:pt x="460" y="656"/>
                  <a:pt x="460" y="656"/>
                </a:cubicBezTo>
                <a:cubicBezTo>
                  <a:pt x="464" y="632"/>
                  <a:pt x="464" y="632"/>
                  <a:pt x="464" y="632"/>
                </a:cubicBezTo>
                <a:cubicBezTo>
                  <a:pt x="464" y="632"/>
                  <a:pt x="464" y="632"/>
                  <a:pt x="464" y="632"/>
                </a:cubicBezTo>
                <a:cubicBezTo>
                  <a:pt x="464" y="631"/>
                  <a:pt x="464" y="631"/>
                  <a:pt x="464" y="631"/>
                </a:cubicBezTo>
                <a:cubicBezTo>
                  <a:pt x="464" y="631"/>
                  <a:pt x="464" y="631"/>
                  <a:pt x="464" y="631"/>
                </a:cubicBezTo>
                <a:cubicBezTo>
                  <a:pt x="463" y="630"/>
                  <a:pt x="463" y="630"/>
                  <a:pt x="463" y="630"/>
                </a:cubicBezTo>
                <a:cubicBezTo>
                  <a:pt x="463" y="630"/>
                  <a:pt x="463" y="630"/>
                  <a:pt x="463" y="630"/>
                </a:cubicBezTo>
                <a:cubicBezTo>
                  <a:pt x="463" y="630"/>
                  <a:pt x="463" y="630"/>
                  <a:pt x="463" y="630"/>
                </a:cubicBezTo>
                <a:cubicBezTo>
                  <a:pt x="463" y="630"/>
                  <a:pt x="463" y="630"/>
                  <a:pt x="463" y="630"/>
                </a:cubicBezTo>
                <a:cubicBezTo>
                  <a:pt x="463" y="629"/>
                  <a:pt x="463" y="629"/>
                  <a:pt x="463" y="629"/>
                </a:cubicBezTo>
                <a:cubicBezTo>
                  <a:pt x="463" y="629"/>
                  <a:pt x="463" y="629"/>
                  <a:pt x="463" y="629"/>
                </a:cubicBezTo>
                <a:cubicBezTo>
                  <a:pt x="463" y="628"/>
                  <a:pt x="463" y="628"/>
                  <a:pt x="463" y="628"/>
                </a:cubicBezTo>
                <a:cubicBezTo>
                  <a:pt x="463" y="628"/>
                  <a:pt x="463" y="628"/>
                  <a:pt x="463" y="628"/>
                </a:cubicBezTo>
                <a:cubicBezTo>
                  <a:pt x="463" y="627"/>
                  <a:pt x="463" y="627"/>
                  <a:pt x="463" y="627"/>
                </a:cubicBezTo>
                <a:cubicBezTo>
                  <a:pt x="463" y="627"/>
                  <a:pt x="463" y="627"/>
                  <a:pt x="463" y="627"/>
                </a:cubicBezTo>
                <a:cubicBezTo>
                  <a:pt x="463" y="626"/>
                  <a:pt x="463" y="626"/>
                  <a:pt x="463" y="626"/>
                </a:cubicBezTo>
                <a:cubicBezTo>
                  <a:pt x="463" y="626"/>
                  <a:pt x="463" y="626"/>
                  <a:pt x="463" y="626"/>
                </a:cubicBezTo>
                <a:cubicBezTo>
                  <a:pt x="464" y="625"/>
                  <a:pt x="464" y="625"/>
                  <a:pt x="464" y="625"/>
                </a:cubicBezTo>
                <a:cubicBezTo>
                  <a:pt x="464" y="625"/>
                  <a:pt x="464" y="625"/>
                  <a:pt x="464" y="625"/>
                </a:cubicBezTo>
                <a:cubicBezTo>
                  <a:pt x="464" y="626"/>
                  <a:pt x="464" y="626"/>
                  <a:pt x="464" y="626"/>
                </a:cubicBezTo>
                <a:cubicBezTo>
                  <a:pt x="464" y="626"/>
                  <a:pt x="464" y="626"/>
                  <a:pt x="464" y="626"/>
                </a:cubicBezTo>
                <a:cubicBezTo>
                  <a:pt x="465" y="625"/>
                  <a:pt x="465" y="625"/>
                  <a:pt x="465" y="625"/>
                </a:cubicBezTo>
                <a:cubicBezTo>
                  <a:pt x="465" y="625"/>
                  <a:pt x="465" y="625"/>
                  <a:pt x="465" y="625"/>
                </a:cubicBezTo>
                <a:cubicBezTo>
                  <a:pt x="465" y="625"/>
                  <a:pt x="465" y="625"/>
                  <a:pt x="465" y="625"/>
                </a:cubicBezTo>
                <a:cubicBezTo>
                  <a:pt x="465" y="625"/>
                  <a:pt x="465" y="625"/>
                  <a:pt x="465" y="625"/>
                </a:cubicBezTo>
                <a:cubicBezTo>
                  <a:pt x="466" y="625"/>
                  <a:pt x="466" y="625"/>
                  <a:pt x="466" y="625"/>
                </a:cubicBezTo>
                <a:cubicBezTo>
                  <a:pt x="466" y="625"/>
                  <a:pt x="466" y="625"/>
                  <a:pt x="466" y="625"/>
                </a:cubicBezTo>
                <a:cubicBezTo>
                  <a:pt x="467" y="625"/>
                  <a:pt x="467" y="625"/>
                  <a:pt x="467" y="625"/>
                </a:cubicBezTo>
                <a:cubicBezTo>
                  <a:pt x="467" y="625"/>
                  <a:pt x="467" y="625"/>
                  <a:pt x="467" y="625"/>
                </a:cubicBezTo>
                <a:cubicBezTo>
                  <a:pt x="467" y="625"/>
                  <a:pt x="467" y="625"/>
                  <a:pt x="467" y="625"/>
                </a:cubicBezTo>
                <a:cubicBezTo>
                  <a:pt x="467" y="625"/>
                  <a:pt x="467" y="625"/>
                  <a:pt x="467" y="625"/>
                </a:cubicBezTo>
                <a:cubicBezTo>
                  <a:pt x="468" y="625"/>
                  <a:pt x="468" y="625"/>
                  <a:pt x="468" y="625"/>
                </a:cubicBezTo>
                <a:cubicBezTo>
                  <a:pt x="468" y="625"/>
                  <a:pt x="468" y="625"/>
                  <a:pt x="468" y="625"/>
                </a:cubicBezTo>
                <a:cubicBezTo>
                  <a:pt x="469" y="625"/>
                  <a:pt x="469" y="625"/>
                  <a:pt x="469" y="625"/>
                </a:cubicBezTo>
                <a:cubicBezTo>
                  <a:pt x="469" y="625"/>
                  <a:pt x="469" y="625"/>
                  <a:pt x="469" y="625"/>
                </a:cubicBezTo>
                <a:cubicBezTo>
                  <a:pt x="469" y="629"/>
                  <a:pt x="469" y="629"/>
                  <a:pt x="469" y="629"/>
                </a:cubicBezTo>
                <a:cubicBezTo>
                  <a:pt x="469" y="629"/>
                  <a:pt x="469" y="629"/>
                  <a:pt x="469" y="629"/>
                </a:cubicBezTo>
                <a:cubicBezTo>
                  <a:pt x="468" y="632"/>
                  <a:pt x="468" y="632"/>
                  <a:pt x="468" y="632"/>
                </a:cubicBezTo>
                <a:cubicBezTo>
                  <a:pt x="468" y="632"/>
                  <a:pt x="468" y="632"/>
                  <a:pt x="468" y="632"/>
                </a:cubicBezTo>
                <a:cubicBezTo>
                  <a:pt x="467" y="636"/>
                  <a:pt x="467" y="636"/>
                  <a:pt x="467" y="636"/>
                </a:cubicBezTo>
                <a:cubicBezTo>
                  <a:pt x="467" y="636"/>
                  <a:pt x="467" y="636"/>
                  <a:pt x="467" y="636"/>
                </a:cubicBezTo>
                <a:cubicBezTo>
                  <a:pt x="467" y="639"/>
                  <a:pt x="467" y="639"/>
                  <a:pt x="467" y="639"/>
                </a:cubicBezTo>
                <a:cubicBezTo>
                  <a:pt x="467" y="639"/>
                  <a:pt x="467" y="639"/>
                  <a:pt x="467" y="639"/>
                </a:cubicBezTo>
                <a:cubicBezTo>
                  <a:pt x="465" y="643"/>
                  <a:pt x="465" y="643"/>
                  <a:pt x="465" y="643"/>
                </a:cubicBezTo>
                <a:cubicBezTo>
                  <a:pt x="465" y="643"/>
                  <a:pt x="465" y="643"/>
                  <a:pt x="465" y="643"/>
                </a:cubicBezTo>
                <a:cubicBezTo>
                  <a:pt x="465" y="647"/>
                  <a:pt x="465" y="647"/>
                  <a:pt x="465" y="647"/>
                </a:cubicBezTo>
                <a:cubicBezTo>
                  <a:pt x="465" y="647"/>
                  <a:pt x="465" y="647"/>
                  <a:pt x="465" y="647"/>
                </a:cubicBezTo>
                <a:cubicBezTo>
                  <a:pt x="464" y="650"/>
                  <a:pt x="464" y="650"/>
                  <a:pt x="464" y="650"/>
                </a:cubicBezTo>
                <a:cubicBezTo>
                  <a:pt x="464" y="650"/>
                  <a:pt x="464" y="650"/>
                  <a:pt x="464" y="650"/>
                </a:cubicBezTo>
                <a:cubicBezTo>
                  <a:pt x="464" y="654"/>
                  <a:pt x="464" y="654"/>
                  <a:pt x="464" y="654"/>
                </a:cubicBezTo>
                <a:cubicBezTo>
                  <a:pt x="464" y="654"/>
                  <a:pt x="464" y="654"/>
                  <a:pt x="464" y="654"/>
                </a:cubicBezTo>
                <a:cubicBezTo>
                  <a:pt x="464" y="654"/>
                  <a:pt x="464" y="654"/>
                  <a:pt x="464" y="654"/>
                </a:cubicBezTo>
                <a:cubicBezTo>
                  <a:pt x="464" y="654"/>
                  <a:pt x="464" y="654"/>
                  <a:pt x="464" y="654"/>
                </a:cubicBezTo>
                <a:cubicBezTo>
                  <a:pt x="474" y="652"/>
                  <a:pt x="474" y="652"/>
                  <a:pt x="474" y="652"/>
                </a:cubicBezTo>
                <a:cubicBezTo>
                  <a:pt x="474" y="652"/>
                  <a:pt x="474" y="652"/>
                  <a:pt x="474" y="652"/>
                </a:cubicBezTo>
                <a:cubicBezTo>
                  <a:pt x="477" y="658"/>
                  <a:pt x="477" y="658"/>
                  <a:pt x="477" y="658"/>
                </a:cubicBezTo>
                <a:cubicBezTo>
                  <a:pt x="477" y="658"/>
                  <a:pt x="477" y="658"/>
                  <a:pt x="477" y="658"/>
                </a:cubicBezTo>
                <a:cubicBezTo>
                  <a:pt x="475" y="657"/>
                  <a:pt x="475" y="657"/>
                  <a:pt x="475" y="657"/>
                </a:cubicBezTo>
                <a:cubicBezTo>
                  <a:pt x="475" y="657"/>
                  <a:pt x="475" y="657"/>
                  <a:pt x="475" y="657"/>
                </a:cubicBezTo>
                <a:cubicBezTo>
                  <a:pt x="473" y="657"/>
                  <a:pt x="473" y="657"/>
                  <a:pt x="473" y="657"/>
                </a:cubicBezTo>
                <a:cubicBezTo>
                  <a:pt x="473" y="657"/>
                  <a:pt x="473" y="657"/>
                  <a:pt x="473" y="657"/>
                </a:cubicBezTo>
                <a:cubicBezTo>
                  <a:pt x="471" y="656"/>
                  <a:pt x="471" y="656"/>
                  <a:pt x="471" y="656"/>
                </a:cubicBezTo>
                <a:cubicBezTo>
                  <a:pt x="471" y="656"/>
                  <a:pt x="471" y="656"/>
                  <a:pt x="471" y="656"/>
                </a:cubicBezTo>
                <a:cubicBezTo>
                  <a:pt x="469" y="656"/>
                  <a:pt x="469" y="656"/>
                  <a:pt x="469" y="656"/>
                </a:cubicBezTo>
                <a:cubicBezTo>
                  <a:pt x="469" y="656"/>
                  <a:pt x="469" y="656"/>
                  <a:pt x="469" y="656"/>
                </a:cubicBezTo>
                <a:cubicBezTo>
                  <a:pt x="467" y="656"/>
                  <a:pt x="467" y="656"/>
                  <a:pt x="467" y="656"/>
                </a:cubicBezTo>
                <a:cubicBezTo>
                  <a:pt x="467" y="656"/>
                  <a:pt x="467" y="656"/>
                  <a:pt x="467" y="656"/>
                </a:cubicBezTo>
                <a:cubicBezTo>
                  <a:pt x="465" y="657"/>
                  <a:pt x="465" y="657"/>
                  <a:pt x="465" y="657"/>
                </a:cubicBezTo>
                <a:cubicBezTo>
                  <a:pt x="465" y="657"/>
                  <a:pt x="465" y="657"/>
                  <a:pt x="465" y="657"/>
                </a:cubicBezTo>
                <a:cubicBezTo>
                  <a:pt x="462" y="657"/>
                  <a:pt x="462" y="657"/>
                  <a:pt x="462" y="657"/>
                </a:cubicBezTo>
                <a:cubicBezTo>
                  <a:pt x="462" y="657"/>
                  <a:pt x="462" y="657"/>
                  <a:pt x="462" y="657"/>
                </a:cubicBezTo>
                <a:cubicBezTo>
                  <a:pt x="461" y="658"/>
                  <a:pt x="461" y="658"/>
                  <a:pt x="461" y="658"/>
                </a:cubicBezTo>
                <a:cubicBezTo>
                  <a:pt x="461" y="658"/>
                  <a:pt x="461" y="658"/>
                  <a:pt x="461" y="658"/>
                </a:cubicBezTo>
                <a:cubicBezTo>
                  <a:pt x="446" y="666"/>
                  <a:pt x="446" y="666"/>
                  <a:pt x="446" y="666"/>
                </a:cubicBezTo>
                <a:cubicBezTo>
                  <a:pt x="446" y="666"/>
                  <a:pt x="446" y="666"/>
                  <a:pt x="446" y="666"/>
                </a:cubicBezTo>
                <a:cubicBezTo>
                  <a:pt x="445" y="667"/>
                  <a:pt x="445" y="667"/>
                  <a:pt x="445" y="667"/>
                </a:cubicBezTo>
                <a:cubicBezTo>
                  <a:pt x="445" y="667"/>
                  <a:pt x="445" y="667"/>
                  <a:pt x="445" y="667"/>
                </a:cubicBezTo>
                <a:cubicBezTo>
                  <a:pt x="445" y="667"/>
                  <a:pt x="445" y="667"/>
                  <a:pt x="445" y="667"/>
                </a:cubicBezTo>
                <a:cubicBezTo>
                  <a:pt x="445" y="667"/>
                  <a:pt x="445" y="667"/>
                  <a:pt x="445" y="667"/>
                </a:cubicBezTo>
                <a:cubicBezTo>
                  <a:pt x="445" y="668"/>
                  <a:pt x="445" y="668"/>
                  <a:pt x="445" y="668"/>
                </a:cubicBezTo>
                <a:cubicBezTo>
                  <a:pt x="445" y="668"/>
                  <a:pt x="445" y="668"/>
                  <a:pt x="445" y="668"/>
                </a:cubicBezTo>
                <a:cubicBezTo>
                  <a:pt x="445" y="668"/>
                  <a:pt x="445" y="668"/>
                  <a:pt x="445" y="668"/>
                </a:cubicBezTo>
                <a:cubicBezTo>
                  <a:pt x="445" y="668"/>
                  <a:pt x="445" y="668"/>
                  <a:pt x="445" y="668"/>
                </a:cubicBezTo>
                <a:cubicBezTo>
                  <a:pt x="445" y="669"/>
                  <a:pt x="445" y="669"/>
                  <a:pt x="445" y="669"/>
                </a:cubicBezTo>
                <a:cubicBezTo>
                  <a:pt x="445" y="669"/>
                  <a:pt x="445" y="669"/>
                  <a:pt x="445" y="669"/>
                </a:cubicBezTo>
                <a:cubicBezTo>
                  <a:pt x="445" y="669"/>
                  <a:pt x="445" y="669"/>
                  <a:pt x="445" y="669"/>
                </a:cubicBezTo>
                <a:cubicBezTo>
                  <a:pt x="445" y="669"/>
                  <a:pt x="445" y="669"/>
                  <a:pt x="445" y="669"/>
                </a:cubicBezTo>
                <a:cubicBezTo>
                  <a:pt x="445" y="670"/>
                  <a:pt x="445" y="670"/>
                  <a:pt x="445" y="670"/>
                </a:cubicBezTo>
                <a:cubicBezTo>
                  <a:pt x="445" y="670"/>
                  <a:pt x="445" y="670"/>
                  <a:pt x="445" y="670"/>
                </a:cubicBezTo>
                <a:cubicBezTo>
                  <a:pt x="446" y="670"/>
                  <a:pt x="446" y="670"/>
                  <a:pt x="446" y="670"/>
                </a:cubicBezTo>
                <a:cubicBezTo>
                  <a:pt x="446" y="670"/>
                  <a:pt x="446" y="670"/>
                  <a:pt x="446" y="670"/>
                </a:cubicBezTo>
                <a:cubicBezTo>
                  <a:pt x="447" y="670"/>
                  <a:pt x="447" y="670"/>
                  <a:pt x="447" y="670"/>
                </a:cubicBezTo>
                <a:cubicBezTo>
                  <a:pt x="447" y="670"/>
                  <a:pt x="447" y="670"/>
                  <a:pt x="447" y="670"/>
                </a:cubicBezTo>
                <a:cubicBezTo>
                  <a:pt x="456" y="664"/>
                  <a:pt x="456" y="664"/>
                  <a:pt x="456" y="664"/>
                </a:cubicBezTo>
                <a:cubicBezTo>
                  <a:pt x="456" y="664"/>
                  <a:pt x="456" y="664"/>
                  <a:pt x="456" y="664"/>
                </a:cubicBezTo>
                <a:cubicBezTo>
                  <a:pt x="456" y="664"/>
                  <a:pt x="456" y="664"/>
                  <a:pt x="456" y="664"/>
                </a:cubicBezTo>
                <a:cubicBezTo>
                  <a:pt x="456" y="664"/>
                  <a:pt x="456" y="664"/>
                  <a:pt x="456" y="664"/>
                </a:cubicBezTo>
                <a:cubicBezTo>
                  <a:pt x="457" y="664"/>
                  <a:pt x="457" y="664"/>
                  <a:pt x="457" y="664"/>
                </a:cubicBezTo>
                <a:cubicBezTo>
                  <a:pt x="457" y="664"/>
                  <a:pt x="457" y="664"/>
                  <a:pt x="457" y="664"/>
                </a:cubicBezTo>
                <a:cubicBezTo>
                  <a:pt x="458" y="664"/>
                  <a:pt x="458" y="664"/>
                  <a:pt x="458" y="664"/>
                </a:cubicBezTo>
                <a:cubicBezTo>
                  <a:pt x="458" y="664"/>
                  <a:pt x="458" y="664"/>
                  <a:pt x="458" y="664"/>
                </a:cubicBezTo>
                <a:cubicBezTo>
                  <a:pt x="459" y="664"/>
                  <a:pt x="459" y="664"/>
                  <a:pt x="459" y="664"/>
                </a:cubicBezTo>
                <a:cubicBezTo>
                  <a:pt x="459" y="664"/>
                  <a:pt x="459" y="664"/>
                  <a:pt x="459" y="664"/>
                </a:cubicBezTo>
                <a:cubicBezTo>
                  <a:pt x="460" y="664"/>
                  <a:pt x="460" y="664"/>
                  <a:pt x="460" y="664"/>
                </a:cubicBezTo>
                <a:cubicBezTo>
                  <a:pt x="460" y="664"/>
                  <a:pt x="460" y="664"/>
                  <a:pt x="460" y="664"/>
                </a:cubicBezTo>
                <a:cubicBezTo>
                  <a:pt x="461" y="664"/>
                  <a:pt x="461" y="664"/>
                  <a:pt x="461" y="664"/>
                </a:cubicBezTo>
                <a:cubicBezTo>
                  <a:pt x="461" y="664"/>
                  <a:pt x="461" y="664"/>
                  <a:pt x="461" y="664"/>
                </a:cubicBezTo>
                <a:cubicBezTo>
                  <a:pt x="462" y="665"/>
                  <a:pt x="462" y="665"/>
                  <a:pt x="462" y="665"/>
                </a:cubicBezTo>
                <a:cubicBezTo>
                  <a:pt x="462" y="665"/>
                  <a:pt x="462" y="665"/>
                  <a:pt x="462" y="665"/>
                </a:cubicBezTo>
                <a:cubicBezTo>
                  <a:pt x="463" y="665"/>
                  <a:pt x="463" y="665"/>
                  <a:pt x="463" y="665"/>
                </a:cubicBezTo>
                <a:cubicBezTo>
                  <a:pt x="463" y="665"/>
                  <a:pt x="463" y="665"/>
                  <a:pt x="463" y="665"/>
                </a:cubicBezTo>
                <a:cubicBezTo>
                  <a:pt x="460" y="670"/>
                  <a:pt x="458" y="671"/>
                  <a:pt x="458" y="671"/>
                </a:cubicBezTo>
                <a:cubicBezTo>
                  <a:pt x="458" y="671"/>
                  <a:pt x="458" y="671"/>
                  <a:pt x="458" y="671"/>
                </a:cubicBezTo>
                <a:cubicBezTo>
                  <a:pt x="458" y="672"/>
                  <a:pt x="458" y="672"/>
                  <a:pt x="458" y="672"/>
                </a:cubicBezTo>
                <a:cubicBezTo>
                  <a:pt x="458" y="672"/>
                  <a:pt x="458" y="672"/>
                  <a:pt x="458" y="672"/>
                </a:cubicBezTo>
                <a:cubicBezTo>
                  <a:pt x="457" y="673"/>
                  <a:pt x="457" y="673"/>
                  <a:pt x="457" y="673"/>
                </a:cubicBezTo>
                <a:cubicBezTo>
                  <a:pt x="457" y="673"/>
                  <a:pt x="457" y="673"/>
                  <a:pt x="457" y="673"/>
                </a:cubicBezTo>
                <a:cubicBezTo>
                  <a:pt x="457" y="673"/>
                  <a:pt x="457" y="673"/>
                  <a:pt x="457" y="673"/>
                </a:cubicBezTo>
                <a:cubicBezTo>
                  <a:pt x="457" y="673"/>
                  <a:pt x="457" y="673"/>
                  <a:pt x="457" y="673"/>
                </a:cubicBezTo>
                <a:cubicBezTo>
                  <a:pt x="457" y="673"/>
                  <a:pt x="457" y="673"/>
                  <a:pt x="457" y="673"/>
                </a:cubicBezTo>
                <a:cubicBezTo>
                  <a:pt x="457" y="673"/>
                  <a:pt x="457" y="673"/>
                  <a:pt x="457" y="673"/>
                </a:cubicBezTo>
                <a:cubicBezTo>
                  <a:pt x="457" y="673"/>
                  <a:pt x="457" y="673"/>
                  <a:pt x="457" y="673"/>
                </a:cubicBezTo>
                <a:cubicBezTo>
                  <a:pt x="457" y="673"/>
                  <a:pt x="457" y="673"/>
                  <a:pt x="457" y="673"/>
                </a:cubicBezTo>
                <a:cubicBezTo>
                  <a:pt x="457" y="674"/>
                  <a:pt x="457" y="674"/>
                  <a:pt x="457" y="674"/>
                </a:cubicBezTo>
                <a:cubicBezTo>
                  <a:pt x="457" y="674"/>
                  <a:pt x="457" y="674"/>
                  <a:pt x="457" y="674"/>
                </a:cubicBezTo>
                <a:cubicBezTo>
                  <a:pt x="457" y="674"/>
                  <a:pt x="457" y="674"/>
                  <a:pt x="457" y="674"/>
                </a:cubicBezTo>
                <a:cubicBezTo>
                  <a:pt x="457" y="674"/>
                  <a:pt x="457" y="674"/>
                  <a:pt x="457" y="674"/>
                </a:cubicBezTo>
                <a:cubicBezTo>
                  <a:pt x="457" y="674"/>
                  <a:pt x="457" y="674"/>
                  <a:pt x="457" y="674"/>
                </a:cubicBezTo>
                <a:cubicBezTo>
                  <a:pt x="457" y="674"/>
                  <a:pt x="457" y="674"/>
                  <a:pt x="457" y="674"/>
                </a:cubicBezTo>
                <a:cubicBezTo>
                  <a:pt x="457" y="675"/>
                  <a:pt x="457" y="675"/>
                  <a:pt x="457" y="675"/>
                </a:cubicBezTo>
                <a:cubicBezTo>
                  <a:pt x="457" y="675"/>
                  <a:pt x="457" y="675"/>
                  <a:pt x="457" y="675"/>
                </a:cubicBezTo>
                <a:cubicBezTo>
                  <a:pt x="457" y="675"/>
                  <a:pt x="457" y="675"/>
                  <a:pt x="457" y="675"/>
                </a:cubicBezTo>
                <a:cubicBezTo>
                  <a:pt x="457" y="675"/>
                  <a:pt x="457" y="675"/>
                  <a:pt x="457" y="675"/>
                </a:cubicBezTo>
                <a:cubicBezTo>
                  <a:pt x="457" y="675"/>
                  <a:pt x="457" y="675"/>
                  <a:pt x="457" y="675"/>
                </a:cubicBezTo>
                <a:cubicBezTo>
                  <a:pt x="457" y="675"/>
                  <a:pt x="457" y="675"/>
                  <a:pt x="457" y="675"/>
                </a:cubicBezTo>
                <a:cubicBezTo>
                  <a:pt x="457" y="676"/>
                  <a:pt x="457" y="676"/>
                  <a:pt x="457" y="676"/>
                </a:cubicBezTo>
                <a:cubicBezTo>
                  <a:pt x="457" y="676"/>
                  <a:pt x="457" y="676"/>
                  <a:pt x="457" y="676"/>
                </a:cubicBezTo>
                <a:cubicBezTo>
                  <a:pt x="457" y="676"/>
                  <a:pt x="457" y="676"/>
                  <a:pt x="457" y="676"/>
                </a:cubicBezTo>
                <a:cubicBezTo>
                  <a:pt x="457" y="676"/>
                  <a:pt x="457" y="676"/>
                  <a:pt x="457" y="676"/>
                </a:cubicBezTo>
                <a:cubicBezTo>
                  <a:pt x="457" y="676"/>
                  <a:pt x="457" y="676"/>
                  <a:pt x="457" y="676"/>
                </a:cubicBezTo>
                <a:cubicBezTo>
                  <a:pt x="457" y="676"/>
                  <a:pt x="457" y="676"/>
                  <a:pt x="457" y="676"/>
                </a:cubicBezTo>
                <a:cubicBezTo>
                  <a:pt x="458" y="676"/>
                  <a:pt x="458" y="676"/>
                  <a:pt x="458" y="676"/>
                </a:cubicBezTo>
                <a:cubicBezTo>
                  <a:pt x="458" y="676"/>
                  <a:pt x="458" y="676"/>
                  <a:pt x="458" y="676"/>
                </a:cubicBezTo>
                <a:cubicBezTo>
                  <a:pt x="458" y="676"/>
                  <a:pt x="458" y="676"/>
                  <a:pt x="458" y="676"/>
                </a:cubicBezTo>
                <a:cubicBezTo>
                  <a:pt x="458" y="676"/>
                  <a:pt x="458" y="676"/>
                  <a:pt x="458" y="676"/>
                </a:cubicBezTo>
                <a:cubicBezTo>
                  <a:pt x="458" y="677"/>
                  <a:pt x="458" y="677"/>
                  <a:pt x="458" y="677"/>
                </a:cubicBezTo>
                <a:cubicBezTo>
                  <a:pt x="458" y="677"/>
                  <a:pt x="458" y="677"/>
                  <a:pt x="458" y="677"/>
                </a:cubicBezTo>
                <a:cubicBezTo>
                  <a:pt x="458" y="678"/>
                  <a:pt x="458" y="678"/>
                  <a:pt x="458" y="678"/>
                </a:cubicBezTo>
                <a:cubicBezTo>
                  <a:pt x="458" y="678"/>
                  <a:pt x="458" y="678"/>
                  <a:pt x="458" y="678"/>
                </a:cubicBezTo>
                <a:cubicBezTo>
                  <a:pt x="458" y="679"/>
                  <a:pt x="458" y="679"/>
                  <a:pt x="458" y="679"/>
                </a:cubicBezTo>
                <a:cubicBezTo>
                  <a:pt x="458" y="679"/>
                  <a:pt x="458" y="679"/>
                  <a:pt x="458" y="679"/>
                </a:cubicBezTo>
                <a:cubicBezTo>
                  <a:pt x="457" y="679"/>
                  <a:pt x="457" y="679"/>
                  <a:pt x="457" y="679"/>
                </a:cubicBezTo>
                <a:cubicBezTo>
                  <a:pt x="457" y="679"/>
                  <a:pt x="457" y="679"/>
                  <a:pt x="457" y="679"/>
                </a:cubicBezTo>
                <a:cubicBezTo>
                  <a:pt x="457" y="679"/>
                  <a:pt x="457" y="679"/>
                  <a:pt x="457" y="679"/>
                </a:cubicBezTo>
                <a:cubicBezTo>
                  <a:pt x="457" y="679"/>
                  <a:pt x="457" y="679"/>
                  <a:pt x="457" y="679"/>
                </a:cubicBezTo>
                <a:cubicBezTo>
                  <a:pt x="456" y="679"/>
                  <a:pt x="456" y="679"/>
                  <a:pt x="456" y="679"/>
                </a:cubicBezTo>
                <a:cubicBezTo>
                  <a:pt x="456" y="679"/>
                  <a:pt x="456" y="679"/>
                  <a:pt x="456" y="679"/>
                </a:cubicBezTo>
                <a:cubicBezTo>
                  <a:pt x="456" y="680"/>
                  <a:pt x="456" y="680"/>
                  <a:pt x="456" y="680"/>
                </a:cubicBezTo>
                <a:cubicBezTo>
                  <a:pt x="456" y="680"/>
                  <a:pt x="456" y="680"/>
                  <a:pt x="456" y="680"/>
                </a:cubicBezTo>
                <a:cubicBezTo>
                  <a:pt x="455" y="680"/>
                  <a:pt x="455" y="680"/>
                  <a:pt x="455" y="680"/>
                </a:cubicBezTo>
                <a:cubicBezTo>
                  <a:pt x="455" y="680"/>
                  <a:pt x="455" y="680"/>
                  <a:pt x="455" y="680"/>
                </a:cubicBezTo>
                <a:cubicBezTo>
                  <a:pt x="455" y="681"/>
                  <a:pt x="455" y="681"/>
                  <a:pt x="455" y="681"/>
                </a:cubicBezTo>
                <a:cubicBezTo>
                  <a:pt x="455" y="681"/>
                  <a:pt x="455" y="681"/>
                  <a:pt x="455" y="681"/>
                </a:cubicBezTo>
                <a:cubicBezTo>
                  <a:pt x="454" y="681"/>
                  <a:pt x="454" y="681"/>
                  <a:pt x="454" y="681"/>
                </a:cubicBezTo>
                <a:cubicBezTo>
                  <a:pt x="454" y="681"/>
                  <a:pt x="454" y="681"/>
                  <a:pt x="454" y="681"/>
                </a:cubicBezTo>
                <a:cubicBezTo>
                  <a:pt x="454" y="681"/>
                  <a:pt x="454" y="681"/>
                  <a:pt x="454" y="681"/>
                </a:cubicBezTo>
                <a:cubicBezTo>
                  <a:pt x="454" y="681"/>
                  <a:pt x="454" y="681"/>
                  <a:pt x="454" y="681"/>
                </a:cubicBezTo>
                <a:cubicBezTo>
                  <a:pt x="454" y="682"/>
                  <a:pt x="454" y="682"/>
                  <a:pt x="454" y="682"/>
                </a:cubicBezTo>
                <a:cubicBezTo>
                  <a:pt x="454" y="682"/>
                  <a:pt x="454" y="682"/>
                  <a:pt x="454" y="682"/>
                </a:cubicBezTo>
                <a:cubicBezTo>
                  <a:pt x="454" y="682"/>
                  <a:pt x="454" y="682"/>
                  <a:pt x="454" y="682"/>
                </a:cubicBezTo>
                <a:cubicBezTo>
                  <a:pt x="454" y="682"/>
                  <a:pt x="454" y="682"/>
                  <a:pt x="454" y="682"/>
                </a:cubicBezTo>
                <a:cubicBezTo>
                  <a:pt x="455" y="683"/>
                  <a:pt x="455" y="683"/>
                  <a:pt x="455" y="683"/>
                </a:cubicBezTo>
                <a:cubicBezTo>
                  <a:pt x="455" y="683"/>
                  <a:pt x="455" y="683"/>
                  <a:pt x="455" y="683"/>
                </a:cubicBezTo>
                <a:cubicBezTo>
                  <a:pt x="455" y="683"/>
                  <a:pt x="455" y="683"/>
                  <a:pt x="455" y="683"/>
                </a:cubicBezTo>
                <a:cubicBezTo>
                  <a:pt x="455" y="683"/>
                  <a:pt x="455" y="683"/>
                  <a:pt x="455" y="683"/>
                </a:cubicBezTo>
                <a:cubicBezTo>
                  <a:pt x="455" y="683"/>
                  <a:pt x="455" y="683"/>
                  <a:pt x="455" y="683"/>
                </a:cubicBezTo>
                <a:cubicBezTo>
                  <a:pt x="455" y="683"/>
                  <a:pt x="455" y="683"/>
                  <a:pt x="455" y="683"/>
                </a:cubicBezTo>
                <a:cubicBezTo>
                  <a:pt x="456" y="683"/>
                  <a:pt x="456" y="683"/>
                  <a:pt x="456" y="683"/>
                </a:cubicBezTo>
                <a:cubicBezTo>
                  <a:pt x="456" y="683"/>
                  <a:pt x="456" y="683"/>
                  <a:pt x="456" y="683"/>
                </a:cubicBezTo>
                <a:cubicBezTo>
                  <a:pt x="457" y="684"/>
                  <a:pt x="457" y="684"/>
                  <a:pt x="457" y="684"/>
                </a:cubicBezTo>
                <a:cubicBezTo>
                  <a:pt x="457" y="684"/>
                  <a:pt x="457" y="684"/>
                  <a:pt x="457" y="684"/>
                </a:cubicBezTo>
                <a:cubicBezTo>
                  <a:pt x="457" y="684"/>
                  <a:pt x="457" y="684"/>
                  <a:pt x="457" y="684"/>
                </a:cubicBezTo>
                <a:cubicBezTo>
                  <a:pt x="457" y="684"/>
                  <a:pt x="457" y="684"/>
                  <a:pt x="457" y="684"/>
                </a:cubicBezTo>
                <a:cubicBezTo>
                  <a:pt x="457" y="684"/>
                  <a:pt x="457" y="684"/>
                  <a:pt x="457" y="684"/>
                </a:cubicBezTo>
                <a:cubicBezTo>
                  <a:pt x="457" y="684"/>
                  <a:pt x="457" y="684"/>
                  <a:pt x="457" y="684"/>
                </a:cubicBezTo>
                <a:cubicBezTo>
                  <a:pt x="457" y="685"/>
                  <a:pt x="457" y="685"/>
                  <a:pt x="457" y="685"/>
                </a:cubicBezTo>
                <a:cubicBezTo>
                  <a:pt x="457" y="685"/>
                  <a:pt x="457" y="685"/>
                  <a:pt x="457" y="685"/>
                </a:cubicBezTo>
                <a:cubicBezTo>
                  <a:pt x="457" y="685"/>
                  <a:pt x="457" y="685"/>
                  <a:pt x="457" y="685"/>
                </a:cubicBezTo>
                <a:cubicBezTo>
                  <a:pt x="457" y="685"/>
                  <a:pt x="457" y="685"/>
                  <a:pt x="457" y="685"/>
                </a:cubicBezTo>
                <a:cubicBezTo>
                  <a:pt x="457" y="685"/>
                  <a:pt x="457" y="685"/>
                  <a:pt x="457" y="685"/>
                </a:cubicBezTo>
                <a:cubicBezTo>
                  <a:pt x="457" y="685"/>
                  <a:pt x="457" y="685"/>
                  <a:pt x="457" y="685"/>
                </a:cubicBezTo>
                <a:cubicBezTo>
                  <a:pt x="457" y="685"/>
                  <a:pt x="457" y="685"/>
                  <a:pt x="457" y="685"/>
                </a:cubicBezTo>
                <a:cubicBezTo>
                  <a:pt x="457" y="685"/>
                  <a:pt x="457" y="685"/>
                  <a:pt x="457" y="685"/>
                </a:cubicBezTo>
                <a:cubicBezTo>
                  <a:pt x="457" y="686"/>
                  <a:pt x="457" y="686"/>
                  <a:pt x="457" y="686"/>
                </a:cubicBezTo>
                <a:cubicBezTo>
                  <a:pt x="457" y="686"/>
                  <a:pt x="457" y="686"/>
                  <a:pt x="457" y="686"/>
                </a:cubicBezTo>
                <a:cubicBezTo>
                  <a:pt x="457" y="686"/>
                  <a:pt x="457" y="686"/>
                  <a:pt x="457" y="686"/>
                </a:cubicBezTo>
                <a:cubicBezTo>
                  <a:pt x="457" y="686"/>
                  <a:pt x="457" y="686"/>
                  <a:pt x="457" y="686"/>
                </a:cubicBezTo>
                <a:cubicBezTo>
                  <a:pt x="455" y="686"/>
                  <a:pt x="455" y="686"/>
                  <a:pt x="455" y="686"/>
                </a:cubicBezTo>
                <a:cubicBezTo>
                  <a:pt x="455" y="686"/>
                  <a:pt x="455" y="686"/>
                  <a:pt x="455" y="686"/>
                </a:cubicBezTo>
                <a:cubicBezTo>
                  <a:pt x="455" y="687"/>
                  <a:pt x="455" y="687"/>
                  <a:pt x="455" y="687"/>
                </a:cubicBezTo>
                <a:cubicBezTo>
                  <a:pt x="455" y="687"/>
                  <a:pt x="455" y="687"/>
                  <a:pt x="455" y="687"/>
                </a:cubicBezTo>
                <a:cubicBezTo>
                  <a:pt x="455" y="687"/>
                  <a:pt x="455" y="687"/>
                  <a:pt x="455" y="687"/>
                </a:cubicBezTo>
                <a:cubicBezTo>
                  <a:pt x="455" y="687"/>
                  <a:pt x="455" y="687"/>
                  <a:pt x="455" y="687"/>
                </a:cubicBezTo>
                <a:cubicBezTo>
                  <a:pt x="455" y="688"/>
                  <a:pt x="455" y="688"/>
                  <a:pt x="455" y="688"/>
                </a:cubicBezTo>
                <a:cubicBezTo>
                  <a:pt x="455" y="688"/>
                  <a:pt x="455" y="688"/>
                  <a:pt x="455" y="688"/>
                </a:cubicBezTo>
                <a:cubicBezTo>
                  <a:pt x="456" y="688"/>
                  <a:pt x="456" y="688"/>
                  <a:pt x="456" y="688"/>
                </a:cubicBezTo>
                <a:cubicBezTo>
                  <a:pt x="456" y="688"/>
                  <a:pt x="456" y="688"/>
                  <a:pt x="456" y="688"/>
                </a:cubicBezTo>
                <a:cubicBezTo>
                  <a:pt x="456" y="689"/>
                  <a:pt x="456" y="689"/>
                  <a:pt x="456" y="689"/>
                </a:cubicBezTo>
                <a:cubicBezTo>
                  <a:pt x="456" y="689"/>
                  <a:pt x="456" y="689"/>
                  <a:pt x="456" y="689"/>
                </a:cubicBezTo>
                <a:cubicBezTo>
                  <a:pt x="456" y="689"/>
                  <a:pt x="456" y="689"/>
                  <a:pt x="456" y="689"/>
                </a:cubicBezTo>
                <a:cubicBezTo>
                  <a:pt x="456" y="689"/>
                  <a:pt x="456" y="689"/>
                  <a:pt x="456" y="689"/>
                </a:cubicBezTo>
                <a:cubicBezTo>
                  <a:pt x="456" y="690"/>
                  <a:pt x="456" y="690"/>
                  <a:pt x="456" y="690"/>
                </a:cubicBezTo>
                <a:cubicBezTo>
                  <a:pt x="456" y="690"/>
                  <a:pt x="456" y="690"/>
                  <a:pt x="456" y="690"/>
                </a:cubicBezTo>
                <a:cubicBezTo>
                  <a:pt x="456" y="690"/>
                  <a:pt x="456" y="690"/>
                  <a:pt x="456" y="690"/>
                </a:cubicBezTo>
                <a:cubicBezTo>
                  <a:pt x="456" y="690"/>
                  <a:pt x="456" y="690"/>
                  <a:pt x="456" y="690"/>
                </a:cubicBezTo>
                <a:cubicBezTo>
                  <a:pt x="455" y="690"/>
                  <a:pt x="455" y="690"/>
                  <a:pt x="455" y="690"/>
                </a:cubicBezTo>
                <a:cubicBezTo>
                  <a:pt x="455" y="690"/>
                  <a:pt x="455" y="690"/>
                  <a:pt x="455" y="690"/>
                </a:cubicBezTo>
                <a:cubicBezTo>
                  <a:pt x="455" y="691"/>
                  <a:pt x="455" y="691"/>
                  <a:pt x="455" y="691"/>
                </a:cubicBezTo>
                <a:cubicBezTo>
                  <a:pt x="455" y="691"/>
                  <a:pt x="455" y="691"/>
                  <a:pt x="455" y="691"/>
                </a:cubicBezTo>
                <a:cubicBezTo>
                  <a:pt x="454" y="691"/>
                  <a:pt x="454" y="691"/>
                  <a:pt x="454" y="691"/>
                </a:cubicBezTo>
                <a:cubicBezTo>
                  <a:pt x="454" y="691"/>
                  <a:pt x="454" y="691"/>
                  <a:pt x="454" y="691"/>
                </a:cubicBezTo>
                <a:cubicBezTo>
                  <a:pt x="454" y="691"/>
                  <a:pt x="454" y="691"/>
                  <a:pt x="454" y="691"/>
                </a:cubicBezTo>
                <a:cubicBezTo>
                  <a:pt x="454" y="691"/>
                  <a:pt x="454" y="691"/>
                  <a:pt x="454" y="691"/>
                </a:cubicBezTo>
                <a:cubicBezTo>
                  <a:pt x="453" y="691"/>
                  <a:pt x="453" y="691"/>
                  <a:pt x="453" y="691"/>
                </a:cubicBezTo>
                <a:cubicBezTo>
                  <a:pt x="453" y="691"/>
                  <a:pt x="453" y="691"/>
                  <a:pt x="453" y="691"/>
                </a:cubicBezTo>
                <a:cubicBezTo>
                  <a:pt x="453" y="691"/>
                  <a:pt x="453" y="691"/>
                  <a:pt x="453" y="691"/>
                </a:cubicBezTo>
                <a:cubicBezTo>
                  <a:pt x="453" y="691"/>
                  <a:pt x="453" y="691"/>
                  <a:pt x="453" y="691"/>
                </a:cubicBezTo>
                <a:cubicBezTo>
                  <a:pt x="452" y="692"/>
                  <a:pt x="452" y="692"/>
                  <a:pt x="452" y="692"/>
                </a:cubicBezTo>
                <a:cubicBezTo>
                  <a:pt x="452" y="692"/>
                  <a:pt x="452" y="692"/>
                  <a:pt x="452" y="692"/>
                </a:cubicBezTo>
                <a:cubicBezTo>
                  <a:pt x="452" y="692"/>
                  <a:pt x="452" y="692"/>
                  <a:pt x="452" y="692"/>
                </a:cubicBezTo>
                <a:cubicBezTo>
                  <a:pt x="452" y="692"/>
                  <a:pt x="452" y="692"/>
                  <a:pt x="452" y="692"/>
                </a:cubicBezTo>
                <a:cubicBezTo>
                  <a:pt x="451" y="712"/>
                  <a:pt x="451" y="712"/>
                  <a:pt x="451" y="712"/>
                </a:cubicBezTo>
                <a:cubicBezTo>
                  <a:pt x="451" y="712"/>
                  <a:pt x="451" y="712"/>
                  <a:pt x="451" y="712"/>
                </a:cubicBezTo>
                <a:cubicBezTo>
                  <a:pt x="449" y="712"/>
                  <a:pt x="449" y="712"/>
                  <a:pt x="449" y="712"/>
                </a:cubicBezTo>
                <a:cubicBezTo>
                  <a:pt x="449" y="712"/>
                  <a:pt x="449" y="712"/>
                  <a:pt x="449" y="712"/>
                </a:cubicBezTo>
                <a:cubicBezTo>
                  <a:pt x="449" y="711"/>
                  <a:pt x="449" y="711"/>
                  <a:pt x="449" y="711"/>
                </a:cubicBezTo>
                <a:cubicBezTo>
                  <a:pt x="449" y="711"/>
                  <a:pt x="449" y="711"/>
                  <a:pt x="449" y="711"/>
                </a:cubicBezTo>
                <a:cubicBezTo>
                  <a:pt x="448" y="710"/>
                  <a:pt x="448" y="710"/>
                  <a:pt x="448" y="710"/>
                </a:cubicBezTo>
                <a:cubicBezTo>
                  <a:pt x="448" y="710"/>
                  <a:pt x="448" y="710"/>
                  <a:pt x="448" y="710"/>
                </a:cubicBezTo>
                <a:cubicBezTo>
                  <a:pt x="447" y="710"/>
                  <a:pt x="447" y="710"/>
                  <a:pt x="447" y="710"/>
                </a:cubicBezTo>
                <a:cubicBezTo>
                  <a:pt x="447" y="710"/>
                  <a:pt x="447" y="710"/>
                  <a:pt x="447" y="710"/>
                </a:cubicBezTo>
                <a:cubicBezTo>
                  <a:pt x="446" y="709"/>
                  <a:pt x="446" y="709"/>
                  <a:pt x="446" y="709"/>
                </a:cubicBezTo>
                <a:cubicBezTo>
                  <a:pt x="446" y="709"/>
                  <a:pt x="446" y="709"/>
                  <a:pt x="446" y="709"/>
                </a:cubicBezTo>
                <a:cubicBezTo>
                  <a:pt x="444" y="709"/>
                  <a:pt x="444" y="709"/>
                  <a:pt x="444" y="709"/>
                </a:cubicBezTo>
                <a:cubicBezTo>
                  <a:pt x="444" y="709"/>
                  <a:pt x="444" y="709"/>
                  <a:pt x="444" y="709"/>
                </a:cubicBezTo>
                <a:cubicBezTo>
                  <a:pt x="443" y="709"/>
                  <a:pt x="443" y="709"/>
                  <a:pt x="443" y="709"/>
                </a:cubicBezTo>
                <a:cubicBezTo>
                  <a:pt x="443" y="709"/>
                  <a:pt x="443" y="709"/>
                  <a:pt x="443" y="709"/>
                </a:cubicBezTo>
                <a:cubicBezTo>
                  <a:pt x="442" y="708"/>
                  <a:pt x="442" y="708"/>
                  <a:pt x="442" y="708"/>
                </a:cubicBezTo>
                <a:cubicBezTo>
                  <a:pt x="442" y="708"/>
                  <a:pt x="442" y="708"/>
                  <a:pt x="442" y="708"/>
                </a:cubicBezTo>
                <a:cubicBezTo>
                  <a:pt x="441" y="708"/>
                  <a:pt x="441" y="708"/>
                  <a:pt x="441" y="708"/>
                </a:cubicBezTo>
                <a:cubicBezTo>
                  <a:pt x="441" y="708"/>
                  <a:pt x="441" y="708"/>
                  <a:pt x="441" y="708"/>
                </a:cubicBezTo>
                <a:cubicBezTo>
                  <a:pt x="439" y="708"/>
                  <a:pt x="439" y="708"/>
                  <a:pt x="439" y="708"/>
                </a:cubicBezTo>
                <a:cubicBezTo>
                  <a:pt x="439" y="708"/>
                  <a:pt x="439" y="708"/>
                  <a:pt x="439" y="708"/>
                </a:cubicBezTo>
                <a:cubicBezTo>
                  <a:pt x="434" y="712"/>
                  <a:pt x="434" y="712"/>
                  <a:pt x="434" y="712"/>
                </a:cubicBezTo>
                <a:cubicBezTo>
                  <a:pt x="434" y="712"/>
                  <a:pt x="434" y="712"/>
                  <a:pt x="434" y="712"/>
                </a:cubicBezTo>
                <a:cubicBezTo>
                  <a:pt x="432" y="713"/>
                  <a:pt x="432" y="713"/>
                  <a:pt x="432" y="713"/>
                </a:cubicBezTo>
                <a:cubicBezTo>
                  <a:pt x="432" y="713"/>
                  <a:pt x="432" y="713"/>
                  <a:pt x="432" y="713"/>
                </a:cubicBezTo>
                <a:cubicBezTo>
                  <a:pt x="431" y="715"/>
                  <a:pt x="431" y="715"/>
                  <a:pt x="431" y="715"/>
                </a:cubicBezTo>
                <a:cubicBezTo>
                  <a:pt x="431" y="715"/>
                  <a:pt x="431" y="715"/>
                  <a:pt x="431" y="715"/>
                </a:cubicBezTo>
                <a:cubicBezTo>
                  <a:pt x="430" y="716"/>
                  <a:pt x="430" y="716"/>
                  <a:pt x="430" y="716"/>
                </a:cubicBezTo>
                <a:cubicBezTo>
                  <a:pt x="430" y="716"/>
                  <a:pt x="430" y="716"/>
                  <a:pt x="430" y="716"/>
                </a:cubicBezTo>
                <a:cubicBezTo>
                  <a:pt x="430" y="718"/>
                  <a:pt x="430" y="718"/>
                  <a:pt x="430" y="718"/>
                </a:cubicBezTo>
                <a:cubicBezTo>
                  <a:pt x="430" y="718"/>
                  <a:pt x="430" y="718"/>
                  <a:pt x="430" y="718"/>
                </a:cubicBezTo>
                <a:cubicBezTo>
                  <a:pt x="429" y="719"/>
                  <a:pt x="429" y="719"/>
                  <a:pt x="429" y="719"/>
                </a:cubicBezTo>
                <a:cubicBezTo>
                  <a:pt x="429" y="719"/>
                  <a:pt x="429" y="719"/>
                  <a:pt x="429" y="719"/>
                </a:cubicBezTo>
                <a:cubicBezTo>
                  <a:pt x="428" y="721"/>
                  <a:pt x="428" y="721"/>
                  <a:pt x="428" y="721"/>
                </a:cubicBezTo>
                <a:cubicBezTo>
                  <a:pt x="428" y="721"/>
                  <a:pt x="428" y="721"/>
                  <a:pt x="428" y="721"/>
                </a:cubicBezTo>
                <a:cubicBezTo>
                  <a:pt x="427" y="722"/>
                  <a:pt x="427" y="722"/>
                  <a:pt x="427" y="722"/>
                </a:cubicBezTo>
                <a:cubicBezTo>
                  <a:pt x="427" y="722"/>
                  <a:pt x="427" y="722"/>
                  <a:pt x="427" y="722"/>
                </a:cubicBezTo>
                <a:cubicBezTo>
                  <a:pt x="426" y="723"/>
                  <a:pt x="426" y="723"/>
                  <a:pt x="426" y="723"/>
                </a:cubicBezTo>
                <a:lnTo>
                  <a:pt x="425" y="723"/>
                </a:lnTo>
                <a:close/>
                <a:moveTo>
                  <a:pt x="270" y="716"/>
                </a:moveTo>
                <a:cubicBezTo>
                  <a:pt x="269" y="716"/>
                  <a:pt x="269" y="716"/>
                  <a:pt x="269" y="716"/>
                </a:cubicBezTo>
                <a:cubicBezTo>
                  <a:pt x="269" y="716"/>
                  <a:pt x="269" y="716"/>
                  <a:pt x="269" y="716"/>
                </a:cubicBezTo>
                <a:cubicBezTo>
                  <a:pt x="269" y="716"/>
                  <a:pt x="269" y="716"/>
                  <a:pt x="269" y="716"/>
                </a:cubicBezTo>
                <a:cubicBezTo>
                  <a:pt x="269" y="716"/>
                  <a:pt x="269" y="716"/>
                  <a:pt x="269" y="716"/>
                </a:cubicBezTo>
                <a:cubicBezTo>
                  <a:pt x="269" y="716"/>
                  <a:pt x="269" y="716"/>
                  <a:pt x="269" y="716"/>
                </a:cubicBezTo>
                <a:cubicBezTo>
                  <a:pt x="269" y="716"/>
                  <a:pt x="269" y="716"/>
                  <a:pt x="269" y="716"/>
                </a:cubicBezTo>
                <a:cubicBezTo>
                  <a:pt x="268" y="715"/>
                  <a:pt x="268" y="715"/>
                  <a:pt x="268" y="715"/>
                </a:cubicBezTo>
                <a:cubicBezTo>
                  <a:pt x="268" y="715"/>
                  <a:pt x="268" y="715"/>
                  <a:pt x="268" y="715"/>
                </a:cubicBezTo>
                <a:cubicBezTo>
                  <a:pt x="268" y="715"/>
                  <a:pt x="268" y="715"/>
                  <a:pt x="268" y="715"/>
                </a:cubicBezTo>
                <a:cubicBezTo>
                  <a:pt x="268" y="715"/>
                  <a:pt x="268" y="715"/>
                  <a:pt x="268" y="715"/>
                </a:cubicBezTo>
                <a:cubicBezTo>
                  <a:pt x="268" y="715"/>
                  <a:pt x="268" y="715"/>
                  <a:pt x="268" y="715"/>
                </a:cubicBezTo>
                <a:cubicBezTo>
                  <a:pt x="268" y="715"/>
                  <a:pt x="268" y="715"/>
                  <a:pt x="268" y="715"/>
                </a:cubicBezTo>
                <a:cubicBezTo>
                  <a:pt x="267" y="715"/>
                  <a:pt x="267" y="715"/>
                  <a:pt x="267" y="715"/>
                </a:cubicBezTo>
                <a:cubicBezTo>
                  <a:pt x="267" y="715"/>
                  <a:pt x="267" y="715"/>
                  <a:pt x="267" y="715"/>
                </a:cubicBezTo>
                <a:cubicBezTo>
                  <a:pt x="267" y="714"/>
                  <a:pt x="267" y="714"/>
                  <a:pt x="267" y="714"/>
                </a:cubicBezTo>
                <a:cubicBezTo>
                  <a:pt x="267" y="714"/>
                  <a:pt x="267" y="714"/>
                  <a:pt x="267" y="714"/>
                </a:cubicBezTo>
                <a:cubicBezTo>
                  <a:pt x="267" y="714"/>
                  <a:pt x="267" y="714"/>
                  <a:pt x="267" y="714"/>
                </a:cubicBezTo>
                <a:cubicBezTo>
                  <a:pt x="267" y="714"/>
                  <a:pt x="267" y="714"/>
                  <a:pt x="267" y="714"/>
                </a:cubicBezTo>
                <a:cubicBezTo>
                  <a:pt x="266" y="714"/>
                  <a:pt x="266" y="714"/>
                  <a:pt x="266" y="714"/>
                </a:cubicBezTo>
                <a:cubicBezTo>
                  <a:pt x="266" y="714"/>
                  <a:pt x="266" y="714"/>
                  <a:pt x="266" y="714"/>
                </a:cubicBezTo>
                <a:cubicBezTo>
                  <a:pt x="266" y="714"/>
                  <a:pt x="266" y="714"/>
                  <a:pt x="266" y="714"/>
                </a:cubicBezTo>
                <a:cubicBezTo>
                  <a:pt x="266" y="714"/>
                  <a:pt x="266" y="714"/>
                  <a:pt x="266" y="714"/>
                </a:cubicBezTo>
                <a:cubicBezTo>
                  <a:pt x="266" y="713"/>
                  <a:pt x="266" y="713"/>
                  <a:pt x="266" y="713"/>
                </a:cubicBezTo>
                <a:cubicBezTo>
                  <a:pt x="266" y="713"/>
                  <a:pt x="266" y="713"/>
                  <a:pt x="266" y="713"/>
                </a:cubicBezTo>
                <a:cubicBezTo>
                  <a:pt x="266" y="713"/>
                  <a:pt x="266" y="713"/>
                  <a:pt x="266" y="713"/>
                </a:cubicBezTo>
                <a:cubicBezTo>
                  <a:pt x="266" y="713"/>
                  <a:pt x="266" y="713"/>
                  <a:pt x="266" y="713"/>
                </a:cubicBezTo>
                <a:cubicBezTo>
                  <a:pt x="265" y="713"/>
                  <a:pt x="265" y="713"/>
                  <a:pt x="265" y="713"/>
                </a:cubicBezTo>
                <a:cubicBezTo>
                  <a:pt x="265" y="713"/>
                  <a:pt x="265" y="713"/>
                  <a:pt x="265" y="713"/>
                </a:cubicBezTo>
                <a:cubicBezTo>
                  <a:pt x="265" y="713"/>
                  <a:pt x="265" y="713"/>
                  <a:pt x="265" y="713"/>
                </a:cubicBezTo>
                <a:cubicBezTo>
                  <a:pt x="265" y="713"/>
                  <a:pt x="265" y="713"/>
                  <a:pt x="265" y="713"/>
                </a:cubicBezTo>
                <a:cubicBezTo>
                  <a:pt x="265" y="713"/>
                  <a:pt x="265" y="713"/>
                  <a:pt x="265" y="713"/>
                </a:cubicBezTo>
                <a:cubicBezTo>
                  <a:pt x="265" y="713"/>
                  <a:pt x="265" y="713"/>
                  <a:pt x="265" y="713"/>
                </a:cubicBezTo>
                <a:cubicBezTo>
                  <a:pt x="265" y="713"/>
                  <a:pt x="265" y="713"/>
                  <a:pt x="265" y="713"/>
                </a:cubicBezTo>
                <a:cubicBezTo>
                  <a:pt x="265" y="713"/>
                  <a:pt x="265" y="713"/>
                  <a:pt x="265" y="713"/>
                </a:cubicBezTo>
                <a:cubicBezTo>
                  <a:pt x="265" y="712"/>
                  <a:pt x="265" y="712"/>
                  <a:pt x="265" y="712"/>
                </a:cubicBezTo>
                <a:cubicBezTo>
                  <a:pt x="265" y="712"/>
                  <a:pt x="265" y="712"/>
                  <a:pt x="265" y="712"/>
                </a:cubicBezTo>
                <a:cubicBezTo>
                  <a:pt x="265" y="712"/>
                  <a:pt x="265" y="712"/>
                  <a:pt x="265" y="712"/>
                </a:cubicBezTo>
                <a:cubicBezTo>
                  <a:pt x="265" y="712"/>
                  <a:pt x="265" y="712"/>
                  <a:pt x="265" y="712"/>
                </a:cubicBezTo>
                <a:cubicBezTo>
                  <a:pt x="265" y="712"/>
                  <a:pt x="265" y="712"/>
                  <a:pt x="265" y="712"/>
                </a:cubicBezTo>
                <a:cubicBezTo>
                  <a:pt x="265" y="712"/>
                  <a:pt x="265" y="712"/>
                  <a:pt x="265" y="712"/>
                </a:cubicBezTo>
                <a:cubicBezTo>
                  <a:pt x="264" y="712"/>
                  <a:pt x="264" y="712"/>
                  <a:pt x="264" y="712"/>
                </a:cubicBezTo>
                <a:cubicBezTo>
                  <a:pt x="264" y="712"/>
                  <a:pt x="264" y="712"/>
                  <a:pt x="264" y="712"/>
                </a:cubicBezTo>
                <a:cubicBezTo>
                  <a:pt x="264" y="712"/>
                  <a:pt x="264" y="712"/>
                  <a:pt x="264" y="712"/>
                </a:cubicBezTo>
                <a:cubicBezTo>
                  <a:pt x="264" y="712"/>
                  <a:pt x="264" y="712"/>
                  <a:pt x="264" y="712"/>
                </a:cubicBezTo>
                <a:cubicBezTo>
                  <a:pt x="264" y="712"/>
                  <a:pt x="264" y="712"/>
                  <a:pt x="264" y="712"/>
                </a:cubicBezTo>
                <a:cubicBezTo>
                  <a:pt x="264" y="712"/>
                  <a:pt x="264" y="712"/>
                  <a:pt x="264" y="712"/>
                </a:cubicBezTo>
                <a:cubicBezTo>
                  <a:pt x="264" y="711"/>
                  <a:pt x="264" y="711"/>
                  <a:pt x="264" y="711"/>
                </a:cubicBezTo>
                <a:cubicBezTo>
                  <a:pt x="264" y="711"/>
                  <a:pt x="264" y="711"/>
                  <a:pt x="264" y="711"/>
                </a:cubicBezTo>
                <a:cubicBezTo>
                  <a:pt x="265" y="710"/>
                  <a:pt x="265" y="710"/>
                  <a:pt x="265" y="710"/>
                </a:cubicBezTo>
                <a:cubicBezTo>
                  <a:pt x="265" y="710"/>
                  <a:pt x="265" y="710"/>
                  <a:pt x="265" y="710"/>
                </a:cubicBezTo>
                <a:cubicBezTo>
                  <a:pt x="266" y="710"/>
                  <a:pt x="266" y="710"/>
                  <a:pt x="266" y="710"/>
                </a:cubicBezTo>
                <a:cubicBezTo>
                  <a:pt x="266" y="710"/>
                  <a:pt x="266" y="710"/>
                  <a:pt x="266" y="710"/>
                </a:cubicBezTo>
                <a:cubicBezTo>
                  <a:pt x="267" y="710"/>
                  <a:pt x="267" y="710"/>
                  <a:pt x="267" y="710"/>
                </a:cubicBezTo>
                <a:cubicBezTo>
                  <a:pt x="267" y="710"/>
                  <a:pt x="267" y="710"/>
                  <a:pt x="267" y="710"/>
                </a:cubicBezTo>
                <a:cubicBezTo>
                  <a:pt x="268" y="710"/>
                  <a:pt x="268" y="710"/>
                  <a:pt x="268" y="710"/>
                </a:cubicBezTo>
                <a:cubicBezTo>
                  <a:pt x="268" y="710"/>
                  <a:pt x="268" y="710"/>
                  <a:pt x="268" y="710"/>
                </a:cubicBezTo>
                <a:cubicBezTo>
                  <a:pt x="269" y="710"/>
                  <a:pt x="269" y="710"/>
                  <a:pt x="269" y="710"/>
                </a:cubicBezTo>
                <a:cubicBezTo>
                  <a:pt x="269" y="710"/>
                  <a:pt x="269" y="710"/>
                  <a:pt x="269" y="710"/>
                </a:cubicBezTo>
                <a:cubicBezTo>
                  <a:pt x="271" y="710"/>
                  <a:pt x="271" y="710"/>
                  <a:pt x="271" y="710"/>
                </a:cubicBezTo>
                <a:cubicBezTo>
                  <a:pt x="271" y="710"/>
                  <a:pt x="271" y="710"/>
                  <a:pt x="271" y="710"/>
                </a:cubicBezTo>
                <a:cubicBezTo>
                  <a:pt x="272" y="709"/>
                  <a:pt x="272" y="709"/>
                  <a:pt x="272" y="709"/>
                </a:cubicBezTo>
                <a:cubicBezTo>
                  <a:pt x="272" y="709"/>
                  <a:pt x="272" y="709"/>
                  <a:pt x="272" y="709"/>
                </a:cubicBezTo>
                <a:cubicBezTo>
                  <a:pt x="273" y="709"/>
                  <a:pt x="273" y="709"/>
                  <a:pt x="273" y="709"/>
                </a:cubicBezTo>
                <a:cubicBezTo>
                  <a:pt x="273" y="709"/>
                  <a:pt x="273" y="709"/>
                  <a:pt x="273" y="709"/>
                </a:cubicBezTo>
                <a:cubicBezTo>
                  <a:pt x="274" y="708"/>
                  <a:pt x="274" y="708"/>
                  <a:pt x="274" y="708"/>
                </a:cubicBezTo>
                <a:cubicBezTo>
                  <a:pt x="274" y="708"/>
                  <a:pt x="274" y="708"/>
                  <a:pt x="274" y="708"/>
                </a:cubicBezTo>
                <a:cubicBezTo>
                  <a:pt x="275" y="708"/>
                  <a:pt x="275" y="708"/>
                  <a:pt x="275" y="708"/>
                </a:cubicBezTo>
                <a:cubicBezTo>
                  <a:pt x="275" y="708"/>
                  <a:pt x="275" y="708"/>
                  <a:pt x="275" y="708"/>
                </a:cubicBezTo>
                <a:cubicBezTo>
                  <a:pt x="277" y="707"/>
                  <a:pt x="277" y="707"/>
                  <a:pt x="277" y="707"/>
                </a:cubicBezTo>
                <a:cubicBezTo>
                  <a:pt x="277" y="707"/>
                  <a:pt x="277" y="707"/>
                  <a:pt x="277" y="707"/>
                </a:cubicBezTo>
                <a:cubicBezTo>
                  <a:pt x="278" y="706"/>
                  <a:pt x="278" y="706"/>
                  <a:pt x="278" y="706"/>
                </a:cubicBezTo>
                <a:cubicBezTo>
                  <a:pt x="278" y="706"/>
                  <a:pt x="278" y="706"/>
                  <a:pt x="278" y="706"/>
                </a:cubicBezTo>
                <a:cubicBezTo>
                  <a:pt x="279" y="705"/>
                  <a:pt x="279" y="705"/>
                  <a:pt x="279" y="705"/>
                </a:cubicBezTo>
                <a:cubicBezTo>
                  <a:pt x="279" y="705"/>
                  <a:pt x="279" y="705"/>
                  <a:pt x="279" y="705"/>
                </a:cubicBezTo>
                <a:cubicBezTo>
                  <a:pt x="280" y="704"/>
                  <a:pt x="280" y="704"/>
                  <a:pt x="280" y="704"/>
                </a:cubicBezTo>
                <a:cubicBezTo>
                  <a:pt x="280" y="704"/>
                  <a:pt x="280" y="704"/>
                  <a:pt x="280" y="704"/>
                </a:cubicBezTo>
                <a:cubicBezTo>
                  <a:pt x="281" y="703"/>
                  <a:pt x="281" y="703"/>
                  <a:pt x="281" y="703"/>
                </a:cubicBezTo>
                <a:cubicBezTo>
                  <a:pt x="281" y="703"/>
                  <a:pt x="281" y="703"/>
                  <a:pt x="281" y="703"/>
                </a:cubicBezTo>
                <a:cubicBezTo>
                  <a:pt x="282" y="701"/>
                  <a:pt x="282" y="701"/>
                  <a:pt x="282" y="701"/>
                </a:cubicBezTo>
                <a:cubicBezTo>
                  <a:pt x="282" y="701"/>
                  <a:pt x="282" y="701"/>
                  <a:pt x="282" y="701"/>
                </a:cubicBezTo>
                <a:cubicBezTo>
                  <a:pt x="283" y="700"/>
                  <a:pt x="283" y="700"/>
                  <a:pt x="283" y="700"/>
                </a:cubicBezTo>
                <a:cubicBezTo>
                  <a:pt x="283" y="700"/>
                  <a:pt x="283" y="700"/>
                  <a:pt x="283" y="700"/>
                </a:cubicBezTo>
                <a:cubicBezTo>
                  <a:pt x="284" y="701"/>
                  <a:pt x="284" y="701"/>
                  <a:pt x="284" y="701"/>
                </a:cubicBezTo>
                <a:cubicBezTo>
                  <a:pt x="284" y="701"/>
                  <a:pt x="284" y="701"/>
                  <a:pt x="284" y="701"/>
                </a:cubicBezTo>
                <a:cubicBezTo>
                  <a:pt x="283" y="703"/>
                  <a:pt x="283" y="703"/>
                  <a:pt x="283" y="703"/>
                </a:cubicBezTo>
                <a:cubicBezTo>
                  <a:pt x="283" y="703"/>
                  <a:pt x="283" y="703"/>
                  <a:pt x="283" y="703"/>
                </a:cubicBezTo>
                <a:cubicBezTo>
                  <a:pt x="282" y="704"/>
                  <a:pt x="282" y="704"/>
                  <a:pt x="282" y="704"/>
                </a:cubicBezTo>
                <a:cubicBezTo>
                  <a:pt x="282" y="704"/>
                  <a:pt x="282" y="704"/>
                  <a:pt x="282" y="704"/>
                </a:cubicBezTo>
                <a:cubicBezTo>
                  <a:pt x="280" y="706"/>
                  <a:pt x="280" y="706"/>
                  <a:pt x="280" y="706"/>
                </a:cubicBezTo>
                <a:cubicBezTo>
                  <a:pt x="280" y="706"/>
                  <a:pt x="280" y="706"/>
                  <a:pt x="280" y="706"/>
                </a:cubicBezTo>
                <a:cubicBezTo>
                  <a:pt x="279" y="707"/>
                  <a:pt x="279" y="707"/>
                  <a:pt x="279" y="707"/>
                </a:cubicBezTo>
                <a:cubicBezTo>
                  <a:pt x="279" y="707"/>
                  <a:pt x="279" y="707"/>
                  <a:pt x="279" y="707"/>
                </a:cubicBezTo>
                <a:cubicBezTo>
                  <a:pt x="277" y="709"/>
                  <a:pt x="277" y="709"/>
                  <a:pt x="277" y="709"/>
                </a:cubicBezTo>
                <a:cubicBezTo>
                  <a:pt x="277" y="709"/>
                  <a:pt x="277" y="709"/>
                  <a:pt x="277" y="709"/>
                </a:cubicBezTo>
                <a:cubicBezTo>
                  <a:pt x="276" y="711"/>
                  <a:pt x="276" y="711"/>
                  <a:pt x="276" y="711"/>
                </a:cubicBezTo>
                <a:cubicBezTo>
                  <a:pt x="276" y="711"/>
                  <a:pt x="276" y="711"/>
                  <a:pt x="276" y="711"/>
                </a:cubicBezTo>
                <a:cubicBezTo>
                  <a:pt x="274" y="713"/>
                  <a:pt x="274" y="713"/>
                  <a:pt x="274" y="713"/>
                </a:cubicBezTo>
                <a:cubicBezTo>
                  <a:pt x="274" y="713"/>
                  <a:pt x="274" y="713"/>
                  <a:pt x="274" y="713"/>
                </a:cubicBezTo>
                <a:cubicBezTo>
                  <a:pt x="274" y="715"/>
                  <a:pt x="274" y="715"/>
                  <a:pt x="274" y="715"/>
                </a:cubicBezTo>
                <a:cubicBezTo>
                  <a:pt x="274" y="715"/>
                  <a:pt x="274" y="715"/>
                  <a:pt x="274" y="715"/>
                </a:cubicBezTo>
                <a:cubicBezTo>
                  <a:pt x="273" y="715"/>
                  <a:pt x="273" y="715"/>
                  <a:pt x="273" y="715"/>
                </a:cubicBezTo>
                <a:cubicBezTo>
                  <a:pt x="273" y="715"/>
                  <a:pt x="273" y="715"/>
                  <a:pt x="273" y="715"/>
                </a:cubicBezTo>
                <a:cubicBezTo>
                  <a:pt x="273" y="715"/>
                  <a:pt x="273" y="715"/>
                  <a:pt x="273" y="715"/>
                </a:cubicBezTo>
                <a:cubicBezTo>
                  <a:pt x="273" y="715"/>
                  <a:pt x="273" y="715"/>
                  <a:pt x="273" y="715"/>
                </a:cubicBezTo>
                <a:cubicBezTo>
                  <a:pt x="272" y="715"/>
                  <a:pt x="272" y="715"/>
                  <a:pt x="272" y="715"/>
                </a:cubicBezTo>
                <a:cubicBezTo>
                  <a:pt x="272" y="715"/>
                  <a:pt x="272" y="715"/>
                  <a:pt x="272" y="715"/>
                </a:cubicBezTo>
                <a:cubicBezTo>
                  <a:pt x="272" y="715"/>
                  <a:pt x="272" y="715"/>
                  <a:pt x="272" y="715"/>
                </a:cubicBezTo>
                <a:cubicBezTo>
                  <a:pt x="272" y="715"/>
                  <a:pt x="272" y="715"/>
                  <a:pt x="272" y="715"/>
                </a:cubicBezTo>
                <a:cubicBezTo>
                  <a:pt x="271" y="715"/>
                  <a:pt x="271" y="715"/>
                  <a:pt x="271" y="715"/>
                </a:cubicBezTo>
                <a:cubicBezTo>
                  <a:pt x="271" y="715"/>
                  <a:pt x="271" y="715"/>
                  <a:pt x="271" y="715"/>
                </a:cubicBezTo>
                <a:cubicBezTo>
                  <a:pt x="271" y="716"/>
                  <a:pt x="271" y="716"/>
                  <a:pt x="271" y="716"/>
                </a:cubicBezTo>
                <a:cubicBezTo>
                  <a:pt x="271" y="716"/>
                  <a:pt x="271" y="716"/>
                  <a:pt x="271" y="716"/>
                </a:cubicBezTo>
                <a:cubicBezTo>
                  <a:pt x="270" y="716"/>
                  <a:pt x="270" y="716"/>
                  <a:pt x="270" y="716"/>
                </a:cubicBezTo>
                <a:cubicBezTo>
                  <a:pt x="270" y="716"/>
                  <a:pt x="270" y="716"/>
                  <a:pt x="270" y="716"/>
                </a:cubicBezTo>
                <a:cubicBezTo>
                  <a:pt x="270" y="716"/>
                  <a:pt x="270" y="716"/>
                  <a:pt x="270" y="716"/>
                </a:cubicBezTo>
                <a:close/>
                <a:moveTo>
                  <a:pt x="562" y="715"/>
                </a:moveTo>
                <a:cubicBezTo>
                  <a:pt x="562" y="715"/>
                  <a:pt x="562" y="715"/>
                  <a:pt x="562" y="715"/>
                </a:cubicBezTo>
                <a:cubicBezTo>
                  <a:pt x="562" y="715"/>
                  <a:pt x="562" y="715"/>
                  <a:pt x="562" y="715"/>
                </a:cubicBezTo>
                <a:cubicBezTo>
                  <a:pt x="561" y="714"/>
                  <a:pt x="561" y="714"/>
                  <a:pt x="561" y="714"/>
                </a:cubicBezTo>
                <a:cubicBezTo>
                  <a:pt x="561" y="714"/>
                  <a:pt x="561" y="714"/>
                  <a:pt x="561" y="714"/>
                </a:cubicBezTo>
                <a:cubicBezTo>
                  <a:pt x="560" y="714"/>
                  <a:pt x="560" y="714"/>
                  <a:pt x="560" y="714"/>
                </a:cubicBezTo>
                <a:cubicBezTo>
                  <a:pt x="560" y="714"/>
                  <a:pt x="560" y="714"/>
                  <a:pt x="560" y="714"/>
                </a:cubicBezTo>
                <a:cubicBezTo>
                  <a:pt x="560" y="714"/>
                  <a:pt x="560" y="714"/>
                  <a:pt x="560" y="714"/>
                </a:cubicBezTo>
                <a:cubicBezTo>
                  <a:pt x="560" y="714"/>
                  <a:pt x="560" y="714"/>
                  <a:pt x="560" y="714"/>
                </a:cubicBezTo>
                <a:cubicBezTo>
                  <a:pt x="559" y="713"/>
                  <a:pt x="559" y="713"/>
                  <a:pt x="559" y="713"/>
                </a:cubicBezTo>
                <a:cubicBezTo>
                  <a:pt x="559" y="713"/>
                  <a:pt x="559" y="713"/>
                  <a:pt x="559" y="713"/>
                </a:cubicBezTo>
                <a:cubicBezTo>
                  <a:pt x="559" y="713"/>
                  <a:pt x="559" y="713"/>
                  <a:pt x="559" y="713"/>
                </a:cubicBezTo>
                <a:cubicBezTo>
                  <a:pt x="559" y="713"/>
                  <a:pt x="559" y="713"/>
                  <a:pt x="559" y="713"/>
                </a:cubicBezTo>
                <a:cubicBezTo>
                  <a:pt x="558" y="713"/>
                  <a:pt x="558" y="713"/>
                  <a:pt x="558" y="713"/>
                </a:cubicBezTo>
                <a:cubicBezTo>
                  <a:pt x="558" y="713"/>
                  <a:pt x="558" y="713"/>
                  <a:pt x="558" y="713"/>
                </a:cubicBezTo>
                <a:cubicBezTo>
                  <a:pt x="557" y="713"/>
                  <a:pt x="557" y="713"/>
                  <a:pt x="557" y="713"/>
                </a:cubicBezTo>
                <a:cubicBezTo>
                  <a:pt x="557" y="713"/>
                  <a:pt x="557" y="713"/>
                  <a:pt x="557" y="713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8" y="698"/>
                  <a:pt x="558" y="698"/>
                  <a:pt x="558" y="698"/>
                </a:cubicBezTo>
                <a:cubicBezTo>
                  <a:pt x="558" y="698"/>
                  <a:pt x="558" y="698"/>
                  <a:pt x="558" y="698"/>
                </a:cubicBezTo>
                <a:cubicBezTo>
                  <a:pt x="558" y="698"/>
                  <a:pt x="558" y="698"/>
                  <a:pt x="558" y="698"/>
                </a:cubicBezTo>
                <a:cubicBezTo>
                  <a:pt x="558" y="698"/>
                  <a:pt x="558" y="698"/>
                  <a:pt x="558" y="698"/>
                </a:cubicBezTo>
                <a:cubicBezTo>
                  <a:pt x="558" y="698"/>
                  <a:pt x="558" y="698"/>
                  <a:pt x="558" y="698"/>
                </a:cubicBezTo>
                <a:cubicBezTo>
                  <a:pt x="558" y="698"/>
                  <a:pt x="558" y="698"/>
                  <a:pt x="558" y="698"/>
                </a:cubicBezTo>
                <a:cubicBezTo>
                  <a:pt x="559" y="698"/>
                  <a:pt x="559" y="698"/>
                  <a:pt x="559" y="698"/>
                </a:cubicBezTo>
                <a:cubicBezTo>
                  <a:pt x="559" y="698"/>
                  <a:pt x="559" y="698"/>
                  <a:pt x="559" y="698"/>
                </a:cubicBezTo>
                <a:cubicBezTo>
                  <a:pt x="559" y="700"/>
                  <a:pt x="559" y="700"/>
                  <a:pt x="559" y="700"/>
                </a:cubicBezTo>
                <a:cubicBezTo>
                  <a:pt x="559" y="700"/>
                  <a:pt x="559" y="700"/>
                  <a:pt x="559" y="700"/>
                </a:cubicBezTo>
                <a:cubicBezTo>
                  <a:pt x="561" y="702"/>
                  <a:pt x="561" y="702"/>
                  <a:pt x="561" y="702"/>
                </a:cubicBezTo>
                <a:cubicBezTo>
                  <a:pt x="561" y="702"/>
                  <a:pt x="561" y="702"/>
                  <a:pt x="561" y="702"/>
                </a:cubicBezTo>
                <a:cubicBezTo>
                  <a:pt x="562" y="704"/>
                  <a:pt x="562" y="704"/>
                  <a:pt x="562" y="704"/>
                </a:cubicBezTo>
                <a:cubicBezTo>
                  <a:pt x="562" y="704"/>
                  <a:pt x="562" y="704"/>
                  <a:pt x="562" y="704"/>
                </a:cubicBezTo>
                <a:cubicBezTo>
                  <a:pt x="563" y="706"/>
                  <a:pt x="563" y="706"/>
                  <a:pt x="563" y="706"/>
                </a:cubicBezTo>
                <a:cubicBezTo>
                  <a:pt x="563" y="706"/>
                  <a:pt x="563" y="706"/>
                  <a:pt x="563" y="706"/>
                </a:cubicBezTo>
                <a:cubicBezTo>
                  <a:pt x="564" y="708"/>
                  <a:pt x="564" y="708"/>
                  <a:pt x="564" y="708"/>
                </a:cubicBezTo>
                <a:cubicBezTo>
                  <a:pt x="564" y="708"/>
                  <a:pt x="564" y="708"/>
                  <a:pt x="564" y="708"/>
                </a:cubicBezTo>
                <a:cubicBezTo>
                  <a:pt x="565" y="710"/>
                  <a:pt x="565" y="710"/>
                  <a:pt x="565" y="710"/>
                </a:cubicBezTo>
                <a:cubicBezTo>
                  <a:pt x="565" y="710"/>
                  <a:pt x="565" y="710"/>
                  <a:pt x="565" y="710"/>
                </a:cubicBezTo>
                <a:cubicBezTo>
                  <a:pt x="565" y="712"/>
                  <a:pt x="565" y="712"/>
                  <a:pt x="565" y="712"/>
                </a:cubicBezTo>
                <a:cubicBezTo>
                  <a:pt x="565" y="712"/>
                  <a:pt x="565" y="712"/>
                  <a:pt x="565" y="712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3" y="714"/>
                  <a:pt x="563" y="714"/>
                  <a:pt x="563" y="714"/>
                </a:cubicBezTo>
                <a:cubicBezTo>
                  <a:pt x="563" y="714"/>
                  <a:pt x="563" y="714"/>
                  <a:pt x="563" y="714"/>
                </a:cubicBezTo>
                <a:cubicBezTo>
                  <a:pt x="563" y="715"/>
                  <a:pt x="563" y="715"/>
                  <a:pt x="563" y="715"/>
                </a:cubicBezTo>
                <a:cubicBezTo>
                  <a:pt x="563" y="715"/>
                  <a:pt x="563" y="715"/>
                  <a:pt x="563" y="715"/>
                </a:cubicBezTo>
                <a:cubicBezTo>
                  <a:pt x="563" y="715"/>
                  <a:pt x="563" y="715"/>
                  <a:pt x="563" y="715"/>
                </a:cubicBezTo>
                <a:cubicBezTo>
                  <a:pt x="563" y="715"/>
                  <a:pt x="563" y="715"/>
                  <a:pt x="563" y="715"/>
                </a:cubicBezTo>
                <a:cubicBezTo>
                  <a:pt x="562" y="715"/>
                  <a:pt x="562" y="715"/>
                  <a:pt x="562" y="715"/>
                </a:cubicBezTo>
                <a:close/>
                <a:moveTo>
                  <a:pt x="304" y="713"/>
                </a:moveTo>
                <a:cubicBezTo>
                  <a:pt x="302" y="712"/>
                  <a:pt x="302" y="712"/>
                  <a:pt x="302" y="712"/>
                </a:cubicBezTo>
                <a:cubicBezTo>
                  <a:pt x="302" y="712"/>
                  <a:pt x="302" y="712"/>
                  <a:pt x="302" y="712"/>
                </a:cubicBezTo>
                <a:cubicBezTo>
                  <a:pt x="301" y="711"/>
                  <a:pt x="301" y="711"/>
                  <a:pt x="301" y="711"/>
                </a:cubicBezTo>
                <a:cubicBezTo>
                  <a:pt x="301" y="711"/>
                  <a:pt x="301" y="711"/>
                  <a:pt x="301" y="711"/>
                </a:cubicBezTo>
                <a:cubicBezTo>
                  <a:pt x="300" y="710"/>
                  <a:pt x="300" y="710"/>
                  <a:pt x="300" y="710"/>
                </a:cubicBezTo>
                <a:cubicBezTo>
                  <a:pt x="300" y="710"/>
                  <a:pt x="300" y="710"/>
                  <a:pt x="300" y="710"/>
                </a:cubicBezTo>
                <a:cubicBezTo>
                  <a:pt x="298" y="708"/>
                  <a:pt x="298" y="708"/>
                  <a:pt x="298" y="708"/>
                </a:cubicBezTo>
                <a:cubicBezTo>
                  <a:pt x="298" y="708"/>
                  <a:pt x="298" y="708"/>
                  <a:pt x="298" y="708"/>
                </a:cubicBezTo>
                <a:cubicBezTo>
                  <a:pt x="296" y="708"/>
                  <a:pt x="296" y="708"/>
                  <a:pt x="296" y="708"/>
                </a:cubicBezTo>
                <a:cubicBezTo>
                  <a:pt x="296" y="708"/>
                  <a:pt x="296" y="708"/>
                  <a:pt x="296" y="708"/>
                </a:cubicBezTo>
                <a:cubicBezTo>
                  <a:pt x="294" y="707"/>
                  <a:pt x="294" y="707"/>
                  <a:pt x="294" y="707"/>
                </a:cubicBezTo>
                <a:cubicBezTo>
                  <a:pt x="294" y="707"/>
                  <a:pt x="294" y="707"/>
                  <a:pt x="294" y="707"/>
                </a:cubicBezTo>
                <a:cubicBezTo>
                  <a:pt x="292" y="706"/>
                  <a:pt x="292" y="706"/>
                  <a:pt x="292" y="706"/>
                </a:cubicBezTo>
                <a:cubicBezTo>
                  <a:pt x="292" y="706"/>
                  <a:pt x="292" y="706"/>
                  <a:pt x="292" y="706"/>
                </a:cubicBezTo>
                <a:cubicBezTo>
                  <a:pt x="291" y="706"/>
                  <a:pt x="291" y="706"/>
                  <a:pt x="291" y="706"/>
                </a:cubicBezTo>
                <a:cubicBezTo>
                  <a:pt x="291" y="706"/>
                  <a:pt x="291" y="706"/>
                  <a:pt x="291" y="706"/>
                </a:cubicBezTo>
                <a:cubicBezTo>
                  <a:pt x="291" y="705"/>
                  <a:pt x="291" y="705"/>
                  <a:pt x="291" y="705"/>
                </a:cubicBezTo>
                <a:cubicBezTo>
                  <a:pt x="291" y="705"/>
                  <a:pt x="291" y="705"/>
                  <a:pt x="291" y="705"/>
                </a:cubicBezTo>
                <a:cubicBezTo>
                  <a:pt x="292" y="705"/>
                  <a:pt x="292" y="705"/>
                  <a:pt x="292" y="705"/>
                </a:cubicBezTo>
                <a:cubicBezTo>
                  <a:pt x="292" y="705"/>
                  <a:pt x="292" y="705"/>
                  <a:pt x="292" y="705"/>
                </a:cubicBezTo>
                <a:cubicBezTo>
                  <a:pt x="293" y="705"/>
                  <a:pt x="293" y="705"/>
                  <a:pt x="293" y="705"/>
                </a:cubicBezTo>
                <a:cubicBezTo>
                  <a:pt x="293" y="705"/>
                  <a:pt x="293" y="705"/>
                  <a:pt x="293" y="705"/>
                </a:cubicBezTo>
                <a:cubicBezTo>
                  <a:pt x="293" y="705"/>
                  <a:pt x="293" y="705"/>
                  <a:pt x="293" y="705"/>
                </a:cubicBezTo>
                <a:cubicBezTo>
                  <a:pt x="293" y="705"/>
                  <a:pt x="293" y="705"/>
                  <a:pt x="293" y="705"/>
                </a:cubicBezTo>
                <a:cubicBezTo>
                  <a:pt x="295" y="705"/>
                  <a:pt x="295" y="705"/>
                  <a:pt x="295" y="705"/>
                </a:cubicBezTo>
                <a:cubicBezTo>
                  <a:pt x="295" y="705"/>
                  <a:pt x="295" y="705"/>
                  <a:pt x="295" y="705"/>
                </a:cubicBezTo>
                <a:cubicBezTo>
                  <a:pt x="296" y="705"/>
                  <a:pt x="296" y="705"/>
                  <a:pt x="296" y="705"/>
                </a:cubicBezTo>
                <a:cubicBezTo>
                  <a:pt x="296" y="705"/>
                  <a:pt x="296" y="705"/>
                  <a:pt x="296" y="705"/>
                </a:cubicBezTo>
                <a:cubicBezTo>
                  <a:pt x="297" y="705"/>
                  <a:pt x="297" y="705"/>
                  <a:pt x="297" y="705"/>
                </a:cubicBezTo>
                <a:cubicBezTo>
                  <a:pt x="297" y="705"/>
                  <a:pt x="297" y="705"/>
                  <a:pt x="297" y="705"/>
                </a:cubicBezTo>
                <a:cubicBezTo>
                  <a:pt x="298" y="705"/>
                  <a:pt x="298" y="705"/>
                  <a:pt x="298" y="705"/>
                </a:cubicBezTo>
                <a:cubicBezTo>
                  <a:pt x="298" y="705"/>
                  <a:pt x="298" y="705"/>
                  <a:pt x="298" y="705"/>
                </a:cubicBezTo>
                <a:cubicBezTo>
                  <a:pt x="299" y="705"/>
                  <a:pt x="299" y="705"/>
                  <a:pt x="299" y="705"/>
                </a:cubicBezTo>
                <a:cubicBezTo>
                  <a:pt x="299" y="705"/>
                  <a:pt x="299" y="705"/>
                  <a:pt x="299" y="705"/>
                </a:cubicBezTo>
                <a:cubicBezTo>
                  <a:pt x="300" y="704"/>
                  <a:pt x="300" y="704"/>
                  <a:pt x="300" y="704"/>
                </a:cubicBezTo>
                <a:cubicBezTo>
                  <a:pt x="300" y="704"/>
                  <a:pt x="300" y="704"/>
                  <a:pt x="300" y="704"/>
                </a:cubicBezTo>
                <a:cubicBezTo>
                  <a:pt x="300" y="684"/>
                  <a:pt x="300" y="684"/>
                  <a:pt x="300" y="684"/>
                </a:cubicBezTo>
                <a:cubicBezTo>
                  <a:pt x="300" y="684"/>
                  <a:pt x="300" y="684"/>
                  <a:pt x="300" y="684"/>
                </a:cubicBezTo>
                <a:cubicBezTo>
                  <a:pt x="300" y="684"/>
                  <a:pt x="300" y="684"/>
                  <a:pt x="300" y="684"/>
                </a:cubicBezTo>
                <a:cubicBezTo>
                  <a:pt x="300" y="684"/>
                  <a:pt x="300" y="684"/>
                  <a:pt x="300" y="684"/>
                </a:cubicBezTo>
                <a:cubicBezTo>
                  <a:pt x="300" y="684"/>
                  <a:pt x="300" y="684"/>
                  <a:pt x="300" y="684"/>
                </a:cubicBezTo>
                <a:cubicBezTo>
                  <a:pt x="300" y="684"/>
                  <a:pt x="300" y="684"/>
                  <a:pt x="300" y="684"/>
                </a:cubicBezTo>
                <a:cubicBezTo>
                  <a:pt x="299" y="684"/>
                  <a:pt x="299" y="684"/>
                  <a:pt x="299" y="684"/>
                </a:cubicBezTo>
                <a:cubicBezTo>
                  <a:pt x="299" y="684"/>
                  <a:pt x="299" y="684"/>
                  <a:pt x="299" y="684"/>
                </a:cubicBezTo>
                <a:cubicBezTo>
                  <a:pt x="299" y="684"/>
                  <a:pt x="299" y="684"/>
                  <a:pt x="299" y="684"/>
                </a:cubicBezTo>
                <a:cubicBezTo>
                  <a:pt x="299" y="684"/>
                  <a:pt x="299" y="684"/>
                  <a:pt x="299" y="684"/>
                </a:cubicBezTo>
                <a:cubicBezTo>
                  <a:pt x="298" y="684"/>
                  <a:pt x="298" y="684"/>
                  <a:pt x="298" y="684"/>
                </a:cubicBezTo>
                <a:cubicBezTo>
                  <a:pt x="298" y="684"/>
                  <a:pt x="298" y="684"/>
                  <a:pt x="298" y="684"/>
                </a:cubicBezTo>
                <a:cubicBezTo>
                  <a:pt x="298" y="683"/>
                  <a:pt x="298" y="683"/>
                  <a:pt x="298" y="683"/>
                </a:cubicBezTo>
                <a:cubicBezTo>
                  <a:pt x="298" y="683"/>
                  <a:pt x="298" y="683"/>
                  <a:pt x="298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2"/>
                  <a:pt x="297" y="682"/>
                  <a:pt x="297" y="682"/>
                </a:cubicBezTo>
                <a:cubicBezTo>
                  <a:pt x="297" y="682"/>
                  <a:pt x="297" y="682"/>
                  <a:pt x="297" y="682"/>
                </a:cubicBezTo>
                <a:cubicBezTo>
                  <a:pt x="296" y="682"/>
                  <a:pt x="296" y="682"/>
                  <a:pt x="296" y="682"/>
                </a:cubicBezTo>
                <a:cubicBezTo>
                  <a:pt x="296" y="682"/>
                  <a:pt x="296" y="682"/>
                  <a:pt x="296" y="682"/>
                </a:cubicBezTo>
                <a:cubicBezTo>
                  <a:pt x="296" y="682"/>
                  <a:pt x="296" y="682"/>
                  <a:pt x="296" y="682"/>
                </a:cubicBezTo>
                <a:cubicBezTo>
                  <a:pt x="296" y="682"/>
                  <a:pt x="296" y="682"/>
                  <a:pt x="296" y="682"/>
                </a:cubicBezTo>
                <a:cubicBezTo>
                  <a:pt x="296" y="682"/>
                  <a:pt x="296" y="682"/>
                  <a:pt x="296" y="682"/>
                </a:cubicBezTo>
                <a:cubicBezTo>
                  <a:pt x="296" y="682"/>
                  <a:pt x="296" y="682"/>
                  <a:pt x="296" y="682"/>
                </a:cubicBezTo>
                <a:cubicBezTo>
                  <a:pt x="296" y="681"/>
                  <a:pt x="296" y="681"/>
                  <a:pt x="296" y="681"/>
                </a:cubicBezTo>
                <a:cubicBezTo>
                  <a:pt x="296" y="681"/>
                  <a:pt x="296" y="681"/>
                  <a:pt x="296" y="681"/>
                </a:cubicBezTo>
                <a:cubicBezTo>
                  <a:pt x="296" y="681"/>
                  <a:pt x="296" y="681"/>
                  <a:pt x="296" y="681"/>
                </a:cubicBezTo>
                <a:cubicBezTo>
                  <a:pt x="296" y="681"/>
                  <a:pt x="296" y="681"/>
                  <a:pt x="296" y="681"/>
                </a:cubicBezTo>
                <a:cubicBezTo>
                  <a:pt x="297" y="681"/>
                  <a:pt x="297" y="681"/>
                  <a:pt x="297" y="681"/>
                </a:cubicBezTo>
                <a:cubicBezTo>
                  <a:pt x="297" y="681"/>
                  <a:pt x="297" y="681"/>
                  <a:pt x="297" y="681"/>
                </a:cubicBezTo>
                <a:cubicBezTo>
                  <a:pt x="297" y="681"/>
                  <a:pt x="297" y="681"/>
                  <a:pt x="297" y="681"/>
                </a:cubicBezTo>
                <a:cubicBezTo>
                  <a:pt x="297" y="681"/>
                  <a:pt x="297" y="681"/>
                  <a:pt x="297" y="681"/>
                </a:cubicBezTo>
                <a:cubicBezTo>
                  <a:pt x="298" y="680"/>
                  <a:pt x="298" y="680"/>
                  <a:pt x="298" y="680"/>
                </a:cubicBezTo>
                <a:cubicBezTo>
                  <a:pt x="298" y="680"/>
                  <a:pt x="298" y="680"/>
                  <a:pt x="298" y="680"/>
                </a:cubicBezTo>
                <a:cubicBezTo>
                  <a:pt x="299" y="680"/>
                  <a:pt x="299" y="680"/>
                  <a:pt x="299" y="680"/>
                </a:cubicBezTo>
                <a:cubicBezTo>
                  <a:pt x="299" y="680"/>
                  <a:pt x="299" y="680"/>
                  <a:pt x="299" y="680"/>
                </a:cubicBezTo>
                <a:cubicBezTo>
                  <a:pt x="299" y="680"/>
                  <a:pt x="299" y="680"/>
                  <a:pt x="299" y="680"/>
                </a:cubicBezTo>
                <a:cubicBezTo>
                  <a:pt x="299" y="680"/>
                  <a:pt x="299" y="680"/>
                  <a:pt x="299" y="680"/>
                </a:cubicBezTo>
                <a:cubicBezTo>
                  <a:pt x="300" y="679"/>
                  <a:pt x="300" y="679"/>
                  <a:pt x="300" y="679"/>
                </a:cubicBezTo>
                <a:cubicBezTo>
                  <a:pt x="300" y="679"/>
                  <a:pt x="300" y="679"/>
                  <a:pt x="300" y="679"/>
                </a:cubicBezTo>
                <a:cubicBezTo>
                  <a:pt x="301" y="679"/>
                  <a:pt x="301" y="679"/>
                  <a:pt x="301" y="679"/>
                </a:cubicBezTo>
                <a:cubicBezTo>
                  <a:pt x="301" y="679"/>
                  <a:pt x="301" y="679"/>
                  <a:pt x="301" y="679"/>
                </a:cubicBezTo>
                <a:cubicBezTo>
                  <a:pt x="302" y="669"/>
                  <a:pt x="302" y="669"/>
                  <a:pt x="302" y="669"/>
                </a:cubicBezTo>
                <a:cubicBezTo>
                  <a:pt x="302" y="669"/>
                  <a:pt x="302" y="669"/>
                  <a:pt x="302" y="669"/>
                </a:cubicBezTo>
                <a:cubicBezTo>
                  <a:pt x="300" y="669"/>
                  <a:pt x="300" y="669"/>
                  <a:pt x="300" y="669"/>
                </a:cubicBezTo>
                <a:cubicBezTo>
                  <a:pt x="300" y="669"/>
                  <a:pt x="300" y="669"/>
                  <a:pt x="300" y="669"/>
                </a:cubicBezTo>
                <a:cubicBezTo>
                  <a:pt x="300" y="669"/>
                  <a:pt x="300" y="669"/>
                  <a:pt x="300" y="669"/>
                </a:cubicBezTo>
                <a:cubicBezTo>
                  <a:pt x="300" y="669"/>
                  <a:pt x="300" y="669"/>
                  <a:pt x="300" y="669"/>
                </a:cubicBezTo>
                <a:cubicBezTo>
                  <a:pt x="300" y="668"/>
                  <a:pt x="300" y="668"/>
                  <a:pt x="300" y="668"/>
                </a:cubicBezTo>
                <a:cubicBezTo>
                  <a:pt x="300" y="668"/>
                  <a:pt x="300" y="668"/>
                  <a:pt x="300" y="668"/>
                </a:cubicBezTo>
                <a:cubicBezTo>
                  <a:pt x="300" y="668"/>
                  <a:pt x="300" y="668"/>
                  <a:pt x="300" y="668"/>
                </a:cubicBezTo>
                <a:cubicBezTo>
                  <a:pt x="300" y="668"/>
                  <a:pt x="300" y="668"/>
                  <a:pt x="300" y="668"/>
                </a:cubicBezTo>
                <a:cubicBezTo>
                  <a:pt x="300" y="668"/>
                  <a:pt x="300" y="668"/>
                  <a:pt x="300" y="668"/>
                </a:cubicBezTo>
                <a:cubicBezTo>
                  <a:pt x="300" y="668"/>
                  <a:pt x="300" y="668"/>
                  <a:pt x="300" y="668"/>
                </a:cubicBezTo>
                <a:cubicBezTo>
                  <a:pt x="300" y="668"/>
                  <a:pt x="300" y="668"/>
                  <a:pt x="300" y="668"/>
                </a:cubicBezTo>
                <a:cubicBezTo>
                  <a:pt x="300" y="668"/>
                  <a:pt x="300" y="668"/>
                  <a:pt x="300" y="668"/>
                </a:cubicBezTo>
                <a:cubicBezTo>
                  <a:pt x="300" y="667"/>
                  <a:pt x="300" y="667"/>
                  <a:pt x="300" y="667"/>
                </a:cubicBezTo>
                <a:cubicBezTo>
                  <a:pt x="300" y="667"/>
                  <a:pt x="300" y="667"/>
                  <a:pt x="300" y="667"/>
                </a:cubicBezTo>
                <a:cubicBezTo>
                  <a:pt x="300" y="667"/>
                  <a:pt x="300" y="667"/>
                  <a:pt x="300" y="667"/>
                </a:cubicBezTo>
                <a:cubicBezTo>
                  <a:pt x="300" y="667"/>
                  <a:pt x="300" y="667"/>
                  <a:pt x="300" y="667"/>
                </a:cubicBezTo>
                <a:cubicBezTo>
                  <a:pt x="300" y="666"/>
                  <a:pt x="300" y="666"/>
                  <a:pt x="300" y="666"/>
                </a:cubicBezTo>
                <a:cubicBezTo>
                  <a:pt x="300" y="666"/>
                  <a:pt x="300" y="666"/>
                  <a:pt x="300" y="666"/>
                </a:cubicBezTo>
                <a:cubicBezTo>
                  <a:pt x="300" y="666"/>
                  <a:pt x="300" y="666"/>
                  <a:pt x="300" y="666"/>
                </a:cubicBezTo>
                <a:cubicBezTo>
                  <a:pt x="300" y="666"/>
                  <a:pt x="300" y="666"/>
                  <a:pt x="300" y="666"/>
                </a:cubicBezTo>
                <a:cubicBezTo>
                  <a:pt x="300" y="666"/>
                  <a:pt x="300" y="666"/>
                  <a:pt x="300" y="666"/>
                </a:cubicBezTo>
                <a:cubicBezTo>
                  <a:pt x="300" y="666"/>
                  <a:pt x="300" y="666"/>
                  <a:pt x="300" y="666"/>
                </a:cubicBezTo>
                <a:cubicBezTo>
                  <a:pt x="300" y="666"/>
                  <a:pt x="300" y="666"/>
                  <a:pt x="300" y="666"/>
                </a:cubicBezTo>
                <a:cubicBezTo>
                  <a:pt x="300" y="666"/>
                  <a:pt x="300" y="666"/>
                  <a:pt x="300" y="666"/>
                </a:cubicBezTo>
                <a:cubicBezTo>
                  <a:pt x="301" y="666"/>
                  <a:pt x="301" y="666"/>
                  <a:pt x="301" y="666"/>
                </a:cubicBezTo>
                <a:cubicBezTo>
                  <a:pt x="301" y="666"/>
                  <a:pt x="301" y="666"/>
                  <a:pt x="301" y="666"/>
                </a:cubicBezTo>
                <a:cubicBezTo>
                  <a:pt x="301" y="666"/>
                  <a:pt x="301" y="666"/>
                  <a:pt x="301" y="666"/>
                </a:cubicBezTo>
                <a:cubicBezTo>
                  <a:pt x="301" y="666"/>
                  <a:pt x="301" y="666"/>
                  <a:pt x="301" y="666"/>
                </a:cubicBezTo>
                <a:cubicBezTo>
                  <a:pt x="301" y="666"/>
                  <a:pt x="301" y="666"/>
                  <a:pt x="301" y="666"/>
                </a:cubicBezTo>
                <a:cubicBezTo>
                  <a:pt x="301" y="666"/>
                  <a:pt x="301" y="666"/>
                  <a:pt x="301" y="666"/>
                </a:cubicBezTo>
                <a:cubicBezTo>
                  <a:pt x="302" y="665"/>
                  <a:pt x="302" y="665"/>
                  <a:pt x="302" y="665"/>
                </a:cubicBezTo>
                <a:cubicBezTo>
                  <a:pt x="302" y="665"/>
                  <a:pt x="302" y="665"/>
                  <a:pt x="302" y="665"/>
                </a:cubicBezTo>
                <a:cubicBezTo>
                  <a:pt x="302" y="665"/>
                  <a:pt x="302" y="665"/>
                  <a:pt x="302" y="665"/>
                </a:cubicBezTo>
                <a:cubicBezTo>
                  <a:pt x="302" y="665"/>
                  <a:pt x="302" y="665"/>
                  <a:pt x="302" y="665"/>
                </a:cubicBezTo>
                <a:cubicBezTo>
                  <a:pt x="302" y="664"/>
                  <a:pt x="302" y="664"/>
                  <a:pt x="302" y="664"/>
                </a:cubicBezTo>
                <a:cubicBezTo>
                  <a:pt x="302" y="664"/>
                  <a:pt x="302" y="664"/>
                  <a:pt x="302" y="664"/>
                </a:cubicBezTo>
                <a:cubicBezTo>
                  <a:pt x="302" y="664"/>
                  <a:pt x="302" y="664"/>
                  <a:pt x="302" y="664"/>
                </a:cubicBezTo>
                <a:cubicBezTo>
                  <a:pt x="302" y="664"/>
                  <a:pt x="302" y="664"/>
                  <a:pt x="302" y="664"/>
                </a:cubicBezTo>
                <a:cubicBezTo>
                  <a:pt x="302" y="663"/>
                  <a:pt x="302" y="663"/>
                  <a:pt x="302" y="663"/>
                </a:cubicBezTo>
                <a:cubicBezTo>
                  <a:pt x="302" y="663"/>
                  <a:pt x="302" y="663"/>
                  <a:pt x="302" y="663"/>
                </a:cubicBezTo>
                <a:cubicBezTo>
                  <a:pt x="302" y="663"/>
                  <a:pt x="302" y="663"/>
                  <a:pt x="302" y="663"/>
                </a:cubicBezTo>
                <a:cubicBezTo>
                  <a:pt x="302" y="663"/>
                  <a:pt x="302" y="663"/>
                  <a:pt x="302" y="663"/>
                </a:cubicBezTo>
                <a:cubicBezTo>
                  <a:pt x="302" y="662"/>
                  <a:pt x="302" y="662"/>
                  <a:pt x="302" y="662"/>
                </a:cubicBezTo>
                <a:cubicBezTo>
                  <a:pt x="302" y="662"/>
                  <a:pt x="302" y="662"/>
                  <a:pt x="302" y="662"/>
                </a:cubicBezTo>
                <a:cubicBezTo>
                  <a:pt x="302" y="661"/>
                  <a:pt x="302" y="661"/>
                  <a:pt x="302" y="661"/>
                </a:cubicBezTo>
                <a:cubicBezTo>
                  <a:pt x="302" y="661"/>
                  <a:pt x="302" y="661"/>
                  <a:pt x="302" y="661"/>
                </a:cubicBezTo>
                <a:cubicBezTo>
                  <a:pt x="302" y="661"/>
                  <a:pt x="302" y="661"/>
                  <a:pt x="302" y="661"/>
                </a:cubicBezTo>
                <a:cubicBezTo>
                  <a:pt x="302" y="661"/>
                  <a:pt x="302" y="661"/>
                  <a:pt x="302" y="661"/>
                </a:cubicBezTo>
                <a:cubicBezTo>
                  <a:pt x="301" y="661"/>
                  <a:pt x="301" y="661"/>
                  <a:pt x="301" y="661"/>
                </a:cubicBezTo>
                <a:cubicBezTo>
                  <a:pt x="301" y="661"/>
                  <a:pt x="301" y="661"/>
                  <a:pt x="301" y="661"/>
                </a:cubicBezTo>
                <a:cubicBezTo>
                  <a:pt x="301" y="661"/>
                  <a:pt x="301" y="661"/>
                  <a:pt x="301" y="661"/>
                </a:cubicBezTo>
                <a:cubicBezTo>
                  <a:pt x="301" y="661"/>
                  <a:pt x="301" y="661"/>
                  <a:pt x="301" y="661"/>
                </a:cubicBezTo>
                <a:cubicBezTo>
                  <a:pt x="301" y="661"/>
                  <a:pt x="301" y="661"/>
                  <a:pt x="301" y="661"/>
                </a:cubicBezTo>
                <a:cubicBezTo>
                  <a:pt x="301" y="661"/>
                  <a:pt x="301" y="661"/>
                  <a:pt x="301" y="661"/>
                </a:cubicBezTo>
                <a:cubicBezTo>
                  <a:pt x="301" y="661"/>
                  <a:pt x="301" y="661"/>
                  <a:pt x="301" y="661"/>
                </a:cubicBezTo>
                <a:cubicBezTo>
                  <a:pt x="301" y="661"/>
                  <a:pt x="301" y="661"/>
                  <a:pt x="301" y="661"/>
                </a:cubicBezTo>
                <a:cubicBezTo>
                  <a:pt x="300" y="661"/>
                  <a:pt x="300" y="661"/>
                  <a:pt x="300" y="661"/>
                </a:cubicBezTo>
                <a:cubicBezTo>
                  <a:pt x="300" y="661"/>
                  <a:pt x="300" y="661"/>
                  <a:pt x="300" y="661"/>
                </a:cubicBezTo>
                <a:cubicBezTo>
                  <a:pt x="300" y="661"/>
                  <a:pt x="300" y="661"/>
                  <a:pt x="300" y="661"/>
                </a:cubicBezTo>
                <a:cubicBezTo>
                  <a:pt x="300" y="661"/>
                  <a:pt x="300" y="661"/>
                  <a:pt x="300" y="661"/>
                </a:cubicBezTo>
                <a:cubicBezTo>
                  <a:pt x="300" y="661"/>
                  <a:pt x="300" y="661"/>
                  <a:pt x="300" y="661"/>
                </a:cubicBezTo>
                <a:cubicBezTo>
                  <a:pt x="300" y="661"/>
                  <a:pt x="300" y="661"/>
                  <a:pt x="300" y="661"/>
                </a:cubicBezTo>
                <a:cubicBezTo>
                  <a:pt x="300" y="661"/>
                  <a:pt x="300" y="661"/>
                  <a:pt x="300" y="661"/>
                </a:cubicBezTo>
                <a:cubicBezTo>
                  <a:pt x="300" y="661"/>
                  <a:pt x="300" y="661"/>
                  <a:pt x="300" y="661"/>
                </a:cubicBezTo>
                <a:cubicBezTo>
                  <a:pt x="298" y="663"/>
                  <a:pt x="298" y="663"/>
                  <a:pt x="298" y="663"/>
                </a:cubicBezTo>
                <a:cubicBezTo>
                  <a:pt x="298" y="663"/>
                  <a:pt x="298" y="663"/>
                  <a:pt x="298" y="663"/>
                </a:cubicBezTo>
                <a:cubicBezTo>
                  <a:pt x="296" y="664"/>
                  <a:pt x="296" y="664"/>
                  <a:pt x="296" y="664"/>
                </a:cubicBezTo>
                <a:cubicBezTo>
                  <a:pt x="296" y="664"/>
                  <a:pt x="296" y="664"/>
                  <a:pt x="296" y="664"/>
                </a:cubicBezTo>
                <a:cubicBezTo>
                  <a:pt x="294" y="667"/>
                  <a:pt x="294" y="667"/>
                  <a:pt x="294" y="667"/>
                </a:cubicBezTo>
                <a:cubicBezTo>
                  <a:pt x="294" y="667"/>
                  <a:pt x="294" y="667"/>
                  <a:pt x="294" y="667"/>
                </a:cubicBezTo>
                <a:cubicBezTo>
                  <a:pt x="293" y="668"/>
                  <a:pt x="293" y="668"/>
                  <a:pt x="293" y="668"/>
                </a:cubicBezTo>
                <a:cubicBezTo>
                  <a:pt x="293" y="668"/>
                  <a:pt x="293" y="668"/>
                  <a:pt x="293" y="668"/>
                </a:cubicBezTo>
                <a:cubicBezTo>
                  <a:pt x="292" y="671"/>
                  <a:pt x="292" y="671"/>
                  <a:pt x="292" y="671"/>
                </a:cubicBezTo>
                <a:cubicBezTo>
                  <a:pt x="292" y="671"/>
                  <a:pt x="292" y="671"/>
                  <a:pt x="292" y="671"/>
                </a:cubicBezTo>
                <a:cubicBezTo>
                  <a:pt x="291" y="673"/>
                  <a:pt x="291" y="673"/>
                  <a:pt x="291" y="673"/>
                </a:cubicBezTo>
                <a:cubicBezTo>
                  <a:pt x="291" y="673"/>
                  <a:pt x="291" y="673"/>
                  <a:pt x="291" y="673"/>
                </a:cubicBezTo>
                <a:cubicBezTo>
                  <a:pt x="289" y="675"/>
                  <a:pt x="289" y="675"/>
                  <a:pt x="289" y="675"/>
                </a:cubicBezTo>
                <a:cubicBezTo>
                  <a:pt x="289" y="675"/>
                  <a:pt x="289" y="675"/>
                  <a:pt x="289" y="675"/>
                </a:cubicBezTo>
                <a:cubicBezTo>
                  <a:pt x="287" y="677"/>
                  <a:pt x="287" y="677"/>
                  <a:pt x="287" y="677"/>
                </a:cubicBezTo>
                <a:cubicBezTo>
                  <a:pt x="287" y="677"/>
                  <a:pt x="287" y="677"/>
                  <a:pt x="287" y="677"/>
                </a:cubicBezTo>
                <a:cubicBezTo>
                  <a:pt x="287" y="677"/>
                  <a:pt x="287" y="677"/>
                  <a:pt x="287" y="677"/>
                </a:cubicBezTo>
                <a:cubicBezTo>
                  <a:pt x="287" y="677"/>
                  <a:pt x="287" y="677"/>
                  <a:pt x="287" y="677"/>
                </a:cubicBezTo>
                <a:cubicBezTo>
                  <a:pt x="286" y="677"/>
                  <a:pt x="286" y="677"/>
                  <a:pt x="286" y="677"/>
                </a:cubicBezTo>
                <a:cubicBezTo>
                  <a:pt x="286" y="677"/>
                  <a:pt x="286" y="677"/>
                  <a:pt x="286" y="677"/>
                </a:cubicBezTo>
                <a:cubicBezTo>
                  <a:pt x="286" y="677"/>
                  <a:pt x="286" y="677"/>
                  <a:pt x="286" y="677"/>
                </a:cubicBezTo>
                <a:cubicBezTo>
                  <a:pt x="286" y="677"/>
                  <a:pt x="286" y="677"/>
                  <a:pt x="286" y="677"/>
                </a:cubicBezTo>
                <a:cubicBezTo>
                  <a:pt x="286" y="677"/>
                  <a:pt x="286" y="677"/>
                  <a:pt x="286" y="677"/>
                </a:cubicBezTo>
                <a:cubicBezTo>
                  <a:pt x="286" y="677"/>
                  <a:pt x="286" y="677"/>
                  <a:pt x="286" y="677"/>
                </a:cubicBezTo>
                <a:cubicBezTo>
                  <a:pt x="285" y="677"/>
                  <a:pt x="285" y="677"/>
                  <a:pt x="285" y="677"/>
                </a:cubicBezTo>
                <a:cubicBezTo>
                  <a:pt x="285" y="677"/>
                  <a:pt x="285" y="677"/>
                  <a:pt x="285" y="677"/>
                </a:cubicBezTo>
                <a:cubicBezTo>
                  <a:pt x="285" y="677"/>
                  <a:pt x="285" y="677"/>
                  <a:pt x="285" y="677"/>
                </a:cubicBezTo>
                <a:cubicBezTo>
                  <a:pt x="285" y="677"/>
                  <a:pt x="285" y="677"/>
                  <a:pt x="285" y="677"/>
                </a:cubicBezTo>
                <a:cubicBezTo>
                  <a:pt x="285" y="677"/>
                  <a:pt x="285" y="677"/>
                  <a:pt x="285" y="677"/>
                </a:cubicBezTo>
                <a:cubicBezTo>
                  <a:pt x="285" y="677"/>
                  <a:pt x="285" y="677"/>
                  <a:pt x="285" y="677"/>
                </a:cubicBezTo>
                <a:cubicBezTo>
                  <a:pt x="285" y="676"/>
                  <a:pt x="285" y="676"/>
                  <a:pt x="285" y="676"/>
                </a:cubicBezTo>
                <a:cubicBezTo>
                  <a:pt x="285" y="676"/>
                  <a:pt x="285" y="676"/>
                  <a:pt x="285" y="676"/>
                </a:cubicBezTo>
                <a:cubicBezTo>
                  <a:pt x="284" y="675"/>
                  <a:pt x="284" y="675"/>
                  <a:pt x="284" y="675"/>
                </a:cubicBezTo>
                <a:cubicBezTo>
                  <a:pt x="284" y="675"/>
                  <a:pt x="284" y="675"/>
                  <a:pt x="284" y="675"/>
                </a:cubicBezTo>
                <a:cubicBezTo>
                  <a:pt x="284" y="674"/>
                  <a:pt x="284" y="674"/>
                  <a:pt x="284" y="674"/>
                </a:cubicBezTo>
                <a:cubicBezTo>
                  <a:pt x="284" y="674"/>
                  <a:pt x="284" y="674"/>
                  <a:pt x="284" y="674"/>
                </a:cubicBezTo>
                <a:cubicBezTo>
                  <a:pt x="284" y="673"/>
                  <a:pt x="284" y="673"/>
                  <a:pt x="284" y="673"/>
                </a:cubicBezTo>
                <a:cubicBezTo>
                  <a:pt x="284" y="673"/>
                  <a:pt x="284" y="673"/>
                  <a:pt x="284" y="673"/>
                </a:cubicBezTo>
                <a:cubicBezTo>
                  <a:pt x="285" y="672"/>
                  <a:pt x="285" y="672"/>
                  <a:pt x="285" y="672"/>
                </a:cubicBezTo>
                <a:cubicBezTo>
                  <a:pt x="285" y="672"/>
                  <a:pt x="285" y="672"/>
                  <a:pt x="285" y="672"/>
                </a:cubicBezTo>
                <a:cubicBezTo>
                  <a:pt x="286" y="671"/>
                  <a:pt x="286" y="671"/>
                  <a:pt x="286" y="671"/>
                </a:cubicBezTo>
                <a:cubicBezTo>
                  <a:pt x="286" y="671"/>
                  <a:pt x="286" y="671"/>
                  <a:pt x="286" y="671"/>
                </a:cubicBezTo>
                <a:cubicBezTo>
                  <a:pt x="287" y="670"/>
                  <a:pt x="287" y="670"/>
                  <a:pt x="287" y="670"/>
                </a:cubicBezTo>
                <a:cubicBezTo>
                  <a:pt x="287" y="670"/>
                  <a:pt x="287" y="670"/>
                  <a:pt x="287" y="670"/>
                </a:cubicBezTo>
                <a:cubicBezTo>
                  <a:pt x="287" y="668"/>
                  <a:pt x="287" y="668"/>
                  <a:pt x="287" y="668"/>
                </a:cubicBezTo>
                <a:cubicBezTo>
                  <a:pt x="287" y="668"/>
                  <a:pt x="287" y="668"/>
                  <a:pt x="287" y="668"/>
                </a:cubicBezTo>
                <a:cubicBezTo>
                  <a:pt x="288" y="667"/>
                  <a:pt x="288" y="667"/>
                  <a:pt x="288" y="667"/>
                </a:cubicBezTo>
                <a:cubicBezTo>
                  <a:pt x="288" y="667"/>
                  <a:pt x="288" y="667"/>
                  <a:pt x="288" y="667"/>
                </a:cubicBezTo>
                <a:cubicBezTo>
                  <a:pt x="288" y="667"/>
                  <a:pt x="288" y="667"/>
                  <a:pt x="288" y="667"/>
                </a:cubicBezTo>
                <a:cubicBezTo>
                  <a:pt x="288" y="667"/>
                  <a:pt x="288" y="667"/>
                  <a:pt x="288" y="667"/>
                </a:cubicBezTo>
                <a:cubicBezTo>
                  <a:pt x="288" y="667"/>
                  <a:pt x="288" y="667"/>
                  <a:pt x="288" y="667"/>
                </a:cubicBezTo>
                <a:cubicBezTo>
                  <a:pt x="288" y="667"/>
                  <a:pt x="288" y="667"/>
                  <a:pt x="288" y="667"/>
                </a:cubicBezTo>
                <a:cubicBezTo>
                  <a:pt x="289" y="667"/>
                  <a:pt x="289" y="667"/>
                  <a:pt x="289" y="667"/>
                </a:cubicBezTo>
                <a:cubicBezTo>
                  <a:pt x="289" y="667"/>
                  <a:pt x="289" y="667"/>
                  <a:pt x="289" y="667"/>
                </a:cubicBezTo>
                <a:cubicBezTo>
                  <a:pt x="289" y="666"/>
                  <a:pt x="289" y="666"/>
                  <a:pt x="289" y="666"/>
                </a:cubicBezTo>
                <a:cubicBezTo>
                  <a:pt x="289" y="666"/>
                  <a:pt x="289" y="666"/>
                  <a:pt x="289" y="666"/>
                </a:cubicBezTo>
                <a:cubicBezTo>
                  <a:pt x="289" y="666"/>
                  <a:pt x="289" y="666"/>
                  <a:pt x="289" y="666"/>
                </a:cubicBezTo>
                <a:cubicBezTo>
                  <a:pt x="289" y="666"/>
                  <a:pt x="289" y="666"/>
                  <a:pt x="289" y="666"/>
                </a:cubicBezTo>
                <a:cubicBezTo>
                  <a:pt x="289" y="665"/>
                  <a:pt x="289" y="665"/>
                  <a:pt x="289" y="665"/>
                </a:cubicBezTo>
                <a:cubicBezTo>
                  <a:pt x="289" y="665"/>
                  <a:pt x="289" y="665"/>
                  <a:pt x="289" y="665"/>
                </a:cubicBezTo>
                <a:cubicBezTo>
                  <a:pt x="290" y="665"/>
                  <a:pt x="290" y="665"/>
                  <a:pt x="290" y="665"/>
                </a:cubicBezTo>
                <a:cubicBezTo>
                  <a:pt x="290" y="665"/>
                  <a:pt x="290" y="665"/>
                  <a:pt x="290" y="665"/>
                </a:cubicBezTo>
                <a:cubicBezTo>
                  <a:pt x="290" y="664"/>
                  <a:pt x="290" y="664"/>
                  <a:pt x="290" y="664"/>
                </a:cubicBezTo>
                <a:cubicBezTo>
                  <a:pt x="290" y="664"/>
                  <a:pt x="290" y="664"/>
                  <a:pt x="290" y="664"/>
                </a:cubicBezTo>
                <a:cubicBezTo>
                  <a:pt x="290" y="665"/>
                  <a:pt x="290" y="665"/>
                  <a:pt x="290" y="665"/>
                </a:cubicBezTo>
                <a:cubicBezTo>
                  <a:pt x="290" y="665"/>
                  <a:pt x="290" y="665"/>
                  <a:pt x="290" y="665"/>
                </a:cubicBezTo>
                <a:cubicBezTo>
                  <a:pt x="290" y="665"/>
                  <a:pt x="290" y="665"/>
                  <a:pt x="290" y="665"/>
                </a:cubicBezTo>
                <a:cubicBezTo>
                  <a:pt x="290" y="665"/>
                  <a:pt x="290" y="665"/>
                  <a:pt x="290" y="665"/>
                </a:cubicBezTo>
                <a:cubicBezTo>
                  <a:pt x="290" y="666"/>
                  <a:pt x="290" y="666"/>
                  <a:pt x="290" y="666"/>
                </a:cubicBezTo>
                <a:cubicBezTo>
                  <a:pt x="290" y="666"/>
                  <a:pt x="290" y="666"/>
                  <a:pt x="290" y="666"/>
                </a:cubicBezTo>
                <a:cubicBezTo>
                  <a:pt x="290" y="666"/>
                  <a:pt x="290" y="666"/>
                  <a:pt x="290" y="666"/>
                </a:cubicBezTo>
                <a:cubicBezTo>
                  <a:pt x="290" y="666"/>
                  <a:pt x="290" y="666"/>
                  <a:pt x="290" y="666"/>
                </a:cubicBezTo>
                <a:cubicBezTo>
                  <a:pt x="289" y="667"/>
                  <a:pt x="289" y="667"/>
                  <a:pt x="289" y="667"/>
                </a:cubicBezTo>
                <a:cubicBezTo>
                  <a:pt x="289" y="667"/>
                  <a:pt x="289" y="667"/>
                  <a:pt x="289" y="667"/>
                </a:cubicBezTo>
                <a:cubicBezTo>
                  <a:pt x="289" y="667"/>
                  <a:pt x="289" y="667"/>
                  <a:pt x="289" y="667"/>
                </a:cubicBezTo>
                <a:cubicBezTo>
                  <a:pt x="289" y="667"/>
                  <a:pt x="289" y="667"/>
                  <a:pt x="289" y="667"/>
                </a:cubicBezTo>
                <a:cubicBezTo>
                  <a:pt x="289" y="668"/>
                  <a:pt x="289" y="668"/>
                  <a:pt x="289" y="668"/>
                </a:cubicBezTo>
                <a:cubicBezTo>
                  <a:pt x="289" y="668"/>
                  <a:pt x="289" y="668"/>
                  <a:pt x="289" y="668"/>
                </a:cubicBezTo>
                <a:cubicBezTo>
                  <a:pt x="290" y="668"/>
                  <a:pt x="290" y="668"/>
                  <a:pt x="290" y="668"/>
                </a:cubicBezTo>
                <a:cubicBezTo>
                  <a:pt x="290" y="668"/>
                  <a:pt x="290" y="668"/>
                  <a:pt x="290" y="668"/>
                </a:cubicBezTo>
                <a:cubicBezTo>
                  <a:pt x="290" y="668"/>
                  <a:pt x="290" y="668"/>
                  <a:pt x="290" y="668"/>
                </a:cubicBezTo>
                <a:cubicBezTo>
                  <a:pt x="290" y="668"/>
                  <a:pt x="290" y="668"/>
                  <a:pt x="290" y="668"/>
                </a:cubicBezTo>
                <a:cubicBezTo>
                  <a:pt x="291" y="668"/>
                  <a:pt x="291" y="668"/>
                  <a:pt x="291" y="668"/>
                </a:cubicBezTo>
                <a:cubicBezTo>
                  <a:pt x="291" y="668"/>
                  <a:pt x="291" y="668"/>
                  <a:pt x="291" y="668"/>
                </a:cubicBezTo>
                <a:cubicBezTo>
                  <a:pt x="292" y="667"/>
                  <a:pt x="292" y="667"/>
                  <a:pt x="292" y="667"/>
                </a:cubicBezTo>
                <a:cubicBezTo>
                  <a:pt x="292" y="667"/>
                  <a:pt x="292" y="667"/>
                  <a:pt x="292" y="667"/>
                </a:cubicBezTo>
                <a:cubicBezTo>
                  <a:pt x="293" y="666"/>
                  <a:pt x="293" y="666"/>
                  <a:pt x="293" y="666"/>
                </a:cubicBezTo>
                <a:cubicBezTo>
                  <a:pt x="293" y="666"/>
                  <a:pt x="293" y="666"/>
                  <a:pt x="293" y="666"/>
                </a:cubicBezTo>
                <a:cubicBezTo>
                  <a:pt x="294" y="665"/>
                  <a:pt x="294" y="665"/>
                  <a:pt x="294" y="665"/>
                </a:cubicBezTo>
                <a:cubicBezTo>
                  <a:pt x="294" y="665"/>
                  <a:pt x="294" y="665"/>
                  <a:pt x="294" y="665"/>
                </a:cubicBezTo>
                <a:cubicBezTo>
                  <a:pt x="295" y="664"/>
                  <a:pt x="295" y="664"/>
                  <a:pt x="295" y="664"/>
                </a:cubicBezTo>
                <a:cubicBezTo>
                  <a:pt x="295" y="664"/>
                  <a:pt x="295" y="664"/>
                  <a:pt x="295" y="664"/>
                </a:cubicBezTo>
                <a:cubicBezTo>
                  <a:pt x="295" y="663"/>
                  <a:pt x="295" y="663"/>
                  <a:pt x="295" y="663"/>
                </a:cubicBezTo>
                <a:cubicBezTo>
                  <a:pt x="295" y="663"/>
                  <a:pt x="295" y="663"/>
                  <a:pt x="295" y="663"/>
                </a:cubicBezTo>
                <a:cubicBezTo>
                  <a:pt x="296" y="663"/>
                  <a:pt x="296" y="663"/>
                  <a:pt x="296" y="663"/>
                </a:cubicBezTo>
                <a:cubicBezTo>
                  <a:pt x="296" y="663"/>
                  <a:pt x="296" y="663"/>
                  <a:pt x="296" y="663"/>
                </a:cubicBezTo>
                <a:cubicBezTo>
                  <a:pt x="300" y="659"/>
                  <a:pt x="300" y="659"/>
                  <a:pt x="300" y="659"/>
                </a:cubicBezTo>
                <a:cubicBezTo>
                  <a:pt x="300" y="659"/>
                  <a:pt x="300" y="659"/>
                  <a:pt x="300" y="659"/>
                </a:cubicBezTo>
                <a:cubicBezTo>
                  <a:pt x="301" y="659"/>
                  <a:pt x="301" y="659"/>
                  <a:pt x="301" y="659"/>
                </a:cubicBezTo>
                <a:cubicBezTo>
                  <a:pt x="301" y="659"/>
                  <a:pt x="301" y="659"/>
                  <a:pt x="301" y="659"/>
                </a:cubicBezTo>
                <a:cubicBezTo>
                  <a:pt x="301" y="658"/>
                  <a:pt x="301" y="658"/>
                  <a:pt x="301" y="658"/>
                </a:cubicBezTo>
                <a:cubicBezTo>
                  <a:pt x="301" y="658"/>
                  <a:pt x="301" y="658"/>
                  <a:pt x="301" y="658"/>
                </a:cubicBezTo>
                <a:cubicBezTo>
                  <a:pt x="302" y="658"/>
                  <a:pt x="302" y="658"/>
                  <a:pt x="302" y="658"/>
                </a:cubicBezTo>
                <a:cubicBezTo>
                  <a:pt x="302" y="658"/>
                  <a:pt x="302" y="658"/>
                  <a:pt x="302" y="658"/>
                </a:cubicBezTo>
                <a:cubicBezTo>
                  <a:pt x="302" y="658"/>
                  <a:pt x="302" y="658"/>
                  <a:pt x="302" y="658"/>
                </a:cubicBezTo>
                <a:cubicBezTo>
                  <a:pt x="302" y="658"/>
                  <a:pt x="302" y="658"/>
                  <a:pt x="302" y="658"/>
                </a:cubicBezTo>
                <a:cubicBezTo>
                  <a:pt x="302" y="657"/>
                  <a:pt x="302" y="657"/>
                  <a:pt x="302" y="657"/>
                </a:cubicBezTo>
                <a:cubicBezTo>
                  <a:pt x="302" y="657"/>
                  <a:pt x="302" y="657"/>
                  <a:pt x="302" y="657"/>
                </a:cubicBezTo>
                <a:cubicBezTo>
                  <a:pt x="302" y="656"/>
                  <a:pt x="302" y="656"/>
                  <a:pt x="302" y="656"/>
                </a:cubicBezTo>
                <a:cubicBezTo>
                  <a:pt x="302" y="656"/>
                  <a:pt x="302" y="656"/>
                  <a:pt x="302" y="656"/>
                </a:cubicBezTo>
                <a:cubicBezTo>
                  <a:pt x="302" y="656"/>
                  <a:pt x="302" y="656"/>
                  <a:pt x="302" y="656"/>
                </a:cubicBezTo>
                <a:cubicBezTo>
                  <a:pt x="302" y="656"/>
                  <a:pt x="302" y="656"/>
                  <a:pt x="302" y="656"/>
                </a:cubicBezTo>
                <a:cubicBezTo>
                  <a:pt x="302" y="655"/>
                  <a:pt x="302" y="655"/>
                  <a:pt x="302" y="655"/>
                </a:cubicBezTo>
                <a:cubicBezTo>
                  <a:pt x="302" y="655"/>
                  <a:pt x="302" y="655"/>
                  <a:pt x="302" y="655"/>
                </a:cubicBezTo>
                <a:cubicBezTo>
                  <a:pt x="302" y="654"/>
                  <a:pt x="302" y="654"/>
                  <a:pt x="302" y="654"/>
                </a:cubicBezTo>
                <a:cubicBezTo>
                  <a:pt x="302" y="654"/>
                  <a:pt x="302" y="654"/>
                  <a:pt x="302" y="654"/>
                </a:cubicBezTo>
                <a:cubicBezTo>
                  <a:pt x="296" y="656"/>
                  <a:pt x="296" y="656"/>
                  <a:pt x="296" y="656"/>
                </a:cubicBezTo>
                <a:cubicBezTo>
                  <a:pt x="296" y="656"/>
                  <a:pt x="296" y="656"/>
                  <a:pt x="296" y="656"/>
                </a:cubicBezTo>
                <a:cubicBezTo>
                  <a:pt x="302" y="652"/>
                  <a:pt x="302" y="652"/>
                  <a:pt x="302" y="652"/>
                </a:cubicBezTo>
                <a:cubicBezTo>
                  <a:pt x="302" y="652"/>
                  <a:pt x="302" y="652"/>
                  <a:pt x="302" y="652"/>
                </a:cubicBezTo>
                <a:cubicBezTo>
                  <a:pt x="302" y="651"/>
                  <a:pt x="302" y="651"/>
                  <a:pt x="302" y="651"/>
                </a:cubicBezTo>
                <a:cubicBezTo>
                  <a:pt x="302" y="651"/>
                  <a:pt x="302" y="651"/>
                  <a:pt x="302" y="651"/>
                </a:cubicBezTo>
                <a:cubicBezTo>
                  <a:pt x="302" y="651"/>
                  <a:pt x="302" y="651"/>
                  <a:pt x="302" y="651"/>
                </a:cubicBezTo>
                <a:cubicBezTo>
                  <a:pt x="302" y="651"/>
                  <a:pt x="302" y="651"/>
                  <a:pt x="302" y="651"/>
                </a:cubicBezTo>
                <a:cubicBezTo>
                  <a:pt x="302" y="650"/>
                  <a:pt x="302" y="650"/>
                  <a:pt x="302" y="650"/>
                </a:cubicBezTo>
                <a:cubicBezTo>
                  <a:pt x="302" y="650"/>
                  <a:pt x="302" y="650"/>
                  <a:pt x="302" y="650"/>
                </a:cubicBezTo>
                <a:cubicBezTo>
                  <a:pt x="303" y="650"/>
                  <a:pt x="303" y="650"/>
                  <a:pt x="303" y="650"/>
                </a:cubicBezTo>
                <a:cubicBezTo>
                  <a:pt x="303" y="650"/>
                  <a:pt x="303" y="650"/>
                  <a:pt x="303" y="650"/>
                </a:cubicBezTo>
                <a:cubicBezTo>
                  <a:pt x="303" y="649"/>
                  <a:pt x="303" y="649"/>
                  <a:pt x="303" y="649"/>
                </a:cubicBezTo>
                <a:cubicBezTo>
                  <a:pt x="303" y="649"/>
                  <a:pt x="303" y="649"/>
                  <a:pt x="303" y="649"/>
                </a:cubicBezTo>
                <a:cubicBezTo>
                  <a:pt x="303" y="649"/>
                  <a:pt x="303" y="649"/>
                  <a:pt x="303" y="649"/>
                </a:cubicBezTo>
                <a:cubicBezTo>
                  <a:pt x="303" y="649"/>
                  <a:pt x="303" y="649"/>
                  <a:pt x="303" y="649"/>
                </a:cubicBezTo>
                <a:cubicBezTo>
                  <a:pt x="303" y="648"/>
                  <a:pt x="303" y="648"/>
                  <a:pt x="303" y="648"/>
                </a:cubicBezTo>
                <a:cubicBezTo>
                  <a:pt x="303" y="648"/>
                  <a:pt x="303" y="648"/>
                  <a:pt x="303" y="648"/>
                </a:cubicBezTo>
                <a:cubicBezTo>
                  <a:pt x="303" y="647"/>
                  <a:pt x="303" y="647"/>
                  <a:pt x="303" y="647"/>
                </a:cubicBezTo>
                <a:cubicBezTo>
                  <a:pt x="303" y="647"/>
                  <a:pt x="303" y="647"/>
                  <a:pt x="303" y="647"/>
                </a:cubicBezTo>
                <a:cubicBezTo>
                  <a:pt x="302" y="647"/>
                  <a:pt x="302" y="647"/>
                  <a:pt x="302" y="647"/>
                </a:cubicBezTo>
                <a:cubicBezTo>
                  <a:pt x="302" y="647"/>
                  <a:pt x="302" y="647"/>
                  <a:pt x="302" y="647"/>
                </a:cubicBezTo>
                <a:cubicBezTo>
                  <a:pt x="296" y="651"/>
                  <a:pt x="296" y="651"/>
                  <a:pt x="296" y="651"/>
                </a:cubicBezTo>
                <a:cubicBezTo>
                  <a:pt x="296" y="651"/>
                  <a:pt x="296" y="651"/>
                  <a:pt x="296" y="651"/>
                </a:cubicBezTo>
                <a:cubicBezTo>
                  <a:pt x="295" y="652"/>
                  <a:pt x="295" y="652"/>
                  <a:pt x="295" y="652"/>
                </a:cubicBezTo>
                <a:cubicBezTo>
                  <a:pt x="295" y="652"/>
                  <a:pt x="295" y="652"/>
                  <a:pt x="295" y="652"/>
                </a:cubicBezTo>
                <a:cubicBezTo>
                  <a:pt x="294" y="653"/>
                  <a:pt x="294" y="653"/>
                  <a:pt x="294" y="653"/>
                </a:cubicBezTo>
                <a:cubicBezTo>
                  <a:pt x="294" y="653"/>
                  <a:pt x="294" y="653"/>
                  <a:pt x="294" y="653"/>
                </a:cubicBezTo>
                <a:cubicBezTo>
                  <a:pt x="293" y="654"/>
                  <a:pt x="293" y="654"/>
                  <a:pt x="293" y="654"/>
                </a:cubicBezTo>
                <a:cubicBezTo>
                  <a:pt x="293" y="654"/>
                  <a:pt x="293" y="654"/>
                  <a:pt x="293" y="654"/>
                </a:cubicBezTo>
                <a:cubicBezTo>
                  <a:pt x="292" y="655"/>
                  <a:pt x="292" y="655"/>
                  <a:pt x="292" y="655"/>
                </a:cubicBezTo>
                <a:cubicBezTo>
                  <a:pt x="292" y="655"/>
                  <a:pt x="292" y="655"/>
                  <a:pt x="292" y="655"/>
                </a:cubicBezTo>
                <a:cubicBezTo>
                  <a:pt x="290" y="656"/>
                  <a:pt x="290" y="656"/>
                  <a:pt x="290" y="656"/>
                </a:cubicBezTo>
                <a:cubicBezTo>
                  <a:pt x="290" y="656"/>
                  <a:pt x="290" y="656"/>
                  <a:pt x="290" y="656"/>
                </a:cubicBezTo>
                <a:cubicBezTo>
                  <a:pt x="289" y="656"/>
                  <a:pt x="289" y="656"/>
                  <a:pt x="289" y="656"/>
                </a:cubicBezTo>
                <a:cubicBezTo>
                  <a:pt x="289" y="656"/>
                  <a:pt x="289" y="656"/>
                  <a:pt x="289" y="656"/>
                </a:cubicBezTo>
                <a:cubicBezTo>
                  <a:pt x="287" y="656"/>
                  <a:pt x="287" y="656"/>
                  <a:pt x="287" y="656"/>
                </a:cubicBezTo>
                <a:cubicBezTo>
                  <a:pt x="287" y="656"/>
                  <a:pt x="287" y="656"/>
                  <a:pt x="287" y="656"/>
                </a:cubicBezTo>
                <a:cubicBezTo>
                  <a:pt x="286" y="656"/>
                  <a:pt x="286" y="656"/>
                  <a:pt x="286" y="656"/>
                </a:cubicBezTo>
                <a:cubicBezTo>
                  <a:pt x="286" y="656"/>
                  <a:pt x="286" y="656"/>
                  <a:pt x="286" y="656"/>
                </a:cubicBezTo>
                <a:cubicBezTo>
                  <a:pt x="285" y="656"/>
                  <a:pt x="285" y="656"/>
                  <a:pt x="285" y="656"/>
                </a:cubicBezTo>
                <a:cubicBezTo>
                  <a:pt x="285" y="656"/>
                  <a:pt x="285" y="656"/>
                  <a:pt x="285" y="656"/>
                </a:cubicBezTo>
                <a:cubicBezTo>
                  <a:pt x="284" y="656"/>
                  <a:pt x="284" y="656"/>
                  <a:pt x="284" y="656"/>
                </a:cubicBezTo>
                <a:cubicBezTo>
                  <a:pt x="284" y="656"/>
                  <a:pt x="284" y="656"/>
                  <a:pt x="284" y="656"/>
                </a:cubicBezTo>
                <a:cubicBezTo>
                  <a:pt x="283" y="656"/>
                  <a:pt x="283" y="656"/>
                  <a:pt x="283" y="656"/>
                </a:cubicBezTo>
                <a:cubicBezTo>
                  <a:pt x="283" y="656"/>
                  <a:pt x="283" y="656"/>
                  <a:pt x="283" y="656"/>
                </a:cubicBezTo>
                <a:cubicBezTo>
                  <a:pt x="282" y="656"/>
                  <a:pt x="282" y="656"/>
                  <a:pt x="282" y="656"/>
                </a:cubicBezTo>
                <a:cubicBezTo>
                  <a:pt x="282" y="656"/>
                  <a:pt x="282" y="656"/>
                  <a:pt x="282" y="656"/>
                </a:cubicBezTo>
                <a:cubicBezTo>
                  <a:pt x="281" y="655"/>
                  <a:pt x="281" y="655"/>
                  <a:pt x="281" y="655"/>
                </a:cubicBezTo>
                <a:cubicBezTo>
                  <a:pt x="281" y="655"/>
                  <a:pt x="281" y="655"/>
                  <a:pt x="281" y="655"/>
                </a:cubicBezTo>
                <a:cubicBezTo>
                  <a:pt x="281" y="655"/>
                  <a:pt x="281" y="655"/>
                  <a:pt x="281" y="655"/>
                </a:cubicBezTo>
                <a:cubicBezTo>
                  <a:pt x="281" y="655"/>
                  <a:pt x="281" y="655"/>
                  <a:pt x="281" y="655"/>
                </a:cubicBezTo>
                <a:cubicBezTo>
                  <a:pt x="280" y="654"/>
                  <a:pt x="280" y="654"/>
                  <a:pt x="280" y="654"/>
                </a:cubicBezTo>
                <a:cubicBezTo>
                  <a:pt x="280" y="654"/>
                  <a:pt x="280" y="654"/>
                  <a:pt x="280" y="654"/>
                </a:cubicBezTo>
                <a:cubicBezTo>
                  <a:pt x="280" y="654"/>
                  <a:pt x="280" y="654"/>
                  <a:pt x="280" y="654"/>
                </a:cubicBezTo>
                <a:cubicBezTo>
                  <a:pt x="280" y="654"/>
                  <a:pt x="280" y="654"/>
                  <a:pt x="280" y="654"/>
                </a:cubicBezTo>
                <a:cubicBezTo>
                  <a:pt x="288" y="650"/>
                  <a:pt x="288" y="650"/>
                  <a:pt x="288" y="650"/>
                </a:cubicBezTo>
                <a:cubicBezTo>
                  <a:pt x="288" y="650"/>
                  <a:pt x="288" y="650"/>
                  <a:pt x="288" y="650"/>
                </a:cubicBezTo>
                <a:cubicBezTo>
                  <a:pt x="302" y="644"/>
                  <a:pt x="302" y="644"/>
                  <a:pt x="302" y="644"/>
                </a:cubicBezTo>
                <a:cubicBezTo>
                  <a:pt x="302" y="644"/>
                  <a:pt x="302" y="644"/>
                  <a:pt x="302" y="644"/>
                </a:cubicBezTo>
                <a:cubicBezTo>
                  <a:pt x="302" y="642"/>
                  <a:pt x="302" y="642"/>
                  <a:pt x="302" y="642"/>
                </a:cubicBezTo>
                <a:cubicBezTo>
                  <a:pt x="302" y="642"/>
                  <a:pt x="302" y="642"/>
                  <a:pt x="302" y="642"/>
                </a:cubicBezTo>
                <a:cubicBezTo>
                  <a:pt x="303" y="639"/>
                  <a:pt x="303" y="639"/>
                  <a:pt x="303" y="639"/>
                </a:cubicBezTo>
                <a:cubicBezTo>
                  <a:pt x="303" y="639"/>
                  <a:pt x="303" y="639"/>
                  <a:pt x="303" y="639"/>
                </a:cubicBezTo>
                <a:cubicBezTo>
                  <a:pt x="303" y="636"/>
                  <a:pt x="303" y="636"/>
                  <a:pt x="303" y="636"/>
                </a:cubicBezTo>
                <a:cubicBezTo>
                  <a:pt x="303" y="636"/>
                  <a:pt x="303" y="636"/>
                  <a:pt x="303" y="636"/>
                </a:cubicBezTo>
                <a:cubicBezTo>
                  <a:pt x="303" y="632"/>
                  <a:pt x="303" y="632"/>
                  <a:pt x="303" y="632"/>
                </a:cubicBezTo>
                <a:cubicBezTo>
                  <a:pt x="303" y="632"/>
                  <a:pt x="303" y="632"/>
                  <a:pt x="303" y="632"/>
                </a:cubicBezTo>
                <a:cubicBezTo>
                  <a:pt x="302" y="630"/>
                  <a:pt x="302" y="630"/>
                  <a:pt x="302" y="630"/>
                </a:cubicBezTo>
                <a:cubicBezTo>
                  <a:pt x="302" y="630"/>
                  <a:pt x="302" y="630"/>
                  <a:pt x="302" y="630"/>
                </a:cubicBezTo>
                <a:cubicBezTo>
                  <a:pt x="302" y="627"/>
                  <a:pt x="302" y="627"/>
                  <a:pt x="302" y="627"/>
                </a:cubicBezTo>
                <a:cubicBezTo>
                  <a:pt x="302" y="627"/>
                  <a:pt x="302" y="627"/>
                  <a:pt x="302" y="627"/>
                </a:cubicBezTo>
                <a:cubicBezTo>
                  <a:pt x="302" y="624"/>
                  <a:pt x="302" y="624"/>
                  <a:pt x="302" y="624"/>
                </a:cubicBezTo>
                <a:cubicBezTo>
                  <a:pt x="302" y="624"/>
                  <a:pt x="302" y="624"/>
                  <a:pt x="302" y="624"/>
                </a:cubicBezTo>
                <a:cubicBezTo>
                  <a:pt x="302" y="621"/>
                  <a:pt x="302" y="621"/>
                  <a:pt x="302" y="621"/>
                </a:cubicBezTo>
                <a:cubicBezTo>
                  <a:pt x="303" y="621"/>
                  <a:pt x="303" y="621"/>
                  <a:pt x="303" y="621"/>
                </a:cubicBezTo>
                <a:cubicBezTo>
                  <a:pt x="309" y="625"/>
                  <a:pt x="309" y="625"/>
                  <a:pt x="309" y="625"/>
                </a:cubicBezTo>
                <a:cubicBezTo>
                  <a:pt x="309" y="625"/>
                  <a:pt x="309" y="625"/>
                  <a:pt x="309" y="625"/>
                </a:cubicBezTo>
                <a:cubicBezTo>
                  <a:pt x="309" y="627"/>
                  <a:pt x="309" y="627"/>
                  <a:pt x="309" y="627"/>
                </a:cubicBezTo>
                <a:cubicBezTo>
                  <a:pt x="309" y="627"/>
                  <a:pt x="309" y="627"/>
                  <a:pt x="309" y="627"/>
                </a:cubicBezTo>
                <a:cubicBezTo>
                  <a:pt x="309" y="628"/>
                  <a:pt x="309" y="628"/>
                  <a:pt x="309" y="628"/>
                </a:cubicBezTo>
                <a:cubicBezTo>
                  <a:pt x="309" y="628"/>
                  <a:pt x="309" y="628"/>
                  <a:pt x="309" y="628"/>
                </a:cubicBezTo>
                <a:cubicBezTo>
                  <a:pt x="309" y="630"/>
                  <a:pt x="309" y="630"/>
                  <a:pt x="309" y="630"/>
                </a:cubicBezTo>
                <a:cubicBezTo>
                  <a:pt x="309" y="630"/>
                  <a:pt x="309" y="630"/>
                  <a:pt x="309" y="630"/>
                </a:cubicBezTo>
                <a:cubicBezTo>
                  <a:pt x="309" y="631"/>
                  <a:pt x="309" y="631"/>
                  <a:pt x="309" y="631"/>
                </a:cubicBezTo>
                <a:cubicBezTo>
                  <a:pt x="309" y="631"/>
                  <a:pt x="309" y="631"/>
                  <a:pt x="309" y="631"/>
                </a:cubicBezTo>
                <a:cubicBezTo>
                  <a:pt x="309" y="633"/>
                  <a:pt x="309" y="633"/>
                  <a:pt x="309" y="633"/>
                </a:cubicBezTo>
                <a:cubicBezTo>
                  <a:pt x="309" y="633"/>
                  <a:pt x="309" y="633"/>
                  <a:pt x="309" y="633"/>
                </a:cubicBezTo>
                <a:cubicBezTo>
                  <a:pt x="308" y="634"/>
                  <a:pt x="308" y="634"/>
                  <a:pt x="308" y="634"/>
                </a:cubicBezTo>
                <a:cubicBezTo>
                  <a:pt x="308" y="634"/>
                  <a:pt x="308" y="634"/>
                  <a:pt x="308" y="634"/>
                </a:cubicBezTo>
                <a:cubicBezTo>
                  <a:pt x="308" y="635"/>
                  <a:pt x="308" y="635"/>
                  <a:pt x="308" y="635"/>
                </a:cubicBezTo>
                <a:cubicBezTo>
                  <a:pt x="308" y="635"/>
                  <a:pt x="308" y="635"/>
                  <a:pt x="308" y="635"/>
                </a:cubicBezTo>
                <a:cubicBezTo>
                  <a:pt x="308" y="636"/>
                  <a:pt x="308" y="636"/>
                  <a:pt x="308" y="636"/>
                </a:cubicBezTo>
                <a:cubicBezTo>
                  <a:pt x="308" y="636"/>
                  <a:pt x="308" y="636"/>
                  <a:pt x="308" y="636"/>
                </a:cubicBezTo>
                <a:cubicBezTo>
                  <a:pt x="307" y="637"/>
                  <a:pt x="307" y="637"/>
                  <a:pt x="307" y="637"/>
                </a:cubicBezTo>
                <a:cubicBezTo>
                  <a:pt x="307" y="637"/>
                  <a:pt x="307" y="637"/>
                  <a:pt x="307" y="637"/>
                </a:cubicBezTo>
                <a:cubicBezTo>
                  <a:pt x="307" y="638"/>
                  <a:pt x="307" y="638"/>
                  <a:pt x="307" y="638"/>
                </a:cubicBezTo>
                <a:cubicBezTo>
                  <a:pt x="307" y="638"/>
                  <a:pt x="307" y="638"/>
                  <a:pt x="307" y="638"/>
                </a:cubicBezTo>
                <a:cubicBezTo>
                  <a:pt x="307" y="638"/>
                  <a:pt x="307" y="638"/>
                  <a:pt x="307" y="638"/>
                </a:cubicBezTo>
                <a:cubicBezTo>
                  <a:pt x="307" y="638"/>
                  <a:pt x="307" y="638"/>
                  <a:pt x="307" y="638"/>
                </a:cubicBezTo>
                <a:cubicBezTo>
                  <a:pt x="307" y="639"/>
                  <a:pt x="307" y="639"/>
                  <a:pt x="307" y="639"/>
                </a:cubicBezTo>
                <a:cubicBezTo>
                  <a:pt x="307" y="639"/>
                  <a:pt x="307" y="639"/>
                  <a:pt x="307" y="639"/>
                </a:cubicBezTo>
                <a:cubicBezTo>
                  <a:pt x="307" y="639"/>
                  <a:pt x="307" y="639"/>
                  <a:pt x="307" y="639"/>
                </a:cubicBezTo>
                <a:cubicBezTo>
                  <a:pt x="307" y="639"/>
                  <a:pt x="307" y="639"/>
                  <a:pt x="307" y="639"/>
                </a:cubicBezTo>
                <a:cubicBezTo>
                  <a:pt x="307" y="640"/>
                  <a:pt x="307" y="640"/>
                  <a:pt x="307" y="640"/>
                </a:cubicBezTo>
                <a:cubicBezTo>
                  <a:pt x="307" y="640"/>
                  <a:pt x="307" y="640"/>
                  <a:pt x="307" y="640"/>
                </a:cubicBezTo>
                <a:cubicBezTo>
                  <a:pt x="307" y="641"/>
                  <a:pt x="307" y="641"/>
                  <a:pt x="307" y="641"/>
                </a:cubicBezTo>
                <a:cubicBezTo>
                  <a:pt x="307" y="641"/>
                  <a:pt x="307" y="641"/>
                  <a:pt x="307" y="641"/>
                </a:cubicBezTo>
                <a:cubicBezTo>
                  <a:pt x="307" y="641"/>
                  <a:pt x="307" y="641"/>
                  <a:pt x="307" y="641"/>
                </a:cubicBezTo>
                <a:cubicBezTo>
                  <a:pt x="307" y="641"/>
                  <a:pt x="307" y="641"/>
                  <a:pt x="307" y="641"/>
                </a:cubicBezTo>
                <a:cubicBezTo>
                  <a:pt x="308" y="642"/>
                  <a:pt x="308" y="642"/>
                  <a:pt x="308" y="642"/>
                </a:cubicBezTo>
                <a:cubicBezTo>
                  <a:pt x="308" y="642"/>
                  <a:pt x="308" y="642"/>
                  <a:pt x="308" y="642"/>
                </a:cubicBezTo>
                <a:cubicBezTo>
                  <a:pt x="318" y="638"/>
                  <a:pt x="318" y="638"/>
                  <a:pt x="318" y="638"/>
                </a:cubicBezTo>
                <a:cubicBezTo>
                  <a:pt x="318" y="638"/>
                  <a:pt x="318" y="638"/>
                  <a:pt x="318" y="638"/>
                </a:cubicBezTo>
                <a:cubicBezTo>
                  <a:pt x="318" y="638"/>
                  <a:pt x="318" y="638"/>
                  <a:pt x="318" y="638"/>
                </a:cubicBezTo>
                <a:cubicBezTo>
                  <a:pt x="318" y="638"/>
                  <a:pt x="318" y="638"/>
                  <a:pt x="318" y="638"/>
                </a:cubicBezTo>
                <a:cubicBezTo>
                  <a:pt x="318" y="638"/>
                  <a:pt x="318" y="638"/>
                  <a:pt x="318" y="638"/>
                </a:cubicBezTo>
                <a:cubicBezTo>
                  <a:pt x="318" y="638"/>
                  <a:pt x="318" y="638"/>
                  <a:pt x="318" y="638"/>
                </a:cubicBezTo>
                <a:cubicBezTo>
                  <a:pt x="319" y="639"/>
                  <a:pt x="319" y="639"/>
                  <a:pt x="319" y="639"/>
                </a:cubicBezTo>
                <a:cubicBezTo>
                  <a:pt x="319" y="639"/>
                  <a:pt x="319" y="639"/>
                  <a:pt x="319" y="639"/>
                </a:cubicBezTo>
                <a:cubicBezTo>
                  <a:pt x="319" y="639"/>
                  <a:pt x="319" y="639"/>
                  <a:pt x="319" y="639"/>
                </a:cubicBezTo>
                <a:cubicBezTo>
                  <a:pt x="319" y="639"/>
                  <a:pt x="319" y="639"/>
                  <a:pt x="319" y="639"/>
                </a:cubicBezTo>
                <a:cubicBezTo>
                  <a:pt x="319" y="639"/>
                  <a:pt x="319" y="639"/>
                  <a:pt x="319" y="639"/>
                </a:cubicBezTo>
                <a:cubicBezTo>
                  <a:pt x="319" y="639"/>
                  <a:pt x="319" y="639"/>
                  <a:pt x="319" y="639"/>
                </a:cubicBezTo>
                <a:cubicBezTo>
                  <a:pt x="320" y="639"/>
                  <a:pt x="320" y="639"/>
                  <a:pt x="320" y="639"/>
                </a:cubicBezTo>
                <a:cubicBezTo>
                  <a:pt x="320" y="639"/>
                  <a:pt x="320" y="639"/>
                  <a:pt x="320" y="639"/>
                </a:cubicBezTo>
                <a:cubicBezTo>
                  <a:pt x="320" y="639"/>
                  <a:pt x="320" y="639"/>
                  <a:pt x="320" y="639"/>
                </a:cubicBezTo>
                <a:cubicBezTo>
                  <a:pt x="320" y="639"/>
                  <a:pt x="320" y="639"/>
                  <a:pt x="320" y="639"/>
                </a:cubicBezTo>
                <a:cubicBezTo>
                  <a:pt x="320" y="640"/>
                  <a:pt x="320" y="640"/>
                  <a:pt x="320" y="640"/>
                </a:cubicBezTo>
                <a:cubicBezTo>
                  <a:pt x="320" y="640"/>
                  <a:pt x="320" y="640"/>
                  <a:pt x="320" y="640"/>
                </a:cubicBezTo>
                <a:cubicBezTo>
                  <a:pt x="320" y="640"/>
                  <a:pt x="320" y="640"/>
                  <a:pt x="320" y="640"/>
                </a:cubicBezTo>
                <a:cubicBezTo>
                  <a:pt x="320" y="640"/>
                  <a:pt x="320" y="640"/>
                  <a:pt x="320" y="640"/>
                </a:cubicBezTo>
                <a:cubicBezTo>
                  <a:pt x="319" y="641"/>
                  <a:pt x="319" y="641"/>
                  <a:pt x="319" y="641"/>
                </a:cubicBezTo>
                <a:cubicBezTo>
                  <a:pt x="319" y="641"/>
                  <a:pt x="319" y="641"/>
                  <a:pt x="319" y="641"/>
                </a:cubicBezTo>
                <a:cubicBezTo>
                  <a:pt x="319" y="641"/>
                  <a:pt x="319" y="641"/>
                  <a:pt x="319" y="641"/>
                </a:cubicBezTo>
                <a:cubicBezTo>
                  <a:pt x="319" y="641"/>
                  <a:pt x="319" y="641"/>
                  <a:pt x="319" y="641"/>
                </a:cubicBezTo>
                <a:cubicBezTo>
                  <a:pt x="318" y="641"/>
                  <a:pt x="318" y="641"/>
                  <a:pt x="318" y="641"/>
                </a:cubicBezTo>
                <a:cubicBezTo>
                  <a:pt x="318" y="641"/>
                  <a:pt x="318" y="641"/>
                  <a:pt x="318" y="641"/>
                </a:cubicBezTo>
                <a:cubicBezTo>
                  <a:pt x="318" y="641"/>
                  <a:pt x="318" y="641"/>
                  <a:pt x="318" y="641"/>
                </a:cubicBezTo>
                <a:cubicBezTo>
                  <a:pt x="318" y="641"/>
                  <a:pt x="318" y="641"/>
                  <a:pt x="318" y="641"/>
                </a:cubicBezTo>
                <a:cubicBezTo>
                  <a:pt x="317" y="641"/>
                  <a:pt x="317" y="641"/>
                  <a:pt x="317" y="641"/>
                </a:cubicBezTo>
                <a:cubicBezTo>
                  <a:pt x="317" y="641"/>
                  <a:pt x="317" y="641"/>
                  <a:pt x="317" y="641"/>
                </a:cubicBezTo>
                <a:cubicBezTo>
                  <a:pt x="317" y="641"/>
                  <a:pt x="317" y="641"/>
                  <a:pt x="317" y="641"/>
                </a:cubicBezTo>
                <a:cubicBezTo>
                  <a:pt x="317" y="641"/>
                  <a:pt x="317" y="641"/>
                  <a:pt x="317" y="641"/>
                </a:cubicBezTo>
                <a:cubicBezTo>
                  <a:pt x="316" y="641"/>
                  <a:pt x="316" y="641"/>
                  <a:pt x="316" y="641"/>
                </a:cubicBezTo>
                <a:cubicBezTo>
                  <a:pt x="316" y="641"/>
                  <a:pt x="316" y="641"/>
                  <a:pt x="316" y="641"/>
                </a:cubicBezTo>
                <a:cubicBezTo>
                  <a:pt x="316" y="641"/>
                  <a:pt x="316" y="641"/>
                  <a:pt x="316" y="641"/>
                </a:cubicBezTo>
                <a:cubicBezTo>
                  <a:pt x="316" y="641"/>
                  <a:pt x="316" y="641"/>
                  <a:pt x="316" y="641"/>
                </a:cubicBezTo>
                <a:cubicBezTo>
                  <a:pt x="307" y="649"/>
                  <a:pt x="307" y="649"/>
                  <a:pt x="307" y="649"/>
                </a:cubicBezTo>
                <a:cubicBezTo>
                  <a:pt x="307" y="649"/>
                  <a:pt x="307" y="649"/>
                  <a:pt x="307" y="649"/>
                </a:cubicBezTo>
                <a:cubicBezTo>
                  <a:pt x="306" y="650"/>
                  <a:pt x="306" y="650"/>
                  <a:pt x="306" y="650"/>
                </a:cubicBezTo>
                <a:cubicBezTo>
                  <a:pt x="306" y="650"/>
                  <a:pt x="306" y="650"/>
                  <a:pt x="306" y="650"/>
                </a:cubicBezTo>
                <a:cubicBezTo>
                  <a:pt x="306" y="650"/>
                  <a:pt x="306" y="650"/>
                  <a:pt x="306" y="650"/>
                </a:cubicBezTo>
                <a:cubicBezTo>
                  <a:pt x="306" y="650"/>
                  <a:pt x="306" y="650"/>
                  <a:pt x="306" y="650"/>
                </a:cubicBezTo>
                <a:cubicBezTo>
                  <a:pt x="306" y="651"/>
                  <a:pt x="306" y="651"/>
                  <a:pt x="306" y="651"/>
                </a:cubicBezTo>
                <a:cubicBezTo>
                  <a:pt x="306" y="651"/>
                  <a:pt x="306" y="651"/>
                  <a:pt x="306" y="651"/>
                </a:cubicBezTo>
                <a:cubicBezTo>
                  <a:pt x="306" y="651"/>
                  <a:pt x="306" y="651"/>
                  <a:pt x="306" y="651"/>
                </a:cubicBezTo>
                <a:cubicBezTo>
                  <a:pt x="306" y="651"/>
                  <a:pt x="306" y="651"/>
                  <a:pt x="306" y="651"/>
                </a:cubicBezTo>
                <a:cubicBezTo>
                  <a:pt x="306" y="652"/>
                  <a:pt x="306" y="652"/>
                  <a:pt x="306" y="652"/>
                </a:cubicBezTo>
                <a:cubicBezTo>
                  <a:pt x="306" y="652"/>
                  <a:pt x="306" y="652"/>
                  <a:pt x="306" y="652"/>
                </a:cubicBezTo>
                <a:cubicBezTo>
                  <a:pt x="306" y="652"/>
                  <a:pt x="306" y="652"/>
                  <a:pt x="306" y="652"/>
                </a:cubicBezTo>
                <a:cubicBezTo>
                  <a:pt x="306" y="652"/>
                  <a:pt x="306" y="652"/>
                  <a:pt x="306" y="652"/>
                </a:cubicBezTo>
                <a:cubicBezTo>
                  <a:pt x="306" y="653"/>
                  <a:pt x="306" y="653"/>
                  <a:pt x="306" y="653"/>
                </a:cubicBezTo>
                <a:cubicBezTo>
                  <a:pt x="306" y="653"/>
                  <a:pt x="306" y="653"/>
                  <a:pt x="306" y="653"/>
                </a:cubicBezTo>
                <a:cubicBezTo>
                  <a:pt x="307" y="653"/>
                  <a:pt x="307" y="653"/>
                  <a:pt x="307" y="653"/>
                </a:cubicBezTo>
                <a:cubicBezTo>
                  <a:pt x="307" y="653"/>
                  <a:pt x="307" y="653"/>
                  <a:pt x="307" y="653"/>
                </a:cubicBezTo>
                <a:cubicBezTo>
                  <a:pt x="308" y="653"/>
                  <a:pt x="308" y="653"/>
                  <a:pt x="308" y="653"/>
                </a:cubicBezTo>
                <a:cubicBezTo>
                  <a:pt x="308" y="653"/>
                  <a:pt x="308" y="653"/>
                  <a:pt x="308" y="653"/>
                </a:cubicBezTo>
                <a:cubicBezTo>
                  <a:pt x="310" y="652"/>
                  <a:pt x="310" y="652"/>
                  <a:pt x="310" y="652"/>
                </a:cubicBezTo>
                <a:cubicBezTo>
                  <a:pt x="310" y="652"/>
                  <a:pt x="310" y="652"/>
                  <a:pt x="310" y="652"/>
                </a:cubicBezTo>
                <a:cubicBezTo>
                  <a:pt x="311" y="650"/>
                  <a:pt x="311" y="650"/>
                  <a:pt x="311" y="650"/>
                </a:cubicBezTo>
                <a:cubicBezTo>
                  <a:pt x="311" y="650"/>
                  <a:pt x="311" y="650"/>
                  <a:pt x="311" y="650"/>
                </a:cubicBezTo>
                <a:cubicBezTo>
                  <a:pt x="312" y="649"/>
                  <a:pt x="312" y="649"/>
                  <a:pt x="312" y="649"/>
                </a:cubicBezTo>
                <a:cubicBezTo>
                  <a:pt x="312" y="649"/>
                  <a:pt x="312" y="649"/>
                  <a:pt x="312" y="649"/>
                </a:cubicBezTo>
                <a:cubicBezTo>
                  <a:pt x="314" y="649"/>
                  <a:pt x="314" y="649"/>
                  <a:pt x="314" y="649"/>
                </a:cubicBezTo>
                <a:cubicBezTo>
                  <a:pt x="314" y="649"/>
                  <a:pt x="314" y="649"/>
                  <a:pt x="314" y="649"/>
                </a:cubicBezTo>
                <a:cubicBezTo>
                  <a:pt x="315" y="648"/>
                  <a:pt x="315" y="648"/>
                  <a:pt x="315" y="648"/>
                </a:cubicBezTo>
                <a:cubicBezTo>
                  <a:pt x="315" y="648"/>
                  <a:pt x="315" y="648"/>
                  <a:pt x="315" y="648"/>
                </a:cubicBezTo>
                <a:cubicBezTo>
                  <a:pt x="317" y="648"/>
                  <a:pt x="317" y="648"/>
                  <a:pt x="317" y="648"/>
                </a:cubicBezTo>
                <a:cubicBezTo>
                  <a:pt x="317" y="648"/>
                  <a:pt x="317" y="648"/>
                  <a:pt x="317" y="648"/>
                </a:cubicBezTo>
                <a:cubicBezTo>
                  <a:pt x="319" y="648"/>
                  <a:pt x="319" y="648"/>
                  <a:pt x="319" y="648"/>
                </a:cubicBezTo>
                <a:cubicBezTo>
                  <a:pt x="319" y="648"/>
                  <a:pt x="319" y="648"/>
                  <a:pt x="319" y="648"/>
                </a:cubicBezTo>
                <a:cubicBezTo>
                  <a:pt x="320" y="648"/>
                  <a:pt x="320" y="648"/>
                  <a:pt x="320" y="648"/>
                </a:cubicBezTo>
                <a:cubicBezTo>
                  <a:pt x="320" y="648"/>
                  <a:pt x="320" y="648"/>
                  <a:pt x="320" y="648"/>
                </a:cubicBezTo>
                <a:cubicBezTo>
                  <a:pt x="320" y="649"/>
                  <a:pt x="320" y="649"/>
                  <a:pt x="320" y="649"/>
                </a:cubicBezTo>
                <a:cubicBezTo>
                  <a:pt x="320" y="649"/>
                  <a:pt x="320" y="649"/>
                  <a:pt x="320" y="649"/>
                </a:cubicBezTo>
                <a:cubicBezTo>
                  <a:pt x="321" y="649"/>
                  <a:pt x="321" y="649"/>
                  <a:pt x="321" y="649"/>
                </a:cubicBezTo>
                <a:cubicBezTo>
                  <a:pt x="321" y="649"/>
                  <a:pt x="321" y="649"/>
                  <a:pt x="321" y="649"/>
                </a:cubicBezTo>
                <a:cubicBezTo>
                  <a:pt x="321" y="650"/>
                  <a:pt x="321" y="650"/>
                  <a:pt x="321" y="650"/>
                </a:cubicBezTo>
                <a:cubicBezTo>
                  <a:pt x="321" y="650"/>
                  <a:pt x="321" y="650"/>
                  <a:pt x="321" y="650"/>
                </a:cubicBezTo>
                <a:cubicBezTo>
                  <a:pt x="321" y="651"/>
                  <a:pt x="321" y="651"/>
                  <a:pt x="321" y="651"/>
                </a:cubicBezTo>
                <a:cubicBezTo>
                  <a:pt x="321" y="651"/>
                  <a:pt x="321" y="651"/>
                  <a:pt x="321" y="651"/>
                </a:cubicBezTo>
                <a:cubicBezTo>
                  <a:pt x="321" y="651"/>
                  <a:pt x="321" y="651"/>
                  <a:pt x="321" y="651"/>
                </a:cubicBezTo>
                <a:cubicBezTo>
                  <a:pt x="321" y="651"/>
                  <a:pt x="321" y="651"/>
                  <a:pt x="321" y="651"/>
                </a:cubicBezTo>
                <a:cubicBezTo>
                  <a:pt x="321" y="652"/>
                  <a:pt x="321" y="652"/>
                  <a:pt x="321" y="652"/>
                </a:cubicBezTo>
                <a:cubicBezTo>
                  <a:pt x="321" y="652"/>
                  <a:pt x="321" y="652"/>
                  <a:pt x="321" y="652"/>
                </a:cubicBezTo>
                <a:cubicBezTo>
                  <a:pt x="322" y="653"/>
                  <a:pt x="322" y="653"/>
                  <a:pt x="322" y="653"/>
                </a:cubicBezTo>
                <a:cubicBezTo>
                  <a:pt x="322" y="653"/>
                  <a:pt x="322" y="653"/>
                  <a:pt x="322" y="653"/>
                </a:cubicBezTo>
                <a:cubicBezTo>
                  <a:pt x="315" y="659"/>
                  <a:pt x="315" y="659"/>
                  <a:pt x="315" y="659"/>
                </a:cubicBezTo>
                <a:cubicBezTo>
                  <a:pt x="315" y="659"/>
                  <a:pt x="315" y="659"/>
                  <a:pt x="315" y="659"/>
                </a:cubicBezTo>
                <a:cubicBezTo>
                  <a:pt x="309" y="664"/>
                  <a:pt x="309" y="664"/>
                  <a:pt x="309" y="664"/>
                </a:cubicBezTo>
                <a:cubicBezTo>
                  <a:pt x="309" y="664"/>
                  <a:pt x="309" y="664"/>
                  <a:pt x="309" y="664"/>
                </a:cubicBezTo>
                <a:cubicBezTo>
                  <a:pt x="304" y="669"/>
                  <a:pt x="304" y="669"/>
                  <a:pt x="304" y="669"/>
                </a:cubicBezTo>
                <a:cubicBezTo>
                  <a:pt x="304" y="669"/>
                  <a:pt x="304" y="669"/>
                  <a:pt x="304" y="669"/>
                </a:cubicBezTo>
                <a:cubicBezTo>
                  <a:pt x="303" y="676"/>
                  <a:pt x="303" y="676"/>
                  <a:pt x="303" y="676"/>
                </a:cubicBezTo>
                <a:cubicBezTo>
                  <a:pt x="303" y="676"/>
                  <a:pt x="303" y="676"/>
                  <a:pt x="303" y="676"/>
                </a:cubicBezTo>
                <a:cubicBezTo>
                  <a:pt x="304" y="676"/>
                  <a:pt x="304" y="676"/>
                  <a:pt x="304" y="676"/>
                </a:cubicBezTo>
                <a:cubicBezTo>
                  <a:pt x="304" y="676"/>
                  <a:pt x="304" y="676"/>
                  <a:pt x="304" y="676"/>
                </a:cubicBezTo>
                <a:cubicBezTo>
                  <a:pt x="305" y="676"/>
                  <a:pt x="305" y="676"/>
                  <a:pt x="305" y="676"/>
                </a:cubicBezTo>
                <a:cubicBezTo>
                  <a:pt x="305" y="676"/>
                  <a:pt x="305" y="676"/>
                  <a:pt x="305" y="676"/>
                </a:cubicBezTo>
                <a:cubicBezTo>
                  <a:pt x="305" y="676"/>
                  <a:pt x="305" y="676"/>
                  <a:pt x="305" y="676"/>
                </a:cubicBezTo>
                <a:cubicBezTo>
                  <a:pt x="305" y="676"/>
                  <a:pt x="305" y="676"/>
                  <a:pt x="305" y="676"/>
                </a:cubicBezTo>
                <a:cubicBezTo>
                  <a:pt x="306" y="676"/>
                  <a:pt x="306" y="676"/>
                  <a:pt x="306" y="676"/>
                </a:cubicBezTo>
                <a:cubicBezTo>
                  <a:pt x="306" y="676"/>
                  <a:pt x="306" y="676"/>
                  <a:pt x="306" y="676"/>
                </a:cubicBezTo>
                <a:cubicBezTo>
                  <a:pt x="306" y="675"/>
                  <a:pt x="306" y="675"/>
                  <a:pt x="306" y="675"/>
                </a:cubicBezTo>
                <a:cubicBezTo>
                  <a:pt x="306" y="675"/>
                  <a:pt x="306" y="675"/>
                  <a:pt x="306" y="675"/>
                </a:cubicBezTo>
                <a:cubicBezTo>
                  <a:pt x="307" y="674"/>
                  <a:pt x="307" y="674"/>
                  <a:pt x="307" y="674"/>
                </a:cubicBezTo>
                <a:cubicBezTo>
                  <a:pt x="307" y="674"/>
                  <a:pt x="307" y="674"/>
                  <a:pt x="307" y="674"/>
                </a:cubicBezTo>
                <a:cubicBezTo>
                  <a:pt x="307" y="674"/>
                  <a:pt x="307" y="674"/>
                  <a:pt x="307" y="674"/>
                </a:cubicBezTo>
                <a:cubicBezTo>
                  <a:pt x="307" y="674"/>
                  <a:pt x="307" y="674"/>
                  <a:pt x="307" y="674"/>
                </a:cubicBezTo>
                <a:cubicBezTo>
                  <a:pt x="308" y="673"/>
                  <a:pt x="308" y="673"/>
                  <a:pt x="308" y="673"/>
                </a:cubicBezTo>
                <a:cubicBezTo>
                  <a:pt x="308" y="673"/>
                  <a:pt x="308" y="673"/>
                  <a:pt x="308" y="673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8" y="671"/>
                  <a:pt x="308" y="671"/>
                  <a:pt x="308" y="671"/>
                </a:cubicBezTo>
                <a:cubicBezTo>
                  <a:pt x="308" y="671"/>
                  <a:pt x="308" y="671"/>
                  <a:pt x="308" y="671"/>
                </a:cubicBezTo>
                <a:cubicBezTo>
                  <a:pt x="308" y="671"/>
                  <a:pt x="308" y="671"/>
                  <a:pt x="308" y="671"/>
                </a:cubicBezTo>
                <a:cubicBezTo>
                  <a:pt x="308" y="671"/>
                  <a:pt x="308" y="671"/>
                  <a:pt x="308" y="671"/>
                </a:cubicBezTo>
                <a:cubicBezTo>
                  <a:pt x="308" y="670"/>
                  <a:pt x="308" y="670"/>
                  <a:pt x="308" y="670"/>
                </a:cubicBezTo>
                <a:cubicBezTo>
                  <a:pt x="308" y="670"/>
                  <a:pt x="308" y="670"/>
                  <a:pt x="308" y="670"/>
                </a:cubicBezTo>
                <a:cubicBezTo>
                  <a:pt x="308" y="670"/>
                  <a:pt x="308" y="670"/>
                  <a:pt x="308" y="670"/>
                </a:cubicBezTo>
                <a:cubicBezTo>
                  <a:pt x="308" y="670"/>
                  <a:pt x="308" y="670"/>
                  <a:pt x="308" y="670"/>
                </a:cubicBezTo>
                <a:cubicBezTo>
                  <a:pt x="308" y="670"/>
                  <a:pt x="308" y="670"/>
                  <a:pt x="308" y="670"/>
                </a:cubicBezTo>
                <a:cubicBezTo>
                  <a:pt x="308" y="670"/>
                  <a:pt x="308" y="670"/>
                  <a:pt x="308" y="670"/>
                </a:cubicBezTo>
                <a:cubicBezTo>
                  <a:pt x="309" y="670"/>
                  <a:pt x="309" y="670"/>
                  <a:pt x="309" y="670"/>
                </a:cubicBezTo>
                <a:cubicBezTo>
                  <a:pt x="309" y="670"/>
                  <a:pt x="309" y="670"/>
                  <a:pt x="309" y="670"/>
                </a:cubicBezTo>
                <a:cubicBezTo>
                  <a:pt x="309" y="671"/>
                  <a:pt x="309" y="671"/>
                  <a:pt x="309" y="671"/>
                </a:cubicBezTo>
                <a:cubicBezTo>
                  <a:pt x="309" y="671"/>
                  <a:pt x="309" y="671"/>
                  <a:pt x="309" y="671"/>
                </a:cubicBezTo>
                <a:cubicBezTo>
                  <a:pt x="309" y="672"/>
                  <a:pt x="309" y="672"/>
                  <a:pt x="309" y="672"/>
                </a:cubicBezTo>
                <a:cubicBezTo>
                  <a:pt x="309" y="672"/>
                  <a:pt x="309" y="672"/>
                  <a:pt x="309" y="672"/>
                </a:cubicBezTo>
                <a:cubicBezTo>
                  <a:pt x="309" y="673"/>
                  <a:pt x="309" y="673"/>
                  <a:pt x="309" y="673"/>
                </a:cubicBezTo>
                <a:cubicBezTo>
                  <a:pt x="309" y="673"/>
                  <a:pt x="309" y="673"/>
                  <a:pt x="309" y="673"/>
                </a:cubicBezTo>
                <a:cubicBezTo>
                  <a:pt x="309" y="674"/>
                  <a:pt x="309" y="674"/>
                  <a:pt x="309" y="674"/>
                </a:cubicBezTo>
                <a:cubicBezTo>
                  <a:pt x="309" y="674"/>
                  <a:pt x="309" y="674"/>
                  <a:pt x="309" y="674"/>
                </a:cubicBezTo>
                <a:cubicBezTo>
                  <a:pt x="309" y="675"/>
                  <a:pt x="309" y="675"/>
                  <a:pt x="309" y="675"/>
                </a:cubicBezTo>
                <a:cubicBezTo>
                  <a:pt x="309" y="675"/>
                  <a:pt x="309" y="675"/>
                  <a:pt x="309" y="675"/>
                </a:cubicBezTo>
                <a:cubicBezTo>
                  <a:pt x="309" y="676"/>
                  <a:pt x="309" y="676"/>
                  <a:pt x="309" y="676"/>
                </a:cubicBezTo>
                <a:cubicBezTo>
                  <a:pt x="309" y="676"/>
                  <a:pt x="309" y="676"/>
                  <a:pt x="309" y="676"/>
                </a:cubicBezTo>
                <a:cubicBezTo>
                  <a:pt x="308" y="676"/>
                  <a:pt x="308" y="676"/>
                  <a:pt x="308" y="676"/>
                </a:cubicBezTo>
                <a:cubicBezTo>
                  <a:pt x="308" y="676"/>
                  <a:pt x="308" y="676"/>
                  <a:pt x="308" y="676"/>
                </a:cubicBezTo>
                <a:cubicBezTo>
                  <a:pt x="308" y="677"/>
                  <a:pt x="308" y="677"/>
                  <a:pt x="308" y="677"/>
                </a:cubicBezTo>
                <a:cubicBezTo>
                  <a:pt x="308" y="677"/>
                  <a:pt x="308" y="677"/>
                  <a:pt x="308" y="677"/>
                </a:cubicBezTo>
                <a:cubicBezTo>
                  <a:pt x="304" y="681"/>
                  <a:pt x="304" y="681"/>
                  <a:pt x="304" y="681"/>
                </a:cubicBezTo>
                <a:cubicBezTo>
                  <a:pt x="304" y="681"/>
                  <a:pt x="304" y="681"/>
                  <a:pt x="304" y="681"/>
                </a:cubicBezTo>
                <a:cubicBezTo>
                  <a:pt x="304" y="685"/>
                  <a:pt x="304" y="685"/>
                  <a:pt x="304" y="685"/>
                </a:cubicBezTo>
                <a:cubicBezTo>
                  <a:pt x="304" y="685"/>
                  <a:pt x="304" y="685"/>
                  <a:pt x="304" y="685"/>
                </a:cubicBezTo>
                <a:cubicBezTo>
                  <a:pt x="304" y="688"/>
                  <a:pt x="304" y="688"/>
                  <a:pt x="304" y="688"/>
                </a:cubicBezTo>
                <a:cubicBezTo>
                  <a:pt x="304" y="688"/>
                  <a:pt x="304" y="688"/>
                  <a:pt x="304" y="688"/>
                </a:cubicBezTo>
                <a:cubicBezTo>
                  <a:pt x="304" y="692"/>
                  <a:pt x="304" y="692"/>
                  <a:pt x="304" y="692"/>
                </a:cubicBezTo>
                <a:cubicBezTo>
                  <a:pt x="304" y="692"/>
                  <a:pt x="304" y="692"/>
                  <a:pt x="304" y="692"/>
                </a:cubicBezTo>
                <a:cubicBezTo>
                  <a:pt x="305" y="696"/>
                  <a:pt x="305" y="696"/>
                  <a:pt x="305" y="696"/>
                </a:cubicBezTo>
                <a:cubicBezTo>
                  <a:pt x="305" y="696"/>
                  <a:pt x="305" y="696"/>
                  <a:pt x="305" y="696"/>
                </a:cubicBezTo>
                <a:cubicBezTo>
                  <a:pt x="305" y="701"/>
                  <a:pt x="305" y="701"/>
                  <a:pt x="305" y="701"/>
                </a:cubicBezTo>
                <a:cubicBezTo>
                  <a:pt x="305" y="701"/>
                  <a:pt x="305" y="701"/>
                  <a:pt x="305" y="701"/>
                </a:cubicBezTo>
                <a:cubicBezTo>
                  <a:pt x="306" y="704"/>
                  <a:pt x="306" y="704"/>
                  <a:pt x="306" y="704"/>
                </a:cubicBezTo>
                <a:cubicBezTo>
                  <a:pt x="306" y="704"/>
                  <a:pt x="306" y="704"/>
                  <a:pt x="306" y="704"/>
                </a:cubicBezTo>
                <a:cubicBezTo>
                  <a:pt x="306" y="708"/>
                  <a:pt x="306" y="708"/>
                  <a:pt x="306" y="708"/>
                </a:cubicBezTo>
                <a:cubicBezTo>
                  <a:pt x="306" y="708"/>
                  <a:pt x="306" y="708"/>
                  <a:pt x="306" y="708"/>
                </a:cubicBezTo>
                <a:cubicBezTo>
                  <a:pt x="306" y="712"/>
                  <a:pt x="306" y="712"/>
                  <a:pt x="306" y="712"/>
                </a:cubicBezTo>
                <a:cubicBezTo>
                  <a:pt x="306" y="712"/>
                  <a:pt x="306" y="712"/>
                  <a:pt x="306" y="712"/>
                </a:cubicBezTo>
                <a:cubicBezTo>
                  <a:pt x="306" y="713"/>
                  <a:pt x="306" y="713"/>
                  <a:pt x="306" y="713"/>
                </a:cubicBezTo>
                <a:cubicBezTo>
                  <a:pt x="306" y="713"/>
                  <a:pt x="306" y="713"/>
                  <a:pt x="306" y="713"/>
                </a:cubicBezTo>
                <a:cubicBezTo>
                  <a:pt x="306" y="713"/>
                  <a:pt x="306" y="713"/>
                  <a:pt x="306" y="713"/>
                </a:cubicBezTo>
                <a:cubicBezTo>
                  <a:pt x="306" y="713"/>
                  <a:pt x="306" y="713"/>
                  <a:pt x="306" y="713"/>
                </a:cubicBezTo>
                <a:cubicBezTo>
                  <a:pt x="306" y="713"/>
                  <a:pt x="306" y="713"/>
                  <a:pt x="306" y="713"/>
                </a:cubicBezTo>
                <a:cubicBezTo>
                  <a:pt x="306" y="713"/>
                  <a:pt x="306" y="713"/>
                  <a:pt x="306" y="713"/>
                </a:cubicBezTo>
                <a:cubicBezTo>
                  <a:pt x="305" y="713"/>
                  <a:pt x="305" y="713"/>
                  <a:pt x="305" y="713"/>
                </a:cubicBezTo>
                <a:cubicBezTo>
                  <a:pt x="305" y="713"/>
                  <a:pt x="305" y="713"/>
                  <a:pt x="305" y="713"/>
                </a:cubicBezTo>
                <a:cubicBezTo>
                  <a:pt x="305" y="713"/>
                  <a:pt x="305" y="713"/>
                  <a:pt x="305" y="713"/>
                </a:cubicBezTo>
                <a:cubicBezTo>
                  <a:pt x="305" y="713"/>
                  <a:pt x="305" y="713"/>
                  <a:pt x="305" y="713"/>
                </a:cubicBezTo>
                <a:cubicBezTo>
                  <a:pt x="305" y="713"/>
                  <a:pt x="305" y="713"/>
                  <a:pt x="305" y="713"/>
                </a:cubicBezTo>
                <a:cubicBezTo>
                  <a:pt x="305" y="713"/>
                  <a:pt x="305" y="713"/>
                  <a:pt x="305" y="713"/>
                </a:cubicBezTo>
                <a:cubicBezTo>
                  <a:pt x="304" y="713"/>
                  <a:pt x="304" y="713"/>
                  <a:pt x="304" y="713"/>
                </a:cubicBezTo>
                <a:cubicBezTo>
                  <a:pt x="304" y="713"/>
                  <a:pt x="304" y="713"/>
                  <a:pt x="304" y="713"/>
                </a:cubicBezTo>
                <a:cubicBezTo>
                  <a:pt x="304" y="713"/>
                  <a:pt x="304" y="713"/>
                  <a:pt x="304" y="713"/>
                </a:cubicBezTo>
                <a:close/>
                <a:moveTo>
                  <a:pt x="506" y="712"/>
                </a:moveTo>
                <a:cubicBezTo>
                  <a:pt x="506" y="710"/>
                  <a:pt x="506" y="710"/>
                  <a:pt x="506" y="710"/>
                </a:cubicBezTo>
                <a:cubicBezTo>
                  <a:pt x="506" y="710"/>
                  <a:pt x="506" y="710"/>
                  <a:pt x="506" y="710"/>
                </a:cubicBezTo>
                <a:cubicBezTo>
                  <a:pt x="507" y="710"/>
                  <a:pt x="507" y="710"/>
                  <a:pt x="507" y="710"/>
                </a:cubicBezTo>
                <a:cubicBezTo>
                  <a:pt x="507" y="710"/>
                  <a:pt x="507" y="710"/>
                  <a:pt x="507" y="710"/>
                </a:cubicBezTo>
                <a:cubicBezTo>
                  <a:pt x="509" y="709"/>
                  <a:pt x="509" y="709"/>
                  <a:pt x="509" y="709"/>
                </a:cubicBezTo>
                <a:cubicBezTo>
                  <a:pt x="509" y="709"/>
                  <a:pt x="509" y="709"/>
                  <a:pt x="509" y="709"/>
                </a:cubicBezTo>
                <a:cubicBezTo>
                  <a:pt x="511" y="708"/>
                  <a:pt x="511" y="708"/>
                  <a:pt x="511" y="708"/>
                </a:cubicBezTo>
                <a:cubicBezTo>
                  <a:pt x="511" y="708"/>
                  <a:pt x="511" y="708"/>
                  <a:pt x="511" y="708"/>
                </a:cubicBezTo>
                <a:cubicBezTo>
                  <a:pt x="512" y="708"/>
                  <a:pt x="512" y="708"/>
                  <a:pt x="512" y="708"/>
                </a:cubicBezTo>
                <a:cubicBezTo>
                  <a:pt x="512" y="708"/>
                  <a:pt x="512" y="708"/>
                  <a:pt x="512" y="708"/>
                </a:cubicBezTo>
                <a:cubicBezTo>
                  <a:pt x="514" y="707"/>
                  <a:pt x="514" y="707"/>
                  <a:pt x="514" y="707"/>
                </a:cubicBezTo>
                <a:cubicBezTo>
                  <a:pt x="514" y="707"/>
                  <a:pt x="514" y="707"/>
                  <a:pt x="514" y="707"/>
                </a:cubicBezTo>
                <a:cubicBezTo>
                  <a:pt x="516" y="706"/>
                  <a:pt x="516" y="706"/>
                  <a:pt x="516" y="706"/>
                </a:cubicBezTo>
                <a:cubicBezTo>
                  <a:pt x="516" y="706"/>
                  <a:pt x="516" y="706"/>
                  <a:pt x="516" y="706"/>
                </a:cubicBezTo>
                <a:cubicBezTo>
                  <a:pt x="517" y="705"/>
                  <a:pt x="517" y="705"/>
                  <a:pt x="517" y="705"/>
                </a:cubicBezTo>
                <a:cubicBezTo>
                  <a:pt x="517" y="705"/>
                  <a:pt x="517" y="705"/>
                  <a:pt x="517" y="705"/>
                </a:cubicBezTo>
                <a:cubicBezTo>
                  <a:pt x="520" y="703"/>
                  <a:pt x="520" y="703"/>
                  <a:pt x="520" y="703"/>
                </a:cubicBezTo>
                <a:cubicBezTo>
                  <a:pt x="520" y="703"/>
                  <a:pt x="520" y="703"/>
                  <a:pt x="520" y="703"/>
                </a:cubicBezTo>
                <a:cubicBezTo>
                  <a:pt x="522" y="701"/>
                  <a:pt x="522" y="701"/>
                  <a:pt x="522" y="701"/>
                </a:cubicBezTo>
                <a:cubicBezTo>
                  <a:pt x="522" y="701"/>
                  <a:pt x="522" y="701"/>
                  <a:pt x="522" y="701"/>
                </a:cubicBezTo>
                <a:cubicBezTo>
                  <a:pt x="525" y="699"/>
                  <a:pt x="525" y="699"/>
                  <a:pt x="525" y="699"/>
                </a:cubicBezTo>
                <a:cubicBezTo>
                  <a:pt x="525" y="699"/>
                  <a:pt x="525" y="699"/>
                  <a:pt x="525" y="699"/>
                </a:cubicBezTo>
                <a:cubicBezTo>
                  <a:pt x="527" y="696"/>
                  <a:pt x="527" y="696"/>
                  <a:pt x="527" y="696"/>
                </a:cubicBezTo>
                <a:cubicBezTo>
                  <a:pt x="527" y="696"/>
                  <a:pt x="527" y="696"/>
                  <a:pt x="527" y="696"/>
                </a:cubicBezTo>
                <a:cubicBezTo>
                  <a:pt x="528" y="693"/>
                  <a:pt x="528" y="693"/>
                  <a:pt x="528" y="693"/>
                </a:cubicBezTo>
                <a:cubicBezTo>
                  <a:pt x="528" y="693"/>
                  <a:pt x="528" y="693"/>
                  <a:pt x="528" y="693"/>
                </a:cubicBezTo>
                <a:cubicBezTo>
                  <a:pt x="530" y="690"/>
                  <a:pt x="530" y="690"/>
                  <a:pt x="530" y="690"/>
                </a:cubicBezTo>
                <a:cubicBezTo>
                  <a:pt x="530" y="690"/>
                  <a:pt x="530" y="690"/>
                  <a:pt x="530" y="690"/>
                </a:cubicBezTo>
                <a:cubicBezTo>
                  <a:pt x="531" y="687"/>
                  <a:pt x="531" y="687"/>
                  <a:pt x="531" y="687"/>
                </a:cubicBezTo>
                <a:cubicBezTo>
                  <a:pt x="531" y="687"/>
                  <a:pt x="531" y="687"/>
                  <a:pt x="531" y="687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2" y="682"/>
                  <a:pt x="532" y="682"/>
                  <a:pt x="532" y="682"/>
                </a:cubicBezTo>
                <a:cubicBezTo>
                  <a:pt x="532" y="682"/>
                  <a:pt x="532" y="682"/>
                  <a:pt x="532" y="682"/>
                </a:cubicBezTo>
                <a:cubicBezTo>
                  <a:pt x="532" y="682"/>
                  <a:pt x="532" y="682"/>
                  <a:pt x="532" y="682"/>
                </a:cubicBezTo>
                <a:cubicBezTo>
                  <a:pt x="532" y="682"/>
                  <a:pt x="532" y="682"/>
                  <a:pt x="532" y="682"/>
                </a:cubicBezTo>
                <a:cubicBezTo>
                  <a:pt x="532" y="682"/>
                  <a:pt x="532" y="682"/>
                  <a:pt x="532" y="682"/>
                </a:cubicBezTo>
                <a:cubicBezTo>
                  <a:pt x="532" y="682"/>
                  <a:pt x="532" y="682"/>
                  <a:pt x="532" y="682"/>
                </a:cubicBezTo>
                <a:cubicBezTo>
                  <a:pt x="532" y="681"/>
                  <a:pt x="532" y="681"/>
                  <a:pt x="532" y="681"/>
                </a:cubicBezTo>
                <a:cubicBezTo>
                  <a:pt x="532" y="681"/>
                  <a:pt x="532" y="681"/>
                  <a:pt x="532" y="681"/>
                </a:cubicBezTo>
                <a:cubicBezTo>
                  <a:pt x="529" y="682"/>
                  <a:pt x="529" y="682"/>
                  <a:pt x="529" y="682"/>
                </a:cubicBezTo>
                <a:cubicBezTo>
                  <a:pt x="529" y="682"/>
                  <a:pt x="529" y="682"/>
                  <a:pt x="529" y="682"/>
                </a:cubicBezTo>
                <a:cubicBezTo>
                  <a:pt x="526" y="682"/>
                  <a:pt x="526" y="682"/>
                  <a:pt x="526" y="682"/>
                </a:cubicBezTo>
                <a:cubicBezTo>
                  <a:pt x="526" y="682"/>
                  <a:pt x="526" y="682"/>
                  <a:pt x="526" y="682"/>
                </a:cubicBezTo>
                <a:cubicBezTo>
                  <a:pt x="523" y="684"/>
                  <a:pt x="523" y="684"/>
                  <a:pt x="523" y="684"/>
                </a:cubicBezTo>
                <a:cubicBezTo>
                  <a:pt x="523" y="684"/>
                  <a:pt x="523" y="684"/>
                  <a:pt x="523" y="684"/>
                </a:cubicBezTo>
                <a:cubicBezTo>
                  <a:pt x="520" y="685"/>
                  <a:pt x="520" y="685"/>
                  <a:pt x="520" y="685"/>
                </a:cubicBezTo>
                <a:cubicBezTo>
                  <a:pt x="520" y="685"/>
                  <a:pt x="520" y="685"/>
                  <a:pt x="520" y="685"/>
                </a:cubicBezTo>
                <a:cubicBezTo>
                  <a:pt x="517" y="686"/>
                  <a:pt x="517" y="686"/>
                  <a:pt x="517" y="686"/>
                </a:cubicBezTo>
                <a:cubicBezTo>
                  <a:pt x="517" y="686"/>
                  <a:pt x="517" y="686"/>
                  <a:pt x="517" y="686"/>
                </a:cubicBezTo>
                <a:cubicBezTo>
                  <a:pt x="514" y="688"/>
                  <a:pt x="514" y="688"/>
                  <a:pt x="514" y="688"/>
                </a:cubicBezTo>
                <a:cubicBezTo>
                  <a:pt x="514" y="688"/>
                  <a:pt x="514" y="688"/>
                  <a:pt x="514" y="688"/>
                </a:cubicBezTo>
                <a:cubicBezTo>
                  <a:pt x="511" y="689"/>
                  <a:pt x="511" y="689"/>
                  <a:pt x="511" y="689"/>
                </a:cubicBezTo>
                <a:cubicBezTo>
                  <a:pt x="511" y="689"/>
                  <a:pt x="511" y="689"/>
                  <a:pt x="511" y="689"/>
                </a:cubicBezTo>
                <a:cubicBezTo>
                  <a:pt x="508" y="690"/>
                  <a:pt x="508" y="690"/>
                  <a:pt x="508" y="690"/>
                </a:cubicBezTo>
                <a:cubicBezTo>
                  <a:pt x="508" y="690"/>
                  <a:pt x="508" y="690"/>
                  <a:pt x="508" y="690"/>
                </a:cubicBezTo>
                <a:cubicBezTo>
                  <a:pt x="501" y="694"/>
                  <a:pt x="501" y="694"/>
                  <a:pt x="501" y="694"/>
                </a:cubicBezTo>
                <a:cubicBezTo>
                  <a:pt x="501" y="694"/>
                  <a:pt x="501" y="694"/>
                  <a:pt x="501" y="694"/>
                </a:cubicBezTo>
                <a:cubicBezTo>
                  <a:pt x="500" y="694"/>
                  <a:pt x="500" y="694"/>
                  <a:pt x="500" y="694"/>
                </a:cubicBezTo>
                <a:cubicBezTo>
                  <a:pt x="500" y="694"/>
                  <a:pt x="500" y="694"/>
                  <a:pt x="500" y="694"/>
                </a:cubicBezTo>
                <a:cubicBezTo>
                  <a:pt x="499" y="695"/>
                  <a:pt x="499" y="695"/>
                  <a:pt x="499" y="695"/>
                </a:cubicBezTo>
                <a:cubicBezTo>
                  <a:pt x="499" y="695"/>
                  <a:pt x="499" y="695"/>
                  <a:pt x="499" y="695"/>
                </a:cubicBezTo>
                <a:cubicBezTo>
                  <a:pt x="498" y="695"/>
                  <a:pt x="498" y="695"/>
                  <a:pt x="498" y="695"/>
                </a:cubicBezTo>
                <a:cubicBezTo>
                  <a:pt x="498" y="695"/>
                  <a:pt x="498" y="695"/>
                  <a:pt x="498" y="695"/>
                </a:cubicBezTo>
                <a:cubicBezTo>
                  <a:pt x="498" y="695"/>
                  <a:pt x="498" y="695"/>
                  <a:pt x="498" y="695"/>
                </a:cubicBezTo>
                <a:cubicBezTo>
                  <a:pt x="498" y="695"/>
                  <a:pt x="498" y="695"/>
                  <a:pt x="498" y="695"/>
                </a:cubicBezTo>
                <a:cubicBezTo>
                  <a:pt x="497" y="696"/>
                  <a:pt x="497" y="696"/>
                  <a:pt x="497" y="696"/>
                </a:cubicBezTo>
                <a:cubicBezTo>
                  <a:pt x="497" y="696"/>
                  <a:pt x="497" y="696"/>
                  <a:pt x="497" y="696"/>
                </a:cubicBezTo>
                <a:cubicBezTo>
                  <a:pt x="496" y="696"/>
                  <a:pt x="496" y="696"/>
                  <a:pt x="496" y="696"/>
                </a:cubicBezTo>
                <a:cubicBezTo>
                  <a:pt x="496" y="696"/>
                  <a:pt x="496" y="696"/>
                  <a:pt x="496" y="696"/>
                </a:cubicBezTo>
                <a:cubicBezTo>
                  <a:pt x="495" y="696"/>
                  <a:pt x="495" y="696"/>
                  <a:pt x="495" y="696"/>
                </a:cubicBezTo>
                <a:cubicBezTo>
                  <a:pt x="495" y="696"/>
                  <a:pt x="495" y="696"/>
                  <a:pt x="495" y="696"/>
                </a:cubicBezTo>
                <a:cubicBezTo>
                  <a:pt x="494" y="695"/>
                  <a:pt x="494" y="695"/>
                  <a:pt x="494" y="695"/>
                </a:cubicBezTo>
                <a:cubicBezTo>
                  <a:pt x="494" y="695"/>
                  <a:pt x="494" y="695"/>
                  <a:pt x="494" y="695"/>
                </a:cubicBezTo>
                <a:cubicBezTo>
                  <a:pt x="487" y="690"/>
                  <a:pt x="487" y="690"/>
                  <a:pt x="487" y="690"/>
                </a:cubicBezTo>
                <a:cubicBezTo>
                  <a:pt x="487" y="690"/>
                  <a:pt x="487" y="690"/>
                  <a:pt x="487" y="690"/>
                </a:cubicBezTo>
                <a:cubicBezTo>
                  <a:pt x="490" y="690"/>
                  <a:pt x="490" y="690"/>
                  <a:pt x="490" y="690"/>
                </a:cubicBezTo>
                <a:cubicBezTo>
                  <a:pt x="490" y="690"/>
                  <a:pt x="490" y="690"/>
                  <a:pt x="490" y="690"/>
                </a:cubicBezTo>
                <a:cubicBezTo>
                  <a:pt x="493" y="689"/>
                  <a:pt x="493" y="689"/>
                  <a:pt x="493" y="689"/>
                </a:cubicBezTo>
                <a:cubicBezTo>
                  <a:pt x="493" y="689"/>
                  <a:pt x="493" y="689"/>
                  <a:pt x="493" y="689"/>
                </a:cubicBezTo>
                <a:cubicBezTo>
                  <a:pt x="496" y="688"/>
                  <a:pt x="496" y="688"/>
                  <a:pt x="496" y="688"/>
                </a:cubicBezTo>
                <a:cubicBezTo>
                  <a:pt x="496" y="688"/>
                  <a:pt x="496" y="688"/>
                  <a:pt x="496" y="688"/>
                </a:cubicBezTo>
                <a:cubicBezTo>
                  <a:pt x="499" y="686"/>
                  <a:pt x="499" y="686"/>
                  <a:pt x="499" y="686"/>
                </a:cubicBezTo>
                <a:cubicBezTo>
                  <a:pt x="499" y="686"/>
                  <a:pt x="499" y="686"/>
                  <a:pt x="499" y="686"/>
                </a:cubicBezTo>
                <a:cubicBezTo>
                  <a:pt x="502" y="685"/>
                  <a:pt x="502" y="685"/>
                  <a:pt x="502" y="685"/>
                </a:cubicBezTo>
                <a:cubicBezTo>
                  <a:pt x="502" y="685"/>
                  <a:pt x="502" y="685"/>
                  <a:pt x="502" y="685"/>
                </a:cubicBezTo>
                <a:cubicBezTo>
                  <a:pt x="506" y="684"/>
                  <a:pt x="506" y="684"/>
                  <a:pt x="506" y="684"/>
                </a:cubicBezTo>
                <a:cubicBezTo>
                  <a:pt x="506" y="684"/>
                  <a:pt x="506" y="684"/>
                  <a:pt x="506" y="684"/>
                </a:cubicBezTo>
                <a:cubicBezTo>
                  <a:pt x="509" y="683"/>
                  <a:pt x="509" y="683"/>
                  <a:pt x="509" y="683"/>
                </a:cubicBezTo>
                <a:cubicBezTo>
                  <a:pt x="509" y="683"/>
                  <a:pt x="509" y="683"/>
                  <a:pt x="509" y="683"/>
                </a:cubicBezTo>
                <a:cubicBezTo>
                  <a:pt x="512" y="683"/>
                  <a:pt x="512" y="683"/>
                  <a:pt x="512" y="683"/>
                </a:cubicBezTo>
                <a:cubicBezTo>
                  <a:pt x="512" y="683"/>
                  <a:pt x="512" y="683"/>
                  <a:pt x="512" y="683"/>
                </a:cubicBezTo>
                <a:cubicBezTo>
                  <a:pt x="522" y="679"/>
                  <a:pt x="522" y="679"/>
                  <a:pt x="522" y="679"/>
                </a:cubicBezTo>
                <a:cubicBezTo>
                  <a:pt x="522" y="679"/>
                  <a:pt x="522" y="679"/>
                  <a:pt x="522" y="679"/>
                </a:cubicBezTo>
                <a:cubicBezTo>
                  <a:pt x="533" y="677"/>
                  <a:pt x="533" y="677"/>
                  <a:pt x="533" y="677"/>
                </a:cubicBezTo>
                <a:cubicBezTo>
                  <a:pt x="533" y="677"/>
                  <a:pt x="533" y="677"/>
                  <a:pt x="533" y="677"/>
                </a:cubicBezTo>
                <a:cubicBezTo>
                  <a:pt x="534" y="674"/>
                  <a:pt x="534" y="674"/>
                  <a:pt x="534" y="674"/>
                </a:cubicBezTo>
                <a:cubicBezTo>
                  <a:pt x="534" y="674"/>
                  <a:pt x="534" y="674"/>
                  <a:pt x="534" y="674"/>
                </a:cubicBezTo>
                <a:cubicBezTo>
                  <a:pt x="536" y="671"/>
                  <a:pt x="536" y="671"/>
                  <a:pt x="536" y="671"/>
                </a:cubicBezTo>
                <a:cubicBezTo>
                  <a:pt x="536" y="671"/>
                  <a:pt x="536" y="671"/>
                  <a:pt x="536" y="671"/>
                </a:cubicBezTo>
                <a:cubicBezTo>
                  <a:pt x="536" y="668"/>
                  <a:pt x="536" y="668"/>
                  <a:pt x="536" y="668"/>
                </a:cubicBezTo>
                <a:cubicBezTo>
                  <a:pt x="536" y="668"/>
                  <a:pt x="536" y="668"/>
                  <a:pt x="536" y="668"/>
                </a:cubicBezTo>
                <a:cubicBezTo>
                  <a:pt x="536" y="664"/>
                  <a:pt x="536" y="664"/>
                  <a:pt x="536" y="664"/>
                </a:cubicBezTo>
                <a:cubicBezTo>
                  <a:pt x="536" y="664"/>
                  <a:pt x="536" y="664"/>
                  <a:pt x="536" y="664"/>
                </a:cubicBezTo>
                <a:cubicBezTo>
                  <a:pt x="536" y="661"/>
                  <a:pt x="536" y="661"/>
                  <a:pt x="536" y="661"/>
                </a:cubicBezTo>
                <a:cubicBezTo>
                  <a:pt x="536" y="661"/>
                  <a:pt x="536" y="661"/>
                  <a:pt x="536" y="661"/>
                </a:cubicBezTo>
                <a:cubicBezTo>
                  <a:pt x="536" y="657"/>
                  <a:pt x="536" y="657"/>
                  <a:pt x="536" y="657"/>
                </a:cubicBezTo>
                <a:cubicBezTo>
                  <a:pt x="536" y="657"/>
                  <a:pt x="536" y="657"/>
                  <a:pt x="536" y="657"/>
                </a:cubicBezTo>
                <a:cubicBezTo>
                  <a:pt x="536" y="654"/>
                  <a:pt x="536" y="654"/>
                  <a:pt x="536" y="654"/>
                </a:cubicBezTo>
                <a:cubicBezTo>
                  <a:pt x="536" y="654"/>
                  <a:pt x="536" y="654"/>
                  <a:pt x="536" y="654"/>
                </a:cubicBezTo>
                <a:cubicBezTo>
                  <a:pt x="536" y="650"/>
                  <a:pt x="536" y="650"/>
                  <a:pt x="535" y="647"/>
                </a:cubicBezTo>
                <a:cubicBezTo>
                  <a:pt x="535" y="647"/>
                  <a:pt x="535" y="647"/>
                  <a:pt x="535" y="647"/>
                </a:cubicBezTo>
                <a:cubicBezTo>
                  <a:pt x="535" y="645"/>
                  <a:pt x="534" y="644"/>
                  <a:pt x="534" y="643"/>
                </a:cubicBezTo>
                <a:cubicBezTo>
                  <a:pt x="534" y="643"/>
                  <a:pt x="534" y="643"/>
                  <a:pt x="534" y="643"/>
                </a:cubicBezTo>
                <a:cubicBezTo>
                  <a:pt x="534" y="641"/>
                  <a:pt x="534" y="641"/>
                  <a:pt x="534" y="641"/>
                </a:cubicBezTo>
                <a:cubicBezTo>
                  <a:pt x="534" y="641"/>
                  <a:pt x="534" y="641"/>
                  <a:pt x="534" y="641"/>
                </a:cubicBezTo>
                <a:cubicBezTo>
                  <a:pt x="533" y="639"/>
                  <a:pt x="533" y="639"/>
                  <a:pt x="533" y="639"/>
                </a:cubicBezTo>
                <a:cubicBezTo>
                  <a:pt x="533" y="639"/>
                  <a:pt x="533" y="639"/>
                  <a:pt x="533" y="639"/>
                </a:cubicBezTo>
                <a:cubicBezTo>
                  <a:pt x="532" y="637"/>
                  <a:pt x="532" y="637"/>
                  <a:pt x="532" y="637"/>
                </a:cubicBezTo>
                <a:cubicBezTo>
                  <a:pt x="532" y="637"/>
                  <a:pt x="532" y="637"/>
                  <a:pt x="532" y="637"/>
                </a:cubicBezTo>
                <a:cubicBezTo>
                  <a:pt x="531" y="635"/>
                  <a:pt x="531" y="635"/>
                  <a:pt x="531" y="635"/>
                </a:cubicBezTo>
                <a:cubicBezTo>
                  <a:pt x="531" y="635"/>
                  <a:pt x="531" y="635"/>
                  <a:pt x="531" y="635"/>
                </a:cubicBezTo>
                <a:cubicBezTo>
                  <a:pt x="531" y="635"/>
                  <a:pt x="531" y="635"/>
                  <a:pt x="531" y="635"/>
                </a:cubicBezTo>
                <a:cubicBezTo>
                  <a:pt x="531" y="635"/>
                  <a:pt x="531" y="635"/>
                  <a:pt x="531" y="635"/>
                </a:cubicBezTo>
                <a:cubicBezTo>
                  <a:pt x="531" y="635"/>
                  <a:pt x="531" y="635"/>
                  <a:pt x="531" y="635"/>
                </a:cubicBezTo>
                <a:cubicBezTo>
                  <a:pt x="531" y="635"/>
                  <a:pt x="531" y="635"/>
                  <a:pt x="531" y="635"/>
                </a:cubicBezTo>
                <a:cubicBezTo>
                  <a:pt x="532" y="635"/>
                  <a:pt x="532" y="635"/>
                  <a:pt x="532" y="635"/>
                </a:cubicBezTo>
                <a:cubicBezTo>
                  <a:pt x="532" y="635"/>
                  <a:pt x="532" y="635"/>
                  <a:pt x="532" y="635"/>
                </a:cubicBezTo>
                <a:cubicBezTo>
                  <a:pt x="533" y="635"/>
                  <a:pt x="533" y="635"/>
                  <a:pt x="533" y="635"/>
                </a:cubicBezTo>
                <a:cubicBezTo>
                  <a:pt x="533" y="635"/>
                  <a:pt x="533" y="635"/>
                  <a:pt x="533" y="635"/>
                </a:cubicBezTo>
                <a:cubicBezTo>
                  <a:pt x="533" y="635"/>
                  <a:pt x="533" y="635"/>
                  <a:pt x="533" y="635"/>
                </a:cubicBezTo>
                <a:cubicBezTo>
                  <a:pt x="533" y="635"/>
                  <a:pt x="533" y="635"/>
                  <a:pt x="533" y="635"/>
                </a:cubicBezTo>
                <a:cubicBezTo>
                  <a:pt x="534" y="635"/>
                  <a:pt x="534" y="635"/>
                  <a:pt x="534" y="635"/>
                </a:cubicBezTo>
                <a:cubicBezTo>
                  <a:pt x="534" y="635"/>
                  <a:pt x="534" y="635"/>
                  <a:pt x="534" y="635"/>
                </a:cubicBezTo>
                <a:cubicBezTo>
                  <a:pt x="534" y="635"/>
                  <a:pt x="534" y="635"/>
                  <a:pt x="534" y="635"/>
                </a:cubicBezTo>
                <a:cubicBezTo>
                  <a:pt x="534" y="635"/>
                  <a:pt x="534" y="635"/>
                  <a:pt x="534" y="635"/>
                </a:cubicBezTo>
                <a:cubicBezTo>
                  <a:pt x="536" y="637"/>
                  <a:pt x="536" y="637"/>
                  <a:pt x="536" y="637"/>
                </a:cubicBezTo>
                <a:cubicBezTo>
                  <a:pt x="536" y="637"/>
                  <a:pt x="536" y="637"/>
                  <a:pt x="536" y="637"/>
                </a:cubicBezTo>
                <a:cubicBezTo>
                  <a:pt x="538" y="638"/>
                  <a:pt x="538" y="638"/>
                  <a:pt x="538" y="638"/>
                </a:cubicBezTo>
                <a:cubicBezTo>
                  <a:pt x="538" y="638"/>
                  <a:pt x="538" y="638"/>
                  <a:pt x="538" y="638"/>
                </a:cubicBezTo>
                <a:cubicBezTo>
                  <a:pt x="540" y="640"/>
                  <a:pt x="540" y="640"/>
                  <a:pt x="540" y="640"/>
                </a:cubicBezTo>
                <a:cubicBezTo>
                  <a:pt x="540" y="640"/>
                  <a:pt x="540" y="640"/>
                  <a:pt x="540" y="640"/>
                </a:cubicBezTo>
                <a:cubicBezTo>
                  <a:pt x="541" y="641"/>
                  <a:pt x="541" y="641"/>
                  <a:pt x="541" y="641"/>
                </a:cubicBezTo>
                <a:cubicBezTo>
                  <a:pt x="541" y="641"/>
                  <a:pt x="541" y="641"/>
                  <a:pt x="541" y="641"/>
                </a:cubicBezTo>
                <a:cubicBezTo>
                  <a:pt x="542" y="642"/>
                  <a:pt x="542" y="642"/>
                  <a:pt x="543" y="643"/>
                </a:cubicBezTo>
                <a:cubicBezTo>
                  <a:pt x="543" y="643"/>
                  <a:pt x="543" y="643"/>
                  <a:pt x="543" y="643"/>
                </a:cubicBezTo>
                <a:cubicBezTo>
                  <a:pt x="544" y="645"/>
                  <a:pt x="544" y="645"/>
                  <a:pt x="544" y="647"/>
                </a:cubicBezTo>
                <a:cubicBezTo>
                  <a:pt x="544" y="647"/>
                  <a:pt x="544" y="647"/>
                  <a:pt x="544" y="647"/>
                </a:cubicBezTo>
                <a:cubicBezTo>
                  <a:pt x="544" y="648"/>
                  <a:pt x="544" y="648"/>
                  <a:pt x="544" y="649"/>
                </a:cubicBezTo>
                <a:cubicBezTo>
                  <a:pt x="544" y="649"/>
                  <a:pt x="544" y="649"/>
                  <a:pt x="544" y="649"/>
                </a:cubicBezTo>
                <a:cubicBezTo>
                  <a:pt x="539" y="675"/>
                  <a:pt x="539" y="675"/>
                  <a:pt x="539" y="675"/>
                </a:cubicBezTo>
                <a:cubicBezTo>
                  <a:pt x="540" y="675"/>
                  <a:pt x="540" y="675"/>
                  <a:pt x="540" y="675"/>
                </a:cubicBezTo>
                <a:cubicBezTo>
                  <a:pt x="543" y="674"/>
                  <a:pt x="543" y="674"/>
                  <a:pt x="543" y="674"/>
                </a:cubicBezTo>
                <a:cubicBezTo>
                  <a:pt x="543" y="674"/>
                  <a:pt x="543" y="674"/>
                  <a:pt x="543" y="674"/>
                </a:cubicBezTo>
                <a:cubicBezTo>
                  <a:pt x="545" y="674"/>
                  <a:pt x="545" y="674"/>
                  <a:pt x="545" y="674"/>
                </a:cubicBezTo>
                <a:cubicBezTo>
                  <a:pt x="545" y="674"/>
                  <a:pt x="545" y="674"/>
                  <a:pt x="545" y="674"/>
                </a:cubicBezTo>
                <a:cubicBezTo>
                  <a:pt x="548" y="672"/>
                  <a:pt x="548" y="672"/>
                  <a:pt x="548" y="672"/>
                </a:cubicBezTo>
                <a:cubicBezTo>
                  <a:pt x="548" y="672"/>
                  <a:pt x="548" y="672"/>
                  <a:pt x="548" y="672"/>
                </a:cubicBezTo>
                <a:cubicBezTo>
                  <a:pt x="551" y="671"/>
                  <a:pt x="551" y="671"/>
                  <a:pt x="551" y="671"/>
                </a:cubicBezTo>
                <a:cubicBezTo>
                  <a:pt x="551" y="671"/>
                  <a:pt x="551" y="671"/>
                  <a:pt x="551" y="671"/>
                </a:cubicBezTo>
                <a:cubicBezTo>
                  <a:pt x="553" y="670"/>
                  <a:pt x="553" y="670"/>
                  <a:pt x="553" y="670"/>
                </a:cubicBezTo>
                <a:cubicBezTo>
                  <a:pt x="553" y="670"/>
                  <a:pt x="553" y="670"/>
                  <a:pt x="553" y="670"/>
                </a:cubicBezTo>
                <a:cubicBezTo>
                  <a:pt x="555" y="668"/>
                  <a:pt x="555" y="668"/>
                  <a:pt x="555" y="668"/>
                </a:cubicBezTo>
                <a:cubicBezTo>
                  <a:pt x="555" y="668"/>
                  <a:pt x="555" y="668"/>
                  <a:pt x="555" y="668"/>
                </a:cubicBezTo>
                <a:cubicBezTo>
                  <a:pt x="557" y="666"/>
                  <a:pt x="557" y="666"/>
                  <a:pt x="557" y="666"/>
                </a:cubicBezTo>
                <a:cubicBezTo>
                  <a:pt x="557" y="666"/>
                  <a:pt x="557" y="666"/>
                  <a:pt x="557" y="666"/>
                </a:cubicBezTo>
                <a:cubicBezTo>
                  <a:pt x="559" y="664"/>
                  <a:pt x="559" y="664"/>
                  <a:pt x="559" y="664"/>
                </a:cubicBezTo>
                <a:cubicBezTo>
                  <a:pt x="559" y="664"/>
                  <a:pt x="559" y="664"/>
                  <a:pt x="559" y="664"/>
                </a:cubicBezTo>
                <a:cubicBezTo>
                  <a:pt x="560" y="665"/>
                  <a:pt x="560" y="665"/>
                  <a:pt x="560" y="665"/>
                </a:cubicBezTo>
                <a:cubicBezTo>
                  <a:pt x="560" y="665"/>
                  <a:pt x="560" y="665"/>
                  <a:pt x="560" y="665"/>
                </a:cubicBezTo>
                <a:cubicBezTo>
                  <a:pt x="561" y="665"/>
                  <a:pt x="561" y="665"/>
                  <a:pt x="561" y="665"/>
                </a:cubicBezTo>
                <a:cubicBezTo>
                  <a:pt x="561" y="665"/>
                  <a:pt x="561" y="665"/>
                  <a:pt x="561" y="665"/>
                </a:cubicBezTo>
                <a:cubicBezTo>
                  <a:pt x="561" y="665"/>
                  <a:pt x="561" y="665"/>
                  <a:pt x="561" y="665"/>
                </a:cubicBezTo>
                <a:cubicBezTo>
                  <a:pt x="561" y="665"/>
                  <a:pt x="561" y="665"/>
                  <a:pt x="561" y="665"/>
                </a:cubicBezTo>
                <a:cubicBezTo>
                  <a:pt x="562" y="665"/>
                  <a:pt x="562" y="665"/>
                  <a:pt x="562" y="665"/>
                </a:cubicBezTo>
                <a:cubicBezTo>
                  <a:pt x="562" y="665"/>
                  <a:pt x="562" y="665"/>
                  <a:pt x="562" y="665"/>
                </a:cubicBezTo>
                <a:cubicBezTo>
                  <a:pt x="563" y="666"/>
                  <a:pt x="563" y="666"/>
                  <a:pt x="563" y="666"/>
                </a:cubicBezTo>
                <a:cubicBezTo>
                  <a:pt x="563" y="666"/>
                  <a:pt x="563" y="666"/>
                  <a:pt x="563" y="666"/>
                </a:cubicBezTo>
                <a:cubicBezTo>
                  <a:pt x="564" y="666"/>
                  <a:pt x="564" y="666"/>
                  <a:pt x="564" y="666"/>
                </a:cubicBezTo>
                <a:cubicBezTo>
                  <a:pt x="564" y="666"/>
                  <a:pt x="564" y="666"/>
                  <a:pt x="564" y="666"/>
                </a:cubicBezTo>
                <a:cubicBezTo>
                  <a:pt x="564" y="667"/>
                  <a:pt x="564" y="667"/>
                  <a:pt x="564" y="667"/>
                </a:cubicBezTo>
                <a:cubicBezTo>
                  <a:pt x="564" y="667"/>
                  <a:pt x="564" y="667"/>
                  <a:pt x="564" y="667"/>
                </a:cubicBezTo>
                <a:cubicBezTo>
                  <a:pt x="565" y="667"/>
                  <a:pt x="565" y="667"/>
                  <a:pt x="565" y="667"/>
                </a:cubicBezTo>
                <a:cubicBezTo>
                  <a:pt x="565" y="667"/>
                  <a:pt x="565" y="667"/>
                  <a:pt x="565" y="667"/>
                </a:cubicBezTo>
                <a:cubicBezTo>
                  <a:pt x="547" y="676"/>
                  <a:pt x="547" y="676"/>
                  <a:pt x="547" y="676"/>
                </a:cubicBezTo>
                <a:cubicBezTo>
                  <a:pt x="547" y="676"/>
                  <a:pt x="547" y="676"/>
                  <a:pt x="547" y="676"/>
                </a:cubicBezTo>
                <a:cubicBezTo>
                  <a:pt x="546" y="676"/>
                  <a:pt x="546" y="676"/>
                  <a:pt x="546" y="676"/>
                </a:cubicBezTo>
                <a:cubicBezTo>
                  <a:pt x="546" y="676"/>
                  <a:pt x="546" y="676"/>
                  <a:pt x="546" y="676"/>
                </a:cubicBezTo>
                <a:cubicBezTo>
                  <a:pt x="545" y="676"/>
                  <a:pt x="545" y="676"/>
                  <a:pt x="545" y="676"/>
                </a:cubicBezTo>
                <a:cubicBezTo>
                  <a:pt x="545" y="676"/>
                  <a:pt x="545" y="676"/>
                  <a:pt x="545" y="676"/>
                </a:cubicBezTo>
                <a:cubicBezTo>
                  <a:pt x="545" y="676"/>
                  <a:pt x="545" y="676"/>
                  <a:pt x="545" y="676"/>
                </a:cubicBezTo>
                <a:cubicBezTo>
                  <a:pt x="545" y="676"/>
                  <a:pt x="545" y="676"/>
                  <a:pt x="545" y="676"/>
                </a:cubicBezTo>
                <a:cubicBezTo>
                  <a:pt x="544" y="676"/>
                  <a:pt x="544" y="676"/>
                  <a:pt x="544" y="676"/>
                </a:cubicBezTo>
                <a:cubicBezTo>
                  <a:pt x="544" y="676"/>
                  <a:pt x="544" y="676"/>
                  <a:pt x="544" y="676"/>
                </a:cubicBezTo>
                <a:cubicBezTo>
                  <a:pt x="544" y="677"/>
                  <a:pt x="544" y="677"/>
                  <a:pt x="544" y="677"/>
                </a:cubicBezTo>
                <a:cubicBezTo>
                  <a:pt x="544" y="677"/>
                  <a:pt x="544" y="677"/>
                  <a:pt x="544" y="677"/>
                </a:cubicBezTo>
                <a:cubicBezTo>
                  <a:pt x="543" y="677"/>
                  <a:pt x="543" y="677"/>
                  <a:pt x="543" y="677"/>
                </a:cubicBezTo>
                <a:cubicBezTo>
                  <a:pt x="543" y="677"/>
                  <a:pt x="543" y="677"/>
                  <a:pt x="543" y="677"/>
                </a:cubicBezTo>
                <a:cubicBezTo>
                  <a:pt x="543" y="677"/>
                  <a:pt x="543" y="677"/>
                  <a:pt x="543" y="677"/>
                </a:cubicBezTo>
                <a:cubicBezTo>
                  <a:pt x="543" y="677"/>
                  <a:pt x="543" y="677"/>
                  <a:pt x="543" y="677"/>
                </a:cubicBezTo>
                <a:cubicBezTo>
                  <a:pt x="543" y="677"/>
                  <a:pt x="543" y="677"/>
                  <a:pt x="543" y="677"/>
                </a:cubicBezTo>
                <a:cubicBezTo>
                  <a:pt x="543" y="677"/>
                  <a:pt x="543" y="677"/>
                  <a:pt x="543" y="677"/>
                </a:cubicBezTo>
                <a:cubicBezTo>
                  <a:pt x="542" y="678"/>
                  <a:pt x="542" y="678"/>
                  <a:pt x="542" y="678"/>
                </a:cubicBezTo>
                <a:cubicBezTo>
                  <a:pt x="542" y="678"/>
                  <a:pt x="542" y="678"/>
                  <a:pt x="542" y="678"/>
                </a:cubicBezTo>
                <a:cubicBezTo>
                  <a:pt x="542" y="678"/>
                  <a:pt x="542" y="678"/>
                  <a:pt x="542" y="678"/>
                </a:cubicBezTo>
                <a:cubicBezTo>
                  <a:pt x="542" y="678"/>
                  <a:pt x="542" y="678"/>
                  <a:pt x="542" y="678"/>
                </a:cubicBezTo>
                <a:cubicBezTo>
                  <a:pt x="541" y="678"/>
                  <a:pt x="541" y="678"/>
                  <a:pt x="541" y="678"/>
                </a:cubicBezTo>
                <a:cubicBezTo>
                  <a:pt x="541" y="678"/>
                  <a:pt x="541" y="678"/>
                  <a:pt x="541" y="678"/>
                </a:cubicBezTo>
                <a:cubicBezTo>
                  <a:pt x="540" y="678"/>
                  <a:pt x="540" y="678"/>
                  <a:pt x="540" y="678"/>
                </a:cubicBezTo>
                <a:cubicBezTo>
                  <a:pt x="540" y="678"/>
                  <a:pt x="540" y="678"/>
                  <a:pt x="540" y="678"/>
                </a:cubicBezTo>
                <a:cubicBezTo>
                  <a:pt x="540" y="679"/>
                  <a:pt x="540" y="679"/>
                  <a:pt x="540" y="679"/>
                </a:cubicBezTo>
                <a:cubicBezTo>
                  <a:pt x="540" y="679"/>
                  <a:pt x="540" y="679"/>
                  <a:pt x="540" y="679"/>
                </a:cubicBezTo>
                <a:cubicBezTo>
                  <a:pt x="539" y="679"/>
                  <a:pt x="539" y="679"/>
                  <a:pt x="539" y="679"/>
                </a:cubicBezTo>
                <a:cubicBezTo>
                  <a:pt x="539" y="679"/>
                  <a:pt x="539" y="679"/>
                  <a:pt x="539" y="679"/>
                </a:cubicBezTo>
                <a:cubicBezTo>
                  <a:pt x="539" y="679"/>
                  <a:pt x="539" y="679"/>
                  <a:pt x="539" y="679"/>
                </a:cubicBezTo>
                <a:cubicBezTo>
                  <a:pt x="539" y="679"/>
                  <a:pt x="539" y="679"/>
                  <a:pt x="539" y="679"/>
                </a:cubicBezTo>
                <a:cubicBezTo>
                  <a:pt x="538" y="679"/>
                  <a:pt x="538" y="679"/>
                  <a:pt x="538" y="679"/>
                </a:cubicBezTo>
                <a:cubicBezTo>
                  <a:pt x="538" y="679"/>
                  <a:pt x="538" y="679"/>
                  <a:pt x="538" y="679"/>
                </a:cubicBezTo>
                <a:cubicBezTo>
                  <a:pt x="535" y="690"/>
                  <a:pt x="535" y="690"/>
                  <a:pt x="535" y="690"/>
                </a:cubicBezTo>
                <a:cubicBezTo>
                  <a:pt x="535" y="690"/>
                  <a:pt x="535" y="690"/>
                  <a:pt x="535" y="690"/>
                </a:cubicBezTo>
                <a:cubicBezTo>
                  <a:pt x="531" y="698"/>
                  <a:pt x="531" y="698"/>
                  <a:pt x="531" y="698"/>
                </a:cubicBezTo>
                <a:cubicBezTo>
                  <a:pt x="531" y="698"/>
                  <a:pt x="531" y="698"/>
                  <a:pt x="531" y="698"/>
                </a:cubicBezTo>
                <a:cubicBezTo>
                  <a:pt x="530" y="699"/>
                  <a:pt x="530" y="699"/>
                  <a:pt x="530" y="699"/>
                </a:cubicBezTo>
                <a:cubicBezTo>
                  <a:pt x="530" y="699"/>
                  <a:pt x="530" y="699"/>
                  <a:pt x="530" y="699"/>
                </a:cubicBezTo>
                <a:cubicBezTo>
                  <a:pt x="529" y="700"/>
                  <a:pt x="529" y="700"/>
                  <a:pt x="529" y="700"/>
                </a:cubicBezTo>
                <a:cubicBezTo>
                  <a:pt x="529" y="700"/>
                  <a:pt x="529" y="700"/>
                  <a:pt x="529" y="700"/>
                </a:cubicBezTo>
                <a:cubicBezTo>
                  <a:pt x="528" y="701"/>
                  <a:pt x="528" y="701"/>
                  <a:pt x="528" y="701"/>
                </a:cubicBezTo>
                <a:cubicBezTo>
                  <a:pt x="528" y="701"/>
                  <a:pt x="528" y="701"/>
                  <a:pt x="528" y="701"/>
                </a:cubicBezTo>
                <a:cubicBezTo>
                  <a:pt x="527" y="702"/>
                  <a:pt x="527" y="702"/>
                  <a:pt x="527" y="702"/>
                </a:cubicBezTo>
                <a:cubicBezTo>
                  <a:pt x="527" y="702"/>
                  <a:pt x="527" y="702"/>
                  <a:pt x="527" y="702"/>
                </a:cubicBezTo>
                <a:cubicBezTo>
                  <a:pt x="526" y="703"/>
                  <a:pt x="526" y="703"/>
                  <a:pt x="526" y="703"/>
                </a:cubicBezTo>
                <a:cubicBezTo>
                  <a:pt x="526" y="703"/>
                  <a:pt x="526" y="703"/>
                  <a:pt x="526" y="703"/>
                </a:cubicBezTo>
                <a:cubicBezTo>
                  <a:pt x="525" y="704"/>
                  <a:pt x="525" y="704"/>
                  <a:pt x="525" y="704"/>
                </a:cubicBezTo>
                <a:cubicBezTo>
                  <a:pt x="525" y="704"/>
                  <a:pt x="525" y="704"/>
                  <a:pt x="525" y="704"/>
                </a:cubicBezTo>
                <a:cubicBezTo>
                  <a:pt x="523" y="705"/>
                  <a:pt x="523" y="705"/>
                  <a:pt x="523" y="705"/>
                </a:cubicBezTo>
                <a:cubicBezTo>
                  <a:pt x="523" y="705"/>
                  <a:pt x="523" y="705"/>
                  <a:pt x="523" y="705"/>
                </a:cubicBezTo>
                <a:cubicBezTo>
                  <a:pt x="521" y="705"/>
                  <a:pt x="521" y="705"/>
                  <a:pt x="521" y="705"/>
                </a:cubicBezTo>
                <a:cubicBezTo>
                  <a:pt x="521" y="705"/>
                  <a:pt x="521" y="705"/>
                  <a:pt x="521" y="705"/>
                </a:cubicBezTo>
                <a:cubicBezTo>
                  <a:pt x="515" y="708"/>
                  <a:pt x="515" y="708"/>
                  <a:pt x="515" y="708"/>
                </a:cubicBezTo>
                <a:cubicBezTo>
                  <a:pt x="515" y="708"/>
                  <a:pt x="515" y="708"/>
                  <a:pt x="515" y="708"/>
                </a:cubicBezTo>
                <a:cubicBezTo>
                  <a:pt x="515" y="709"/>
                  <a:pt x="515" y="709"/>
                  <a:pt x="515" y="709"/>
                </a:cubicBezTo>
                <a:cubicBezTo>
                  <a:pt x="515" y="709"/>
                  <a:pt x="515" y="709"/>
                  <a:pt x="515" y="709"/>
                </a:cubicBezTo>
                <a:cubicBezTo>
                  <a:pt x="514" y="709"/>
                  <a:pt x="514" y="709"/>
                  <a:pt x="514" y="709"/>
                </a:cubicBezTo>
                <a:cubicBezTo>
                  <a:pt x="514" y="709"/>
                  <a:pt x="514" y="709"/>
                  <a:pt x="514" y="709"/>
                </a:cubicBezTo>
                <a:cubicBezTo>
                  <a:pt x="514" y="709"/>
                  <a:pt x="514" y="709"/>
                  <a:pt x="514" y="709"/>
                </a:cubicBezTo>
                <a:cubicBezTo>
                  <a:pt x="514" y="709"/>
                  <a:pt x="514" y="709"/>
                  <a:pt x="514" y="709"/>
                </a:cubicBezTo>
                <a:cubicBezTo>
                  <a:pt x="514" y="709"/>
                  <a:pt x="514" y="709"/>
                  <a:pt x="514" y="709"/>
                </a:cubicBezTo>
                <a:cubicBezTo>
                  <a:pt x="514" y="709"/>
                  <a:pt x="514" y="709"/>
                  <a:pt x="514" y="709"/>
                </a:cubicBezTo>
                <a:cubicBezTo>
                  <a:pt x="513" y="709"/>
                  <a:pt x="513" y="709"/>
                  <a:pt x="513" y="709"/>
                </a:cubicBezTo>
                <a:cubicBezTo>
                  <a:pt x="513" y="709"/>
                  <a:pt x="513" y="709"/>
                  <a:pt x="513" y="709"/>
                </a:cubicBezTo>
                <a:cubicBezTo>
                  <a:pt x="513" y="710"/>
                  <a:pt x="513" y="710"/>
                  <a:pt x="513" y="710"/>
                </a:cubicBezTo>
                <a:cubicBezTo>
                  <a:pt x="513" y="710"/>
                  <a:pt x="513" y="710"/>
                  <a:pt x="513" y="710"/>
                </a:cubicBezTo>
                <a:cubicBezTo>
                  <a:pt x="512" y="710"/>
                  <a:pt x="512" y="710"/>
                  <a:pt x="512" y="710"/>
                </a:cubicBezTo>
                <a:cubicBezTo>
                  <a:pt x="512" y="710"/>
                  <a:pt x="512" y="710"/>
                  <a:pt x="512" y="710"/>
                </a:cubicBezTo>
                <a:cubicBezTo>
                  <a:pt x="512" y="710"/>
                  <a:pt x="512" y="710"/>
                  <a:pt x="512" y="710"/>
                </a:cubicBezTo>
                <a:cubicBezTo>
                  <a:pt x="512" y="710"/>
                  <a:pt x="512" y="710"/>
                  <a:pt x="512" y="710"/>
                </a:cubicBezTo>
                <a:cubicBezTo>
                  <a:pt x="507" y="712"/>
                  <a:pt x="507" y="712"/>
                  <a:pt x="507" y="712"/>
                </a:cubicBezTo>
                <a:lnTo>
                  <a:pt x="506" y="712"/>
                </a:lnTo>
                <a:close/>
                <a:moveTo>
                  <a:pt x="242" y="710"/>
                </a:moveTo>
                <a:cubicBezTo>
                  <a:pt x="241" y="710"/>
                  <a:pt x="241" y="710"/>
                  <a:pt x="241" y="710"/>
                </a:cubicBezTo>
                <a:cubicBezTo>
                  <a:pt x="241" y="710"/>
                  <a:pt x="241" y="710"/>
                  <a:pt x="241" y="710"/>
                </a:cubicBezTo>
                <a:cubicBezTo>
                  <a:pt x="241" y="710"/>
                  <a:pt x="241" y="710"/>
                  <a:pt x="241" y="710"/>
                </a:cubicBezTo>
                <a:cubicBezTo>
                  <a:pt x="241" y="710"/>
                  <a:pt x="241" y="710"/>
                  <a:pt x="241" y="710"/>
                </a:cubicBezTo>
                <a:cubicBezTo>
                  <a:pt x="241" y="710"/>
                  <a:pt x="241" y="710"/>
                  <a:pt x="241" y="710"/>
                </a:cubicBezTo>
                <a:cubicBezTo>
                  <a:pt x="241" y="710"/>
                  <a:pt x="241" y="710"/>
                  <a:pt x="241" y="710"/>
                </a:cubicBezTo>
                <a:cubicBezTo>
                  <a:pt x="241" y="710"/>
                  <a:pt x="241" y="710"/>
                  <a:pt x="241" y="710"/>
                </a:cubicBezTo>
                <a:cubicBezTo>
                  <a:pt x="241" y="710"/>
                  <a:pt x="241" y="710"/>
                  <a:pt x="241" y="710"/>
                </a:cubicBezTo>
                <a:cubicBezTo>
                  <a:pt x="240" y="710"/>
                  <a:pt x="240" y="710"/>
                  <a:pt x="240" y="710"/>
                </a:cubicBezTo>
                <a:cubicBezTo>
                  <a:pt x="240" y="710"/>
                  <a:pt x="240" y="710"/>
                  <a:pt x="240" y="710"/>
                </a:cubicBezTo>
                <a:cubicBezTo>
                  <a:pt x="240" y="710"/>
                  <a:pt x="240" y="710"/>
                  <a:pt x="240" y="710"/>
                </a:cubicBezTo>
                <a:cubicBezTo>
                  <a:pt x="240" y="710"/>
                  <a:pt x="240" y="710"/>
                  <a:pt x="240" y="710"/>
                </a:cubicBezTo>
                <a:cubicBezTo>
                  <a:pt x="240" y="709"/>
                  <a:pt x="240" y="709"/>
                  <a:pt x="240" y="709"/>
                </a:cubicBezTo>
                <a:cubicBezTo>
                  <a:pt x="240" y="709"/>
                  <a:pt x="240" y="709"/>
                  <a:pt x="240" y="709"/>
                </a:cubicBezTo>
                <a:cubicBezTo>
                  <a:pt x="240" y="709"/>
                  <a:pt x="240" y="709"/>
                  <a:pt x="240" y="709"/>
                </a:cubicBezTo>
                <a:cubicBezTo>
                  <a:pt x="240" y="709"/>
                  <a:pt x="240" y="709"/>
                  <a:pt x="240" y="709"/>
                </a:cubicBezTo>
                <a:cubicBezTo>
                  <a:pt x="240" y="708"/>
                  <a:pt x="240" y="708"/>
                  <a:pt x="240" y="708"/>
                </a:cubicBezTo>
                <a:cubicBezTo>
                  <a:pt x="240" y="708"/>
                  <a:pt x="240" y="708"/>
                  <a:pt x="240" y="708"/>
                </a:cubicBezTo>
                <a:cubicBezTo>
                  <a:pt x="240" y="706"/>
                  <a:pt x="240" y="706"/>
                  <a:pt x="240" y="706"/>
                </a:cubicBezTo>
                <a:cubicBezTo>
                  <a:pt x="240" y="706"/>
                  <a:pt x="240" y="706"/>
                  <a:pt x="240" y="706"/>
                </a:cubicBezTo>
                <a:cubicBezTo>
                  <a:pt x="239" y="705"/>
                  <a:pt x="239" y="705"/>
                  <a:pt x="239" y="705"/>
                </a:cubicBezTo>
                <a:cubicBezTo>
                  <a:pt x="239" y="705"/>
                  <a:pt x="239" y="705"/>
                  <a:pt x="239" y="705"/>
                </a:cubicBezTo>
                <a:cubicBezTo>
                  <a:pt x="239" y="704"/>
                  <a:pt x="239" y="704"/>
                  <a:pt x="239" y="704"/>
                </a:cubicBezTo>
                <a:cubicBezTo>
                  <a:pt x="239" y="704"/>
                  <a:pt x="239" y="704"/>
                  <a:pt x="239" y="704"/>
                </a:cubicBezTo>
                <a:cubicBezTo>
                  <a:pt x="238" y="703"/>
                  <a:pt x="238" y="703"/>
                  <a:pt x="238" y="703"/>
                </a:cubicBezTo>
                <a:cubicBezTo>
                  <a:pt x="238" y="703"/>
                  <a:pt x="238" y="703"/>
                  <a:pt x="238" y="703"/>
                </a:cubicBezTo>
                <a:cubicBezTo>
                  <a:pt x="237" y="702"/>
                  <a:pt x="237" y="702"/>
                  <a:pt x="237" y="702"/>
                </a:cubicBezTo>
                <a:cubicBezTo>
                  <a:pt x="237" y="702"/>
                  <a:pt x="237" y="702"/>
                  <a:pt x="237" y="702"/>
                </a:cubicBezTo>
                <a:cubicBezTo>
                  <a:pt x="236" y="701"/>
                  <a:pt x="236" y="701"/>
                  <a:pt x="236" y="701"/>
                </a:cubicBezTo>
                <a:cubicBezTo>
                  <a:pt x="236" y="701"/>
                  <a:pt x="236" y="701"/>
                  <a:pt x="236" y="701"/>
                </a:cubicBezTo>
                <a:cubicBezTo>
                  <a:pt x="235" y="700"/>
                  <a:pt x="235" y="700"/>
                  <a:pt x="235" y="700"/>
                </a:cubicBezTo>
                <a:cubicBezTo>
                  <a:pt x="235" y="700"/>
                  <a:pt x="235" y="700"/>
                  <a:pt x="235" y="700"/>
                </a:cubicBezTo>
                <a:cubicBezTo>
                  <a:pt x="235" y="700"/>
                  <a:pt x="235" y="700"/>
                  <a:pt x="235" y="700"/>
                </a:cubicBezTo>
                <a:cubicBezTo>
                  <a:pt x="235" y="700"/>
                  <a:pt x="235" y="700"/>
                  <a:pt x="235" y="700"/>
                </a:cubicBezTo>
                <a:cubicBezTo>
                  <a:pt x="235" y="700"/>
                  <a:pt x="235" y="700"/>
                  <a:pt x="235" y="700"/>
                </a:cubicBezTo>
                <a:cubicBezTo>
                  <a:pt x="235" y="700"/>
                  <a:pt x="235" y="700"/>
                  <a:pt x="235" y="700"/>
                </a:cubicBezTo>
                <a:cubicBezTo>
                  <a:pt x="235" y="700"/>
                  <a:pt x="235" y="700"/>
                  <a:pt x="235" y="700"/>
                </a:cubicBezTo>
                <a:cubicBezTo>
                  <a:pt x="235" y="700"/>
                  <a:pt x="235" y="700"/>
                  <a:pt x="235" y="700"/>
                </a:cubicBezTo>
                <a:cubicBezTo>
                  <a:pt x="235" y="699"/>
                  <a:pt x="235" y="699"/>
                  <a:pt x="235" y="699"/>
                </a:cubicBezTo>
                <a:cubicBezTo>
                  <a:pt x="235" y="699"/>
                  <a:pt x="235" y="699"/>
                  <a:pt x="235" y="699"/>
                </a:cubicBezTo>
                <a:cubicBezTo>
                  <a:pt x="236" y="699"/>
                  <a:pt x="236" y="699"/>
                  <a:pt x="236" y="699"/>
                </a:cubicBezTo>
                <a:cubicBezTo>
                  <a:pt x="236" y="699"/>
                  <a:pt x="236" y="699"/>
                  <a:pt x="236" y="699"/>
                </a:cubicBezTo>
                <a:cubicBezTo>
                  <a:pt x="236" y="699"/>
                  <a:pt x="236" y="699"/>
                  <a:pt x="236" y="699"/>
                </a:cubicBezTo>
                <a:cubicBezTo>
                  <a:pt x="236" y="699"/>
                  <a:pt x="236" y="699"/>
                  <a:pt x="236" y="699"/>
                </a:cubicBezTo>
                <a:cubicBezTo>
                  <a:pt x="236" y="699"/>
                  <a:pt x="236" y="699"/>
                  <a:pt x="236" y="699"/>
                </a:cubicBezTo>
                <a:cubicBezTo>
                  <a:pt x="236" y="699"/>
                  <a:pt x="236" y="699"/>
                  <a:pt x="236" y="699"/>
                </a:cubicBezTo>
                <a:cubicBezTo>
                  <a:pt x="237" y="699"/>
                  <a:pt x="237" y="699"/>
                  <a:pt x="237" y="699"/>
                </a:cubicBezTo>
                <a:cubicBezTo>
                  <a:pt x="237" y="699"/>
                  <a:pt x="237" y="699"/>
                  <a:pt x="237" y="699"/>
                </a:cubicBezTo>
                <a:cubicBezTo>
                  <a:pt x="238" y="699"/>
                  <a:pt x="238" y="699"/>
                  <a:pt x="238" y="699"/>
                </a:cubicBezTo>
                <a:cubicBezTo>
                  <a:pt x="238" y="699"/>
                  <a:pt x="238" y="699"/>
                  <a:pt x="238" y="699"/>
                </a:cubicBezTo>
                <a:cubicBezTo>
                  <a:pt x="239" y="700"/>
                  <a:pt x="239" y="700"/>
                  <a:pt x="239" y="700"/>
                </a:cubicBezTo>
                <a:cubicBezTo>
                  <a:pt x="239" y="700"/>
                  <a:pt x="239" y="700"/>
                  <a:pt x="239" y="700"/>
                </a:cubicBezTo>
                <a:cubicBezTo>
                  <a:pt x="241" y="701"/>
                  <a:pt x="241" y="701"/>
                  <a:pt x="241" y="701"/>
                </a:cubicBezTo>
                <a:cubicBezTo>
                  <a:pt x="241" y="701"/>
                  <a:pt x="241" y="701"/>
                  <a:pt x="241" y="701"/>
                </a:cubicBezTo>
                <a:cubicBezTo>
                  <a:pt x="242" y="702"/>
                  <a:pt x="242" y="702"/>
                  <a:pt x="242" y="702"/>
                </a:cubicBezTo>
                <a:cubicBezTo>
                  <a:pt x="242" y="702"/>
                  <a:pt x="242" y="702"/>
                  <a:pt x="242" y="702"/>
                </a:cubicBezTo>
                <a:cubicBezTo>
                  <a:pt x="244" y="703"/>
                  <a:pt x="244" y="703"/>
                  <a:pt x="244" y="703"/>
                </a:cubicBezTo>
                <a:cubicBezTo>
                  <a:pt x="244" y="703"/>
                  <a:pt x="244" y="703"/>
                  <a:pt x="244" y="703"/>
                </a:cubicBezTo>
                <a:cubicBezTo>
                  <a:pt x="245" y="704"/>
                  <a:pt x="245" y="704"/>
                  <a:pt x="245" y="704"/>
                </a:cubicBezTo>
                <a:cubicBezTo>
                  <a:pt x="245" y="704"/>
                  <a:pt x="245" y="704"/>
                  <a:pt x="245" y="704"/>
                </a:cubicBezTo>
                <a:cubicBezTo>
                  <a:pt x="246" y="705"/>
                  <a:pt x="246" y="705"/>
                  <a:pt x="246" y="705"/>
                </a:cubicBezTo>
                <a:cubicBezTo>
                  <a:pt x="246" y="705"/>
                  <a:pt x="246" y="705"/>
                  <a:pt x="246" y="705"/>
                </a:cubicBezTo>
                <a:cubicBezTo>
                  <a:pt x="247" y="706"/>
                  <a:pt x="247" y="706"/>
                  <a:pt x="247" y="706"/>
                </a:cubicBezTo>
                <a:cubicBezTo>
                  <a:pt x="247" y="706"/>
                  <a:pt x="247" y="706"/>
                  <a:pt x="247" y="706"/>
                </a:cubicBezTo>
                <a:cubicBezTo>
                  <a:pt x="247" y="706"/>
                  <a:pt x="247" y="706"/>
                  <a:pt x="247" y="706"/>
                </a:cubicBezTo>
                <a:cubicBezTo>
                  <a:pt x="247" y="706"/>
                  <a:pt x="247" y="706"/>
                  <a:pt x="247" y="706"/>
                </a:cubicBezTo>
                <a:cubicBezTo>
                  <a:pt x="247" y="706"/>
                  <a:pt x="247" y="706"/>
                  <a:pt x="247" y="706"/>
                </a:cubicBezTo>
                <a:cubicBezTo>
                  <a:pt x="247" y="706"/>
                  <a:pt x="247" y="706"/>
                  <a:pt x="247" y="706"/>
                </a:cubicBezTo>
                <a:cubicBezTo>
                  <a:pt x="247" y="706"/>
                  <a:pt x="247" y="706"/>
                  <a:pt x="247" y="706"/>
                </a:cubicBezTo>
                <a:cubicBezTo>
                  <a:pt x="247" y="706"/>
                  <a:pt x="247" y="706"/>
                  <a:pt x="247" y="706"/>
                </a:cubicBezTo>
                <a:cubicBezTo>
                  <a:pt x="247" y="707"/>
                  <a:pt x="247" y="707"/>
                  <a:pt x="247" y="707"/>
                </a:cubicBezTo>
                <a:cubicBezTo>
                  <a:pt x="247" y="707"/>
                  <a:pt x="247" y="707"/>
                  <a:pt x="247" y="707"/>
                </a:cubicBezTo>
                <a:cubicBezTo>
                  <a:pt x="247" y="707"/>
                  <a:pt x="247" y="707"/>
                  <a:pt x="247" y="707"/>
                </a:cubicBezTo>
                <a:cubicBezTo>
                  <a:pt x="247" y="707"/>
                  <a:pt x="247" y="707"/>
                  <a:pt x="247" y="707"/>
                </a:cubicBezTo>
                <a:cubicBezTo>
                  <a:pt x="247" y="707"/>
                  <a:pt x="247" y="707"/>
                  <a:pt x="247" y="707"/>
                </a:cubicBezTo>
                <a:cubicBezTo>
                  <a:pt x="247" y="707"/>
                  <a:pt x="247" y="707"/>
                  <a:pt x="247" y="707"/>
                </a:cubicBezTo>
                <a:cubicBezTo>
                  <a:pt x="247" y="708"/>
                  <a:pt x="247" y="708"/>
                  <a:pt x="247" y="708"/>
                </a:cubicBezTo>
                <a:cubicBezTo>
                  <a:pt x="247" y="708"/>
                  <a:pt x="247" y="708"/>
                  <a:pt x="247" y="708"/>
                </a:cubicBezTo>
                <a:cubicBezTo>
                  <a:pt x="247" y="708"/>
                  <a:pt x="247" y="708"/>
                  <a:pt x="247" y="708"/>
                </a:cubicBezTo>
                <a:cubicBezTo>
                  <a:pt x="247" y="708"/>
                  <a:pt x="247" y="708"/>
                  <a:pt x="247" y="708"/>
                </a:cubicBezTo>
                <a:cubicBezTo>
                  <a:pt x="247" y="708"/>
                  <a:pt x="247" y="708"/>
                  <a:pt x="247" y="708"/>
                </a:cubicBezTo>
                <a:cubicBezTo>
                  <a:pt x="247" y="708"/>
                  <a:pt x="247" y="708"/>
                  <a:pt x="247" y="708"/>
                </a:cubicBezTo>
                <a:cubicBezTo>
                  <a:pt x="246" y="709"/>
                  <a:pt x="246" y="709"/>
                  <a:pt x="246" y="709"/>
                </a:cubicBezTo>
                <a:cubicBezTo>
                  <a:pt x="246" y="709"/>
                  <a:pt x="246" y="709"/>
                  <a:pt x="246" y="709"/>
                </a:cubicBezTo>
                <a:cubicBezTo>
                  <a:pt x="246" y="709"/>
                  <a:pt x="246" y="709"/>
                  <a:pt x="246" y="709"/>
                </a:cubicBezTo>
                <a:cubicBezTo>
                  <a:pt x="246" y="709"/>
                  <a:pt x="246" y="709"/>
                  <a:pt x="246" y="709"/>
                </a:cubicBezTo>
                <a:cubicBezTo>
                  <a:pt x="245" y="709"/>
                  <a:pt x="245" y="709"/>
                  <a:pt x="245" y="709"/>
                </a:cubicBezTo>
                <a:cubicBezTo>
                  <a:pt x="245" y="709"/>
                  <a:pt x="245" y="709"/>
                  <a:pt x="245" y="709"/>
                </a:cubicBezTo>
                <a:cubicBezTo>
                  <a:pt x="245" y="710"/>
                  <a:pt x="245" y="710"/>
                  <a:pt x="245" y="710"/>
                </a:cubicBezTo>
                <a:cubicBezTo>
                  <a:pt x="245" y="710"/>
                  <a:pt x="245" y="710"/>
                  <a:pt x="245" y="710"/>
                </a:cubicBezTo>
                <a:cubicBezTo>
                  <a:pt x="244" y="710"/>
                  <a:pt x="244" y="710"/>
                  <a:pt x="244" y="710"/>
                </a:cubicBezTo>
                <a:cubicBezTo>
                  <a:pt x="244" y="710"/>
                  <a:pt x="244" y="710"/>
                  <a:pt x="244" y="710"/>
                </a:cubicBezTo>
                <a:cubicBezTo>
                  <a:pt x="244" y="710"/>
                  <a:pt x="244" y="710"/>
                  <a:pt x="244" y="710"/>
                </a:cubicBezTo>
                <a:cubicBezTo>
                  <a:pt x="244" y="710"/>
                  <a:pt x="244" y="710"/>
                  <a:pt x="244" y="710"/>
                </a:cubicBezTo>
                <a:cubicBezTo>
                  <a:pt x="244" y="710"/>
                  <a:pt x="244" y="710"/>
                  <a:pt x="244" y="710"/>
                </a:cubicBezTo>
                <a:cubicBezTo>
                  <a:pt x="244" y="710"/>
                  <a:pt x="244" y="710"/>
                  <a:pt x="244" y="710"/>
                </a:cubicBezTo>
                <a:cubicBezTo>
                  <a:pt x="242" y="710"/>
                  <a:pt x="242" y="710"/>
                  <a:pt x="242" y="710"/>
                </a:cubicBezTo>
                <a:close/>
                <a:moveTo>
                  <a:pt x="468" y="708"/>
                </a:moveTo>
                <a:cubicBezTo>
                  <a:pt x="467" y="707"/>
                  <a:pt x="467" y="707"/>
                  <a:pt x="467" y="707"/>
                </a:cubicBezTo>
                <a:cubicBezTo>
                  <a:pt x="467" y="707"/>
                  <a:pt x="467" y="707"/>
                  <a:pt x="467" y="707"/>
                </a:cubicBezTo>
                <a:cubicBezTo>
                  <a:pt x="466" y="706"/>
                  <a:pt x="466" y="706"/>
                  <a:pt x="466" y="706"/>
                </a:cubicBezTo>
                <a:cubicBezTo>
                  <a:pt x="466" y="706"/>
                  <a:pt x="466" y="706"/>
                  <a:pt x="466" y="706"/>
                </a:cubicBezTo>
                <a:cubicBezTo>
                  <a:pt x="465" y="705"/>
                  <a:pt x="465" y="705"/>
                  <a:pt x="465" y="705"/>
                </a:cubicBezTo>
                <a:cubicBezTo>
                  <a:pt x="465" y="705"/>
                  <a:pt x="465" y="705"/>
                  <a:pt x="465" y="705"/>
                </a:cubicBezTo>
                <a:cubicBezTo>
                  <a:pt x="464" y="704"/>
                  <a:pt x="464" y="704"/>
                  <a:pt x="464" y="704"/>
                </a:cubicBezTo>
                <a:cubicBezTo>
                  <a:pt x="464" y="704"/>
                  <a:pt x="464" y="704"/>
                  <a:pt x="464" y="704"/>
                </a:cubicBezTo>
                <a:cubicBezTo>
                  <a:pt x="463" y="703"/>
                  <a:pt x="463" y="703"/>
                  <a:pt x="463" y="703"/>
                </a:cubicBezTo>
                <a:cubicBezTo>
                  <a:pt x="463" y="703"/>
                  <a:pt x="463" y="703"/>
                  <a:pt x="463" y="703"/>
                </a:cubicBezTo>
                <a:cubicBezTo>
                  <a:pt x="461" y="702"/>
                  <a:pt x="461" y="702"/>
                  <a:pt x="461" y="702"/>
                </a:cubicBezTo>
                <a:cubicBezTo>
                  <a:pt x="461" y="702"/>
                  <a:pt x="461" y="702"/>
                  <a:pt x="461" y="702"/>
                </a:cubicBezTo>
                <a:cubicBezTo>
                  <a:pt x="460" y="701"/>
                  <a:pt x="460" y="701"/>
                  <a:pt x="460" y="701"/>
                </a:cubicBezTo>
                <a:cubicBezTo>
                  <a:pt x="460" y="701"/>
                  <a:pt x="460" y="701"/>
                  <a:pt x="460" y="701"/>
                </a:cubicBezTo>
                <a:cubicBezTo>
                  <a:pt x="459" y="701"/>
                  <a:pt x="459" y="701"/>
                  <a:pt x="459" y="701"/>
                </a:cubicBezTo>
                <a:cubicBezTo>
                  <a:pt x="459" y="701"/>
                  <a:pt x="459" y="701"/>
                  <a:pt x="459" y="701"/>
                </a:cubicBezTo>
                <a:cubicBezTo>
                  <a:pt x="459" y="699"/>
                  <a:pt x="459" y="699"/>
                  <a:pt x="459" y="699"/>
                </a:cubicBezTo>
                <a:cubicBezTo>
                  <a:pt x="459" y="699"/>
                  <a:pt x="459" y="699"/>
                  <a:pt x="459" y="699"/>
                </a:cubicBezTo>
                <a:cubicBezTo>
                  <a:pt x="459" y="699"/>
                  <a:pt x="459" y="699"/>
                  <a:pt x="459" y="699"/>
                </a:cubicBezTo>
                <a:cubicBezTo>
                  <a:pt x="459" y="699"/>
                  <a:pt x="459" y="699"/>
                  <a:pt x="459" y="699"/>
                </a:cubicBezTo>
                <a:cubicBezTo>
                  <a:pt x="461" y="699"/>
                  <a:pt x="461" y="699"/>
                  <a:pt x="461" y="699"/>
                </a:cubicBezTo>
                <a:cubicBezTo>
                  <a:pt x="461" y="699"/>
                  <a:pt x="461" y="699"/>
                  <a:pt x="461" y="699"/>
                </a:cubicBezTo>
                <a:cubicBezTo>
                  <a:pt x="461" y="699"/>
                  <a:pt x="461" y="699"/>
                  <a:pt x="461" y="699"/>
                </a:cubicBezTo>
                <a:cubicBezTo>
                  <a:pt x="461" y="699"/>
                  <a:pt x="461" y="699"/>
                  <a:pt x="461" y="699"/>
                </a:cubicBezTo>
                <a:cubicBezTo>
                  <a:pt x="463" y="699"/>
                  <a:pt x="463" y="699"/>
                  <a:pt x="463" y="699"/>
                </a:cubicBezTo>
                <a:cubicBezTo>
                  <a:pt x="463" y="699"/>
                  <a:pt x="463" y="699"/>
                  <a:pt x="463" y="699"/>
                </a:cubicBezTo>
                <a:cubicBezTo>
                  <a:pt x="464" y="699"/>
                  <a:pt x="464" y="699"/>
                  <a:pt x="464" y="699"/>
                </a:cubicBezTo>
                <a:cubicBezTo>
                  <a:pt x="464" y="699"/>
                  <a:pt x="464" y="699"/>
                  <a:pt x="464" y="699"/>
                </a:cubicBezTo>
                <a:cubicBezTo>
                  <a:pt x="465" y="699"/>
                  <a:pt x="465" y="699"/>
                  <a:pt x="465" y="699"/>
                </a:cubicBezTo>
                <a:cubicBezTo>
                  <a:pt x="465" y="699"/>
                  <a:pt x="465" y="699"/>
                  <a:pt x="465" y="699"/>
                </a:cubicBezTo>
                <a:cubicBezTo>
                  <a:pt x="466" y="699"/>
                  <a:pt x="466" y="699"/>
                  <a:pt x="466" y="699"/>
                </a:cubicBezTo>
                <a:cubicBezTo>
                  <a:pt x="466" y="699"/>
                  <a:pt x="466" y="699"/>
                  <a:pt x="466" y="699"/>
                </a:cubicBezTo>
                <a:cubicBezTo>
                  <a:pt x="467" y="699"/>
                  <a:pt x="467" y="699"/>
                  <a:pt x="467" y="699"/>
                </a:cubicBezTo>
                <a:cubicBezTo>
                  <a:pt x="467" y="699"/>
                  <a:pt x="467" y="699"/>
                  <a:pt x="467" y="699"/>
                </a:cubicBezTo>
                <a:cubicBezTo>
                  <a:pt x="468" y="700"/>
                  <a:pt x="468" y="700"/>
                  <a:pt x="468" y="700"/>
                </a:cubicBezTo>
                <a:cubicBezTo>
                  <a:pt x="468" y="700"/>
                  <a:pt x="468" y="700"/>
                  <a:pt x="468" y="700"/>
                </a:cubicBezTo>
                <a:cubicBezTo>
                  <a:pt x="468" y="700"/>
                  <a:pt x="468" y="700"/>
                  <a:pt x="468" y="700"/>
                </a:cubicBezTo>
                <a:cubicBezTo>
                  <a:pt x="468" y="700"/>
                  <a:pt x="468" y="700"/>
                  <a:pt x="468" y="700"/>
                </a:cubicBezTo>
                <a:cubicBezTo>
                  <a:pt x="469" y="700"/>
                  <a:pt x="469" y="700"/>
                  <a:pt x="469" y="700"/>
                </a:cubicBezTo>
                <a:cubicBezTo>
                  <a:pt x="469" y="700"/>
                  <a:pt x="469" y="700"/>
                  <a:pt x="469" y="700"/>
                </a:cubicBezTo>
                <a:cubicBezTo>
                  <a:pt x="469" y="701"/>
                  <a:pt x="469" y="701"/>
                  <a:pt x="469" y="701"/>
                </a:cubicBezTo>
                <a:cubicBezTo>
                  <a:pt x="469" y="701"/>
                  <a:pt x="469" y="701"/>
                  <a:pt x="469" y="701"/>
                </a:cubicBezTo>
                <a:cubicBezTo>
                  <a:pt x="469" y="701"/>
                  <a:pt x="469" y="701"/>
                  <a:pt x="469" y="701"/>
                </a:cubicBezTo>
                <a:cubicBezTo>
                  <a:pt x="469" y="701"/>
                  <a:pt x="469" y="701"/>
                  <a:pt x="469" y="701"/>
                </a:cubicBezTo>
                <a:cubicBezTo>
                  <a:pt x="470" y="702"/>
                  <a:pt x="470" y="702"/>
                  <a:pt x="470" y="702"/>
                </a:cubicBezTo>
                <a:cubicBezTo>
                  <a:pt x="470" y="702"/>
                  <a:pt x="470" y="702"/>
                  <a:pt x="470" y="702"/>
                </a:cubicBezTo>
                <a:cubicBezTo>
                  <a:pt x="470" y="702"/>
                  <a:pt x="470" y="702"/>
                  <a:pt x="470" y="702"/>
                </a:cubicBezTo>
                <a:cubicBezTo>
                  <a:pt x="470" y="702"/>
                  <a:pt x="470" y="702"/>
                  <a:pt x="470" y="702"/>
                </a:cubicBezTo>
                <a:cubicBezTo>
                  <a:pt x="471" y="703"/>
                  <a:pt x="471" y="703"/>
                  <a:pt x="471" y="703"/>
                </a:cubicBezTo>
                <a:cubicBezTo>
                  <a:pt x="471" y="703"/>
                  <a:pt x="471" y="703"/>
                  <a:pt x="471" y="703"/>
                </a:cubicBezTo>
                <a:cubicBezTo>
                  <a:pt x="471" y="703"/>
                  <a:pt x="471" y="703"/>
                  <a:pt x="471" y="703"/>
                </a:cubicBezTo>
                <a:cubicBezTo>
                  <a:pt x="471" y="703"/>
                  <a:pt x="471" y="703"/>
                  <a:pt x="471" y="703"/>
                </a:cubicBezTo>
                <a:cubicBezTo>
                  <a:pt x="471" y="704"/>
                  <a:pt x="471" y="704"/>
                  <a:pt x="471" y="704"/>
                </a:cubicBezTo>
                <a:cubicBezTo>
                  <a:pt x="471" y="704"/>
                  <a:pt x="471" y="704"/>
                  <a:pt x="471" y="704"/>
                </a:cubicBezTo>
                <a:cubicBezTo>
                  <a:pt x="471" y="705"/>
                  <a:pt x="471" y="705"/>
                  <a:pt x="471" y="705"/>
                </a:cubicBezTo>
                <a:cubicBezTo>
                  <a:pt x="471" y="705"/>
                  <a:pt x="471" y="705"/>
                  <a:pt x="471" y="705"/>
                </a:cubicBezTo>
                <a:cubicBezTo>
                  <a:pt x="471" y="705"/>
                  <a:pt x="471" y="705"/>
                  <a:pt x="471" y="705"/>
                </a:cubicBezTo>
                <a:cubicBezTo>
                  <a:pt x="471" y="705"/>
                  <a:pt x="471" y="705"/>
                  <a:pt x="471" y="705"/>
                </a:cubicBezTo>
                <a:cubicBezTo>
                  <a:pt x="470" y="706"/>
                  <a:pt x="470" y="706"/>
                  <a:pt x="470" y="706"/>
                </a:cubicBezTo>
                <a:cubicBezTo>
                  <a:pt x="470" y="706"/>
                  <a:pt x="470" y="706"/>
                  <a:pt x="470" y="706"/>
                </a:cubicBezTo>
                <a:cubicBezTo>
                  <a:pt x="470" y="706"/>
                  <a:pt x="470" y="706"/>
                  <a:pt x="470" y="706"/>
                </a:cubicBezTo>
                <a:cubicBezTo>
                  <a:pt x="470" y="706"/>
                  <a:pt x="470" y="706"/>
                  <a:pt x="470" y="706"/>
                </a:cubicBezTo>
                <a:cubicBezTo>
                  <a:pt x="470" y="707"/>
                  <a:pt x="470" y="707"/>
                  <a:pt x="470" y="707"/>
                </a:cubicBezTo>
                <a:cubicBezTo>
                  <a:pt x="470" y="707"/>
                  <a:pt x="470" y="707"/>
                  <a:pt x="470" y="707"/>
                </a:cubicBezTo>
                <a:cubicBezTo>
                  <a:pt x="469" y="707"/>
                  <a:pt x="469" y="707"/>
                  <a:pt x="469" y="707"/>
                </a:cubicBezTo>
                <a:cubicBezTo>
                  <a:pt x="469" y="707"/>
                  <a:pt x="469" y="707"/>
                  <a:pt x="469" y="707"/>
                </a:cubicBezTo>
                <a:cubicBezTo>
                  <a:pt x="469" y="708"/>
                  <a:pt x="469" y="708"/>
                  <a:pt x="469" y="708"/>
                </a:cubicBezTo>
                <a:cubicBezTo>
                  <a:pt x="469" y="708"/>
                  <a:pt x="469" y="708"/>
                  <a:pt x="469" y="708"/>
                </a:cubicBezTo>
                <a:cubicBezTo>
                  <a:pt x="469" y="708"/>
                  <a:pt x="469" y="708"/>
                  <a:pt x="469" y="708"/>
                </a:cubicBezTo>
                <a:cubicBezTo>
                  <a:pt x="469" y="708"/>
                  <a:pt x="469" y="708"/>
                  <a:pt x="469" y="708"/>
                </a:cubicBezTo>
                <a:cubicBezTo>
                  <a:pt x="469" y="708"/>
                  <a:pt x="469" y="708"/>
                  <a:pt x="469" y="708"/>
                </a:cubicBezTo>
                <a:cubicBezTo>
                  <a:pt x="469" y="708"/>
                  <a:pt x="469" y="708"/>
                  <a:pt x="469" y="708"/>
                </a:cubicBezTo>
                <a:cubicBezTo>
                  <a:pt x="469" y="708"/>
                  <a:pt x="469" y="708"/>
                  <a:pt x="469" y="708"/>
                </a:cubicBezTo>
                <a:cubicBezTo>
                  <a:pt x="469" y="708"/>
                  <a:pt x="469" y="708"/>
                  <a:pt x="469" y="708"/>
                </a:cubicBezTo>
                <a:cubicBezTo>
                  <a:pt x="468" y="708"/>
                  <a:pt x="468" y="708"/>
                  <a:pt x="468" y="708"/>
                </a:cubicBezTo>
                <a:cubicBezTo>
                  <a:pt x="468" y="708"/>
                  <a:pt x="468" y="708"/>
                  <a:pt x="468" y="708"/>
                </a:cubicBezTo>
                <a:cubicBezTo>
                  <a:pt x="468" y="708"/>
                  <a:pt x="468" y="708"/>
                  <a:pt x="468" y="708"/>
                </a:cubicBezTo>
                <a:cubicBezTo>
                  <a:pt x="468" y="708"/>
                  <a:pt x="468" y="708"/>
                  <a:pt x="468" y="708"/>
                </a:cubicBezTo>
                <a:cubicBezTo>
                  <a:pt x="468" y="708"/>
                  <a:pt x="468" y="708"/>
                  <a:pt x="468" y="708"/>
                </a:cubicBezTo>
                <a:cubicBezTo>
                  <a:pt x="468" y="708"/>
                  <a:pt x="468" y="708"/>
                  <a:pt x="468" y="708"/>
                </a:cubicBezTo>
                <a:cubicBezTo>
                  <a:pt x="468" y="708"/>
                  <a:pt x="468" y="708"/>
                  <a:pt x="468" y="708"/>
                </a:cubicBezTo>
                <a:close/>
                <a:moveTo>
                  <a:pt x="445" y="707"/>
                </a:moveTo>
                <a:cubicBezTo>
                  <a:pt x="444" y="707"/>
                  <a:pt x="444" y="707"/>
                  <a:pt x="444" y="707"/>
                </a:cubicBezTo>
                <a:cubicBezTo>
                  <a:pt x="444" y="707"/>
                  <a:pt x="444" y="707"/>
                  <a:pt x="444" y="707"/>
                </a:cubicBezTo>
                <a:cubicBezTo>
                  <a:pt x="444" y="707"/>
                  <a:pt x="444" y="707"/>
                  <a:pt x="444" y="707"/>
                </a:cubicBezTo>
                <a:cubicBezTo>
                  <a:pt x="444" y="707"/>
                  <a:pt x="444" y="707"/>
                  <a:pt x="444" y="707"/>
                </a:cubicBezTo>
                <a:cubicBezTo>
                  <a:pt x="444" y="707"/>
                  <a:pt x="444" y="707"/>
                  <a:pt x="444" y="707"/>
                </a:cubicBezTo>
                <a:cubicBezTo>
                  <a:pt x="444" y="707"/>
                  <a:pt x="444" y="707"/>
                  <a:pt x="444" y="707"/>
                </a:cubicBezTo>
                <a:cubicBezTo>
                  <a:pt x="444" y="707"/>
                  <a:pt x="444" y="707"/>
                  <a:pt x="444" y="707"/>
                </a:cubicBezTo>
                <a:cubicBezTo>
                  <a:pt x="444" y="707"/>
                  <a:pt x="444" y="707"/>
                  <a:pt x="444" y="707"/>
                </a:cubicBezTo>
                <a:cubicBezTo>
                  <a:pt x="443" y="707"/>
                  <a:pt x="443" y="707"/>
                  <a:pt x="443" y="707"/>
                </a:cubicBezTo>
                <a:cubicBezTo>
                  <a:pt x="443" y="707"/>
                  <a:pt x="443" y="707"/>
                  <a:pt x="443" y="707"/>
                </a:cubicBezTo>
                <a:cubicBezTo>
                  <a:pt x="443" y="706"/>
                  <a:pt x="443" y="706"/>
                  <a:pt x="443" y="706"/>
                </a:cubicBezTo>
                <a:cubicBezTo>
                  <a:pt x="443" y="706"/>
                  <a:pt x="443" y="706"/>
                  <a:pt x="443" y="706"/>
                </a:cubicBezTo>
                <a:cubicBezTo>
                  <a:pt x="443" y="706"/>
                  <a:pt x="443" y="706"/>
                  <a:pt x="443" y="706"/>
                </a:cubicBezTo>
                <a:cubicBezTo>
                  <a:pt x="443" y="706"/>
                  <a:pt x="443" y="706"/>
                  <a:pt x="443" y="706"/>
                </a:cubicBezTo>
                <a:cubicBezTo>
                  <a:pt x="443" y="706"/>
                  <a:pt x="443" y="706"/>
                  <a:pt x="443" y="706"/>
                </a:cubicBezTo>
                <a:cubicBezTo>
                  <a:pt x="443" y="706"/>
                  <a:pt x="443" y="706"/>
                  <a:pt x="443" y="706"/>
                </a:cubicBezTo>
                <a:cubicBezTo>
                  <a:pt x="443" y="706"/>
                  <a:pt x="443" y="706"/>
                  <a:pt x="443" y="706"/>
                </a:cubicBezTo>
                <a:cubicBezTo>
                  <a:pt x="443" y="706"/>
                  <a:pt x="443" y="706"/>
                  <a:pt x="443" y="706"/>
                </a:cubicBezTo>
                <a:cubicBezTo>
                  <a:pt x="443" y="705"/>
                  <a:pt x="443" y="705"/>
                  <a:pt x="443" y="705"/>
                </a:cubicBezTo>
                <a:cubicBezTo>
                  <a:pt x="443" y="705"/>
                  <a:pt x="443" y="705"/>
                  <a:pt x="443" y="705"/>
                </a:cubicBezTo>
                <a:cubicBezTo>
                  <a:pt x="443" y="705"/>
                  <a:pt x="443" y="705"/>
                  <a:pt x="443" y="705"/>
                </a:cubicBezTo>
                <a:cubicBezTo>
                  <a:pt x="443" y="705"/>
                  <a:pt x="443" y="705"/>
                  <a:pt x="443" y="705"/>
                </a:cubicBezTo>
                <a:cubicBezTo>
                  <a:pt x="444" y="704"/>
                  <a:pt x="444" y="704"/>
                  <a:pt x="444" y="704"/>
                </a:cubicBezTo>
                <a:cubicBezTo>
                  <a:pt x="444" y="704"/>
                  <a:pt x="444" y="704"/>
                  <a:pt x="444" y="704"/>
                </a:cubicBezTo>
                <a:cubicBezTo>
                  <a:pt x="444" y="704"/>
                  <a:pt x="444" y="704"/>
                  <a:pt x="444" y="704"/>
                </a:cubicBezTo>
                <a:cubicBezTo>
                  <a:pt x="444" y="704"/>
                  <a:pt x="444" y="704"/>
                  <a:pt x="444" y="704"/>
                </a:cubicBezTo>
                <a:cubicBezTo>
                  <a:pt x="445" y="704"/>
                  <a:pt x="445" y="704"/>
                  <a:pt x="445" y="704"/>
                </a:cubicBezTo>
                <a:cubicBezTo>
                  <a:pt x="445" y="704"/>
                  <a:pt x="445" y="704"/>
                  <a:pt x="445" y="704"/>
                </a:cubicBezTo>
                <a:cubicBezTo>
                  <a:pt x="445" y="703"/>
                  <a:pt x="445" y="703"/>
                  <a:pt x="445" y="703"/>
                </a:cubicBezTo>
                <a:cubicBezTo>
                  <a:pt x="445" y="703"/>
                  <a:pt x="445" y="703"/>
                  <a:pt x="445" y="703"/>
                </a:cubicBezTo>
                <a:cubicBezTo>
                  <a:pt x="446" y="702"/>
                  <a:pt x="446" y="702"/>
                  <a:pt x="446" y="702"/>
                </a:cubicBezTo>
                <a:cubicBezTo>
                  <a:pt x="446" y="702"/>
                  <a:pt x="446" y="702"/>
                  <a:pt x="446" y="702"/>
                </a:cubicBezTo>
                <a:cubicBezTo>
                  <a:pt x="447" y="703"/>
                  <a:pt x="447" y="703"/>
                  <a:pt x="447" y="703"/>
                </a:cubicBezTo>
                <a:cubicBezTo>
                  <a:pt x="447" y="703"/>
                  <a:pt x="447" y="703"/>
                  <a:pt x="447" y="703"/>
                </a:cubicBezTo>
                <a:cubicBezTo>
                  <a:pt x="447" y="703"/>
                  <a:pt x="447" y="703"/>
                  <a:pt x="447" y="703"/>
                </a:cubicBezTo>
                <a:cubicBezTo>
                  <a:pt x="447" y="703"/>
                  <a:pt x="447" y="703"/>
                  <a:pt x="447" y="703"/>
                </a:cubicBezTo>
                <a:cubicBezTo>
                  <a:pt x="447" y="703"/>
                  <a:pt x="447" y="703"/>
                  <a:pt x="447" y="703"/>
                </a:cubicBezTo>
                <a:cubicBezTo>
                  <a:pt x="447" y="703"/>
                  <a:pt x="447" y="703"/>
                  <a:pt x="447" y="703"/>
                </a:cubicBezTo>
                <a:cubicBezTo>
                  <a:pt x="447" y="704"/>
                  <a:pt x="447" y="704"/>
                  <a:pt x="447" y="704"/>
                </a:cubicBezTo>
                <a:cubicBezTo>
                  <a:pt x="447" y="704"/>
                  <a:pt x="447" y="704"/>
                  <a:pt x="447" y="704"/>
                </a:cubicBezTo>
                <a:cubicBezTo>
                  <a:pt x="447" y="704"/>
                  <a:pt x="447" y="704"/>
                  <a:pt x="447" y="704"/>
                </a:cubicBezTo>
                <a:cubicBezTo>
                  <a:pt x="447" y="704"/>
                  <a:pt x="447" y="704"/>
                  <a:pt x="447" y="704"/>
                </a:cubicBezTo>
                <a:cubicBezTo>
                  <a:pt x="447" y="705"/>
                  <a:pt x="447" y="705"/>
                  <a:pt x="447" y="705"/>
                </a:cubicBezTo>
                <a:cubicBezTo>
                  <a:pt x="447" y="705"/>
                  <a:pt x="447" y="705"/>
                  <a:pt x="447" y="705"/>
                </a:cubicBezTo>
                <a:cubicBezTo>
                  <a:pt x="447" y="705"/>
                  <a:pt x="447" y="705"/>
                  <a:pt x="447" y="705"/>
                </a:cubicBezTo>
                <a:cubicBezTo>
                  <a:pt x="447" y="705"/>
                  <a:pt x="447" y="705"/>
                  <a:pt x="447" y="705"/>
                </a:cubicBezTo>
                <a:cubicBezTo>
                  <a:pt x="447" y="706"/>
                  <a:pt x="447" y="706"/>
                  <a:pt x="447" y="706"/>
                </a:cubicBezTo>
                <a:cubicBezTo>
                  <a:pt x="447" y="706"/>
                  <a:pt x="447" y="706"/>
                  <a:pt x="447" y="706"/>
                </a:cubicBezTo>
                <a:cubicBezTo>
                  <a:pt x="447" y="706"/>
                  <a:pt x="447" y="706"/>
                  <a:pt x="447" y="706"/>
                </a:cubicBezTo>
                <a:cubicBezTo>
                  <a:pt x="447" y="706"/>
                  <a:pt x="447" y="706"/>
                  <a:pt x="447" y="706"/>
                </a:cubicBezTo>
                <a:cubicBezTo>
                  <a:pt x="447" y="706"/>
                  <a:pt x="447" y="706"/>
                  <a:pt x="447" y="706"/>
                </a:cubicBezTo>
                <a:cubicBezTo>
                  <a:pt x="447" y="706"/>
                  <a:pt x="447" y="706"/>
                  <a:pt x="447" y="706"/>
                </a:cubicBezTo>
                <a:cubicBezTo>
                  <a:pt x="447" y="706"/>
                  <a:pt x="447" y="706"/>
                  <a:pt x="447" y="706"/>
                </a:cubicBezTo>
                <a:cubicBezTo>
                  <a:pt x="447" y="706"/>
                  <a:pt x="447" y="706"/>
                  <a:pt x="447" y="706"/>
                </a:cubicBezTo>
                <a:cubicBezTo>
                  <a:pt x="446" y="707"/>
                  <a:pt x="446" y="707"/>
                  <a:pt x="446" y="707"/>
                </a:cubicBezTo>
                <a:cubicBezTo>
                  <a:pt x="446" y="707"/>
                  <a:pt x="446" y="707"/>
                  <a:pt x="446" y="707"/>
                </a:cubicBezTo>
                <a:cubicBezTo>
                  <a:pt x="446" y="707"/>
                  <a:pt x="446" y="707"/>
                  <a:pt x="446" y="707"/>
                </a:cubicBezTo>
                <a:cubicBezTo>
                  <a:pt x="446" y="707"/>
                  <a:pt x="446" y="707"/>
                  <a:pt x="446" y="707"/>
                </a:cubicBezTo>
                <a:cubicBezTo>
                  <a:pt x="446" y="707"/>
                  <a:pt x="446" y="707"/>
                  <a:pt x="446" y="707"/>
                </a:cubicBezTo>
                <a:cubicBezTo>
                  <a:pt x="446" y="707"/>
                  <a:pt x="446" y="707"/>
                  <a:pt x="446" y="707"/>
                </a:cubicBezTo>
                <a:cubicBezTo>
                  <a:pt x="445" y="707"/>
                  <a:pt x="445" y="707"/>
                  <a:pt x="445" y="707"/>
                </a:cubicBezTo>
                <a:cubicBezTo>
                  <a:pt x="445" y="707"/>
                  <a:pt x="445" y="707"/>
                  <a:pt x="445" y="707"/>
                </a:cubicBezTo>
                <a:cubicBezTo>
                  <a:pt x="445" y="707"/>
                  <a:pt x="445" y="707"/>
                  <a:pt x="445" y="707"/>
                </a:cubicBezTo>
                <a:cubicBezTo>
                  <a:pt x="445" y="707"/>
                  <a:pt x="445" y="707"/>
                  <a:pt x="445" y="707"/>
                </a:cubicBezTo>
                <a:cubicBezTo>
                  <a:pt x="445" y="707"/>
                  <a:pt x="445" y="707"/>
                  <a:pt x="445" y="707"/>
                </a:cubicBezTo>
                <a:close/>
                <a:moveTo>
                  <a:pt x="352" y="706"/>
                </a:moveTo>
                <a:cubicBezTo>
                  <a:pt x="340" y="700"/>
                  <a:pt x="340" y="700"/>
                  <a:pt x="340" y="700"/>
                </a:cubicBezTo>
                <a:cubicBezTo>
                  <a:pt x="340" y="700"/>
                  <a:pt x="340" y="700"/>
                  <a:pt x="340" y="700"/>
                </a:cubicBezTo>
                <a:cubicBezTo>
                  <a:pt x="340" y="700"/>
                  <a:pt x="340" y="700"/>
                  <a:pt x="340" y="700"/>
                </a:cubicBezTo>
                <a:cubicBezTo>
                  <a:pt x="340" y="700"/>
                  <a:pt x="340" y="700"/>
                  <a:pt x="340" y="700"/>
                </a:cubicBezTo>
                <a:cubicBezTo>
                  <a:pt x="340" y="700"/>
                  <a:pt x="340" y="700"/>
                  <a:pt x="340" y="700"/>
                </a:cubicBezTo>
                <a:cubicBezTo>
                  <a:pt x="340" y="700"/>
                  <a:pt x="340" y="700"/>
                  <a:pt x="340" y="700"/>
                </a:cubicBezTo>
                <a:cubicBezTo>
                  <a:pt x="340" y="700"/>
                  <a:pt x="340" y="700"/>
                  <a:pt x="340" y="700"/>
                </a:cubicBezTo>
                <a:cubicBezTo>
                  <a:pt x="340" y="700"/>
                  <a:pt x="340" y="700"/>
                  <a:pt x="340" y="700"/>
                </a:cubicBezTo>
                <a:cubicBezTo>
                  <a:pt x="340" y="699"/>
                  <a:pt x="340" y="699"/>
                  <a:pt x="340" y="699"/>
                </a:cubicBezTo>
                <a:cubicBezTo>
                  <a:pt x="340" y="699"/>
                  <a:pt x="340" y="699"/>
                  <a:pt x="340" y="699"/>
                </a:cubicBezTo>
                <a:cubicBezTo>
                  <a:pt x="340" y="699"/>
                  <a:pt x="340" y="699"/>
                  <a:pt x="340" y="699"/>
                </a:cubicBezTo>
                <a:cubicBezTo>
                  <a:pt x="340" y="699"/>
                  <a:pt x="340" y="699"/>
                  <a:pt x="340" y="699"/>
                </a:cubicBezTo>
                <a:cubicBezTo>
                  <a:pt x="340" y="699"/>
                  <a:pt x="340" y="699"/>
                  <a:pt x="340" y="699"/>
                </a:cubicBezTo>
                <a:cubicBezTo>
                  <a:pt x="340" y="699"/>
                  <a:pt x="340" y="699"/>
                  <a:pt x="340" y="699"/>
                </a:cubicBezTo>
                <a:cubicBezTo>
                  <a:pt x="340" y="698"/>
                  <a:pt x="340" y="698"/>
                  <a:pt x="340" y="698"/>
                </a:cubicBezTo>
                <a:cubicBezTo>
                  <a:pt x="340" y="698"/>
                  <a:pt x="340" y="698"/>
                  <a:pt x="340" y="698"/>
                </a:cubicBezTo>
                <a:cubicBezTo>
                  <a:pt x="341" y="698"/>
                  <a:pt x="341" y="698"/>
                  <a:pt x="341" y="698"/>
                </a:cubicBezTo>
                <a:cubicBezTo>
                  <a:pt x="341" y="698"/>
                  <a:pt x="341" y="698"/>
                  <a:pt x="341" y="698"/>
                </a:cubicBezTo>
                <a:cubicBezTo>
                  <a:pt x="341" y="698"/>
                  <a:pt x="341" y="698"/>
                  <a:pt x="341" y="698"/>
                </a:cubicBezTo>
                <a:cubicBezTo>
                  <a:pt x="341" y="698"/>
                  <a:pt x="341" y="698"/>
                  <a:pt x="341" y="698"/>
                </a:cubicBezTo>
                <a:cubicBezTo>
                  <a:pt x="341" y="698"/>
                  <a:pt x="341" y="698"/>
                  <a:pt x="341" y="698"/>
                </a:cubicBezTo>
                <a:cubicBezTo>
                  <a:pt x="341" y="698"/>
                  <a:pt x="341" y="698"/>
                  <a:pt x="341" y="698"/>
                </a:cubicBezTo>
                <a:cubicBezTo>
                  <a:pt x="342" y="697"/>
                  <a:pt x="342" y="697"/>
                  <a:pt x="342" y="697"/>
                </a:cubicBezTo>
                <a:cubicBezTo>
                  <a:pt x="342" y="697"/>
                  <a:pt x="342" y="697"/>
                  <a:pt x="342" y="697"/>
                </a:cubicBezTo>
                <a:cubicBezTo>
                  <a:pt x="343" y="697"/>
                  <a:pt x="343" y="697"/>
                  <a:pt x="343" y="697"/>
                </a:cubicBezTo>
                <a:cubicBezTo>
                  <a:pt x="343" y="697"/>
                  <a:pt x="343" y="697"/>
                  <a:pt x="343" y="697"/>
                </a:cubicBezTo>
                <a:cubicBezTo>
                  <a:pt x="343" y="697"/>
                  <a:pt x="343" y="697"/>
                  <a:pt x="343" y="697"/>
                </a:cubicBezTo>
                <a:cubicBezTo>
                  <a:pt x="343" y="697"/>
                  <a:pt x="343" y="697"/>
                  <a:pt x="343" y="697"/>
                </a:cubicBezTo>
                <a:cubicBezTo>
                  <a:pt x="344" y="697"/>
                  <a:pt x="344" y="697"/>
                  <a:pt x="344" y="697"/>
                </a:cubicBezTo>
                <a:cubicBezTo>
                  <a:pt x="344" y="697"/>
                  <a:pt x="344" y="697"/>
                  <a:pt x="344" y="697"/>
                </a:cubicBezTo>
                <a:cubicBezTo>
                  <a:pt x="344" y="697"/>
                  <a:pt x="344" y="697"/>
                  <a:pt x="344" y="697"/>
                </a:cubicBezTo>
                <a:cubicBezTo>
                  <a:pt x="344" y="697"/>
                  <a:pt x="344" y="697"/>
                  <a:pt x="344" y="697"/>
                </a:cubicBezTo>
                <a:cubicBezTo>
                  <a:pt x="345" y="697"/>
                  <a:pt x="345" y="697"/>
                  <a:pt x="345" y="697"/>
                </a:cubicBezTo>
                <a:cubicBezTo>
                  <a:pt x="345" y="697"/>
                  <a:pt x="345" y="697"/>
                  <a:pt x="345" y="697"/>
                </a:cubicBezTo>
                <a:cubicBezTo>
                  <a:pt x="345" y="698"/>
                  <a:pt x="345" y="698"/>
                  <a:pt x="345" y="698"/>
                </a:cubicBezTo>
                <a:cubicBezTo>
                  <a:pt x="345" y="698"/>
                  <a:pt x="345" y="698"/>
                  <a:pt x="345" y="698"/>
                </a:cubicBezTo>
                <a:cubicBezTo>
                  <a:pt x="345" y="698"/>
                  <a:pt x="345" y="698"/>
                  <a:pt x="345" y="698"/>
                </a:cubicBezTo>
                <a:cubicBezTo>
                  <a:pt x="345" y="698"/>
                  <a:pt x="345" y="698"/>
                  <a:pt x="345" y="698"/>
                </a:cubicBezTo>
                <a:cubicBezTo>
                  <a:pt x="345" y="698"/>
                  <a:pt x="345" y="698"/>
                  <a:pt x="345" y="698"/>
                </a:cubicBezTo>
                <a:cubicBezTo>
                  <a:pt x="345" y="698"/>
                  <a:pt x="345" y="698"/>
                  <a:pt x="345" y="698"/>
                </a:cubicBezTo>
                <a:cubicBezTo>
                  <a:pt x="346" y="698"/>
                  <a:pt x="346" y="698"/>
                  <a:pt x="346" y="698"/>
                </a:cubicBezTo>
                <a:cubicBezTo>
                  <a:pt x="346" y="698"/>
                  <a:pt x="346" y="698"/>
                  <a:pt x="346" y="698"/>
                </a:cubicBezTo>
                <a:cubicBezTo>
                  <a:pt x="346" y="698"/>
                  <a:pt x="346" y="698"/>
                  <a:pt x="346" y="698"/>
                </a:cubicBezTo>
                <a:cubicBezTo>
                  <a:pt x="346" y="698"/>
                  <a:pt x="346" y="698"/>
                  <a:pt x="346" y="698"/>
                </a:cubicBezTo>
                <a:cubicBezTo>
                  <a:pt x="346" y="697"/>
                  <a:pt x="346" y="697"/>
                  <a:pt x="346" y="697"/>
                </a:cubicBezTo>
                <a:cubicBezTo>
                  <a:pt x="346" y="697"/>
                  <a:pt x="346" y="697"/>
                  <a:pt x="346" y="697"/>
                </a:cubicBezTo>
                <a:cubicBezTo>
                  <a:pt x="347" y="697"/>
                  <a:pt x="347" y="697"/>
                  <a:pt x="347" y="697"/>
                </a:cubicBezTo>
                <a:cubicBezTo>
                  <a:pt x="347" y="697"/>
                  <a:pt x="347" y="697"/>
                  <a:pt x="347" y="697"/>
                </a:cubicBezTo>
                <a:cubicBezTo>
                  <a:pt x="347" y="697"/>
                  <a:pt x="347" y="697"/>
                  <a:pt x="347" y="697"/>
                </a:cubicBezTo>
                <a:cubicBezTo>
                  <a:pt x="347" y="697"/>
                  <a:pt x="347" y="697"/>
                  <a:pt x="347" y="697"/>
                </a:cubicBezTo>
                <a:cubicBezTo>
                  <a:pt x="347" y="697"/>
                  <a:pt x="347" y="697"/>
                  <a:pt x="347" y="697"/>
                </a:cubicBezTo>
                <a:cubicBezTo>
                  <a:pt x="347" y="697"/>
                  <a:pt x="347" y="697"/>
                  <a:pt x="347" y="697"/>
                </a:cubicBezTo>
                <a:cubicBezTo>
                  <a:pt x="347" y="697"/>
                  <a:pt x="347" y="697"/>
                  <a:pt x="347" y="697"/>
                </a:cubicBezTo>
                <a:cubicBezTo>
                  <a:pt x="347" y="697"/>
                  <a:pt x="347" y="697"/>
                  <a:pt x="347" y="697"/>
                </a:cubicBezTo>
                <a:cubicBezTo>
                  <a:pt x="348" y="697"/>
                  <a:pt x="348" y="697"/>
                  <a:pt x="348" y="697"/>
                </a:cubicBezTo>
                <a:cubicBezTo>
                  <a:pt x="348" y="697"/>
                  <a:pt x="348" y="697"/>
                  <a:pt x="348" y="697"/>
                </a:cubicBezTo>
                <a:cubicBezTo>
                  <a:pt x="348" y="697"/>
                  <a:pt x="348" y="697"/>
                  <a:pt x="348" y="697"/>
                </a:cubicBezTo>
                <a:cubicBezTo>
                  <a:pt x="348" y="697"/>
                  <a:pt x="348" y="697"/>
                  <a:pt x="348" y="697"/>
                </a:cubicBezTo>
                <a:cubicBezTo>
                  <a:pt x="348" y="697"/>
                  <a:pt x="348" y="697"/>
                  <a:pt x="348" y="697"/>
                </a:cubicBezTo>
                <a:cubicBezTo>
                  <a:pt x="348" y="697"/>
                  <a:pt x="348" y="697"/>
                  <a:pt x="348" y="697"/>
                </a:cubicBezTo>
                <a:cubicBezTo>
                  <a:pt x="349" y="697"/>
                  <a:pt x="349" y="697"/>
                  <a:pt x="349" y="697"/>
                </a:cubicBezTo>
                <a:cubicBezTo>
                  <a:pt x="349" y="697"/>
                  <a:pt x="349" y="697"/>
                  <a:pt x="349" y="697"/>
                </a:cubicBezTo>
                <a:cubicBezTo>
                  <a:pt x="349" y="697"/>
                  <a:pt x="349" y="697"/>
                  <a:pt x="349" y="697"/>
                </a:cubicBezTo>
                <a:cubicBezTo>
                  <a:pt x="349" y="697"/>
                  <a:pt x="349" y="697"/>
                  <a:pt x="349" y="697"/>
                </a:cubicBezTo>
                <a:cubicBezTo>
                  <a:pt x="349" y="697"/>
                  <a:pt x="349" y="697"/>
                  <a:pt x="349" y="697"/>
                </a:cubicBezTo>
                <a:cubicBezTo>
                  <a:pt x="349" y="697"/>
                  <a:pt x="349" y="697"/>
                  <a:pt x="349" y="697"/>
                </a:cubicBezTo>
                <a:cubicBezTo>
                  <a:pt x="352" y="697"/>
                  <a:pt x="352" y="697"/>
                  <a:pt x="352" y="697"/>
                </a:cubicBezTo>
                <a:cubicBezTo>
                  <a:pt x="352" y="697"/>
                  <a:pt x="352" y="697"/>
                  <a:pt x="352" y="697"/>
                </a:cubicBezTo>
                <a:cubicBezTo>
                  <a:pt x="355" y="697"/>
                  <a:pt x="355" y="697"/>
                  <a:pt x="355" y="697"/>
                </a:cubicBezTo>
                <a:cubicBezTo>
                  <a:pt x="355" y="697"/>
                  <a:pt x="355" y="697"/>
                  <a:pt x="355" y="697"/>
                </a:cubicBezTo>
                <a:cubicBezTo>
                  <a:pt x="358" y="696"/>
                  <a:pt x="358" y="696"/>
                  <a:pt x="358" y="696"/>
                </a:cubicBezTo>
                <a:cubicBezTo>
                  <a:pt x="358" y="696"/>
                  <a:pt x="358" y="696"/>
                  <a:pt x="358" y="696"/>
                </a:cubicBezTo>
                <a:cubicBezTo>
                  <a:pt x="361" y="695"/>
                  <a:pt x="361" y="695"/>
                  <a:pt x="361" y="695"/>
                </a:cubicBezTo>
                <a:cubicBezTo>
                  <a:pt x="361" y="695"/>
                  <a:pt x="361" y="695"/>
                  <a:pt x="361" y="695"/>
                </a:cubicBezTo>
                <a:cubicBezTo>
                  <a:pt x="364" y="694"/>
                  <a:pt x="364" y="694"/>
                  <a:pt x="364" y="694"/>
                </a:cubicBezTo>
                <a:cubicBezTo>
                  <a:pt x="364" y="694"/>
                  <a:pt x="364" y="694"/>
                  <a:pt x="364" y="694"/>
                </a:cubicBezTo>
                <a:cubicBezTo>
                  <a:pt x="367" y="693"/>
                  <a:pt x="367" y="693"/>
                  <a:pt x="367" y="693"/>
                </a:cubicBezTo>
                <a:cubicBezTo>
                  <a:pt x="367" y="693"/>
                  <a:pt x="367" y="693"/>
                  <a:pt x="367" y="693"/>
                </a:cubicBezTo>
                <a:cubicBezTo>
                  <a:pt x="370" y="691"/>
                  <a:pt x="370" y="691"/>
                  <a:pt x="370" y="691"/>
                </a:cubicBezTo>
                <a:cubicBezTo>
                  <a:pt x="370" y="691"/>
                  <a:pt x="370" y="691"/>
                  <a:pt x="370" y="691"/>
                </a:cubicBezTo>
                <a:cubicBezTo>
                  <a:pt x="372" y="688"/>
                  <a:pt x="372" y="688"/>
                  <a:pt x="372" y="688"/>
                </a:cubicBezTo>
                <a:cubicBezTo>
                  <a:pt x="372" y="688"/>
                  <a:pt x="372" y="688"/>
                  <a:pt x="372" y="688"/>
                </a:cubicBezTo>
                <a:cubicBezTo>
                  <a:pt x="380" y="679"/>
                  <a:pt x="380" y="679"/>
                  <a:pt x="380" y="679"/>
                </a:cubicBezTo>
                <a:cubicBezTo>
                  <a:pt x="380" y="679"/>
                  <a:pt x="380" y="679"/>
                  <a:pt x="380" y="679"/>
                </a:cubicBezTo>
                <a:cubicBezTo>
                  <a:pt x="380" y="679"/>
                  <a:pt x="380" y="679"/>
                  <a:pt x="380" y="679"/>
                </a:cubicBezTo>
                <a:cubicBezTo>
                  <a:pt x="380" y="679"/>
                  <a:pt x="380" y="679"/>
                  <a:pt x="380" y="679"/>
                </a:cubicBezTo>
                <a:cubicBezTo>
                  <a:pt x="381" y="679"/>
                  <a:pt x="381" y="679"/>
                  <a:pt x="381" y="679"/>
                </a:cubicBezTo>
                <a:cubicBezTo>
                  <a:pt x="381" y="679"/>
                  <a:pt x="381" y="679"/>
                  <a:pt x="381" y="679"/>
                </a:cubicBezTo>
                <a:cubicBezTo>
                  <a:pt x="381" y="678"/>
                  <a:pt x="381" y="678"/>
                  <a:pt x="381" y="678"/>
                </a:cubicBezTo>
                <a:cubicBezTo>
                  <a:pt x="381" y="678"/>
                  <a:pt x="381" y="678"/>
                  <a:pt x="381" y="678"/>
                </a:cubicBezTo>
                <a:cubicBezTo>
                  <a:pt x="382" y="677"/>
                  <a:pt x="382" y="677"/>
                  <a:pt x="382" y="677"/>
                </a:cubicBezTo>
                <a:cubicBezTo>
                  <a:pt x="382" y="677"/>
                  <a:pt x="382" y="677"/>
                  <a:pt x="382" y="677"/>
                </a:cubicBezTo>
                <a:cubicBezTo>
                  <a:pt x="382" y="677"/>
                  <a:pt x="382" y="677"/>
                  <a:pt x="382" y="677"/>
                </a:cubicBezTo>
                <a:cubicBezTo>
                  <a:pt x="382" y="677"/>
                  <a:pt x="382" y="677"/>
                  <a:pt x="382" y="677"/>
                </a:cubicBezTo>
                <a:cubicBezTo>
                  <a:pt x="383" y="677"/>
                  <a:pt x="383" y="677"/>
                  <a:pt x="383" y="677"/>
                </a:cubicBezTo>
                <a:cubicBezTo>
                  <a:pt x="383" y="677"/>
                  <a:pt x="383" y="677"/>
                  <a:pt x="383" y="677"/>
                </a:cubicBezTo>
                <a:cubicBezTo>
                  <a:pt x="383" y="676"/>
                  <a:pt x="383" y="676"/>
                  <a:pt x="383" y="676"/>
                </a:cubicBezTo>
                <a:cubicBezTo>
                  <a:pt x="383" y="676"/>
                  <a:pt x="383" y="676"/>
                  <a:pt x="383" y="676"/>
                </a:cubicBezTo>
                <a:cubicBezTo>
                  <a:pt x="384" y="676"/>
                  <a:pt x="384" y="676"/>
                  <a:pt x="384" y="676"/>
                </a:cubicBezTo>
                <a:cubicBezTo>
                  <a:pt x="384" y="676"/>
                  <a:pt x="384" y="676"/>
                  <a:pt x="384" y="676"/>
                </a:cubicBezTo>
                <a:cubicBezTo>
                  <a:pt x="385" y="674"/>
                  <a:pt x="385" y="674"/>
                  <a:pt x="385" y="674"/>
                </a:cubicBezTo>
                <a:cubicBezTo>
                  <a:pt x="385" y="674"/>
                  <a:pt x="385" y="674"/>
                  <a:pt x="385" y="674"/>
                </a:cubicBezTo>
                <a:cubicBezTo>
                  <a:pt x="387" y="673"/>
                  <a:pt x="387" y="673"/>
                  <a:pt x="387" y="673"/>
                </a:cubicBezTo>
                <a:cubicBezTo>
                  <a:pt x="387" y="673"/>
                  <a:pt x="387" y="673"/>
                  <a:pt x="387" y="673"/>
                </a:cubicBezTo>
                <a:cubicBezTo>
                  <a:pt x="388" y="671"/>
                  <a:pt x="388" y="671"/>
                  <a:pt x="388" y="671"/>
                </a:cubicBezTo>
                <a:cubicBezTo>
                  <a:pt x="388" y="671"/>
                  <a:pt x="388" y="671"/>
                  <a:pt x="388" y="671"/>
                </a:cubicBezTo>
                <a:cubicBezTo>
                  <a:pt x="390" y="670"/>
                  <a:pt x="390" y="670"/>
                  <a:pt x="390" y="670"/>
                </a:cubicBezTo>
                <a:cubicBezTo>
                  <a:pt x="390" y="670"/>
                  <a:pt x="390" y="670"/>
                  <a:pt x="390" y="670"/>
                </a:cubicBezTo>
                <a:cubicBezTo>
                  <a:pt x="391" y="668"/>
                  <a:pt x="391" y="668"/>
                  <a:pt x="391" y="668"/>
                </a:cubicBezTo>
                <a:cubicBezTo>
                  <a:pt x="391" y="668"/>
                  <a:pt x="391" y="668"/>
                  <a:pt x="391" y="668"/>
                </a:cubicBezTo>
                <a:cubicBezTo>
                  <a:pt x="392" y="667"/>
                  <a:pt x="392" y="667"/>
                  <a:pt x="392" y="667"/>
                </a:cubicBezTo>
                <a:cubicBezTo>
                  <a:pt x="392" y="667"/>
                  <a:pt x="392" y="667"/>
                  <a:pt x="392" y="667"/>
                </a:cubicBezTo>
                <a:cubicBezTo>
                  <a:pt x="393" y="665"/>
                  <a:pt x="393" y="665"/>
                  <a:pt x="393" y="665"/>
                </a:cubicBezTo>
                <a:cubicBezTo>
                  <a:pt x="393" y="665"/>
                  <a:pt x="393" y="665"/>
                  <a:pt x="393" y="665"/>
                </a:cubicBezTo>
                <a:cubicBezTo>
                  <a:pt x="394" y="663"/>
                  <a:pt x="394" y="663"/>
                  <a:pt x="394" y="663"/>
                </a:cubicBezTo>
                <a:cubicBezTo>
                  <a:pt x="394" y="663"/>
                  <a:pt x="394" y="663"/>
                  <a:pt x="394" y="663"/>
                </a:cubicBezTo>
                <a:cubicBezTo>
                  <a:pt x="394" y="663"/>
                  <a:pt x="394" y="663"/>
                  <a:pt x="394" y="663"/>
                </a:cubicBezTo>
                <a:cubicBezTo>
                  <a:pt x="394" y="663"/>
                  <a:pt x="394" y="663"/>
                  <a:pt x="394" y="663"/>
                </a:cubicBezTo>
                <a:cubicBezTo>
                  <a:pt x="393" y="662"/>
                  <a:pt x="393" y="662"/>
                  <a:pt x="393" y="662"/>
                </a:cubicBezTo>
                <a:cubicBezTo>
                  <a:pt x="393" y="662"/>
                  <a:pt x="393" y="662"/>
                  <a:pt x="393" y="662"/>
                </a:cubicBezTo>
                <a:cubicBezTo>
                  <a:pt x="392" y="662"/>
                  <a:pt x="392" y="662"/>
                  <a:pt x="392" y="662"/>
                </a:cubicBezTo>
                <a:cubicBezTo>
                  <a:pt x="392" y="662"/>
                  <a:pt x="392" y="662"/>
                  <a:pt x="392" y="662"/>
                </a:cubicBezTo>
                <a:cubicBezTo>
                  <a:pt x="392" y="662"/>
                  <a:pt x="392" y="662"/>
                  <a:pt x="392" y="662"/>
                </a:cubicBezTo>
                <a:cubicBezTo>
                  <a:pt x="392" y="662"/>
                  <a:pt x="392" y="662"/>
                  <a:pt x="392" y="662"/>
                </a:cubicBezTo>
                <a:cubicBezTo>
                  <a:pt x="391" y="662"/>
                  <a:pt x="391" y="662"/>
                  <a:pt x="391" y="662"/>
                </a:cubicBezTo>
                <a:cubicBezTo>
                  <a:pt x="391" y="662"/>
                  <a:pt x="391" y="662"/>
                  <a:pt x="391" y="662"/>
                </a:cubicBezTo>
                <a:cubicBezTo>
                  <a:pt x="390" y="662"/>
                  <a:pt x="390" y="662"/>
                  <a:pt x="390" y="662"/>
                </a:cubicBezTo>
                <a:cubicBezTo>
                  <a:pt x="390" y="662"/>
                  <a:pt x="390" y="662"/>
                  <a:pt x="390" y="662"/>
                </a:cubicBezTo>
                <a:cubicBezTo>
                  <a:pt x="389" y="662"/>
                  <a:pt x="389" y="662"/>
                  <a:pt x="389" y="662"/>
                </a:cubicBezTo>
                <a:cubicBezTo>
                  <a:pt x="389" y="662"/>
                  <a:pt x="389" y="662"/>
                  <a:pt x="389" y="662"/>
                </a:cubicBezTo>
                <a:cubicBezTo>
                  <a:pt x="389" y="662"/>
                  <a:pt x="389" y="662"/>
                  <a:pt x="389" y="662"/>
                </a:cubicBezTo>
                <a:cubicBezTo>
                  <a:pt x="389" y="662"/>
                  <a:pt x="389" y="662"/>
                  <a:pt x="389" y="662"/>
                </a:cubicBezTo>
                <a:cubicBezTo>
                  <a:pt x="386" y="663"/>
                  <a:pt x="386" y="663"/>
                  <a:pt x="386" y="663"/>
                </a:cubicBezTo>
                <a:cubicBezTo>
                  <a:pt x="386" y="663"/>
                  <a:pt x="386" y="663"/>
                  <a:pt x="386" y="663"/>
                </a:cubicBezTo>
                <a:cubicBezTo>
                  <a:pt x="384" y="663"/>
                  <a:pt x="384" y="663"/>
                  <a:pt x="384" y="663"/>
                </a:cubicBezTo>
                <a:cubicBezTo>
                  <a:pt x="384" y="663"/>
                  <a:pt x="384" y="663"/>
                  <a:pt x="384" y="663"/>
                </a:cubicBezTo>
                <a:cubicBezTo>
                  <a:pt x="382" y="664"/>
                  <a:pt x="382" y="664"/>
                  <a:pt x="382" y="664"/>
                </a:cubicBezTo>
                <a:cubicBezTo>
                  <a:pt x="382" y="664"/>
                  <a:pt x="382" y="664"/>
                  <a:pt x="382" y="664"/>
                </a:cubicBezTo>
                <a:cubicBezTo>
                  <a:pt x="380" y="664"/>
                  <a:pt x="380" y="664"/>
                  <a:pt x="380" y="664"/>
                </a:cubicBezTo>
                <a:cubicBezTo>
                  <a:pt x="380" y="664"/>
                  <a:pt x="380" y="664"/>
                  <a:pt x="380" y="664"/>
                </a:cubicBezTo>
                <a:cubicBezTo>
                  <a:pt x="378" y="664"/>
                  <a:pt x="378" y="664"/>
                  <a:pt x="378" y="664"/>
                </a:cubicBezTo>
                <a:cubicBezTo>
                  <a:pt x="378" y="664"/>
                  <a:pt x="378" y="664"/>
                  <a:pt x="378" y="664"/>
                </a:cubicBezTo>
                <a:cubicBezTo>
                  <a:pt x="376" y="665"/>
                  <a:pt x="376" y="665"/>
                  <a:pt x="376" y="665"/>
                </a:cubicBezTo>
                <a:cubicBezTo>
                  <a:pt x="376" y="665"/>
                  <a:pt x="376" y="665"/>
                  <a:pt x="376" y="665"/>
                </a:cubicBezTo>
                <a:cubicBezTo>
                  <a:pt x="374" y="665"/>
                  <a:pt x="374" y="665"/>
                  <a:pt x="374" y="665"/>
                </a:cubicBezTo>
                <a:cubicBezTo>
                  <a:pt x="374" y="665"/>
                  <a:pt x="374" y="665"/>
                  <a:pt x="374" y="665"/>
                </a:cubicBezTo>
                <a:cubicBezTo>
                  <a:pt x="372" y="665"/>
                  <a:pt x="372" y="665"/>
                  <a:pt x="372" y="665"/>
                </a:cubicBezTo>
                <a:cubicBezTo>
                  <a:pt x="372" y="665"/>
                  <a:pt x="372" y="665"/>
                  <a:pt x="372" y="665"/>
                </a:cubicBezTo>
                <a:cubicBezTo>
                  <a:pt x="372" y="665"/>
                  <a:pt x="372" y="665"/>
                  <a:pt x="372" y="665"/>
                </a:cubicBezTo>
                <a:cubicBezTo>
                  <a:pt x="372" y="665"/>
                  <a:pt x="372" y="665"/>
                  <a:pt x="372" y="665"/>
                </a:cubicBezTo>
                <a:cubicBezTo>
                  <a:pt x="371" y="665"/>
                  <a:pt x="371" y="665"/>
                  <a:pt x="371" y="665"/>
                </a:cubicBezTo>
                <a:cubicBezTo>
                  <a:pt x="371" y="665"/>
                  <a:pt x="371" y="665"/>
                  <a:pt x="371" y="665"/>
                </a:cubicBezTo>
                <a:cubicBezTo>
                  <a:pt x="371" y="665"/>
                  <a:pt x="371" y="665"/>
                  <a:pt x="371" y="665"/>
                </a:cubicBezTo>
                <a:cubicBezTo>
                  <a:pt x="371" y="665"/>
                  <a:pt x="371" y="665"/>
                  <a:pt x="371" y="665"/>
                </a:cubicBezTo>
                <a:cubicBezTo>
                  <a:pt x="371" y="665"/>
                  <a:pt x="371" y="665"/>
                  <a:pt x="371" y="665"/>
                </a:cubicBezTo>
                <a:cubicBezTo>
                  <a:pt x="371" y="665"/>
                  <a:pt x="371" y="665"/>
                  <a:pt x="371" y="665"/>
                </a:cubicBezTo>
                <a:cubicBezTo>
                  <a:pt x="370" y="665"/>
                  <a:pt x="370" y="665"/>
                  <a:pt x="370" y="665"/>
                </a:cubicBezTo>
                <a:cubicBezTo>
                  <a:pt x="370" y="665"/>
                  <a:pt x="370" y="665"/>
                  <a:pt x="370" y="665"/>
                </a:cubicBezTo>
                <a:cubicBezTo>
                  <a:pt x="370" y="665"/>
                  <a:pt x="370" y="665"/>
                  <a:pt x="370" y="665"/>
                </a:cubicBezTo>
                <a:cubicBezTo>
                  <a:pt x="370" y="665"/>
                  <a:pt x="370" y="665"/>
                  <a:pt x="370" y="665"/>
                </a:cubicBezTo>
                <a:cubicBezTo>
                  <a:pt x="369" y="665"/>
                  <a:pt x="369" y="665"/>
                  <a:pt x="369" y="665"/>
                </a:cubicBezTo>
                <a:cubicBezTo>
                  <a:pt x="369" y="665"/>
                  <a:pt x="369" y="665"/>
                  <a:pt x="369" y="665"/>
                </a:cubicBezTo>
                <a:cubicBezTo>
                  <a:pt x="369" y="664"/>
                  <a:pt x="369" y="664"/>
                  <a:pt x="369" y="664"/>
                </a:cubicBezTo>
                <a:cubicBezTo>
                  <a:pt x="369" y="664"/>
                  <a:pt x="369" y="664"/>
                  <a:pt x="369" y="664"/>
                </a:cubicBezTo>
                <a:cubicBezTo>
                  <a:pt x="368" y="664"/>
                  <a:pt x="368" y="664"/>
                  <a:pt x="368" y="664"/>
                </a:cubicBezTo>
                <a:cubicBezTo>
                  <a:pt x="368" y="664"/>
                  <a:pt x="368" y="664"/>
                  <a:pt x="368" y="664"/>
                </a:cubicBezTo>
                <a:cubicBezTo>
                  <a:pt x="368" y="663"/>
                  <a:pt x="368" y="663"/>
                  <a:pt x="368" y="663"/>
                </a:cubicBezTo>
                <a:cubicBezTo>
                  <a:pt x="368" y="663"/>
                  <a:pt x="368" y="663"/>
                  <a:pt x="368" y="663"/>
                </a:cubicBezTo>
                <a:cubicBezTo>
                  <a:pt x="367" y="663"/>
                  <a:pt x="367" y="663"/>
                  <a:pt x="367" y="663"/>
                </a:cubicBezTo>
                <a:cubicBezTo>
                  <a:pt x="367" y="663"/>
                  <a:pt x="367" y="663"/>
                  <a:pt x="367" y="663"/>
                </a:cubicBezTo>
                <a:cubicBezTo>
                  <a:pt x="367" y="662"/>
                  <a:pt x="367" y="662"/>
                  <a:pt x="367" y="662"/>
                </a:cubicBezTo>
                <a:cubicBezTo>
                  <a:pt x="367" y="662"/>
                  <a:pt x="367" y="662"/>
                  <a:pt x="367" y="662"/>
                </a:cubicBezTo>
                <a:cubicBezTo>
                  <a:pt x="366" y="662"/>
                  <a:pt x="366" y="662"/>
                  <a:pt x="366" y="662"/>
                </a:cubicBezTo>
                <a:cubicBezTo>
                  <a:pt x="366" y="662"/>
                  <a:pt x="366" y="662"/>
                  <a:pt x="366" y="662"/>
                </a:cubicBezTo>
                <a:cubicBezTo>
                  <a:pt x="366" y="661"/>
                  <a:pt x="366" y="661"/>
                  <a:pt x="366" y="661"/>
                </a:cubicBezTo>
                <a:cubicBezTo>
                  <a:pt x="366" y="661"/>
                  <a:pt x="366" y="661"/>
                  <a:pt x="366" y="661"/>
                </a:cubicBezTo>
                <a:cubicBezTo>
                  <a:pt x="365" y="660"/>
                  <a:pt x="365" y="660"/>
                  <a:pt x="365" y="660"/>
                </a:cubicBezTo>
                <a:cubicBezTo>
                  <a:pt x="365" y="660"/>
                  <a:pt x="365" y="660"/>
                  <a:pt x="365" y="660"/>
                </a:cubicBezTo>
                <a:cubicBezTo>
                  <a:pt x="365" y="659"/>
                  <a:pt x="365" y="659"/>
                  <a:pt x="365" y="659"/>
                </a:cubicBezTo>
                <a:cubicBezTo>
                  <a:pt x="365" y="659"/>
                  <a:pt x="365" y="659"/>
                  <a:pt x="365" y="659"/>
                </a:cubicBezTo>
                <a:cubicBezTo>
                  <a:pt x="365" y="659"/>
                  <a:pt x="365" y="659"/>
                  <a:pt x="365" y="659"/>
                </a:cubicBezTo>
                <a:cubicBezTo>
                  <a:pt x="365" y="659"/>
                  <a:pt x="365" y="659"/>
                  <a:pt x="365" y="659"/>
                </a:cubicBezTo>
                <a:cubicBezTo>
                  <a:pt x="366" y="659"/>
                  <a:pt x="366" y="659"/>
                  <a:pt x="366" y="659"/>
                </a:cubicBezTo>
                <a:cubicBezTo>
                  <a:pt x="366" y="659"/>
                  <a:pt x="366" y="659"/>
                  <a:pt x="366" y="659"/>
                </a:cubicBezTo>
                <a:cubicBezTo>
                  <a:pt x="366" y="659"/>
                  <a:pt x="366" y="659"/>
                  <a:pt x="366" y="659"/>
                </a:cubicBezTo>
                <a:cubicBezTo>
                  <a:pt x="366" y="659"/>
                  <a:pt x="366" y="659"/>
                  <a:pt x="366" y="659"/>
                </a:cubicBezTo>
                <a:cubicBezTo>
                  <a:pt x="366" y="658"/>
                  <a:pt x="366" y="658"/>
                  <a:pt x="366" y="658"/>
                </a:cubicBezTo>
                <a:cubicBezTo>
                  <a:pt x="366" y="658"/>
                  <a:pt x="366" y="658"/>
                  <a:pt x="366" y="658"/>
                </a:cubicBezTo>
                <a:cubicBezTo>
                  <a:pt x="366" y="658"/>
                  <a:pt x="366" y="658"/>
                  <a:pt x="366" y="658"/>
                </a:cubicBezTo>
                <a:cubicBezTo>
                  <a:pt x="366" y="658"/>
                  <a:pt x="366" y="658"/>
                  <a:pt x="366" y="658"/>
                </a:cubicBezTo>
                <a:cubicBezTo>
                  <a:pt x="367" y="658"/>
                  <a:pt x="367" y="658"/>
                  <a:pt x="367" y="658"/>
                </a:cubicBezTo>
                <a:cubicBezTo>
                  <a:pt x="367" y="658"/>
                  <a:pt x="367" y="658"/>
                  <a:pt x="367" y="658"/>
                </a:cubicBezTo>
                <a:cubicBezTo>
                  <a:pt x="367" y="658"/>
                  <a:pt x="367" y="658"/>
                  <a:pt x="367" y="658"/>
                </a:cubicBezTo>
                <a:cubicBezTo>
                  <a:pt x="367" y="658"/>
                  <a:pt x="367" y="658"/>
                  <a:pt x="367" y="658"/>
                </a:cubicBezTo>
                <a:cubicBezTo>
                  <a:pt x="367" y="657"/>
                  <a:pt x="367" y="657"/>
                  <a:pt x="367" y="657"/>
                </a:cubicBezTo>
                <a:cubicBezTo>
                  <a:pt x="367" y="657"/>
                  <a:pt x="367" y="657"/>
                  <a:pt x="367" y="657"/>
                </a:cubicBezTo>
                <a:cubicBezTo>
                  <a:pt x="368" y="658"/>
                  <a:pt x="368" y="658"/>
                  <a:pt x="368" y="658"/>
                </a:cubicBezTo>
                <a:cubicBezTo>
                  <a:pt x="368" y="658"/>
                  <a:pt x="368" y="658"/>
                  <a:pt x="368" y="658"/>
                </a:cubicBezTo>
                <a:cubicBezTo>
                  <a:pt x="369" y="658"/>
                  <a:pt x="369" y="658"/>
                  <a:pt x="369" y="658"/>
                </a:cubicBezTo>
                <a:cubicBezTo>
                  <a:pt x="369" y="658"/>
                  <a:pt x="369" y="658"/>
                  <a:pt x="369" y="658"/>
                </a:cubicBezTo>
                <a:cubicBezTo>
                  <a:pt x="370" y="658"/>
                  <a:pt x="370" y="658"/>
                  <a:pt x="370" y="658"/>
                </a:cubicBezTo>
                <a:cubicBezTo>
                  <a:pt x="370" y="658"/>
                  <a:pt x="370" y="658"/>
                  <a:pt x="370" y="658"/>
                </a:cubicBezTo>
                <a:cubicBezTo>
                  <a:pt x="370" y="658"/>
                  <a:pt x="370" y="658"/>
                  <a:pt x="370" y="658"/>
                </a:cubicBezTo>
                <a:cubicBezTo>
                  <a:pt x="370" y="658"/>
                  <a:pt x="370" y="658"/>
                  <a:pt x="370" y="658"/>
                </a:cubicBezTo>
                <a:cubicBezTo>
                  <a:pt x="371" y="658"/>
                  <a:pt x="371" y="658"/>
                  <a:pt x="371" y="658"/>
                </a:cubicBezTo>
                <a:cubicBezTo>
                  <a:pt x="371" y="658"/>
                  <a:pt x="371" y="658"/>
                  <a:pt x="371" y="658"/>
                </a:cubicBezTo>
                <a:cubicBezTo>
                  <a:pt x="372" y="658"/>
                  <a:pt x="372" y="658"/>
                  <a:pt x="372" y="658"/>
                </a:cubicBezTo>
                <a:cubicBezTo>
                  <a:pt x="372" y="658"/>
                  <a:pt x="372" y="658"/>
                  <a:pt x="372" y="658"/>
                </a:cubicBezTo>
                <a:cubicBezTo>
                  <a:pt x="373" y="659"/>
                  <a:pt x="373" y="659"/>
                  <a:pt x="373" y="659"/>
                </a:cubicBezTo>
                <a:cubicBezTo>
                  <a:pt x="373" y="659"/>
                  <a:pt x="373" y="659"/>
                  <a:pt x="373" y="659"/>
                </a:cubicBezTo>
                <a:cubicBezTo>
                  <a:pt x="374" y="659"/>
                  <a:pt x="374" y="659"/>
                  <a:pt x="374" y="659"/>
                </a:cubicBezTo>
                <a:cubicBezTo>
                  <a:pt x="374" y="659"/>
                  <a:pt x="374" y="659"/>
                  <a:pt x="374" y="659"/>
                </a:cubicBezTo>
                <a:cubicBezTo>
                  <a:pt x="390" y="658"/>
                  <a:pt x="390" y="658"/>
                  <a:pt x="390" y="658"/>
                </a:cubicBezTo>
                <a:cubicBezTo>
                  <a:pt x="390" y="658"/>
                  <a:pt x="390" y="658"/>
                  <a:pt x="390" y="658"/>
                </a:cubicBezTo>
                <a:cubicBezTo>
                  <a:pt x="398" y="658"/>
                  <a:pt x="398" y="658"/>
                  <a:pt x="398" y="658"/>
                </a:cubicBezTo>
                <a:cubicBezTo>
                  <a:pt x="398" y="658"/>
                  <a:pt x="398" y="658"/>
                  <a:pt x="398" y="658"/>
                </a:cubicBezTo>
                <a:cubicBezTo>
                  <a:pt x="399" y="658"/>
                  <a:pt x="399" y="658"/>
                  <a:pt x="399" y="658"/>
                </a:cubicBezTo>
                <a:cubicBezTo>
                  <a:pt x="399" y="658"/>
                  <a:pt x="399" y="658"/>
                  <a:pt x="399" y="658"/>
                </a:cubicBezTo>
                <a:cubicBezTo>
                  <a:pt x="399" y="659"/>
                  <a:pt x="399" y="659"/>
                  <a:pt x="399" y="659"/>
                </a:cubicBezTo>
                <a:cubicBezTo>
                  <a:pt x="399" y="659"/>
                  <a:pt x="399" y="659"/>
                  <a:pt x="399" y="659"/>
                </a:cubicBezTo>
                <a:cubicBezTo>
                  <a:pt x="400" y="660"/>
                  <a:pt x="400" y="660"/>
                  <a:pt x="400" y="660"/>
                </a:cubicBezTo>
                <a:cubicBezTo>
                  <a:pt x="400" y="660"/>
                  <a:pt x="400" y="660"/>
                  <a:pt x="400" y="660"/>
                </a:cubicBezTo>
                <a:cubicBezTo>
                  <a:pt x="401" y="661"/>
                  <a:pt x="401" y="661"/>
                  <a:pt x="401" y="661"/>
                </a:cubicBezTo>
                <a:cubicBezTo>
                  <a:pt x="401" y="661"/>
                  <a:pt x="401" y="661"/>
                  <a:pt x="401" y="661"/>
                </a:cubicBezTo>
                <a:cubicBezTo>
                  <a:pt x="401" y="662"/>
                  <a:pt x="401" y="662"/>
                  <a:pt x="401" y="662"/>
                </a:cubicBezTo>
                <a:cubicBezTo>
                  <a:pt x="401" y="662"/>
                  <a:pt x="401" y="662"/>
                  <a:pt x="401" y="662"/>
                </a:cubicBezTo>
                <a:cubicBezTo>
                  <a:pt x="401" y="663"/>
                  <a:pt x="401" y="663"/>
                  <a:pt x="401" y="663"/>
                </a:cubicBezTo>
                <a:cubicBezTo>
                  <a:pt x="401" y="663"/>
                  <a:pt x="401" y="663"/>
                  <a:pt x="401" y="663"/>
                </a:cubicBezTo>
                <a:cubicBezTo>
                  <a:pt x="401" y="664"/>
                  <a:pt x="401" y="664"/>
                  <a:pt x="401" y="664"/>
                </a:cubicBezTo>
                <a:cubicBezTo>
                  <a:pt x="401" y="664"/>
                  <a:pt x="401" y="664"/>
                  <a:pt x="401" y="664"/>
                </a:cubicBezTo>
                <a:cubicBezTo>
                  <a:pt x="401" y="665"/>
                  <a:pt x="401" y="665"/>
                  <a:pt x="401" y="665"/>
                </a:cubicBezTo>
                <a:cubicBezTo>
                  <a:pt x="401" y="665"/>
                  <a:pt x="401" y="665"/>
                  <a:pt x="401" y="665"/>
                </a:cubicBezTo>
                <a:cubicBezTo>
                  <a:pt x="400" y="666"/>
                  <a:pt x="400" y="666"/>
                  <a:pt x="400" y="666"/>
                </a:cubicBezTo>
                <a:cubicBezTo>
                  <a:pt x="400" y="666"/>
                  <a:pt x="400" y="666"/>
                  <a:pt x="400" y="666"/>
                </a:cubicBezTo>
                <a:cubicBezTo>
                  <a:pt x="400" y="666"/>
                  <a:pt x="400" y="666"/>
                  <a:pt x="400" y="666"/>
                </a:cubicBezTo>
                <a:cubicBezTo>
                  <a:pt x="400" y="666"/>
                  <a:pt x="400" y="666"/>
                  <a:pt x="400" y="666"/>
                </a:cubicBezTo>
                <a:cubicBezTo>
                  <a:pt x="400" y="667"/>
                  <a:pt x="400" y="667"/>
                  <a:pt x="400" y="667"/>
                </a:cubicBezTo>
                <a:cubicBezTo>
                  <a:pt x="400" y="667"/>
                  <a:pt x="400" y="667"/>
                  <a:pt x="400" y="667"/>
                </a:cubicBezTo>
                <a:cubicBezTo>
                  <a:pt x="399" y="667"/>
                  <a:pt x="399" y="667"/>
                  <a:pt x="399" y="667"/>
                </a:cubicBezTo>
                <a:cubicBezTo>
                  <a:pt x="399" y="667"/>
                  <a:pt x="399" y="667"/>
                  <a:pt x="399" y="667"/>
                </a:cubicBezTo>
                <a:cubicBezTo>
                  <a:pt x="399" y="668"/>
                  <a:pt x="399" y="668"/>
                  <a:pt x="399" y="668"/>
                </a:cubicBezTo>
                <a:cubicBezTo>
                  <a:pt x="399" y="668"/>
                  <a:pt x="399" y="668"/>
                  <a:pt x="399" y="668"/>
                </a:cubicBezTo>
                <a:cubicBezTo>
                  <a:pt x="398" y="668"/>
                  <a:pt x="398" y="668"/>
                  <a:pt x="398" y="668"/>
                </a:cubicBezTo>
                <a:cubicBezTo>
                  <a:pt x="398" y="668"/>
                  <a:pt x="398" y="668"/>
                  <a:pt x="398" y="668"/>
                </a:cubicBezTo>
                <a:cubicBezTo>
                  <a:pt x="398" y="668"/>
                  <a:pt x="398" y="668"/>
                  <a:pt x="398" y="668"/>
                </a:cubicBezTo>
                <a:cubicBezTo>
                  <a:pt x="398" y="668"/>
                  <a:pt x="398" y="668"/>
                  <a:pt x="398" y="668"/>
                </a:cubicBezTo>
                <a:cubicBezTo>
                  <a:pt x="398" y="669"/>
                  <a:pt x="398" y="669"/>
                  <a:pt x="398" y="669"/>
                </a:cubicBezTo>
                <a:cubicBezTo>
                  <a:pt x="398" y="669"/>
                  <a:pt x="398" y="669"/>
                  <a:pt x="398" y="669"/>
                </a:cubicBezTo>
                <a:cubicBezTo>
                  <a:pt x="396" y="670"/>
                  <a:pt x="396" y="670"/>
                  <a:pt x="396" y="670"/>
                </a:cubicBezTo>
                <a:cubicBezTo>
                  <a:pt x="396" y="670"/>
                  <a:pt x="396" y="670"/>
                  <a:pt x="396" y="670"/>
                </a:cubicBezTo>
                <a:cubicBezTo>
                  <a:pt x="395" y="672"/>
                  <a:pt x="395" y="672"/>
                  <a:pt x="395" y="672"/>
                </a:cubicBezTo>
                <a:cubicBezTo>
                  <a:pt x="395" y="672"/>
                  <a:pt x="395" y="672"/>
                  <a:pt x="395" y="672"/>
                </a:cubicBezTo>
                <a:cubicBezTo>
                  <a:pt x="393" y="673"/>
                  <a:pt x="393" y="673"/>
                  <a:pt x="393" y="673"/>
                </a:cubicBezTo>
                <a:cubicBezTo>
                  <a:pt x="393" y="673"/>
                  <a:pt x="393" y="673"/>
                  <a:pt x="393" y="673"/>
                </a:cubicBezTo>
                <a:cubicBezTo>
                  <a:pt x="392" y="675"/>
                  <a:pt x="392" y="675"/>
                  <a:pt x="392" y="675"/>
                </a:cubicBezTo>
                <a:cubicBezTo>
                  <a:pt x="392" y="675"/>
                  <a:pt x="392" y="675"/>
                  <a:pt x="392" y="675"/>
                </a:cubicBezTo>
                <a:cubicBezTo>
                  <a:pt x="391" y="676"/>
                  <a:pt x="391" y="676"/>
                  <a:pt x="391" y="676"/>
                </a:cubicBezTo>
                <a:cubicBezTo>
                  <a:pt x="391" y="676"/>
                  <a:pt x="391" y="676"/>
                  <a:pt x="391" y="676"/>
                </a:cubicBezTo>
                <a:cubicBezTo>
                  <a:pt x="390" y="677"/>
                  <a:pt x="390" y="677"/>
                  <a:pt x="390" y="677"/>
                </a:cubicBezTo>
                <a:cubicBezTo>
                  <a:pt x="390" y="677"/>
                  <a:pt x="390" y="677"/>
                  <a:pt x="390" y="677"/>
                </a:cubicBezTo>
                <a:cubicBezTo>
                  <a:pt x="388" y="679"/>
                  <a:pt x="388" y="679"/>
                  <a:pt x="388" y="679"/>
                </a:cubicBezTo>
                <a:cubicBezTo>
                  <a:pt x="388" y="679"/>
                  <a:pt x="388" y="679"/>
                  <a:pt x="388" y="679"/>
                </a:cubicBezTo>
                <a:cubicBezTo>
                  <a:pt x="387" y="679"/>
                  <a:pt x="387" y="679"/>
                  <a:pt x="387" y="679"/>
                </a:cubicBezTo>
                <a:cubicBezTo>
                  <a:pt x="387" y="679"/>
                  <a:pt x="387" y="679"/>
                  <a:pt x="387" y="679"/>
                </a:cubicBezTo>
                <a:cubicBezTo>
                  <a:pt x="381" y="688"/>
                  <a:pt x="381" y="688"/>
                  <a:pt x="381" y="688"/>
                </a:cubicBezTo>
                <a:cubicBezTo>
                  <a:pt x="381" y="688"/>
                  <a:pt x="381" y="688"/>
                  <a:pt x="381" y="688"/>
                </a:cubicBezTo>
                <a:cubicBezTo>
                  <a:pt x="382" y="690"/>
                  <a:pt x="382" y="690"/>
                  <a:pt x="382" y="690"/>
                </a:cubicBezTo>
                <a:cubicBezTo>
                  <a:pt x="382" y="690"/>
                  <a:pt x="382" y="690"/>
                  <a:pt x="382" y="690"/>
                </a:cubicBezTo>
                <a:cubicBezTo>
                  <a:pt x="383" y="690"/>
                  <a:pt x="383" y="690"/>
                  <a:pt x="383" y="690"/>
                </a:cubicBezTo>
                <a:cubicBezTo>
                  <a:pt x="383" y="690"/>
                  <a:pt x="383" y="690"/>
                  <a:pt x="383" y="690"/>
                </a:cubicBezTo>
                <a:cubicBezTo>
                  <a:pt x="385" y="690"/>
                  <a:pt x="385" y="690"/>
                  <a:pt x="385" y="690"/>
                </a:cubicBezTo>
                <a:cubicBezTo>
                  <a:pt x="385" y="690"/>
                  <a:pt x="385" y="690"/>
                  <a:pt x="385" y="690"/>
                </a:cubicBezTo>
                <a:cubicBezTo>
                  <a:pt x="386" y="690"/>
                  <a:pt x="386" y="690"/>
                  <a:pt x="386" y="690"/>
                </a:cubicBezTo>
                <a:cubicBezTo>
                  <a:pt x="386" y="690"/>
                  <a:pt x="386" y="690"/>
                  <a:pt x="386" y="690"/>
                </a:cubicBezTo>
                <a:cubicBezTo>
                  <a:pt x="388" y="689"/>
                  <a:pt x="388" y="689"/>
                  <a:pt x="388" y="689"/>
                </a:cubicBezTo>
                <a:cubicBezTo>
                  <a:pt x="388" y="689"/>
                  <a:pt x="388" y="689"/>
                  <a:pt x="388" y="689"/>
                </a:cubicBezTo>
                <a:cubicBezTo>
                  <a:pt x="390" y="688"/>
                  <a:pt x="390" y="688"/>
                  <a:pt x="390" y="688"/>
                </a:cubicBezTo>
                <a:cubicBezTo>
                  <a:pt x="390" y="688"/>
                  <a:pt x="390" y="688"/>
                  <a:pt x="390" y="688"/>
                </a:cubicBezTo>
                <a:cubicBezTo>
                  <a:pt x="391" y="688"/>
                  <a:pt x="391" y="688"/>
                  <a:pt x="391" y="688"/>
                </a:cubicBezTo>
                <a:cubicBezTo>
                  <a:pt x="391" y="688"/>
                  <a:pt x="391" y="688"/>
                  <a:pt x="391" y="688"/>
                </a:cubicBezTo>
                <a:cubicBezTo>
                  <a:pt x="392" y="687"/>
                  <a:pt x="392" y="687"/>
                  <a:pt x="392" y="687"/>
                </a:cubicBezTo>
                <a:cubicBezTo>
                  <a:pt x="392" y="687"/>
                  <a:pt x="392" y="687"/>
                  <a:pt x="392" y="687"/>
                </a:cubicBezTo>
                <a:cubicBezTo>
                  <a:pt x="394" y="686"/>
                  <a:pt x="394" y="686"/>
                  <a:pt x="394" y="686"/>
                </a:cubicBezTo>
                <a:cubicBezTo>
                  <a:pt x="394" y="686"/>
                  <a:pt x="394" y="686"/>
                  <a:pt x="394" y="686"/>
                </a:cubicBezTo>
                <a:cubicBezTo>
                  <a:pt x="394" y="687"/>
                  <a:pt x="394" y="687"/>
                  <a:pt x="394" y="687"/>
                </a:cubicBezTo>
                <a:cubicBezTo>
                  <a:pt x="394" y="687"/>
                  <a:pt x="394" y="687"/>
                  <a:pt x="394" y="687"/>
                </a:cubicBezTo>
                <a:cubicBezTo>
                  <a:pt x="395" y="687"/>
                  <a:pt x="395" y="687"/>
                  <a:pt x="395" y="687"/>
                </a:cubicBezTo>
                <a:cubicBezTo>
                  <a:pt x="395" y="687"/>
                  <a:pt x="395" y="687"/>
                  <a:pt x="395" y="687"/>
                </a:cubicBezTo>
                <a:cubicBezTo>
                  <a:pt x="395" y="688"/>
                  <a:pt x="395" y="688"/>
                  <a:pt x="395" y="688"/>
                </a:cubicBezTo>
                <a:cubicBezTo>
                  <a:pt x="395" y="688"/>
                  <a:pt x="395" y="688"/>
                  <a:pt x="395" y="688"/>
                </a:cubicBezTo>
                <a:cubicBezTo>
                  <a:pt x="395" y="688"/>
                  <a:pt x="395" y="688"/>
                  <a:pt x="395" y="688"/>
                </a:cubicBezTo>
                <a:cubicBezTo>
                  <a:pt x="395" y="688"/>
                  <a:pt x="395" y="688"/>
                  <a:pt x="395" y="688"/>
                </a:cubicBezTo>
                <a:cubicBezTo>
                  <a:pt x="395" y="689"/>
                  <a:pt x="395" y="689"/>
                  <a:pt x="395" y="689"/>
                </a:cubicBezTo>
                <a:cubicBezTo>
                  <a:pt x="395" y="689"/>
                  <a:pt x="395" y="689"/>
                  <a:pt x="395" y="689"/>
                </a:cubicBezTo>
                <a:cubicBezTo>
                  <a:pt x="395" y="689"/>
                  <a:pt x="395" y="689"/>
                  <a:pt x="395" y="689"/>
                </a:cubicBezTo>
                <a:cubicBezTo>
                  <a:pt x="395" y="689"/>
                  <a:pt x="395" y="689"/>
                  <a:pt x="395" y="689"/>
                </a:cubicBezTo>
                <a:cubicBezTo>
                  <a:pt x="395" y="690"/>
                  <a:pt x="395" y="690"/>
                  <a:pt x="395" y="690"/>
                </a:cubicBezTo>
                <a:cubicBezTo>
                  <a:pt x="395" y="690"/>
                  <a:pt x="395" y="690"/>
                  <a:pt x="395" y="690"/>
                </a:cubicBezTo>
                <a:cubicBezTo>
                  <a:pt x="395" y="690"/>
                  <a:pt x="395" y="690"/>
                  <a:pt x="395" y="690"/>
                </a:cubicBezTo>
                <a:cubicBezTo>
                  <a:pt x="395" y="690"/>
                  <a:pt x="395" y="690"/>
                  <a:pt x="395" y="690"/>
                </a:cubicBezTo>
                <a:cubicBezTo>
                  <a:pt x="395" y="691"/>
                  <a:pt x="395" y="691"/>
                  <a:pt x="395" y="691"/>
                </a:cubicBezTo>
                <a:cubicBezTo>
                  <a:pt x="395" y="691"/>
                  <a:pt x="395" y="691"/>
                  <a:pt x="395" y="691"/>
                </a:cubicBezTo>
                <a:cubicBezTo>
                  <a:pt x="394" y="691"/>
                  <a:pt x="394" y="691"/>
                  <a:pt x="394" y="691"/>
                </a:cubicBezTo>
                <a:cubicBezTo>
                  <a:pt x="394" y="691"/>
                  <a:pt x="394" y="691"/>
                  <a:pt x="394" y="691"/>
                </a:cubicBezTo>
                <a:cubicBezTo>
                  <a:pt x="394" y="691"/>
                  <a:pt x="394" y="691"/>
                  <a:pt x="394" y="691"/>
                </a:cubicBezTo>
                <a:cubicBezTo>
                  <a:pt x="394" y="691"/>
                  <a:pt x="394" y="691"/>
                  <a:pt x="394" y="691"/>
                </a:cubicBezTo>
                <a:cubicBezTo>
                  <a:pt x="394" y="691"/>
                  <a:pt x="394" y="691"/>
                  <a:pt x="394" y="691"/>
                </a:cubicBezTo>
                <a:cubicBezTo>
                  <a:pt x="394" y="691"/>
                  <a:pt x="394" y="691"/>
                  <a:pt x="394" y="691"/>
                </a:cubicBezTo>
                <a:cubicBezTo>
                  <a:pt x="393" y="691"/>
                  <a:pt x="393" y="691"/>
                  <a:pt x="393" y="691"/>
                </a:cubicBezTo>
                <a:cubicBezTo>
                  <a:pt x="393" y="691"/>
                  <a:pt x="393" y="691"/>
                  <a:pt x="393" y="691"/>
                </a:cubicBezTo>
                <a:cubicBezTo>
                  <a:pt x="393" y="691"/>
                  <a:pt x="393" y="691"/>
                  <a:pt x="393" y="691"/>
                </a:cubicBezTo>
                <a:cubicBezTo>
                  <a:pt x="393" y="691"/>
                  <a:pt x="393" y="691"/>
                  <a:pt x="393" y="691"/>
                </a:cubicBezTo>
                <a:cubicBezTo>
                  <a:pt x="392" y="691"/>
                  <a:pt x="392" y="691"/>
                  <a:pt x="392" y="691"/>
                </a:cubicBezTo>
                <a:cubicBezTo>
                  <a:pt x="392" y="691"/>
                  <a:pt x="392" y="691"/>
                  <a:pt x="392" y="691"/>
                </a:cubicBezTo>
                <a:cubicBezTo>
                  <a:pt x="392" y="692"/>
                  <a:pt x="392" y="692"/>
                  <a:pt x="392" y="692"/>
                </a:cubicBezTo>
                <a:cubicBezTo>
                  <a:pt x="392" y="692"/>
                  <a:pt x="392" y="692"/>
                  <a:pt x="392" y="692"/>
                </a:cubicBezTo>
                <a:cubicBezTo>
                  <a:pt x="376" y="696"/>
                  <a:pt x="376" y="696"/>
                  <a:pt x="376" y="696"/>
                </a:cubicBezTo>
                <a:cubicBezTo>
                  <a:pt x="376" y="696"/>
                  <a:pt x="376" y="696"/>
                  <a:pt x="376" y="696"/>
                </a:cubicBezTo>
                <a:cubicBezTo>
                  <a:pt x="376" y="697"/>
                  <a:pt x="376" y="697"/>
                  <a:pt x="376" y="697"/>
                </a:cubicBezTo>
                <a:cubicBezTo>
                  <a:pt x="376" y="697"/>
                  <a:pt x="376" y="697"/>
                  <a:pt x="376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4" y="698"/>
                  <a:pt x="374" y="698"/>
                  <a:pt x="374" y="698"/>
                </a:cubicBezTo>
                <a:cubicBezTo>
                  <a:pt x="374" y="698"/>
                  <a:pt x="374" y="698"/>
                  <a:pt x="374" y="698"/>
                </a:cubicBezTo>
                <a:cubicBezTo>
                  <a:pt x="374" y="698"/>
                  <a:pt x="374" y="698"/>
                  <a:pt x="374" y="698"/>
                </a:cubicBezTo>
                <a:cubicBezTo>
                  <a:pt x="374" y="698"/>
                  <a:pt x="374" y="698"/>
                  <a:pt x="374" y="698"/>
                </a:cubicBezTo>
                <a:cubicBezTo>
                  <a:pt x="373" y="698"/>
                  <a:pt x="373" y="698"/>
                  <a:pt x="373" y="698"/>
                </a:cubicBezTo>
                <a:cubicBezTo>
                  <a:pt x="373" y="698"/>
                  <a:pt x="373" y="698"/>
                  <a:pt x="373" y="698"/>
                </a:cubicBezTo>
                <a:cubicBezTo>
                  <a:pt x="373" y="698"/>
                  <a:pt x="373" y="698"/>
                  <a:pt x="373" y="698"/>
                </a:cubicBezTo>
                <a:cubicBezTo>
                  <a:pt x="373" y="698"/>
                  <a:pt x="373" y="698"/>
                  <a:pt x="373" y="698"/>
                </a:cubicBezTo>
                <a:cubicBezTo>
                  <a:pt x="372" y="698"/>
                  <a:pt x="372" y="698"/>
                  <a:pt x="372" y="698"/>
                </a:cubicBezTo>
                <a:cubicBezTo>
                  <a:pt x="372" y="698"/>
                  <a:pt x="372" y="698"/>
                  <a:pt x="372" y="698"/>
                </a:cubicBezTo>
                <a:cubicBezTo>
                  <a:pt x="372" y="698"/>
                  <a:pt x="372" y="698"/>
                  <a:pt x="372" y="698"/>
                </a:cubicBezTo>
                <a:cubicBezTo>
                  <a:pt x="372" y="698"/>
                  <a:pt x="372" y="698"/>
                  <a:pt x="372" y="698"/>
                </a:cubicBezTo>
                <a:cubicBezTo>
                  <a:pt x="371" y="699"/>
                  <a:pt x="371" y="699"/>
                  <a:pt x="370" y="699"/>
                </a:cubicBezTo>
                <a:cubicBezTo>
                  <a:pt x="370" y="699"/>
                  <a:pt x="370" y="699"/>
                  <a:pt x="370" y="699"/>
                </a:cubicBezTo>
                <a:cubicBezTo>
                  <a:pt x="370" y="699"/>
                  <a:pt x="369" y="699"/>
                  <a:pt x="369" y="699"/>
                </a:cubicBezTo>
                <a:cubicBezTo>
                  <a:pt x="369" y="699"/>
                  <a:pt x="369" y="700"/>
                  <a:pt x="369" y="700"/>
                </a:cubicBezTo>
                <a:cubicBezTo>
                  <a:pt x="369" y="700"/>
                  <a:pt x="368" y="700"/>
                  <a:pt x="368" y="700"/>
                </a:cubicBezTo>
                <a:cubicBezTo>
                  <a:pt x="368" y="700"/>
                  <a:pt x="368" y="700"/>
                  <a:pt x="368" y="700"/>
                </a:cubicBezTo>
                <a:cubicBezTo>
                  <a:pt x="368" y="700"/>
                  <a:pt x="368" y="700"/>
                  <a:pt x="368" y="700"/>
                </a:cubicBezTo>
                <a:cubicBezTo>
                  <a:pt x="368" y="700"/>
                  <a:pt x="368" y="700"/>
                  <a:pt x="368" y="700"/>
                </a:cubicBezTo>
                <a:cubicBezTo>
                  <a:pt x="367" y="701"/>
                  <a:pt x="367" y="701"/>
                  <a:pt x="366" y="701"/>
                </a:cubicBezTo>
                <a:cubicBezTo>
                  <a:pt x="366" y="701"/>
                  <a:pt x="366" y="701"/>
                  <a:pt x="366" y="701"/>
                </a:cubicBezTo>
                <a:cubicBezTo>
                  <a:pt x="366" y="701"/>
                  <a:pt x="365" y="701"/>
                  <a:pt x="365" y="701"/>
                </a:cubicBezTo>
                <a:cubicBezTo>
                  <a:pt x="365" y="701"/>
                  <a:pt x="365" y="701"/>
                  <a:pt x="365" y="701"/>
                </a:cubicBezTo>
                <a:cubicBezTo>
                  <a:pt x="365" y="701"/>
                  <a:pt x="365" y="701"/>
                  <a:pt x="365" y="701"/>
                </a:cubicBezTo>
                <a:cubicBezTo>
                  <a:pt x="365" y="701"/>
                  <a:pt x="365" y="701"/>
                  <a:pt x="365" y="701"/>
                </a:cubicBezTo>
                <a:cubicBezTo>
                  <a:pt x="365" y="701"/>
                  <a:pt x="364" y="701"/>
                  <a:pt x="364" y="701"/>
                </a:cubicBezTo>
                <a:cubicBezTo>
                  <a:pt x="364" y="701"/>
                  <a:pt x="364" y="701"/>
                  <a:pt x="364" y="701"/>
                </a:cubicBezTo>
                <a:cubicBezTo>
                  <a:pt x="364" y="701"/>
                  <a:pt x="364" y="701"/>
                  <a:pt x="364" y="702"/>
                </a:cubicBezTo>
                <a:cubicBezTo>
                  <a:pt x="364" y="702"/>
                  <a:pt x="364" y="702"/>
                  <a:pt x="364" y="702"/>
                </a:cubicBezTo>
                <a:cubicBezTo>
                  <a:pt x="364" y="702"/>
                  <a:pt x="363" y="702"/>
                  <a:pt x="363" y="702"/>
                </a:cubicBezTo>
                <a:cubicBezTo>
                  <a:pt x="363" y="702"/>
                  <a:pt x="363" y="702"/>
                  <a:pt x="363" y="702"/>
                </a:cubicBezTo>
                <a:cubicBezTo>
                  <a:pt x="363" y="702"/>
                  <a:pt x="362" y="702"/>
                  <a:pt x="361" y="702"/>
                </a:cubicBezTo>
                <a:cubicBezTo>
                  <a:pt x="361" y="702"/>
                  <a:pt x="361" y="702"/>
                  <a:pt x="361" y="702"/>
                </a:cubicBezTo>
                <a:cubicBezTo>
                  <a:pt x="361" y="702"/>
                  <a:pt x="361" y="702"/>
                  <a:pt x="361" y="702"/>
                </a:cubicBezTo>
                <a:cubicBezTo>
                  <a:pt x="361" y="702"/>
                  <a:pt x="361" y="702"/>
                  <a:pt x="361" y="702"/>
                </a:cubicBezTo>
                <a:cubicBezTo>
                  <a:pt x="360" y="702"/>
                  <a:pt x="360" y="702"/>
                  <a:pt x="360" y="702"/>
                </a:cubicBezTo>
                <a:cubicBezTo>
                  <a:pt x="360" y="702"/>
                  <a:pt x="360" y="702"/>
                  <a:pt x="360" y="702"/>
                </a:cubicBezTo>
                <a:cubicBezTo>
                  <a:pt x="360" y="703"/>
                  <a:pt x="360" y="703"/>
                  <a:pt x="360" y="703"/>
                </a:cubicBezTo>
                <a:cubicBezTo>
                  <a:pt x="360" y="703"/>
                  <a:pt x="360" y="703"/>
                  <a:pt x="360" y="703"/>
                </a:cubicBezTo>
                <a:cubicBezTo>
                  <a:pt x="359" y="704"/>
                  <a:pt x="359" y="704"/>
                  <a:pt x="359" y="704"/>
                </a:cubicBezTo>
                <a:cubicBezTo>
                  <a:pt x="359" y="704"/>
                  <a:pt x="359" y="704"/>
                  <a:pt x="359" y="704"/>
                </a:cubicBezTo>
                <a:cubicBezTo>
                  <a:pt x="358" y="704"/>
                  <a:pt x="358" y="704"/>
                  <a:pt x="358" y="704"/>
                </a:cubicBezTo>
                <a:cubicBezTo>
                  <a:pt x="358" y="704"/>
                  <a:pt x="358" y="704"/>
                  <a:pt x="358" y="704"/>
                </a:cubicBezTo>
                <a:cubicBezTo>
                  <a:pt x="357" y="705"/>
                  <a:pt x="357" y="705"/>
                  <a:pt x="357" y="705"/>
                </a:cubicBezTo>
                <a:cubicBezTo>
                  <a:pt x="357" y="705"/>
                  <a:pt x="357" y="705"/>
                  <a:pt x="357" y="705"/>
                </a:cubicBezTo>
                <a:cubicBezTo>
                  <a:pt x="356" y="705"/>
                  <a:pt x="356" y="705"/>
                  <a:pt x="356" y="705"/>
                </a:cubicBezTo>
                <a:cubicBezTo>
                  <a:pt x="356" y="705"/>
                  <a:pt x="356" y="705"/>
                  <a:pt x="356" y="705"/>
                </a:cubicBezTo>
                <a:cubicBezTo>
                  <a:pt x="355" y="706"/>
                  <a:pt x="355" y="706"/>
                  <a:pt x="355" y="706"/>
                </a:cubicBezTo>
                <a:cubicBezTo>
                  <a:pt x="355" y="706"/>
                  <a:pt x="355" y="706"/>
                  <a:pt x="355" y="706"/>
                </a:cubicBezTo>
                <a:cubicBezTo>
                  <a:pt x="353" y="706"/>
                  <a:pt x="353" y="706"/>
                  <a:pt x="353" y="706"/>
                </a:cubicBezTo>
                <a:cubicBezTo>
                  <a:pt x="353" y="706"/>
                  <a:pt x="353" y="706"/>
                  <a:pt x="353" y="706"/>
                </a:cubicBezTo>
                <a:cubicBezTo>
                  <a:pt x="352" y="706"/>
                  <a:pt x="352" y="706"/>
                  <a:pt x="352" y="706"/>
                </a:cubicBezTo>
                <a:close/>
                <a:moveTo>
                  <a:pt x="218" y="701"/>
                </a:moveTo>
                <a:cubicBezTo>
                  <a:pt x="217" y="699"/>
                  <a:pt x="217" y="699"/>
                  <a:pt x="217" y="699"/>
                </a:cubicBezTo>
                <a:cubicBezTo>
                  <a:pt x="217" y="699"/>
                  <a:pt x="217" y="699"/>
                  <a:pt x="217" y="699"/>
                </a:cubicBezTo>
                <a:cubicBezTo>
                  <a:pt x="217" y="699"/>
                  <a:pt x="216" y="698"/>
                  <a:pt x="216" y="697"/>
                </a:cubicBezTo>
                <a:cubicBezTo>
                  <a:pt x="216" y="697"/>
                  <a:pt x="216" y="697"/>
                  <a:pt x="216" y="697"/>
                </a:cubicBezTo>
                <a:cubicBezTo>
                  <a:pt x="216" y="697"/>
                  <a:pt x="216" y="696"/>
                  <a:pt x="215" y="696"/>
                </a:cubicBezTo>
                <a:cubicBezTo>
                  <a:pt x="215" y="696"/>
                  <a:pt x="215" y="696"/>
                  <a:pt x="215" y="696"/>
                </a:cubicBezTo>
                <a:cubicBezTo>
                  <a:pt x="215" y="695"/>
                  <a:pt x="215" y="695"/>
                  <a:pt x="215" y="694"/>
                </a:cubicBezTo>
                <a:cubicBezTo>
                  <a:pt x="215" y="694"/>
                  <a:pt x="215" y="694"/>
                  <a:pt x="215" y="694"/>
                </a:cubicBezTo>
                <a:cubicBezTo>
                  <a:pt x="215" y="694"/>
                  <a:pt x="215" y="693"/>
                  <a:pt x="215" y="692"/>
                </a:cubicBezTo>
                <a:cubicBezTo>
                  <a:pt x="215" y="692"/>
                  <a:pt x="215" y="692"/>
                  <a:pt x="215" y="692"/>
                </a:cubicBezTo>
                <a:cubicBezTo>
                  <a:pt x="215" y="692"/>
                  <a:pt x="215" y="691"/>
                  <a:pt x="215" y="691"/>
                </a:cubicBezTo>
                <a:cubicBezTo>
                  <a:pt x="215" y="691"/>
                  <a:pt x="215" y="691"/>
                  <a:pt x="215" y="691"/>
                </a:cubicBezTo>
                <a:cubicBezTo>
                  <a:pt x="216" y="690"/>
                  <a:pt x="216" y="689"/>
                  <a:pt x="216" y="689"/>
                </a:cubicBezTo>
                <a:cubicBezTo>
                  <a:pt x="216" y="689"/>
                  <a:pt x="216" y="689"/>
                  <a:pt x="216" y="689"/>
                </a:cubicBezTo>
                <a:cubicBezTo>
                  <a:pt x="216" y="688"/>
                  <a:pt x="216" y="688"/>
                  <a:pt x="216" y="687"/>
                </a:cubicBezTo>
                <a:cubicBezTo>
                  <a:pt x="216" y="687"/>
                  <a:pt x="216" y="687"/>
                  <a:pt x="216" y="687"/>
                </a:cubicBezTo>
                <a:cubicBezTo>
                  <a:pt x="216" y="687"/>
                  <a:pt x="217" y="686"/>
                  <a:pt x="217" y="686"/>
                </a:cubicBezTo>
                <a:cubicBezTo>
                  <a:pt x="217" y="686"/>
                  <a:pt x="217" y="686"/>
                  <a:pt x="217" y="686"/>
                </a:cubicBezTo>
                <a:cubicBezTo>
                  <a:pt x="217" y="686"/>
                  <a:pt x="217" y="685"/>
                  <a:pt x="218" y="685"/>
                </a:cubicBezTo>
                <a:cubicBezTo>
                  <a:pt x="218" y="685"/>
                  <a:pt x="218" y="685"/>
                  <a:pt x="218" y="685"/>
                </a:cubicBezTo>
                <a:cubicBezTo>
                  <a:pt x="218" y="685"/>
                  <a:pt x="218" y="685"/>
                  <a:pt x="218" y="685"/>
                </a:cubicBezTo>
                <a:cubicBezTo>
                  <a:pt x="218" y="685"/>
                  <a:pt x="218" y="685"/>
                  <a:pt x="218" y="685"/>
                </a:cubicBezTo>
                <a:cubicBezTo>
                  <a:pt x="219" y="683"/>
                  <a:pt x="219" y="683"/>
                  <a:pt x="219" y="683"/>
                </a:cubicBezTo>
                <a:cubicBezTo>
                  <a:pt x="219" y="683"/>
                  <a:pt x="219" y="683"/>
                  <a:pt x="219" y="683"/>
                </a:cubicBezTo>
                <a:cubicBezTo>
                  <a:pt x="220" y="683"/>
                  <a:pt x="220" y="683"/>
                  <a:pt x="220" y="683"/>
                </a:cubicBezTo>
                <a:cubicBezTo>
                  <a:pt x="220" y="683"/>
                  <a:pt x="220" y="683"/>
                  <a:pt x="220" y="683"/>
                </a:cubicBezTo>
                <a:cubicBezTo>
                  <a:pt x="221" y="682"/>
                  <a:pt x="221" y="682"/>
                  <a:pt x="221" y="682"/>
                </a:cubicBezTo>
                <a:cubicBezTo>
                  <a:pt x="221" y="682"/>
                  <a:pt x="221" y="682"/>
                  <a:pt x="221" y="682"/>
                </a:cubicBezTo>
                <a:cubicBezTo>
                  <a:pt x="221" y="681"/>
                  <a:pt x="221" y="681"/>
                  <a:pt x="221" y="681"/>
                </a:cubicBezTo>
                <a:cubicBezTo>
                  <a:pt x="221" y="681"/>
                  <a:pt x="221" y="681"/>
                  <a:pt x="221" y="681"/>
                </a:cubicBezTo>
                <a:cubicBezTo>
                  <a:pt x="221" y="679"/>
                  <a:pt x="221" y="679"/>
                  <a:pt x="221" y="679"/>
                </a:cubicBezTo>
                <a:cubicBezTo>
                  <a:pt x="221" y="679"/>
                  <a:pt x="221" y="679"/>
                  <a:pt x="221" y="679"/>
                </a:cubicBezTo>
                <a:cubicBezTo>
                  <a:pt x="226" y="674"/>
                  <a:pt x="226" y="674"/>
                  <a:pt x="226" y="674"/>
                </a:cubicBezTo>
                <a:cubicBezTo>
                  <a:pt x="226" y="674"/>
                  <a:pt x="226" y="674"/>
                  <a:pt x="226" y="674"/>
                </a:cubicBezTo>
                <a:cubicBezTo>
                  <a:pt x="228" y="674"/>
                  <a:pt x="228" y="674"/>
                  <a:pt x="228" y="674"/>
                </a:cubicBezTo>
                <a:cubicBezTo>
                  <a:pt x="228" y="674"/>
                  <a:pt x="228" y="674"/>
                  <a:pt x="228" y="674"/>
                </a:cubicBezTo>
                <a:cubicBezTo>
                  <a:pt x="228" y="674"/>
                  <a:pt x="228" y="674"/>
                  <a:pt x="228" y="674"/>
                </a:cubicBezTo>
                <a:cubicBezTo>
                  <a:pt x="228" y="674"/>
                  <a:pt x="228" y="674"/>
                  <a:pt x="228" y="674"/>
                </a:cubicBezTo>
                <a:cubicBezTo>
                  <a:pt x="228" y="675"/>
                  <a:pt x="228" y="675"/>
                  <a:pt x="228" y="675"/>
                </a:cubicBezTo>
                <a:cubicBezTo>
                  <a:pt x="228" y="675"/>
                  <a:pt x="228" y="675"/>
                  <a:pt x="228" y="675"/>
                </a:cubicBezTo>
                <a:cubicBezTo>
                  <a:pt x="229" y="676"/>
                  <a:pt x="229" y="676"/>
                  <a:pt x="229" y="676"/>
                </a:cubicBezTo>
                <a:cubicBezTo>
                  <a:pt x="229" y="676"/>
                  <a:pt x="229" y="676"/>
                  <a:pt x="229" y="676"/>
                </a:cubicBezTo>
                <a:cubicBezTo>
                  <a:pt x="229" y="676"/>
                  <a:pt x="229" y="676"/>
                  <a:pt x="229" y="676"/>
                </a:cubicBezTo>
                <a:cubicBezTo>
                  <a:pt x="229" y="676"/>
                  <a:pt x="229" y="676"/>
                  <a:pt x="229" y="676"/>
                </a:cubicBezTo>
                <a:cubicBezTo>
                  <a:pt x="229" y="677"/>
                  <a:pt x="229" y="677"/>
                  <a:pt x="229" y="677"/>
                </a:cubicBezTo>
                <a:cubicBezTo>
                  <a:pt x="229" y="677"/>
                  <a:pt x="229" y="677"/>
                  <a:pt x="229" y="677"/>
                </a:cubicBezTo>
                <a:cubicBezTo>
                  <a:pt x="229" y="678"/>
                  <a:pt x="229" y="678"/>
                  <a:pt x="229" y="678"/>
                </a:cubicBezTo>
                <a:cubicBezTo>
                  <a:pt x="229" y="678"/>
                  <a:pt x="229" y="678"/>
                  <a:pt x="229" y="678"/>
                </a:cubicBezTo>
                <a:cubicBezTo>
                  <a:pt x="229" y="679"/>
                  <a:pt x="229" y="679"/>
                  <a:pt x="229" y="679"/>
                </a:cubicBezTo>
                <a:cubicBezTo>
                  <a:pt x="229" y="679"/>
                  <a:pt x="229" y="679"/>
                  <a:pt x="229" y="679"/>
                </a:cubicBezTo>
                <a:cubicBezTo>
                  <a:pt x="230" y="679"/>
                  <a:pt x="230" y="679"/>
                  <a:pt x="230" y="679"/>
                </a:cubicBezTo>
                <a:cubicBezTo>
                  <a:pt x="230" y="679"/>
                  <a:pt x="230" y="679"/>
                  <a:pt x="230" y="679"/>
                </a:cubicBezTo>
                <a:cubicBezTo>
                  <a:pt x="229" y="681"/>
                  <a:pt x="229" y="681"/>
                  <a:pt x="229" y="681"/>
                </a:cubicBezTo>
                <a:cubicBezTo>
                  <a:pt x="229" y="681"/>
                  <a:pt x="229" y="681"/>
                  <a:pt x="229" y="681"/>
                </a:cubicBezTo>
                <a:cubicBezTo>
                  <a:pt x="228" y="681"/>
                  <a:pt x="228" y="681"/>
                  <a:pt x="228" y="681"/>
                </a:cubicBezTo>
                <a:cubicBezTo>
                  <a:pt x="228" y="681"/>
                  <a:pt x="228" y="681"/>
                  <a:pt x="228" y="681"/>
                </a:cubicBezTo>
                <a:cubicBezTo>
                  <a:pt x="226" y="682"/>
                  <a:pt x="226" y="682"/>
                  <a:pt x="226" y="682"/>
                </a:cubicBezTo>
                <a:cubicBezTo>
                  <a:pt x="226" y="682"/>
                  <a:pt x="226" y="682"/>
                  <a:pt x="226" y="682"/>
                </a:cubicBezTo>
                <a:cubicBezTo>
                  <a:pt x="225" y="683"/>
                  <a:pt x="225" y="683"/>
                  <a:pt x="225" y="683"/>
                </a:cubicBezTo>
                <a:cubicBezTo>
                  <a:pt x="225" y="683"/>
                  <a:pt x="225" y="683"/>
                  <a:pt x="225" y="683"/>
                </a:cubicBezTo>
                <a:cubicBezTo>
                  <a:pt x="224" y="683"/>
                  <a:pt x="224" y="683"/>
                  <a:pt x="224" y="683"/>
                </a:cubicBezTo>
                <a:cubicBezTo>
                  <a:pt x="224" y="683"/>
                  <a:pt x="224" y="683"/>
                  <a:pt x="224" y="683"/>
                </a:cubicBezTo>
                <a:cubicBezTo>
                  <a:pt x="223" y="684"/>
                  <a:pt x="223" y="684"/>
                  <a:pt x="223" y="684"/>
                </a:cubicBezTo>
                <a:cubicBezTo>
                  <a:pt x="223" y="684"/>
                  <a:pt x="223" y="684"/>
                  <a:pt x="223" y="684"/>
                </a:cubicBezTo>
                <a:cubicBezTo>
                  <a:pt x="221" y="684"/>
                  <a:pt x="221" y="684"/>
                  <a:pt x="221" y="684"/>
                </a:cubicBezTo>
                <a:cubicBezTo>
                  <a:pt x="221" y="684"/>
                  <a:pt x="221" y="684"/>
                  <a:pt x="221" y="684"/>
                </a:cubicBezTo>
                <a:cubicBezTo>
                  <a:pt x="220" y="685"/>
                  <a:pt x="220" y="685"/>
                  <a:pt x="220" y="685"/>
                </a:cubicBezTo>
                <a:cubicBezTo>
                  <a:pt x="220" y="685"/>
                  <a:pt x="220" y="685"/>
                  <a:pt x="220" y="685"/>
                </a:cubicBezTo>
                <a:cubicBezTo>
                  <a:pt x="220" y="685"/>
                  <a:pt x="219" y="685"/>
                  <a:pt x="219" y="686"/>
                </a:cubicBezTo>
                <a:cubicBezTo>
                  <a:pt x="219" y="686"/>
                  <a:pt x="219" y="686"/>
                  <a:pt x="219" y="686"/>
                </a:cubicBezTo>
                <a:cubicBezTo>
                  <a:pt x="219" y="686"/>
                  <a:pt x="219" y="686"/>
                  <a:pt x="219" y="686"/>
                </a:cubicBezTo>
                <a:cubicBezTo>
                  <a:pt x="219" y="686"/>
                  <a:pt x="219" y="686"/>
                  <a:pt x="219" y="686"/>
                </a:cubicBezTo>
                <a:cubicBezTo>
                  <a:pt x="219" y="686"/>
                  <a:pt x="219" y="686"/>
                  <a:pt x="219" y="686"/>
                </a:cubicBezTo>
                <a:cubicBezTo>
                  <a:pt x="219" y="686"/>
                  <a:pt x="219" y="686"/>
                  <a:pt x="219" y="686"/>
                </a:cubicBezTo>
                <a:cubicBezTo>
                  <a:pt x="219" y="686"/>
                  <a:pt x="219" y="686"/>
                  <a:pt x="219" y="686"/>
                </a:cubicBezTo>
                <a:cubicBezTo>
                  <a:pt x="219" y="686"/>
                  <a:pt x="219" y="686"/>
                  <a:pt x="219" y="686"/>
                </a:cubicBezTo>
                <a:cubicBezTo>
                  <a:pt x="219" y="686"/>
                  <a:pt x="219" y="686"/>
                  <a:pt x="219" y="686"/>
                </a:cubicBezTo>
                <a:cubicBezTo>
                  <a:pt x="219" y="686"/>
                  <a:pt x="219" y="686"/>
                  <a:pt x="219" y="686"/>
                </a:cubicBezTo>
                <a:cubicBezTo>
                  <a:pt x="219" y="687"/>
                  <a:pt x="219" y="687"/>
                  <a:pt x="219" y="687"/>
                </a:cubicBezTo>
                <a:cubicBezTo>
                  <a:pt x="219" y="687"/>
                  <a:pt x="219" y="687"/>
                  <a:pt x="219" y="687"/>
                </a:cubicBezTo>
                <a:cubicBezTo>
                  <a:pt x="219" y="687"/>
                  <a:pt x="219" y="687"/>
                  <a:pt x="219" y="687"/>
                </a:cubicBezTo>
                <a:cubicBezTo>
                  <a:pt x="219" y="687"/>
                  <a:pt x="219" y="687"/>
                  <a:pt x="219" y="687"/>
                </a:cubicBezTo>
                <a:cubicBezTo>
                  <a:pt x="219" y="687"/>
                  <a:pt x="220" y="687"/>
                  <a:pt x="220" y="687"/>
                </a:cubicBezTo>
                <a:cubicBezTo>
                  <a:pt x="220" y="687"/>
                  <a:pt x="220" y="687"/>
                  <a:pt x="220" y="687"/>
                </a:cubicBezTo>
                <a:cubicBezTo>
                  <a:pt x="220" y="687"/>
                  <a:pt x="220" y="687"/>
                  <a:pt x="220" y="687"/>
                </a:cubicBezTo>
                <a:cubicBezTo>
                  <a:pt x="220" y="687"/>
                  <a:pt x="220" y="687"/>
                  <a:pt x="220" y="687"/>
                </a:cubicBezTo>
                <a:cubicBezTo>
                  <a:pt x="226" y="685"/>
                  <a:pt x="226" y="685"/>
                  <a:pt x="226" y="685"/>
                </a:cubicBezTo>
                <a:cubicBezTo>
                  <a:pt x="226" y="685"/>
                  <a:pt x="226" y="685"/>
                  <a:pt x="226" y="685"/>
                </a:cubicBezTo>
                <a:cubicBezTo>
                  <a:pt x="226" y="686"/>
                  <a:pt x="226" y="686"/>
                  <a:pt x="226" y="686"/>
                </a:cubicBezTo>
                <a:cubicBezTo>
                  <a:pt x="226" y="686"/>
                  <a:pt x="226" y="686"/>
                  <a:pt x="226" y="686"/>
                </a:cubicBezTo>
                <a:cubicBezTo>
                  <a:pt x="226" y="686"/>
                  <a:pt x="226" y="686"/>
                  <a:pt x="226" y="686"/>
                </a:cubicBezTo>
                <a:cubicBezTo>
                  <a:pt x="226" y="686"/>
                  <a:pt x="226" y="686"/>
                  <a:pt x="226" y="686"/>
                </a:cubicBezTo>
                <a:cubicBezTo>
                  <a:pt x="225" y="686"/>
                  <a:pt x="225" y="686"/>
                  <a:pt x="225" y="686"/>
                </a:cubicBezTo>
                <a:cubicBezTo>
                  <a:pt x="225" y="686"/>
                  <a:pt x="225" y="686"/>
                  <a:pt x="225" y="686"/>
                </a:cubicBezTo>
                <a:cubicBezTo>
                  <a:pt x="225" y="687"/>
                  <a:pt x="225" y="687"/>
                  <a:pt x="225" y="687"/>
                </a:cubicBezTo>
                <a:cubicBezTo>
                  <a:pt x="225" y="687"/>
                  <a:pt x="225" y="687"/>
                  <a:pt x="225" y="687"/>
                </a:cubicBezTo>
                <a:cubicBezTo>
                  <a:pt x="225" y="687"/>
                  <a:pt x="225" y="687"/>
                  <a:pt x="225" y="687"/>
                </a:cubicBezTo>
                <a:cubicBezTo>
                  <a:pt x="225" y="687"/>
                  <a:pt x="225" y="687"/>
                  <a:pt x="225" y="687"/>
                </a:cubicBezTo>
                <a:cubicBezTo>
                  <a:pt x="225" y="688"/>
                  <a:pt x="225" y="688"/>
                  <a:pt x="225" y="688"/>
                </a:cubicBezTo>
                <a:cubicBezTo>
                  <a:pt x="225" y="688"/>
                  <a:pt x="225" y="688"/>
                  <a:pt x="225" y="688"/>
                </a:cubicBezTo>
                <a:cubicBezTo>
                  <a:pt x="225" y="688"/>
                  <a:pt x="225" y="688"/>
                  <a:pt x="224" y="688"/>
                </a:cubicBezTo>
                <a:cubicBezTo>
                  <a:pt x="224" y="688"/>
                  <a:pt x="224" y="688"/>
                  <a:pt x="224" y="688"/>
                </a:cubicBezTo>
                <a:cubicBezTo>
                  <a:pt x="224" y="688"/>
                  <a:pt x="224" y="689"/>
                  <a:pt x="224" y="689"/>
                </a:cubicBezTo>
                <a:cubicBezTo>
                  <a:pt x="224" y="689"/>
                  <a:pt x="224" y="689"/>
                  <a:pt x="224" y="689"/>
                </a:cubicBezTo>
                <a:cubicBezTo>
                  <a:pt x="224" y="689"/>
                  <a:pt x="224" y="689"/>
                  <a:pt x="224" y="689"/>
                </a:cubicBezTo>
                <a:cubicBezTo>
                  <a:pt x="224" y="689"/>
                  <a:pt x="224" y="689"/>
                  <a:pt x="224" y="689"/>
                </a:cubicBezTo>
                <a:cubicBezTo>
                  <a:pt x="224" y="689"/>
                  <a:pt x="224" y="689"/>
                  <a:pt x="224" y="689"/>
                </a:cubicBezTo>
                <a:cubicBezTo>
                  <a:pt x="224" y="689"/>
                  <a:pt x="224" y="689"/>
                  <a:pt x="224" y="689"/>
                </a:cubicBezTo>
                <a:cubicBezTo>
                  <a:pt x="223" y="689"/>
                  <a:pt x="223" y="689"/>
                  <a:pt x="223" y="690"/>
                </a:cubicBezTo>
                <a:cubicBezTo>
                  <a:pt x="223" y="690"/>
                  <a:pt x="223" y="690"/>
                  <a:pt x="223" y="690"/>
                </a:cubicBezTo>
                <a:cubicBezTo>
                  <a:pt x="223" y="690"/>
                  <a:pt x="223" y="690"/>
                  <a:pt x="223" y="690"/>
                </a:cubicBezTo>
                <a:cubicBezTo>
                  <a:pt x="223" y="690"/>
                  <a:pt x="223" y="690"/>
                  <a:pt x="223" y="690"/>
                </a:cubicBezTo>
                <a:cubicBezTo>
                  <a:pt x="222" y="690"/>
                  <a:pt x="222" y="690"/>
                  <a:pt x="222" y="690"/>
                </a:cubicBezTo>
                <a:cubicBezTo>
                  <a:pt x="222" y="690"/>
                  <a:pt x="222" y="690"/>
                  <a:pt x="222" y="690"/>
                </a:cubicBezTo>
                <a:cubicBezTo>
                  <a:pt x="222" y="690"/>
                  <a:pt x="222" y="690"/>
                  <a:pt x="222" y="690"/>
                </a:cubicBezTo>
                <a:cubicBezTo>
                  <a:pt x="222" y="690"/>
                  <a:pt x="222" y="690"/>
                  <a:pt x="222" y="690"/>
                </a:cubicBezTo>
                <a:cubicBezTo>
                  <a:pt x="221" y="690"/>
                  <a:pt x="221" y="690"/>
                  <a:pt x="221" y="690"/>
                </a:cubicBezTo>
                <a:cubicBezTo>
                  <a:pt x="221" y="690"/>
                  <a:pt x="221" y="690"/>
                  <a:pt x="221" y="690"/>
                </a:cubicBezTo>
                <a:cubicBezTo>
                  <a:pt x="221" y="690"/>
                  <a:pt x="221" y="690"/>
                  <a:pt x="221" y="690"/>
                </a:cubicBezTo>
                <a:cubicBezTo>
                  <a:pt x="221" y="690"/>
                  <a:pt x="221" y="690"/>
                  <a:pt x="221" y="690"/>
                </a:cubicBezTo>
                <a:cubicBezTo>
                  <a:pt x="221" y="691"/>
                  <a:pt x="221" y="691"/>
                  <a:pt x="221" y="691"/>
                </a:cubicBezTo>
                <a:cubicBezTo>
                  <a:pt x="221" y="691"/>
                  <a:pt x="221" y="691"/>
                  <a:pt x="221" y="691"/>
                </a:cubicBezTo>
                <a:cubicBezTo>
                  <a:pt x="221" y="691"/>
                  <a:pt x="221" y="691"/>
                  <a:pt x="221" y="691"/>
                </a:cubicBezTo>
                <a:cubicBezTo>
                  <a:pt x="221" y="691"/>
                  <a:pt x="221" y="691"/>
                  <a:pt x="221" y="691"/>
                </a:cubicBezTo>
                <a:cubicBezTo>
                  <a:pt x="221" y="691"/>
                  <a:pt x="220" y="691"/>
                  <a:pt x="220" y="691"/>
                </a:cubicBezTo>
                <a:cubicBezTo>
                  <a:pt x="220" y="691"/>
                  <a:pt x="220" y="691"/>
                  <a:pt x="220" y="691"/>
                </a:cubicBezTo>
                <a:cubicBezTo>
                  <a:pt x="220" y="691"/>
                  <a:pt x="220" y="691"/>
                  <a:pt x="220" y="691"/>
                </a:cubicBezTo>
                <a:cubicBezTo>
                  <a:pt x="220" y="691"/>
                  <a:pt x="220" y="691"/>
                  <a:pt x="220" y="691"/>
                </a:cubicBezTo>
                <a:cubicBezTo>
                  <a:pt x="220" y="691"/>
                  <a:pt x="220" y="691"/>
                  <a:pt x="220" y="691"/>
                </a:cubicBezTo>
                <a:cubicBezTo>
                  <a:pt x="220" y="691"/>
                  <a:pt x="220" y="691"/>
                  <a:pt x="220" y="691"/>
                </a:cubicBezTo>
                <a:cubicBezTo>
                  <a:pt x="220" y="691"/>
                  <a:pt x="220" y="691"/>
                  <a:pt x="220" y="691"/>
                </a:cubicBezTo>
                <a:cubicBezTo>
                  <a:pt x="220" y="691"/>
                  <a:pt x="220" y="691"/>
                  <a:pt x="220" y="691"/>
                </a:cubicBezTo>
                <a:cubicBezTo>
                  <a:pt x="220" y="691"/>
                  <a:pt x="220" y="692"/>
                  <a:pt x="220" y="692"/>
                </a:cubicBezTo>
                <a:cubicBezTo>
                  <a:pt x="220" y="692"/>
                  <a:pt x="220" y="692"/>
                  <a:pt x="220" y="692"/>
                </a:cubicBezTo>
                <a:cubicBezTo>
                  <a:pt x="220" y="692"/>
                  <a:pt x="220" y="692"/>
                  <a:pt x="220" y="692"/>
                </a:cubicBezTo>
                <a:cubicBezTo>
                  <a:pt x="220" y="692"/>
                  <a:pt x="220" y="692"/>
                  <a:pt x="220" y="692"/>
                </a:cubicBezTo>
                <a:cubicBezTo>
                  <a:pt x="220" y="692"/>
                  <a:pt x="220" y="692"/>
                  <a:pt x="220" y="693"/>
                </a:cubicBezTo>
                <a:cubicBezTo>
                  <a:pt x="220" y="693"/>
                  <a:pt x="220" y="693"/>
                  <a:pt x="220" y="693"/>
                </a:cubicBezTo>
                <a:cubicBezTo>
                  <a:pt x="220" y="693"/>
                  <a:pt x="220" y="693"/>
                  <a:pt x="220" y="693"/>
                </a:cubicBezTo>
                <a:cubicBezTo>
                  <a:pt x="220" y="693"/>
                  <a:pt x="220" y="693"/>
                  <a:pt x="220" y="693"/>
                </a:cubicBezTo>
                <a:cubicBezTo>
                  <a:pt x="221" y="693"/>
                  <a:pt x="221" y="693"/>
                  <a:pt x="221" y="693"/>
                </a:cubicBezTo>
                <a:cubicBezTo>
                  <a:pt x="221" y="693"/>
                  <a:pt x="221" y="693"/>
                  <a:pt x="221" y="693"/>
                </a:cubicBezTo>
                <a:cubicBezTo>
                  <a:pt x="221" y="693"/>
                  <a:pt x="221" y="693"/>
                  <a:pt x="221" y="693"/>
                </a:cubicBezTo>
                <a:cubicBezTo>
                  <a:pt x="221" y="693"/>
                  <a:pt x="221" y="693"/>
                  <a:pt x="221" y="693"/>
                </a:cubicBezTo>
                <a:cubicBezTo>
                  <a:pt x="222" y="693"/>
                  <a:pt x="222" y="692"/>
                  <a:pt x="222" y="692"/>
                </a:cubicBezTo>
                <a:cubicBezTo>
                  <a:pt x="222" y="692"/>
                  <a:pt x="222" y="692"/>
                  <a:pt x="222" y="692"/>
                </a:cubicBezTo>
                <a:cubicBezTo>
                  <a:pt x="222" y="692"/>
                  <a:pt x="222" y="692"/>
                  <a:pt x="223" y="692"/>
                </a:cubicBezTo>
                <a:cubicBezTo>
                  <a:pt x="223" y="692"/>
                  <a:pt x="223" y="692"/>
                  <a:pt x="223" y="692"/>
                </a:cubicBezTo>
                <a:cubicBezTo>
                  <a:pt x="223" y="692"/>
                  <a:pt x="223" y="692"/>
                  <a:pt x="223" y="692"/>
                </a:cubicBezTo>
                <a:cubicBezTo>
                  <a:pt x="223" y="692"/>
                  <a:pt x="223" y="692"/>
                  <a:pt x="223" y="692"/>
                </a:cubicBezTo>
                <a:cubicBezTo>
                  <a:pt x="223" y="692"/>
                  <a:pt x="224" y="692"/>
                  <a:pt x="224" y="692"/>
                </a:cubicBezTo>
                <a:cubicBezTo>
                  <a:pt x="224" y="692"/>
                  <a:pt x="224" y="692"/>
                  <a:pt x="224" y="692"/>
                </a:cubicBezTo>
                <a:cubicBezTo>
                  <a:pt x="224" y="692"/>
                  <a:pt x="224" y="692"/>
                  <a:pt x="224" y="692"/>
                </a:cubicBezTo>
                <a:cubicBezTo>
                  <a:pt x="224" y="692"/>
                  <a:pt x="224" y="692"/>
                  <a:pt x="224" y="692"/>
                </a:cubicBezTo>
                <a:cubicBezTo>
                  <a:pt x="224" y="692"/>
                  <a:pt x="224" y="692"/>
                  <a:pt x="224" y="693"/>
                </a:cubicBezTo>
                <a:cubicBezTo>
                  <a:pt x="224" y="693"/>
                  <a:pt x="224" y="693"/>
                  <a:pt x="224" y="693"/>
                </a:cubicBezTo>
                <a:cubicBezTo>
                  <a:pt x="225" y="693"/>
                  <a:pt x="225" y="693"/>
                  <a:pt x="225" y="693"/>
                </a:cubicBezTo>
                <a:cubicBezTo>
                  <a:pt x="225" y="693"/>
                  <a:pt x="225" y="693"/>
                  <a:pt x="225" y="693"/>
                </a:cubicBezTo>
                <a:cubicBezTo>
                  <a:pt x="225" y="694"/>
                  <a:pt x="225" y="694"/>
                  <a:pt x="224" y="694"/>
                </a:cubicBezTo>
                <a:cubicBezTo>
                  <a:pt x="224" y="694"/>
                  <a:pt x="224" y="694"/>
                  <a:pt x="224" y="694"/>
                </a:cubicBezTo>
                <a:cubicBezTo>
                  <a:pt x="224" y="694"/>
                  <a:pt x="224" y="694"/>
                  <a:pt x="224" y="695"/>
                </a:cubicBezTo>
                <a:cubicBezTo>
                  <a:pt x="224" y="695"/>
                  <a:pt x="224" y="695"/>
                  <a:pt x="224" y="695"/>
                </a:cubicBezTo>
                <a:cubicBezTo>
                  <a:pt x="224" y="695"/>
                  <a:pt x="224" y="695"/>
                  <a:pt x="224" y="695"/>
                </a:cubicBezTo>
                <a:cubicBezTo>
                  <a:pt x="224" y="695"/>
                  <a:pt x="224" y="695"/>
                  <a:pt x="224" y="695"/>
                </a:cubicBezTo>
                <a:cubicBezTo>
                  <a:pt x="224" y="695"/>
                  <a:pt x="224" y="696"/>
                  <a:pt x="224" y="696"/>
                </a:cubicBezTo>
                <a:cubicBezTo>
                  <a:pt x="224" y="696"/>
                  <a:pt x="224" y="696"/>
                  <a:pt x="224" y="696"/>
                </a:cubicBezTo>
                <a:cubicBezTo>
                  <a:pt x="224" y="696"/>
                  <a:pt x="224" y="696"/>
                  <a:pt x="224" y="697"/>
                </a:cubicBezTo>
                <a:cubicBezTo>
                  <a:pt x="224" y="697"/>
                  <a:pt x="224" y="697"/>
                  <a:pt x="224" y="697"/>
                </a:cubicBezTo>
                <a:cubicBezTo>
                  <a:pt x="224" y="697"/>
                  <a:pt x="224" y="697"/>
                  <a:pt x="224" y="697"/>
                </a:cubicBezTo>
                <a:cubicBezTo>
                  <a:pt x="224" y="697"/>
                  <a:pt x="224" y="697"/>
                  <a:pt x="224" y="697"/>
                </a:cubicBezTo>
                <a:cubicBezTo>
                  <a:pt x="224" y="697"/>
                  <a:pt x="224" y="698"/>
                  <a:pt x="223" y="698"/>
                </a:cubicBezTo>
                <a:cubicBezTo>
                  <a:pt x="223" y="698"/>
                  <a:pt x="223" y="698"/>
                  <a:pt x="223" y="698"/>
                </a:cubicBezTo>
                <a:cubicBezTo>
                  <a:pt x="223" y="699"/>
                  <a:pt x="223" y="699"/>
                  <a:pt x="223" y="699"/>
                </a:cubicBezTo>
                <a:cubicBezTo>
                  <a:pt x="223" y="699"/>
                  <a:pt x="223" y="699"/>
                  <a:pt x="223" y="699"/>
                </a:cubicBezTo>
                <a:cubicBezTo>
                  <a:pt x="222" y="699"/>
                  <a:pt x="222" y="699"/>
                  <a:pt x="222" y="699"/>
                </a:cubicBezTo>
                <a:cubicBezTo>
                  <a:pt x="222" y="699"/>
                  <a:pt x="222" y="699"/>
                  <a:pt x="222" y="699"/>
                </a:cubicBezTo>
                <a:cubicBezTo>
                  <a:pt x="221" y="700"/>
                  <a:pt x="221" y="700"/>
                  <a:pt x="221" y="700"/>
                </a:cubicBezTo>
                <a:cubicBezTo>
                  <a:pt x="221" y="700"/>
                  <a:pt x="221" y="700"/>
                  <a:pt x="221" y="700"/>
                </a:cubicBezTo>
                <a:cubicBezTo>
                  <a:pt x="220" y="700"/>
                  <a:pt x="220" y="700"/>
                  <a:pt x="220" y="700"/>
                </a:cubicBezTo>
                <a:cubicBezTo>
                  <a:pt x="220" y="700"/>
                  <a:pt x="220" y="700"/>
                  <a:pt x="220" y="700"/>
                </a:cubicBezTo>
                <a:cubicBezTo>
                  <a:pt x="220" y="701"/>
                  <a:pt x="220" y="701"/>
                  <a:pt x="220" y="701"/>
                </a:cubicBezTo>
                <a:cubicBezTo>
                  <a:pt x="220" y="701"/>
                  <a:pt x="220" y="701"/>
                  <a:pt x="220" y="701"/>
                </a:cubicBezTo>
                <a:cubicBezTo>
                  <a:pt x="219" y="701"/>
                  <a:pt x="219" y="701"/>
                  <a:pt x="219" y="701"/>
                </a:cubicBezTo>
                <a:cubicBezTo>
                  <a:pt x="219" y="701"/>
                  <a:pt x="219" y="701"/>
                  <a:pt x="219" y="701"/>
                </a:cubicBezTo>
                <a:cubicBezTo>
                  <a:pt x="218" y="701"/>
                  <a:pt x="218" y="701"/>
                  <a:pt x="218" y="701"/>
                </a:cubicBezTo>
                <a:close/>
                <a:moveTo>
                  <a:pt x="318" y="698"/>
                </a:moveTo>
                <a:cubicBezTo>
                  <a:pt x="318" y="698"/>
                  <a:pt x="318" y="698"/>
                  <a:pt x="318" y="698"/>
                </a:cubicBezTo>
                <a:cubicBezTo>
                  <a:pt x="318" y="698"/>
                  <a:pt x="318" y="698"/>
                  <a:pt x="318" y="698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7" y="697"/>
                  <a:pt x="317" y="697"/>
                  <a:pt x="317" y="697"/>
                </a:cubicBezTo>
                <a:cubicBezTo>
                  <a:pt x="317" y="697"/>
                  <a:pt x="317" y="697"/>
                  <a:pt x="317" y="697"/>
                </a:cubicBezTo>
                <a:cubicBezTo>
                  <a:pt x="317" y="696"/>
                  <a:pt x="317" y="696"/>
                  <a:pt x="317" y="696"/>
                </a:cubicBezTo>
                <a:cubicBezTo>
                  <a:pt x="317" y="696"/>
                  <a:pt x="317" y="696"/>
                  <a:pt x="317" y="696"/>
                </a:cubicBezTo>
                <a:cubicBezTo>
                  <a:pt x="317" y="695"/>
                  <a:pt x="317" y="695"/>
                  <a:pt x="317" y="695"/>
                </a:cubicBezTo>
                <a:cubicBezTo>
                  <a:pt x="317" y="695"/>
                  <a:pt x="317" y="695"/>
                  <a:pt x="317" y="695"/>
                </a:cubicBezTo>
                <a:cubicBezTo>
                  <a:pt x="318" y="694"/>
                  <a:pt x="318" y="694"/>
                  <a:pt x="318" y="694"/>
                </a:cubicBezTo>
                <a:cubicBezTo>
                  <a:pt x="318" y="694"/>
                  <a:pt x="318" y="694"/>
                  <a:pt x="318" y="694"/>
                </a:cubicBezTo>
                <a:cubicBezTo>
                  <a:pt x="317" y="694"/>
                  <a:pt x="317" y="694"/>
                  <a:pt x="317" y="694"/>
                </a:cubicBezTo>
                <a:cubicBezTo>
                  <a:pt x="317" y="694"/>
                  <a:pt x="317" y="694"/>
                  <a:pt x="317" y="694"/>
                </a:cubicBezTo>
                <a:cubicBezTo>
                  <a:pt x="317" y="693"/>
                  <a:pt x="317" y="693"/>
                  <a:pt x="317" y="693"/>
                </a:cubicBezTo>
                <a:cubicBezTo>
                  <a:pt x="317" y="693"/>
                  <a:pt x="317" y="693"/>
                  <a:pt x="317" y="693"/>
                </a:cubicBezTo>
                <a:cubicBezTo>
                  <a:pt x="316" y="692"/>
                  <a:pt x="316" y="692"/>
                  <a:pt x="316" y="692"/>
                </a:cubicBezTo>
                <a:cubicBezTo>
                  <a:pt x="316" y="692"/>
                  <a:pt x="316" y="692"/>
                  <a:pt x="316" y="692"/>
                </a:cubicBezTo>
                <a:cubicBezTo>
                  <a:pt x="316" y="691"/>
                  <a:pt x="316" y="691"/>
                  <a:pt x="316" y="691"/>
                </a:cubicBezTo>
                <a:cubicBezTo>
                  <a:pt x="316" y="691"/>
                  <a:pt x="316" y="691"/>
                  <a:pt x="316" y="691"/>
                </a:cubicBezTo>
                <a:cubicBezTo>
                  <a:pt x="315" y="690"/>
                  <a:pt x="315" y="690"/>
                  <a:pt x="315" y="690"/>
                </a:cubicBezTo>
                <a:cubicBezTo>
                  <a:pt x="315" y="690"/>
                  <a:pt x="315" y="690"/>
                  <a:pt x="315" y="690"/>
                </a:cubicBezTo>
                <a:cubicBezTo>
                  <a:pt x="315" y="689"/>
                  <a:pt x="315" y="689"/>
                  <a:pt x="315" y="689"/>
                </a:cubicBezTo>
                <a:cubicBezTo>
                  <a:pt x="315" y="689"/>
                  <a:pt x="315" y="689"/>
                  <a:pt x="315" y="689"/>
                </a:cubicBezTo>
                <a:cubicBezTo>
                  <a:pt x="314" y="689"/>
                  <a:pt x="314" y="689"/>
                  <a:pt x="314" y="689"/>
                </a:cubicBezTo>
                <a:cubicBezTo>
                  <a:pt x="314" y="689"/>
                  <a:pt x="314" y="689"/>
                  <a:pt x="314" y="689"/>
                </a:cubicBezTo>
                <a:cubicBezTo>
                  <a:pt x="314" y="689"/>
                  <a:pt x="314" y="689"/>
                  <a:pt x="314" y="689"/>
                </a:cubicBezTo>
                <a:cubicBezTo>
                  <a:pt x="314" y="689"/>
                  <a:pt x="314" y="689"/>
                  <a:pt x="314" y="689"/>
                </a:cubicBezTo>
                <a:cubicBezTo>
                  <a:pt x="313" y="689"/>
                  <a:pt x="313" y="689"/>
                  <a:pt x="313" y="689"/>
                </a:cubicBezTo>
                <a:cubicBezTo>
                  <a:pt x="313" y="689"/>
                  <a:pt x="313" y="689"/>
                  <a:pt x="313" y="689"/>
                </a:cubicBezTo>
                <a:cubicBezTo>
                  <a:pt x="313" y="689"/>
                  <a:pt x="313" y="689"/>
                  <a:pt x="313" y="689"/>
                </a:cubicBezTo>
                <a:cubicBezTo>
                  <a:pt x="313" y="689"/>
                  <a:pt x="313" y="689"/>
                  <a:pt x="313" y="689"/>
                </a:cubicBezTo>
                <a:cubicBezTo>
                  <a:pt x="313" y="689"/>
                  <a:pt x="313" y="689"/>
                  <a:pt x="313" y="689"/>
                </a:cubicBezTo>
                <a:cubicBezTo>
                  <a:pt x="313" y="689"/>
                  <a:pt x="313" y="689"/>
                  <a:pt x="313" y="689"/>
                </a:cubicBezTo>
                <a:cubicBezTo>
                  <a:pt x="312" y="688"/>
                  <a:pt x="312" y="688"/>
                  <a:pt x="312" y="688"/>
                </a:cubicBezTo>
                <a:cubicBezTo>
                  <a:pt x="312" y="688"/>
                  <a:pt x="312" y="688"/>
                  <a:pt x="312" y="688"/>
                </a:cubicBezTo>
                <a:cubicBezTo>
                  <a:pt x="312" y="688"/>
                  <a:pt x="312" y="688"/>
                  <a:pt x="312" y="688"/>
                </a:cubicBezTo>
                <a:cubicBezTo>
                  <a:pt x="312" y="688"/>
                  <a:pt x="312" y="688"/>
                  <a:pt x="312" y="688"/>
                </a:cubicBezTo>
                <a:cubicBezTo>
                  <a:pt x="312" y="688"/>
                  <a:pt x="312" y="688"/>
                  <a:pt x="312" y="688"/>
                </a:cubicBezTo>
                <a:cubicBezTo>
                  <a:pt x="312" y="688"/>
                  <a:pt x="312" y="688"/>
                  <a:pt x="312" y="688"/>
                </a:cubicBezTo>
                <a:cubicBezTo>
                  <a:pt x="314" y="688"/>
                  <a:pt x="314" y="688"/>
                  <a:pt x="314" y="688"/>
                </a:cubicBezTo>
                <a:cubicBezTo>
                  <a:pt x="314" y="688"/>
                  <a:pt x="314" y="688"/>
                  <a:pt x="314" y="688"/>
                </a:cubicBezTo>
                <a:cubicBezTo>
                  <a:pt x="315" y="688"/>
                  <a:pt x="315" y="688"/>
                  <a:pt x="315" y="688"/>
                </a:cubicBezTo>
                <a:cubicBezTo>
                  <a:pt x="315" y="688"/>
                  <a:pt x="315" y="688"/>
                  <a:pt x="315" y="688"/>
                </a:cubicBezTo>
                <a:cubicBezTo>
                  <a:pt x="317" y="689"/>
                  <a:pt x="317" y="689"/>
                  <a:pt x="317" y="689"/>
                </a:cubicBezTo>
                <a:cubicBezTo>
                  <a:pt x="317" y="689"/>
                  <a:pt x="317" y="689"/>
                  <a:pt x="317" y="689"/>
                </a:cubicBezTo>
                <a:cubicBezTo>
                  <a:pt x="319" y="689"/>
                  <a:pt x="319" y="689"/>
                  <a:pt x="319" y="689"/>
                </a:cubicBezTo>
                <a:cubicBezTo>
                  <a:pt x="319" y="689"/>
                  <a:pt x="319" y="689"/>
                  <a:pt x="319" y="689"/>
                </a:cubicBezTo>
                <a:cubicBezTo>
                  <a:pt x="320" y="690"/>
                  <a:pt x="320" y="690"/>
                  <a:pt x="320" y="690"/>
                </a:cubicBezTo>
                <a:cubicBezTo>
                  <a:pt x="320" y="690"/>
                  <a:pt x="320" y="690"/>
                  <a:pt x="320" y="690"/>
                </a:cubicBezTo>
                <a:cubicBezTo>
                  <a:pt x="322" y="691"/>
                  <a:pt x="322" y="691"/>
                  <a:pt x="322" y="691"/>
                </a:cubicBezTo>
                <a:cubicBezTo>
                  <a:pt x="322" y="691"/>
                  <a:pt x="322" y="691"/>
                  <a:pt x="322" y="691"/>
                </a:cubicBezTo>
                <a:cubicBezTo>
                  <a:pt x="323" y="692"/>
                  <a:pt x="323" y="692"/>
                  <a:pt x="323" y="692"/>
                </a:cubicBezTo>
                <a:cubicBezTo>
                  <a:pt x="323" y="692"/>
                  <a:pt x="323" y="692"/>
                  <a:pt x="323" y="692"/>
                </a:cubicBezTo>
                <a:cubicBezTo>
                  <a:pt x="324" y="693"/>
                  <a:pt x="324" y="693"/>
                  <a:pt x="324" y="693"/>
                </a:cubicBezTo>
                <a:cubicBezTo>
                  <a:pt x="324" y="693"/>
                  <a:pt x="324" y="693"/>
                  <a:pt x="324" y="693"/>
                </a:cubicBezTo>
                <a:cubicBezTo>
                  <a:pt x="324" y="695"/>
                  <a:pt x="324" y="695"/>
                  <a:pt x="324" y="695"/>
                </a:cubicBezTo>
                <a:cubicBezTo>
                  <a:pt x="324" y="695"/>
                  <a:pt x="324" y="695"/>
                  <a:pt x="324" y="695"/>
                </a:cubicBezTo>
                <a:cubicBezTo>
                  <a:pt x="324" y="695"/>
                  <a:pt x="324" y="695"/>
                  <a:pt x="324" y="695"/>
                </a:cubicBezTo>
                <a:cubicBezTo>
                  <a:pt x="324" y="695"/>
                  <a:pt x="324" y="695"/>
                  <a:pt x="324" y="695"/>
                </a:cubicBezTo>
                <a:cubicBezTo>
                  <a:pt x="323" y="695"/>
                  <a:pt x="323" y="695"/>
                  <a:pt x="323" y="695"/>
                </a:cubicBezTo>
                <a:cubicBezTo>
                  <a:pt x="323" y="695"/>
                  <a:pt x="323" y="695"/>
                  <a:pt x="323" y="695"/>
                </a:cubicBezTo>
                <a:cubicBezTo>
                  <a:pt x="322" y="696"/>
                  <a:pt x="322" y="696"/>
                  <a:pt x="322" y="696"/>
                </a:cubicBezTo>
                <a:cubicBezTo>
                  <a:pt x="322" y="696"/>
                  <a:pt x="322" y="696"/>
                  <a:pt x="322" y="696"/>
                </a:cubicBezTo>
                <a:cubicBezTo>
                  <a:pt x="322" y="696"/>
                  <a:pt x="322" y="696"/>
                  <a:pt x="322" y="696"/>
                </a:cubicBezTo>
                <a:cubicBezTo>
                  <a:pt x="322" y="696"/>
                  <a:pt x="322" y="696"/>
                  <a:pt x="322" y="696"/>
                </a:cubicBezTo>
                <a:cubicBezTo>
                  <a:pt x="321" y="696"/>
                  <a:pt x="321" y="696"/>
                  <a:pt x="321" y="696"/>
                </a:cubicBezTo>
                <a:cubicBezTo>
                  <a:pt x="321" y="696"/>
                  <a:pt x="321" y="696"/>
                  <a:pt x="321" y="696"/>
                </a:cubicBezTo>
                <a:cubicBezTo>
                  <a:pt x="321" y="696"/>
                  <a:pt x="321" y="696"/>
                  <a:pt x="321" y="696"/>
                </a:cubicBezTo>
                <a:cubicBezTo>
                  <a:pt x="321" y="696"/>
                  <a:pt x="321" y="696"/>
                  <a:pt x="321" y="696"/>
                </a:cubicBezTo>
                <a:cubicBezTo>
                  <a:pt x="320" y="697"/>
                  <a:pt x="320" y="697"/>
                  <a:pt x="320" y="697"/>
                </a:cubicBezTo>
                <a:cubicBezTo>
                  <a:pt x="320" y="697"/>
                  <a:pt x="320" y="697"/>
                  <a:pt x="320" y="697"/>
                </a:cubicBezTo>
                <a:cubicBezTo>
                  <a:pt x="319" y="697"/>
                  <a:pt x="319" y="697"/>
                  <a:pt x="319" y="697"/>
                </a:cubicBezTo>
                <a:cubicBezTo>
                  <a:pt x="319" y="697"/>
                  <a:pt x="319" y="697"/>
                  <a:pt x="319" y="697"/>
                </a:cubicBezTo>
                <a:cubicBezTo>
                  <a:pt x="319" y="698"/>
                  <a:pt x="319" y="698"/>
                  <a:pt x="319" y="698"/>
                </a:cubicBezTo>
                <a:lnTo>
                  <a:pt x="318" y="698"/>
                </a:lnTo>
                <a:close/>
                <a:moveTo>
                  <a:pt x="203" y="679"/>
                </a:moveTo>
                <a:cubicBezTo>
                  <a:pt x="203" y="679"/>
                  <a:pt x="202" y="679"/>
                  <a:pt x="202" y="678"/>
                </a:cubicBezTo>
                <a:cubicBezTo>
                  <a:pt x="202" y="678"/>
                  <a:pt x="202" y="678"/>
                  <a:pt x="202" y="678"/>
                </a:cubicBezTo>
                <a:cubicBezTo>
                  <a:pt x="202" y="678"/>
                  <a:pt x="202" y="678"/>
                  <a:pt x="202" y="677"/>
                </a:cubicBezTo>
                <a:cubicBezTo>
                  <a:pt x="202" y="677"/>
                  <a:pt x="202" y="677"/>
                  <a:pt x="202" y="677"/>
                </a:cubicBezTo>
                <a:cubicBezTo>
                  <a:pt x="202" y="677"/>
                  <a:pt x="203" y="676"/>
                  <a:pt x="203" y="676"/>
                </a:cubicBezTo>
                <a:cubicBezTo>
                  <a:pt x="203" y="676"/>
                  <a:pt x="203" y="676"/>
                  <a:pt x="203" y="676"/>
                </a:cubicBezTo>
                <a:cubicBezTo>
                  <a:pt x="204" y="675"/>
                  <a:pt x="204" y="675"/>
                  <a:pt x="204" y="675"/>
                </a:cubicBezTo>
                <a:cubicBezTo>
                  <a:pt x="204" y="675"/>
                  <a:pt x="204" y="675"/>
                  <a:pt x="204" y="675"/>
                </a:cubicBezTo>
                <a:cubicBezTo>
                  <a:pt x="205" y="674"/>
                  <a:pt x="205" y="674"/>
                  <a:pt x="205" y="674"/>
                </a:cubicBezTo>
                <a:cubicBezTo>
                  <a:pt x="205" y="674"/>
                  <a:pt x="205" y="674"/>
                  <a:pt x="205" y="674"/>
                </a:cubicBezTo>
                <a:cubicBezTo>
                  <a:pt x="206" y="674"/>
                  <a:pt x="206" y="674"/>
                  <a:pt x="206" y="674"/>
                </a:cubicBezTo>
                <a:cubicBezTo>
                  <a:pt x="206" y="674"/>
                  <a:pt x="206" y="674"/>
                  <a:pt x="206" y="674"/>
                </a:cubicBezTo>
                <a:cubicBezTo>
                  <a:pt x="207" y="673"/>
                  <a:pt x="207" y="673"/>
                  <a:pt x="207" y="673"/>
                </a:cubicBezTo>
                <a:cubicBezTo>
                  <a:pt x="207" y="673"/>
                  <a:pt x="207" y="673"/>
                  <a:pt x="207" y="673"/>
                </a:cubicBezTo>
                <a:cubicBezTo>
                  <a:pt x="209" y="672"/>
                  <a:pt x="209" y="672"/>
                  <a:pt x="209" y="672"/>
                </a:cubicBezTo>
                <a:cubicBezTo>
                  <a:pt x="209" y="672"/>
                  <a:pt x="209" y="672"/>
                  <a:pt x="209" y="672"/>
                </a:cubicBezTo>
                <a:cubicBezTo>
                  <a:pt x="210" y="671"/>
                  <a:pt x="210" y="671"/>
                  <a:pt x="210" y="671"/>
                </a:cubicBezTo>
                <a:cubicBezTo>
                  <a:pt x="210" y="671"/>
                  <a:pt x="210" y="671"/>
                  <a:pt x="210" y="671"/>
                </a:cubicBezTo>
                <a:cubicBezTo>
                  <a:pt x="220" y="665"/>
                  <a:pt x="220" y="665"/>
                  <a:pt x="220" y="665"/>
                </a:cubicBezTo>
                <a:cubicBezTo>
                  <a:pt x="220" y="665"/>
                  <a:pt x="220" y="665"/>
                  <a:pt x="220" y="665"/>
                </a:cubicBezTo>
                <a:cubicBezTo>
                  <a:pt x="221" y="665"/>
                  <a:pt x="221" y="665"/>
                  <a:pt x="221" y="665"/>
                </a:cubicBezTo>
                <a:cubicBezTo>
                  <a:pt x="221" y="665"/>
                  <a:pt x="221" y="665"/>
                  <a:pt x="221" y="665"/>
                </a:cubicBezTo>
                <a:cubicBezTo>
                  <a:pt x="221" y="665"/>
                  <a:pt x="221" y="665"/>
                  <a:pt x="221" y="665"/>
                </a:cubicBezTo>
                <a:cubicBezTo>
                  <a:pt x="221" y="665"/>
                  <a:pt x="221" y="665"/>
                  <a:pt x="221" y="665"/>
                </a:cubicBezTo>
                <a:cubicBezTo>
                  <a:pt x="222" y="665"/>
                  <a:pt x="222" y="665"/>
                  <a:pt x="222" y="665"/>
                </a:cubicBezTo>
                <a:cubicBezTo>
                  <a:pt x="222" y="665"/>
                  <a:pt x="222" y="665"/>
                  <a:pt x="222" y="665"/>
                </a:cubicBezTo>
                <a:cubicBezTo>
                  <a:pt x="222" y="665"/>
                  <a:pt x="222" y="665"/>
                  <a:pt x="222" y="665"/>
                </a:cubicBezTo>
                <a:cubicBezTo>
                  <a:pt x="222" y="665"/>
                  <a:pt x="222" y="665"/>
                  <a:pt x="222" y="665"/>
                </a:cubicBezTo>
                <a:cubicBezTo>
                  <a:pt x="222" y="665"/>
                  <a:pt x="222" y="665"/>
                  <a:pt x="222" y="665"/>
                </a:cubicBezTo>
                <a:cubicBezTo>
                  <a:pt x="222" y="665"/>
                  <a:pt x="222" y="665"/>
                  <a:pt x="222" y="665"/>
                </a:cubicBezTo>
                <a:cubicBezTo>
                  <a:pt x="223" y="665"/>
                  <a:pt x="223" y="665"/>
                  <a:pt x="223" y="665"/>
                </a:cubicBezTo>
                <a:cubicBezTo>
                  <a:pt x="223" y="665"/>
                  <a:pt x="223" y="665"/>
                  <a:pt x="223" y="665"/>
                </a:cubicBezTo>
                <a:cubicBezTo>
                  <a:pt x="223" y="666"/>
                  <a:pt x="223" y="666"/>
                  <a:pt x="223" y="666"/>
                </a:cubicBezTo>
                <a:cubicBezTo>
                  <a:pt x="223" y="666"/>
                  <a:pt x="223" y="666"/>
                  <a:pt x="223" y="666"/>
                </a:cubicBezTo>
                <a:cubicBezTo>
                  <a:pt x="223" y="666"/>
                  <a:pt x="223" y="666"/>
                  <a:pt x="223" y="666"/>
                </a:cubicBezTo>
                <a:cubicBezTo>
                  <a:pt x="223" y="666"/>
                  <a:pt x="223" y="666"/>
                  <a:pt x="223" y="666"/>
                </a:cubicBezTo>
                <a:cubicBezTo>
                  <a:pt x="224" y="666"/>
                  <a:pt x="224" y="666"/>
                  <a:pt x="224" y="666"/>
                </a:cubicBezTo>
                <a:cubicBezTo>
                  <a:pt x="224" y="666"/>
                  <a:pt x="224" y="666"/>
                  <a:pt x="224" y="666"/>
                </a:cubicBezTo>
                <a:cubicBezTo>
                  <a:pt x="225" y="666"/>
                  <a:pt x="225" y="666"/>
                  <a:pt x="225" y="666"/>
                </a:cubicBezTo>
                <a:cubicBezTo>
                  <a:pt x="225" y="666"/>
                  <a:pt x="225" y="666"/>
                  <a:pt x="225" y="666"/>
                </a:cubicBezTo>
                <a:cubicBezTo>
                  <a:pt x="225" y="666"/>
                  <a:pt x="225" y="666"/>
                  <a:pt x="225" y="666"/>
                </a:cubicBezTo>
                <a:cubicBezTo>
                  <a:pt x="225" y="666"/>
                  <a:pt x="225" y="666"/>
                  <a:pt x="225" y="666"/>
                </a:cubicBezTo>
                <a:cubicBezTo>
                  <a:pt x="225" y="665"/>
                  <a:pt x="225" y="665"/>
                  <a:pt x="225" y="665"/>
                </a:cubicBezTo>
                <a:cubicBezTo>
                  <a:pt x="225" y="665"/>
                  <a:pt x="225" y="665"/>
                  <a:pt x="225" y="665"/>
                </a:cubicBezTo>
                <a:cubicBezTo>
                  <a:pt x="225" y="665"/>
                  <a:pt x="225" y="665"/>
                  <a:pt x="225" y="665"/>
                </a:cubicBezTo>
                <a:cubicBezTo>
                  <a:pt x="225" y="665"/>
                  <a:pt x="225" y="665"/>
                  <a:pt x="225" y="665"/>
                </a:cubicBezTo>
                <a:cubicBezTo>
                  <a:pt x="225" y="664"/>
                  <a:pt x="225" y="664"/>
                  <a:pt x="225" y="664"/>
                </a:cubicBezTo>
                <a:cubicBezTo>
                  <a:pt x="225" y="664"/>
                  <a:pt x="225" y="664"/>
                  <a:pt x="225" y="664"/>
                </a:cubicBezTo>
                <a:cubicBezTo>
                  <a:pt x="225" y="664"/>
                  <a:pt x="225" y="664"/>
                  <a:pt x="225" y="664"/>
                </a:cubicBezTo>
                <a:cubicBezTo>
                  <a:pt x="225" y="664"/>
                  <a:pt x="225" y="664"/>
                  <a:pt x="225" y="664"/>
                </a:cubicBezTo>
                <a:cubicBezTo>
                  <a:pt x="225" y="663"/>
                  <a:pt x="225" y="663"/>
                  <a:pt x="225" y="663"/>
                </a:cubicBezTo>
                <a:cubicBezTo>
                  <a:pt x="225" y="663"/>
                  <a:pt x="225" y="663"/>
                  <a:pt x="225" y="663"/>
                </a:cubicBezTo>
                <a:cubicBezTo>
                  <a:pt x="225" y="663"/>
                  <a:pt x="225" y="663"/>
                  <a:pt x="225" y="663"/>
                </a:cubicBezTo>
                <a:cubicBezTo>
                  <a:pt x="225" y="663"/>
                  <a:pt x="225" y="663"/>
                  <a:pt x="225" y="663"/>
                </a:cubicBezTo>
                <a:cubicBezTo>
                  <a:pt x="225" y="662"/>
                  <a:pt x="225" y="662"/>
                  <a:pt x="225" y="662"/>
                </a:cubicBezTo>
                <a:cubicBezTo>
                  <a:pt x="225" y="662"/>
                  <a:pt x="225" y="662"/>
                  <a:pt x="225" y="662"/>
                </a:cubicBezTo>
                <a:cubicBezTo>
                  <a:pt x="235" y="658"/>
                  <a:pt x="235" y="658"/>
                  <a:pt x="235" y="658"/>
                </a:cubicBezTo>
                <a:cubicBezTo>
                  <a:pt x="235" y="658"/>
                  <a:pt x="235" y="658"/>
                  <a:pt x="235" y="658"/>
                </a:cubicBezTo>
                <a:cubicBezTo>
                  <a:pt x="235" y="658"/>
                  <a:pt x="235" y="658"/>
                  <a:pt x="235" y="658"/>
                </a:cubicBezTo>
                <a:cubicBezTo>
                  <a:pt x="235" y="658"/>
                  <a:pt x="235" y="658"/>
                  <a:pt x="235" y="658"/>
                </a:cubicBezTo>
                <a:cubicBezTo>
                  <a:pt x="234" y="661"/>
                  <a:pt x="234" y="661"/>
                  <a:pt x="234" y="661"/>
                </a:cubicBezTo>
                <a:cubicBezTo>
                  <a:pt x="234" y="661"/>
                  <a:pt x="234" y="661"/>
                  <a:pt x="234" y="661"/>
                </a:cubicBezTo>
                <a:cubicBezTo>
                  <a:pt x="232" y="664"/>
                  <a:pt x="232" y="664"/>
                  <a:pt x="232" y="664"/>
                </a:cubicBezTo>
                <a:cubicBezTo>
                  <a:pt x="232" y="664"/>
                  <a:pt x="232" y="664"/>
                  <a:pt x="232" y="664"/>
                </a:cubicBezTo>
                <a:cubicBezTo>
                  <a:pt x="229" y="667"/>
                  <a:pt x="229" y="667"/>
                  <a:pt x="229" y="667"/>
                </a:cubicBezTo>
                <a:cubicBezTo>
                  <a:pt x="229" y="667"/>
                  <a:pt x="229" y="667"/>
                  <a:pt x="229" y="667"/>
                </a:cubicBezTo>
                <a:cubicBezTo>
                  <a:pt x="226" y="669"/>
                  <a:pt x="226" y="669"/>
                  <a:pt x="226" y="669"/>
                </a:cubicBezTo>
                <a:cubicBezTo>
                  <a:pt x="226" y="669"/>
                  <a:pt x="226" y="669"/>
                  <a:pt x="226" y="669"/>
                </a:cubicBezTo>
                <a:cubicBezTo>
                  <a:pt x="223" y="671"/>
                  <a:pt x="223" y="671"/>
                  <a:pt x="223" y="671"/>
                </a:cubicBezTo>
                <a:cubicBezTo>
                  <a:pt x="223" y="671"/>
                  <a:pt x="223" y="671"/>
                  <a:pt x="223" y="671"/>
                </a:cubicBezTo>
                <a:cubicBezTo>
                  <a:pt x="220" y="673"/>
                  <a:pt x="220" y="673"/>
                  <a:pt x="220" y="673"/>
                </a:cubicBezTo>
                <a:cubicBezTo>
                  <a:pt x="220" y="673"/>
                  <a:pt x="220" y="673"/>
                  <a:pt x="220" y="673"/>
                </a:cubicBezTo>
                <a:cubicBezTo>
                  <a:pt x="217" y="675"/>
                  <a:pt x="217" y="675"/>
                  <a:pt x="217" y="675"/>
                </a:cubicBezTo>
                <a:cubicBezTo>
                  <a:pt x="217" y="675"/>
                  <a:pt x="217" y="675"/>
                  <a:pt x="217" y="675"/>
                </a:cubicBezTo>
                <a:cubicBezTo>
                  <a:pt x="216" y="675"/>
                  <a:pt x="215" y="676"/>
                  <a:pt x="214" y="676"/>
                </a:cubicBezTo>
                <a:cubicBezTo>
                  <a:pt x="214" y="676"/>
                  <a:pt x="214" y="676"/>
                  <a:pt x="214" y="676"/>
                </a:cubicBezTo>
                <a:cubicBezTo>
                  <a:pt x="203" y="679"/>
                  <a:pt x="203" y="679"/>
                  <a:pt x="203" y="679"/>
                </a:cubicBezTo>
                <a:close/>
                <a:moveTo>
                  <a:pt x="305" y="665"/>
                </a:moveTo>
                <a:cubicBezTo>
                  <a:pt x="306" y="655"/>
                  <a:pt x="306" y="655"/>
                  <a:pt x="306" y="655"/>
                </a:cubicBezTo>
                <a:cubicBezTo>
                  <a:pt x="306" y="655"/>
                  <a:pt x="306" y="655"/>
                  <a:pt x="306" y="655"/>
                </a:cubicBezTo>
                <a:cubicBezTo>
                  <a:pt x="317" y="649"/>
                  <a:pt x="317" y="649"/>
                  <a:pt x="317" y="649"/>
                </a:cubicBezTo>
                <a:cubicBezTo>
                  <a:pt x="317" y="649"/>
                  <a:pt x="317" y="649"/>
                  <a:pt x="317" y="649"/>
                </a:cubicBezTo>
                <a:cubicBezTo>
                  <a:pt x="318" y="649"/>
                  <a:pt x="318" y="649"/>
                  <a:pt x="318" y="649"/>
                </a:cubicBezTo>
                <a:cubicBezTo>
                  <a:pt x="318" y="649"/>
                  <a:pt x="318" y="649"/>
                  <a:pt x="318" y="649"/>
                </a:cubicBezTo>
                <a:cubicBezTo>
                  <a:pt x="318" y="651"/>
                  <a:pt x="318" y="651"/>
                  <a:pt x="318" y="651"/>
                </a:cubicBezTo>
                <a:cubicBezTo>
                  <a:pt x="318" y="651"/>
                  <a:pt x="318" y="651"/>
                  <a:pt x="318" y="651"/>
                </a:cubicBezTo>
                <a:cubicBezTo>
                  <a:pt x="317" y="653"/>
                  <a:pt x="317" y="653"/>
                  <a:pt x="317" y="653"/>
                </a:cubicBezTo>
                <a:cubicBezTo>
                  <a:pt x="317" y="653"/>
                  <a:pt x="317" y="653"/>
                  <a:pt x="317" y="653"/>
                </a:cubicBezTo>
                <a:cubicBezTo>
                  <a:pt x="316" y="654"/>
                  <a:pt x="316" y="654"/>
                  <a:pt x="316" y="654"/>
                </a:cubicBezTo>
                <a:cubicBezTo>
                  <a:pt x="316" y="654"/>
                  <a:pt x="316" y="654"/>
                  <a:pt x="316" y="654"/>
                </a:cubicBezTo>
                <a:cubicBezTo>
                  <a:pt x="315" y="656"/>
                  <a:pt x="315" y="656"/>
                  <a:pt x="315" y="656"/>
                </a:cubicBezTo>
                <a:cubicBezTo>
                  <a:pt x="315" y="656"/>
                  <a:pt x="315" y="656"/>
                  <a:pt x="315" y="656"/>
                </a:cubicBezTo>
                <a:cubicBezTo>
                  <a:pt x="313" y="657"/>
                  <a:pt x="313" y="657"/>
                  <a:pt x="313" y="657"/>
                </a:cubicBezTo>
                <a:cubicBezTo>
                  <a:pt x="313" y="657"/>
                  <a:pt x="313" y="657"/>
                  <a:pt x="313" y="657"/>
                </a:cubicBezTo>
                <a:cubicBezTo>
                  <a:pt x="312" y="659"/>
                  <a:pt x="312" y="659"/>
                  <a:pt x="312" y="659"/>
                </a:cubicBezTo>
                <a:cubicBezTo>
                  <a:pt x="312" y="659"/>
                  <a:pt x="312" y="659"/>
                  <a:pt x="312" y="659"/>
                </a:cubicBezTo>
                <a:cubicBezTo>
                  <a:pt x="311" y="660"/>
                  <a:pt x="311" y="660"/>
                  <a:pt x="311" y="660"/>
                </a:cubicBezTo>
                <a:cubicBezTo>
                  <a:pt x="311" y="660"/>
                  <a:pt x="311" y="660"/>
                  <a:pt x="311" y="660"/>
                </a:cubicBezTo>
                <a:cubicBezTo>
                  <a:pt x="310" y="661"/>
                  <a:pt x="310" y="661"/>
                  <a:pt x="310" y="661"/>
                </a:cubicBezTo>
                <a:cubicBezTo>
                  <a:pt x="310" y="661"/>
                  <a:pt x="310" y="661"/>
                  <a:pt x="310" y="661"/>
                </a:cubicBezTo>
                <a:cubicBezTo>
                  <a:pt x="309" y="662"/>
                  <a:pt x="309" y="662"/>
                  <a:pt x="309" y="662"/>
                </a:cubicBezTo>
                <a:cubicBezTo>
                  <a:pt x="309" y="662"/>
                  <a:pt x="309" y="662"/>
                  <a:pt x="309" y="662"/>
                </a:cubicBezTo>
                <a:cubicBezTo>
                  <a:pt x="309" y="663"/>
                  <a:pt x="309" y="663"/>
                  <a:pt x="309" y="663"/>
                </a:cubicBezTo>
                <a:cubicBezTo>
                  <a:pt x="309" y="663"/>
                  <a:pt x="309" y="663"/>
                  <a:pt x="309" y="663"/>
                </a:cubicBezTo>
                <a:cubicBezTo>
                  <a:pt x="308" y="663"/>
                  <a:pt x="308" y="663"/>
                  <a:pt x="308" y="663"/>
                </a:cubicBezTo>
                <a:cubicBezTo>
                  <a:pt x="308" y="663"/>
                  <a:pt x="308" y="663"/>
                  <a:pt x="308" y="663"/>
                </a:cubicBezTo>
                <a:cubicBezTo>
                  <a:pt x="308" y="663"/>
                  <a:pt x="308" y="663"/>
                  <a:pt x="308" y="663"/>
                </a:cubicBezTo>
                <a:cubicBezTo>
                  <a:pt x="308" y="663"/>
                  <a:pt x="308" y="663"/>
                  <a:pt x="308" y="663"/>
                </a:cubicBezTo>
                <a:cubicBezTo>
                  <a:pt x="307" y="664"/>
                  <a:pt x="307" y="664"/>
                  <a:pt x="307" y="664"/>
                </a:cubicBezTo>
                <a:cubicBezTo>
                  <a:pt x="307" y="664"/>
                  <a:pt x="307" y="664"/>
                  <a:pt x="307" y="664"/>
                </a:cubicBezTo>
                <a:cubicBezTo>
                  <a:pt x="306" y="665"/>
                  <a:pt x="306" y="665"/>
                  <a:pt x="306" y="665"/>
                </a:cubicBezTo>
                <a:cubicBezTo>
                  <a:pt x="306" y="665"/>
                  <a:pt x="306" y="665"/>
                  <a:pt x="306" y="665"/>
                </a:cubicBezTo>
                <a:cubicBezTo>
                  <a:pt x="306" y="665"/>
                  <a:pt x="306" y="665"/>
                  <a:pt x="306" y="665"/>
                </a:cubicBezTo>
                <a:cubicBezTo>
                  <a:pt x="306" y="665"/>
                  <a:pt x="306" y="665"/>
                  <a:pt x="306" y="665"/>
                </a:cubicBezTo>
                <a:cubicBezTo>
                  <a:pt x="305" y="665"/>
                  <a:pt x="305" y="665"/>
                  <a:pt x="305" y="665"/>
                </a:cubicBezTo>
                <a:close/>
                <a:moveTo>
                  <a:pt x="598" y="662"/>
                </a:moveTo>
                <a:cubicBezTo>
                  <a:pt x="598" y="661"/>
                  <a:pt x="598" y="661"/>
                  <a:pt x="598" y="661"/>
                </a:cubicBezTo>
                <a:cubicBezTo>
                  <a:pt x="598" y="661"/>
                  <a:pt x="598" y="661"/>
                  <a:pt x="598" y="661"/>
                </a:cubicBezTo>
                <a:cubicBezTo>
                  <a:pt x="598" y="661"/>
                  <a:pt x="598" y="661"/>
                  <a:pt x="598" y="661"/>
                </a:cubicBezTo>
                <a:cubicBezTo>
                  <a:pt x="598" y="661"/>
                  <a:pt x="598" y="661"/>
                  <a:pt x="598" y="661"/>
                </a:cubicBezTo>
                <a:cubicBezTo>
                  <a:pt x="598" y="660"/>
                  <a:pt x="598" y="660"/>
                  <a:pt x="598" y="660"/>
                </a:cubicBezTo>
                <a:cubicBezTo>
                  <a:pt x="598" y="660"/>
                  <a:pt x="598" y="660"/>
                  <a:pt x="598" y="660"/>
                </a:cubicBezTo>
                <a:cubicBezTo>
                  <a:pt x="598" y="659"/>
                  <a:pt x="598" y="659"/>
                  <a:pt x="598" y="659"/>
                </a:cubicBezTo>
                <a:cubicBezTo>
                  <a:pt x="598" y="659"/>
                  <a:pt x="598" y="659"/>
                  <a:pt x="598" y="659"/>
                </a:cubicBezTo>
                <a:cubicBezTo>
                  <a:pt x="598" y="659"/>
                  <a:pt x="598" y="659"/>
                  <a:pt x="598" y="659"/>
                </a:cubicBezTo>
                <a:cubicBezTo>
                  <a:pt x="598" y="659"/>
                  <a:pt x="598" y="659"/>
                  <a:pt x="598" y="659"/>
                </a:cubicBezTo>
                <a:cubicBezTo>
                  <a:pt x="598" y="658"/>
                  <a:pt x="598" y="658"/>
                  <a:pt x="598" y="658"/>
                </a:cubicBezTo>
                <a:cubicBezTo>
                  <a:pt x="598" y="658"/>
                  <a:pt x="598" y="658"/>
                  <a:pt x="598" y="658"/>
                </a:cubicBezTo>
                <a:cubicBezTo>
                  <a:pt x="598" y="658"/>
                  <a:pt x="598" y="658"/>
                  <a:pt x="598" y="658"/>
                </a:cubicBezTo>
                <a:cubicBezTo>
                  <a:pt x="598" y="658"/>
                  <a:pt x="598" y="658"/>
                  <a:pt x="598" y="658"/>
                </a:cubicBezTo>
                <a:cubicBezTo>
                  <a:pt x="598" y="657"/>
                  <a:pt x="598" y="657"/>
                  <a:pt x="598" y="657"/>
                </a:cubicBezTo>
                <a:cubicBezTo>
                  <a:pt x="598" y="657"/>
                  <a:pt x="598" y="657"/>
                  <a:pt x="598" y="657"/>
                </a:cubicBezTo>
                <a:cubicBezTo>
                  <a:pt x="598" y="657"/>
                  <a:pt x="598" y="657"/>
                  <a:pt x="598" y="657"/>
                </a:cubicBezTo>
                <a:cubicBezTo>
                  <a:pt x="598" y="657"/>
                  <a:pt x="598" y="657"/>
                  <a:pt x="598" y="657"/>
                </a:cubicBezTo>
                <a:cubicBezTo>
                  <a:pt x="598" y="657"/>
                  <a:pt x="598" y="657"/>
                  <a:pt x="598" y="657"/>
                </a:cubicBezTo>
                <a:cubicBezTo>
                  <a:pt x="598" y="657"/>
                  <a:pt x="598" y="657"/>
                  <a:pt x="598" y="657"/>
                </a:cubicBezTo>
                <a:cubicBezTo>
                  <a:pt x="598" y="656"/>
                  <a:pt x="598" y="656"/>
                  <a:pt x="598" y="656"/>
                </a:cubicBezTo>
                <a:cubicBezTo>
                  <a:pt x="598" y="656"/>
                  <a:pt x="598" y="656"/>
                  <a:pt x="598" y="656"/>
                </a:cubicBezTo>
                <a:cubicBezTo>
                  <a:pt x="598" y="656"/>
                  <a:pt x="598" y="656"/>
                  <a:pt x="598" y="656"/>
                </a:cubicBezTo>
                <a:cubicBezTo>
                  <a:pt x="598" y="656"/>
                  <a:pt x="598" y="656"/>
                  <a:pt x="598" y="656"/>
                </a:cubicBezTo>
                <a:cubicBezTo>
                  <a:pt x="599" y="656"/>
                  <a:pt x="599" y="656"/>
                  <a:pt x="599" y="656"/>
                </a:cubicBezTo>
                <a:cubicBezTo>
                  <a:pt x="599" y="656"/>
                  <a:pt x="599" y="656"/>
                  <a:pt x="599" y="656"/>
                </a:cubicBezTo>
                <a:cubicBezTo>
                  <a:pt x="599" y="656"/>
                  <a:pt x="599" y="656"/>
                  <a:pt x="599" y="656"/>
                </a:cubicBezTo>
                <a:cubicBezTo>
                  <a:pt x="599" y="656"/>
                  <a:pt x="599" y="656"/>
                  <a:pt x="599" y="656"/>
                </a:cubicBezTo>
                <a:cubicBezTo>
                  <a:pt x="600" y="656"/>
                  <a:pt x="600" y="656"/>
                  <a:pt x="600" y="656"/>
                </a:cubicBezTo>
                <a:cubicBezTo>
                  <a:pt x="600" y="656"/>
                  <a:pt x="600" y="656"/>
                  <a:pt x="600" y="656"/>
                </a:cubicBezTo>
                <a:cubicBezTo>
                  <a:pt x="600" y="657"/>
                  <a:pt x="600" y="657"/>
                  <a:pt x="600" y="657"/>
                </a:cubicBezTo>
                <a:cubicBezTo>
                  <a:pt x="600" y="657"/>
                  <a:pt x="600" y="657"/>
                  <a:pt x="600" y="657"/>
                </a:cubicBezTo>
                <a:cubicBezTo>
                  <a:pt x="600" y="657"/>
                  <a:pt x="600" y="657"/>
                  <a:pt x="600" y="657"/>
                </a:cubicBezTo>
                <a:cubicBezTo>
                  <a:pt x="600" y="657"/>
                  <a:pt x="600" y="657"/>
                  <a:pt x="600" y="657"/>
                </a:cubicBezTo>
                <a:cubicBezTo>
                  <a:pt x="600" y="658"/>
                  <a:pt x="600" y="658"/>
                  <a:pt x="600" y="658"/>
                </a:cubicBezTo>
                <a:cubicBezTo>
                  <a:pt x="600" y="658"/>
                  <a:pt x="600" y="658"/>
                  <a:pt x="600" y="658"/>
                </a:cubicBezTo>
                <a:cubicBezTo>
                  <a:pt x="600" y="658"/>
                  <a:pt x="600" y="658"/>
                  <a:pt x="600" y="658"/>
                </a:cubicBezTo>
                <a:cubicBezTo>
                  <a:pt x="600" y="658"/>
                  <a:pt x="600" y="658"/>
                  <a:pt x="600" y="658"/>
                </a:cubicBezTo>
                <a:cubicBezTo>
                  <a:pt x="600" y="658"/>
                  <a:pt x="600" y="658"/>
                  <a:pt x="600" y="658"/>
                </a:cubicBezTo>
                <a:cubicBezTo>
                  <a:pt x="600" y="658"/>
                  <a:pt x="600" y="658"/>
                  <a:pt x="600" y="658"/>
                </a:cubicBezTo>
                <a:cubicBezTo>
                  <a:pt x="601" y="658"/>
                  <a:pt x="601" y="658"/>
                  <a:pt x="601" y="658"/>
                </a:cubicBezTo>
                <a:cubicBezTo>
                  <a:pt x="601" y="658"/>
                  <a:pt x="601" y="658"/>
                  <a:pt x="601" y="658"/>
                </a:cubicBezTo>
                <a:cubicBezTo>
                  <a:pt x="601" y="659"/>
                  <a:pt x="601" y="659"/>
                  <a:pt x="601" y="659"/>
                </a:cubicBezTo>
                <a:cubicBezTo>
                  <a:pt x="601" y="659"/>
                  <a:pt x="601" y="659"/>
                  <a:pt x="601" y="659"/>
                </a:cubicBezTo>
                <a:cubicBezTo>
                  <a:pt x="602" y="659"/>
                  <a:pt x="602" y="659"/>
                  <a:pt x="602" y="659"/>
                </a:cubicBezTo>
                <a:cubicBezTo>
                  <a:pt x="602" y="659"/>
                  <a:pt x="602" y="659"/>
                  <a:pt x="602" y="659"/>
                </a:cubicBezTo>
                <a:cubicBezTo>
                  <a:pt x="601" y="660"/>
                  <a:pt x="601" y="660"/>
                  <a:pt x="601" y="660"/>
                </a:cubicBezTo>
                <a:cubicBezTo>
                  <a:pt x="601" y="660"/>
                  <a:pt x="601" y="660"/>
                  <a:pt x="601" y="660"/>
                </a:cubicBezTo>
                <a:cubicBezTo>
                  <a:pt x="601" y="660"/>
                  <a:pt x="601" y="660"/>
                  <a:pt x="601" y="660"/>
                </a:cubicBezTo>
                <a:cubicBezTo>
                  <a:pt x="601" y="660"/>
                  <a:pt x="601" y="660"/>
                  <a:pt x="601" y="660"/>
                </a:cubicBezTo>
                <a:cubicBezTo>
                  <a:pt x="601" y="660"/>
                  <a:pt x="601" y="660"/>
                  <a:pt x="601" y="660"/>
                </a:cubicBezTo>
                <a:cubicBezTo>
                  <a:pt x="601" y="660"/>
                  <a:pt x="601" y="660"/>
                  <a:pt x="601" y="660"/>
                </a:cubicBezTo>
                <a:cubicBezTo>
                  <a:pt x="601" y="661"/>
                  <a:pt x="601" y="661"/>
                  <a:pt x="601" y="661"/>
                </a:cubicBezTo>
                <a:cubicBezTo>
                  <a:pt x="601" y="661"/>
                  <a:pt x="601" y="661"/>
                  <a:pt x="601" y="661"/>
                </a:cubicBezTo>
                <a:cubicBezTo>
                  <a:pt x="600" y="661"/>
                  <a:pt x="600" y="661"/>
                  <a:pt x="600" y="661"/>
                </a:cubicBezTo>
                <a:cubicBezTo>
                  <a:pt x="600" y="661"/>
                  <a:pt x="600" y="661"/>
                  <a:pt x="600" y="661"/>
                </a:cubicBezTo>
                <a:cubicBezTo>
                  <a:pt x="600" y="661"/>
                  <a:pt x="600" y="661"/>
                  <a:pt x="600" y="661"/>
                </a:cubicBezTo>
                <a:cubicBezTo>
                  <a:pt x="600" y="661"/>
                  <a:pt x="600" y="661"/>
                  <a:pt x="600" y="661"/>
                </a:cubicBezTo>
                <a:cubicBezTo>
                  <a:pt x="599" y="661"/>
                  <a:pt x="599" y="661"/>
                  <a:pt x="599" y="661"/>
                </a:cubicBezTo>
                <a:cubicBezTo>
                  <a:pt x="599" y="661"/>
                  <a:pt x="599" y="661"/>
                  <a:pt x="599" y="661"/>
                </a:cubicBezTo>
                <a:cubicBezTo>
                  <a:pt x="599" y="662"/>
                  <a:pt x="599" y="662"/>
                  <a:pt x="599" y="662"/>
                </a:cubicBezTo>
                <a:lnTo>
                  <a:pt x="598" y="662"/>
                </a:lnTo>
                <a:close/>
                <a:moveTo>
                  <a:pt x="615" y="662"/>
                </a:moveTo>
                <a:cubicBezTo>
                  <a:pt x="614" y="662"/>
                  <a:pt x="614" y="662"/>
                  <a:pt x="614" y="662"/>
                </a:cubicBezTo>
                <a:cubicBezTo>
                  <a:pt x="614" y="662"/>
                  <a:pt x="614" y="662"/>
                  <a:pt x="614" y="662"/>
                </a:cubicBezTo>
                <a:cubicBezTo>
                  <a:pt x="614" y="661"/>
                  <a:pt x="614" y="661"/>
                  <a:pt x="614" y="661"/>
                </a:cubicBezTo>
                <a:cubicBezTo>
                  <a:pt x="614" y="661"/>
                  <a:pt x="614" y="661"/>
                  <a:pt x="614" y="661"/>
                </a:cubicBezTo>
                <a:cubicBezTo>
                  <a:pt x="614" y="661"/>
                  <a:pt x="614" y="661"/>
                  <a:pt x="614" y="661"/>
                </a:cubicBezTo>
                <a:cubicBezTo>
                  <a:pt x="614" y="661"/>
                  <a:pt x="614" y="661"/>
                  <a:pt x="614" y="661"/>
                </a:cubicBezTo>
                <a:cubicBezTo>
                  <a:pt x="614" y="661"/>
                  <a:pt x="614" y="661"/>
                  <a:pt x="614" y="661"/>
                </a:cubicBezTo>
                <a:cubicBezTo>
                  <a:pt x="614" y="661"/>
                  <a:pt x="614" y="661"/>
                  <a:pt x="614" y="661"/>
                </a:cubicBezTo>
                <a:cubicBezTo>
                  <a:pt x="613" y="661"/>
                  <a:pt x="613" y="661"/>
                  <a:pt x="613" y="661"/>
                </a:cubicBezTo>
                <a:cubicBezTo>
                  <a:pt x="613" y="661"/>
                  <a:pt x="613" y="661"/>
                  <a:pt x="613" y="661"/>
                </a:cubicBezTo>
                <a:cubicBezTo>
                  <a:pt x="613" y="660"/>
                  <a:pt x="613" y="660"/>
                  <a:pt x="613" y="660"/>
                </a:cubicBezTo>
                <a:cubicBezTo>
                  <a:pt x="613" y="660"/>
                  <a:pt x="613" y="660"/>
                  <a:pt x="613" y="660"/>
                </a:cubicBezTo>
                <a:cubicBezTo>
                  <a:pt x="613" y="660"/>
                  <a:pt x="613" y="660"/>
                  <a:pt x="613" y="660"/>
                </a:cubicBezTo>
                <a:cubicBezTo>
                  <a:pt x="613" y="660"/>
                  <a:pt x="613" y="660"/>
                  <a:pt x="613" y="660"/>
                </a:cubicBezTo>
                <a:cubicBezTo>
                  <a:pt x="613" y="659"/>
                  <a:pt x="613" y="659"/>
                  <a:pt x="613" y="659"/>
                </a:cubicBezTo>
                <a:cubicBezTo>
                  <a:pt x="613" y="659"/>
                  <a:pt x="613" y="659"/>
                  <a:pt x="613" y="659"/>
                </a:cubicBezTo>
                <a:cubicBezTo>
                  <a:pt x="613" y="658"/>
                  <a:pt x="613" y="658"/>
                  <a:pt x="613" y="658"/>
                </a:cubicBezTo>
                <a:cubicBezTo>
                  <a:pt x="613" y="658"/>
                  <a:pt x="613" y="658"/>
                  <a:pt x="613" y="658"/>
                </a:cubicBezTo>
                <a:cubicBezTo>
                  <a:pt x="613" y="658"/>
                  <a:pt x="613" y="658"/>
                  <a:pt x="613" y="658"/>
                </a:cubicBezTo>
                <a:cubicBezTo>
                  <a:pt x="613" y="658"/>
                  <a:pt x="613" y="658"/>
                  <a:pt x="613" y="658"/>
                </a:cubicBezTo>
                <a:cubicBezTo>
                  <a:pt x="613" y="657"/>
                  <a:pt x="613" y="657"/>
                  <a:pt x="613" y="657"/>
                </a:cubicBezTo>
                <a:cubicBezTo>
                  <a:pt x="613" y="657"/>
                  <a:pt x="613" y="657"/>
                  <a:pt x="613" y="657"/>
                </a:cubicBezTo>
                <a:cubicBezTo>
                  <a:pt x="614" y="656"/>
                  <a:pt x="614" y="656"/>
                  <a:pt x="614" y="656"/>
                </a:cubicBezTo>
                <a:cubicBezTo>
                  <a:pt x="614" y="656"/>
                  <a:pt x="614" y="656"/>
                  <a:pt x="614" y="656"/>
                </a:cubicBezTo>
                <a:cubicBezTo>
                  <a:pt x="613" y="656"/>
                  <a:pt x="613" y="656"/>
                  <a:pt x="613" y="656"/>
                </a:cubicBezTo>
                <a:cubicBezTo>
                  <a:pt x="613" y="656"/>
                  <a:pt x="613" y="656"/>
                  <a:pt x="613" y="656"/>
                </a:cubicBezTo>
                <a:cubicBezTo>
                  <a:pt x="613" y="655"/>
                  <a:pt x="613" y="655"/>
                  <a:pt x="613" y="655"/>
                </a:cubicBezTo>
                <a:cubicBezTo>
                  <a:pt x="613" y="655"/>
                  <a:pt x="613" y="655"/>
                  <a:pt x="613" y="655"/>
                </a:cubicBezTo>
                <a:cubicBezTo>
                  <a:pt x="613" y="654"/>
                  <a:pt x="613" y="654"/>
                  <a:pt x="613" y="654"/>
                </a:cubicBezTo>
                <a:cubicBezTo>
                  <a:pt x="613" y="654"/>
                  <a:pt x="613" y="654"/>
                  <a:pt x="613" y="654"/>
                </a:cubicBezTo>
                <a:cubicBezTo>
                  <a:pt x="614" y="654"/>
                  <a:pt x="614" y="654"/>
                  <a:pt x="614" y="654"/>
                </a:cubicBezTo>
                <a:cubicBezTo>
                  <a:pt x="614" y="654"/>
                  <a:pt x="614" y="654"/>
                  <a:pt x="614" y="654"/>
                </a:cubicBezTo>
                <a:cubicBezTo>
                  <a:pt x="615" y="653"/>
                  <a:pt x="615" y="653"/>
                  <a:pt x="615" y="653"/>
                </a:cubicBezTo>
                <a:cubicBezTo>
                  <a:pt x="615" y="653"/>
                  <a:pt x="615" y="653"/>
                  <a:pt x="615" y="653"/>
                </a:cubicBezTo>
                <a:cubicBezTo>
                  <a:pt x="617" y="654"/>
                  <a:pt x="617" y="654"/>
                  <a:pt x="617" y="654"/>
                </a:cubicBezTo>
                <a:cubicBezTo>
                  <a:pt x="617" y="654"/>
                  <a:pt x="617" y="654"/>
                  <a:pt x="617" y="654"/>
                </a:cubicBezTo>
                <a:cubicBezTo>
                  <a:pt x="617" y="655"/>
                  <a:pt x="617" y="655"/>
                  <a:pt x="617" y="655"/>
                </a:cubicBezTo>
                <a:cubicBezTo>
                  <a:pt x="617" y="655"/>
                  <a:pt x="617" y="655"/>
                  <a:pt x="617" y="655"/>
                </a:cubicBezTo>
                <a:cubicBezTo>
                  <a:pt x="617" y="656"/>
                  <a:pt x="617" y="656"/>
                  <a:pt x="617" y="656"/>
                </a:cubicBezTo>
                <a:cubicBezTo>
                  <a:pt x="617" y="656"/>
                  <a:pt x="617" y="656"/>
                  <a:pt x="617" y="656"/>
                </a:cubicBezTo>
                <a:cubicBezTo>
                  <a:pt x="617" y="657"/>
                  <a:pt x="617" y="657"/>
                  <a:pt x="617" y="657"/>
                </a:cubicBezTo>
                <a:cubicBezTo>
                  <a:pt x="617" y="657"/>
                  <a:pt x="617" y="657"/>
                  <a:pt x="617" y="657"/>
                </a:cubicBezTo>
                <a:cubicBezTo>
                  <a:pt x="617" y="658"/>
                  <a:pt x="617" y="658"/>
                  <a:pt x="617" y="658"/>
                </a:cubicBezTo>
                <a:cubicBezTo>
                  <a:pt x="617" y="658"/>
                  <a:pt x="617" y="658"/>
                  <a:pt x="617" y="658"/>
                </a:cubicBezTo>
                <a:cubicBezTo>
                  <a:pt x="617" y="659"/>
                  <a:pt x="617" y="659"/>
                  <a:pt x="617" y="659"/>
                </a:cubicBezTo>
                <a:cubicBezTo>
                  <a:pt x="617" y="659"/>
                  <a:pt x="617" y="659"/>
                  <a:pt x="617" y="659"/>
                </a:cubicBezTo>
                <a:cubicBezTo>
                  <a:pt x="617" y="660"/>
                  <a:pt x="617" y="660"/>
                  <a:pt x="617" y="660"/>
                </a:cubicBezTo>
                <a:cubicBezTo>
                  <a:pt x="617" y="660"/>
                  <a:pt x="617" y="660"/>
                  <a:pt x="617" y="660"/>
                </a:cubicBezTo>
                <a:cubicBezTo>
                  <a:pt x="616" y="661"/>
                  <a:pt x="616" y="661"/>
                  <a:pt x="616" y="661"/>
                </a:cubicBezTo>
                <a:cubicBezTo>
                  <a:pt x="616" y="661"/>
                  <a:pt x="616" y="661"/>
                  <a:pt x="616" y="661"/>
                </a:cubicBezTo>
                <a:cubicBezTo>
                  <a:pt x="616" y="662"/>
                  <a:pt x="616" y="662"/>
                  <a:pt x="616" y="662"/>
                </a:cubicBezTo>
                <a:lnTo>
                  <a:pt x="615" y="662"/>
                </a:lnTo>
                <a:close/>
                <a:moveTo>
                  <a:pt x="607" y="656"/>
                </a:moveTo>
                <a:cubicBezTo>
                  <a:pt x="606" y="656"/>
                  <a:pt x="606" y="656"/>
                  <a:pt x="606" y="656"/>
                </a:cubicBezTo>
                <a:cubicBezTo>
                  <a:pt x="606" y="656"/>
                  <a:pt x="606" y="656"/>
                  <a:pt x="606" y="656"/>
                </a:cubicBezTo>
                <a:cubicBezTo>
                  <a:pt x="605" y="655"/>
                  <a:pt x="605" y="655"/>
                  <a:pt x="605" y="655"/>
                </a:cubicBezTo>
                <a:cubicBezTo>
                  <a:pt x="605" y="655"/>
                  <a:pt x="605" y="655"/>
                  <a:pt x="605" y="655"/>
                </a:cubicBezTo>
                <a:cubicBezTo>
                  <a:pt x="605" y="655"/>
                  <a:pt x="605" y="655"/>
                  <a:pt x="605" y="655"/>
                </a:cubicBezTo>
                <a:cubicBezTo>
                  <a:pt x="605" y="655"/>
                  <a:pt x="605" y="655"/>
                  <a:pt x="605" y="655"/>
                </a:cubicBezTo>
                <a:cubicBezTo>
                  <a:pt x="604" y="655"/>
                  <a:pt x="604" y="655"/>
                  <a:pt x="604" y="655"/>
                </a:cubicBezTo>
                <a:cubicBezTo>
                  <a:pt x="604" y="655"/>
                  <a:pt x="604" y="655"/>
                  <a:pt x="604" y="655"/>
                </a:cubicBezTo>
                <a:cubicBezTo>
                  <a:pt x="604" y="655"/>
                  <a:pt x="604" y="655"/>
                  <a:pt x="604" y="655"/>
                </a:cubicBezTo>
                <a:cubicBezTo>
                  <a:pt x="604" y="655"/>
                  <a:pt x="604" y="655"/>
                  <a:pt x="604" y="655"/>
                </a:cubicBezTo>
                <a:cubicBezTo>
                  <a:pt x="603" y="654"/>
                  <a:pt x="603" y="654"/>
                  <a:pt x="603" y="654"/>
                </a:cubicBezTo>
                <a:cubicBezTo>
                  <a:pt x="603" y="654"/>
                  <a:pt x="603" y="654"/>
                  <a:pt x="603" y="654"/>
                </a:cubicBezTo>
                <a:cubicBezTo>
                  <a:pt x="603" y="654"/>
                  <a:pt x="603" y="654"/>
                  <a:pt x="603" y="654"/>
                </a:cubicBezTo>
                <a:cubicBezTo>
                  <a:pt x="603" y="654"/>
                  <a:pt x="603" y="654"/>
                  <a:pt x="603" y="654"/>
                </a:cubicBezTo>
                <a:cubicBezTo>
                  <a:pt x="603" y="654"/>
                  <a:pt x="603" y="654"/>
                  <a:pt x="603" y="654"/>
                </a:cubicBezTo>
                <a:cubicBezTo>
                  <a:pt x="603" y="654"/>
                  <a:pt x="603" y="654"/>
                  <a:pt x="603" y="654"/>
                </a:cubicBezTo>
                <a:cubicBezTo>
                  <a:pt x="603" y="652"/>
                  <a:pt x="603" y="652"/>
                  <a:pt x="603" y="652"/>
                </a:cubicBezTo>
                <a:cubicBezTo>
                  <a:pt x="603" y="652"/>
                  <a:pt x="603" y="652"/>
                  <a:pt x="603" y="652"/>
                </a:cubicBezTo>
                <a:cubicBezTo>
                  <a:pt x="603" y="652"/>
                  <a:pt x="603" y="652"/>
                  <a:pt x="603" y="652"/>
                </a:cubicBezTo>
                <a:cubicBezTo>
                  <a:pt x="603" y="652"/>
                  <a:pt x="603" y="652"/>
                  <a:pt x="603" y="652"/>
                </a:cubicBezTo>
                <a:cubicBezTo>
                  <a:pt x="603" y="652"/>
                  <a:pt x="603" y="652"/>
                  <a:pt x="603" y="652"/>
                </a:cubicBezTo>
                <a:cubicBezTo>
                  <a:pt x="603" y="652"/>
                  <a:pt x="603" y="652"/>
                  <a:pt x="603" y="652"/>
                </a:cubicBezTo>
                <a:cubicBezTo>
                  <a:pt x="604" y="652"/>
                  <a:pt x="604" y="652"/>
                  <a:pt x="604" y="652"/>
                </a:cubicBezTo>
                <a:cubicBezTo>
                  <a:pt x="604" y="652"/>
                  <a:pt x="604" y="652"/>
                  <a:pt x="604" y="652"/>
                </a:cubicBezTo>
                <a:cubicBezTo>
                  <a:pt x="604" y="651"/>
                  <a:pt x="604" y="651"/>
                  <a:pt x="604" y="651"/>
                </a:cubicBezTo>
                <a:cubicBezTo>
                  <a:pt x="604" y="651"/>
                  <a:pt x="604" y="651"/>
                  <a:pt x="604" y="651"/>
                </a:cubicBezTo>
                <a:cubicBezTo>
                  <a:pt x="604" y="651"/>
                  <a:pt x="604" y="651"/>
                  <a:pt x="604" y="651"/>
                </a:cubicBezTo>
                <a:cubicBezTo>
                  <a:pt x="604" y="651"/>
                  <a:pt x="604" y="651"/>
                  <a:pt x="604" y="651"/>
                </a:cubicBezTo>
                <a:cubicBezTo>
                  <a:pt x="605" y="651"/>
                  <a:pt x="605" y="651"/>
                  <a:pt x="605" y="651"/>
                </a:cubicBezTo>
                <a:cubicBezTo>
                  <a:pt x="605" y="651"/>
                  <a:pt x="605" y="651"/>
                  <a:pt x="605" y="651"/>
                </a:cubicBezTo>
                <a:cubicBezTo>
                  <a:pt x="605" y="650"/>
                  <a:pt x="605" y="650"/>
                  <a:pt x="605" y="650"/>
                </a:cubicBezTo>
                <a:cubicBezTo>
                  <a:pt x="605" y="650"/>
                  <a:pt x="605" y="650"/>
                  <a:pt x="605" y="650"/>
                </a:cubicBezTo>
                <a:cubicBezTo>
                  <a:pt x="605" y="650"/>
                  <a:pt x="605" y="650"/>
                  <a:pt x="605" y="650"/>
                </a:cubicBezTo>
                <a:cubicBezTo>
                  <a:pt x="605" y="650"/>
                  <a:pt x="605" y="650"/>
                  <a:pt x="605" y="650"/>
                </a:cubicBezTo>
                <a:cubicBezTo>
                  <a:pt x="606" y="650"/>
                  <a:pt x="606" y="650"/>
                  <a:pt x="606" y="650"/>
                </a:cubicBezTo>
                <a:cubicBezTo>
                  <a:pt x="606" y="650"/>
                  <a:pt x="606" y="650"/>
                  <a:pt x="606" y="650"/>
                </a:cubicBezTo>
                <a:cubicBezTo>
                  <a:pt x="607" y="650"/>
                  <a:pt x="607" y="650"/>
                  <a:pt x="607" y="650"/>
                </a:cubicBezTo>
                <a:cubicBezTo>
                  <a:pt x="607" y="650"/>
                  <a:pt x="607" y="650"/>
                  <a:pt x="607" y="650"/>
                </a:cubicBezTo>
                <a:cubicBezTo>
                  <a:pt x="608" y="651"/>
                  <a:pt x="608" y="651"/>
                  <a:pt x="608" y="651"/>
                </a:cubicBezTo>
                <a:cubicBezTo>
                  <a:pt x="608" y="651"/>
                  <a:pt x="608" y="651"/>
                  <a:pt x="608" y="651"/>
                </a:cubicBezTo>
                <a:cubicBezTo>
                  <a:pt x="609" y="651"/>
                  <a:pt x="609" y="651"/>
                  <a:pt x="609" y="651"/>
                </a:cubicBezTo>
                <a:cubicBezTo>
                  <a:pt x="609" y="651"/>
                  <a:pt x="609" y="651"/>
                  <a:pt x="609" y="651"/>
                </a:cubicBezTo>
                <a:cubicBezTo>
                  <a:pt x="609" y="652"/>
                  <a:pt x="609" y="652"/>
                  <a:pt x="609" y="652"/>
                </a:cubicBezTo>
                <a:cubicBezTo>
                  <a:pt x="609" y="652"/>
                  <a:pt x="609" y="652"/>
                  <a:pt x="609" y="652"/>
                </a:cubicBezTo>
                <a:cubicBezTo>
                  <a:pt x="610" y="653"/>
                  <a:pt x="610" y="653"/>
                  <a:pt x="610" y="653"/>
                </a:cubicBezTo>
                <a:cubicBezTo>
                  <a:pt x="610" y="653"/>
                  <a:pt x="610" y="653"/>
                  <a:pt x="610" y="653"/>
                </a:cubicBezTo>
                <a:cubicBezTo>
                  <a:pt x="610" y="654"/>
                  <a:pt x="610" y="654"/>
                  <a:pt x="610" y="654"/>
                </a:cubicBezTo>
                <a:cubicBezTo>
                  <a:pt x="610" y="654"/>
                  <a:pt x="610" y="654"/>
                  <a:pt x="610" y="654"/>
                </a:cubicBezTo>
                <a:cubicBezTo>
                  <a:pt x="610" y="654"/>
                  <a:pt x="610" y="654"/>
                  <a:pt x="610" y="654"/>
                </a:cubicBezTo>
                <a:cubicBezTo>
                  <a:pt x="610" y="654"/>
                  <a:pt x="610" y="654"/>
                  <a:pt x="610" y="654"/>
                </a:cubicBezTo>
                <a:cubicBezTo>
                  <a:pt x="609" y="654"/>
                  <a:pt x="609" y="654"/>
                  <a:pt x="609" y="654"/>
                </a:cubicBezTo>
                <a:cubicBezTo>
                  <a:pt x="609" y="654"/>
                  <a:pt x="609" y="654"/>
                  <a:pt x="609" y="654"/>
                </a:cubicBezTo>
                <a:cubicBezTo>
                  <a:pt x="609" y="655"/>
                  <a:pt x="609" y="655"/>
                  <a:pt x="609" y="655"/>
                </a:cubicBezTo>
                <a:cubicBezTo>
                  <a:pt x="609" y="655"/>
                  <a:pt x="609" y="655"/>
                  <a:pt x="609" y="655"/>
                </a:cubicBezTo>
                <a:cubicBezTo>
                  <a:pt x="609" y="655"/>
                  <a:pt x="609" y="655"/>
                  <a:pt x="609" y="655"/>
                </a:cubicBezTo>
                <a:cubicBezTo>
                  <a:pt x="609" y="655"/>
                  <a:pt x="609" y="655"/>
                  <a:pt x="609" y="655"/>
                </a:cubicBezTo>
                <a:cubicBezTo>
                  <a:pt x="608" y="655"/>
                  <a:pt x="608" y="655"/>
                  <a:pt x="608" y="655"/>
                </a:cubicBezTo>
                <a:cubicBezTo>
                  <a:pt x="608" y="655"/>
                  <a:pt x="608" y="655"/>
                  <a:pt x="608" y="655"/>
                </a:cubicBezTo>
                <a:cubicBezTo>
                  <a:pt x="608" y="655"/>
                  <a:pt x="608" y="655"/>
                  <a:pt x="608" y="655"/>
                </a:cubicBezTo>
                <a:cubicBezTo>
                  <a:pt x="608" y="655"/>
                  <a:pt x="608" y="655"/>
                  <a:pt x="608" y="655"/>
                </a:cubicBezTo>
                <a:cubicBezTo>
                  <a:pt x="608" y="656"/>
                  <a:pt x="608" y="656"/>
                  <a:pt x="608" y="656"/>
                </a:cubicBezTo>
                <a:cubicBezTo>
                  <a:pt x="608" y="656"/>
                  <a:pt x="608" y="656"/>
                  <a:pt x="608" y="656"/>
                </a:cubicBezTo>
                <a:cubicBezTo>
                  <a:pt x="607" y="656"/>
                  <a:pt x="607" y="656"/>
                  <a:pt x="607" y="656"/>
                </a:cubicBezTo>
                <a:cubicBezTo>
                  <a:pt x="607" y="656"/>
                  <a:pt x="607" y="656"/>
                  <a:pt x="607" y="656"/>
                </a:cubicBezTo>
                <a:cubicBezTo>
                  <a:pt x="607" y="656"/>
                  <a:pt x="607" y="656"/>
                  <a:pt x="607" y="656"/>
                </a:cubicBezTo>
                <a:close/>
                <a:moveTo>
                  <a:pt x="307" y="647"/>
                </a:moveTo>
                <a:cubicBezTo>
                  <a:pt x="307" y="647"/>
                  <a:pt x="307" y="647"/>
                  <a:pt x="307" y="647"/>
                </a:cubicBezTo>
                <a:cubicBezTo>
                  <a:pt x="307" y="647"/>
                  <a:pt x="307" y="647"/>
                  <a:pt x="307" y="647"/>
                </a:cubicBezTo>
                <a:cubicBezTo>
                  <a:pt x="307" y="646"/>
                  <a:pt x="307" y="646"/>
                  <a:pt x="307" y="646"/>
                </a:cubicBezTo>
                <a:cubicBezTo>
                  <a:pt x="307" y="646"/>
                  <a:pt x="307" y="646"/>
                  <a:pt x="307" y="646"/>
                </a:cubicBezTo>
                <a:cubicBezTo>
                  <a:pt x="307" y="646"/>
                  <a:pt x="307" y="646"/>
                  <a:pt x="307" y="646"/>
                </a:cubicBezTo>
                <a:cubicBezTo>
                  <a:pt x="307" y="646"/>
                  <a:pt x="307" y="646"/>
                  <a:pt x="307" y="646"/>
                </a:cubicBezTo>
                <a:cubicBezTo>
                  <a:pt x="307" y="646"/>
                  <a:pt x="307" y="646"/>
                  <a:pt x="307" y="646"/>
                </a:cubicBezTo>
                <a:cubicBezTo>
                  <a:pt x="307" y="646"/>
                  <a:pt x="307" y="646"/>
                  <a:pt x="307" y="646"/>
                </a:cubicBezTo>
                <a:cubicBezTo>
                  <a:pt x="307" y="645"/>
                  <a:pt x="307" y="645"/>
                  <a:pt x="307" y="645"/>
                </a:cubicBezTo>
                <a:cubicBezTo>
                  <a:pt x="307" y="645"/>
                  <a:pt x="307" y="645"/>
                  <a:pt x="307" y="645"/>
                </a:cubicBezTo>
                <a:cubicBezTo>
                  <a:pt x="307" y="645"/>
                  <a:pt x="307" y="645"/>
                  <a:pt x="307" y="645"/>
                </a:cubicBezTo>
                <a:cubicBezTo>
                  <a:pt x="307" y="645"/>
                  <a:pt x="307" y="645"/>
                  <a:pt x="307" y="645"/>
                </a:cubicBezTo>
                <a:cubicBezTo>
                  <a:pt x="307" y="645"/>
                  <a:pt x="307" y="645"/>
                  <a:pt x="307" y="645"/>
                </a:cubicBezTo>
                <a:cubicBezTo>
                  <a:pt x="307" y="645"/>
                  <a:pt x="307" y="645"/>
                  <a:pt x="307" y="645"/>
                </a:cubicBezTo>
                <a:cubicBezTo>
                  <a:pt x="307" y="644"/>
                  <a:pt x="307" y="644"/>
                  <a:pt x="307" y="644"/>
                </a:cubicBezTo>
                <a:cubicBezTo>
                  <a:pt x="307" y="644"/>
                  <a:pt x="307" y="644"/>
                  <a:pt x="307" y="644"/>
                </a:cubicBezTo>
                <a:cubicBezTo>
                  <a:pt x="312" y="642"/>
                  <a:pt x="312" y="642"/>
                  <a:pt x="312" y="642"/>
                </a:cubicBezTo>
                <a:cubicBezTo>
                  <a:pt x="312" y="642"/>
                  <a:pt x="312" y="642"/>
                  <a:pt x="312" y="642"/>
                </a:cubicBezTo>
                <a:cubicBezTo>
                  <a:pt x="312" y="643"/>
                  <a:pt x="312" y="643"/>
                  <a:pt x="312" y="643"/>
                </a:cubicBezTo>
                <a:cubicBezTo>
                  <a:pt x="312" y="643"/>
                  <a:pt x="312" y="643"/>
                  <a:pt x="312" y="643"/>
                </a:cubicBezTo>
                <a:cubicBezTo>
                  <a:pt x="311" y="644"/>
                  <a:pt x="311" y="644"/>
                  <a:pt x="311" y="644"/>
                </a:cubicBezTo>
                <a:cubicBezTo>
                  <a:pt x="311" y="644"/>
                  <a:pt x="311" y="644"/>
                  <a:pt x="311" y="644"/>
                </a:cubicBezTo>
                <a:cubicBezTo>
                  <a:pt x="310" y="644"/>
                  <a:pt x="310" y="644"/>
                  <a:pt x="310" y="644"/>
                </a:cubicBezTo>
                <a:cubicBezTo>
                  <a:pt x="310" y="644"/>
                  <a:pt x="310" y="644"/>
                  <a:pt x="310" y="644"/>
                </a:cubicBezTo>
                <a:cubicBezTo>
                  <a:pt x="310" y="645"/>
                  <a:pt x="310" y="645"/>
                  <a:pt x="310" y="645"/>
                </a:cubicBezTo>
                <a:cubicBezTo>
                  <a:pt x="310" y="645"/>
                  <a:pt x="310" y="645"/>
                  <a:pt x="310" y="645"/>
                </a:cubicBezTo>
                <a:cubicBezTo>
                  <a:pt x="309" y="646"/>
                  <a:pt x="309" y="646"/>
                  <a:pt x="309" y="646"/>
                </a:cubicBezTo>
                <a:cubicBezTo>
                  <a:pt x="309" y="646"/>
                  <a:pt x="309" y="646"/>
                  <a:pt x="309" y="646"/>
                </a:cubicBezTo>
                <a:cubicBezTo>
                  <a:pt x="308" y="646"/>
                  <a:pt x="308" y="646"/>
                  <a:pt x="308" y="646"/>
                </a:cubicBezTo>
                <a:cubicBezTo>
                  <a:pt x="308" y="646"/>
                  <a:pt x="308" y="646"/>
                  <a:pt x="308" y="646"/>
                </a:cubicBezTo>
                <a:cubicBezTo>
                  <a:pt x="308" y="647"/>
                  <a:pt x="308" y="647"/>
                  <a:pt x="308" y="647"/>
                </a:cubicBezTo>
                <a:cubicBezTo>
                  <a:pt x="308" y="647"/>
                  <a:pt x="308" y="647"/>
                  <a:pt x="308" y="647"/>
                </a:cubicBezTo>
                <a:cubicBezTo>
                  <a:pt x="307" y="647"/>
                  <a:pt x="307" y="647"/>
                  <a:pt x="307" y="647"/>
                </a:cubicBezTo>
                <a:close/>
                <a:moveTo>
                  <a:pt x="601" y="645"/>
                </a:moveTo>
                <a:cubicBezTo>
                  <a:pt x="601" y="645"/>
                  <a:pt x="601" y="645"/>
                  <a:pt x="601" y="645"/>
                </a:cubicBezTo>
                <a:close/>
                <a:moveTo>
                  <a:pt x="217" y="632"/>
                </a:moveTo>
                <a:cubicBezTo>
                  <a:pt x="217" y="632"/>
                  <a:pt x="217" y="632"/>
                  <a:pt x="217" y="632"/>
                </a:cubicBezTo>
                <a:cubicBezTo>
                  <a:pt x="217" y="632"/>
                  <a:pt x="217" y="632"/>
                  <a:pt x="217" y="632"/>
                </a:cubicBezTo>
                <a:cubicBezTo>
                  <a:pt x="217" y="631"/>
                  <a:pt x="217" y="631"/>
                  <a:pt x="217" y="631"/>
                </a:cubicBezTo>
                <a:cubicBezTo>
                  <a:pt x="217" y="631"/>
                  <a:pt x="217" y="631"/>
                  <a:pt x="217" y="631"/>
                </a:cubicBezTo>
                <a:cubicBezTo>
                  <a:pt x="217" y="631"/>
                  <a:pt x="217" y="631"/>
                  <a:pt x="217" y="631"/>
                </a:cubicBezTo>
                <a:cubicBezTo>
                  <a:pt x="217" y="631"/>
                  <a:pt x="217" y="631"/>
                  <a:pt x="217" y="631"/>
                </a:cubicBezTo>
                <a:cubicBezTo>
                  <a:pt x="217" y="630"/>
                  <a:pt x="217" y="630"/>
                  <a:pt x="217" y="630"/>
                </a:cubicBezTo>
                <a:cubicBezTo>
                  <a:pt x="217" y="630"/>
                  <a:pt x="217" y="630"/>
                  <a:pt x="217" y="630"/>
                </a:cubicBezTo>
                <a:cubicBezTo>
                  <a:pt x="218" y="630"/>
                  <a:pt x="218" y="630"/>
                  <a:pt x="218" y="630"/>
                </a:cubicBezTo>
                <a:cubicBezTo>
                  <a:pt x="218" y="630"/>
                  <a:pt x="218" y="630"/>
                  <a:pt x="218" y="630"/>
                </a:cubicBezTo>
                <a:cubicBezTo>
                  <a:pt x="218" y="629"/>
                  <a:pt x="218" y="629"/>
                  <a:pt x="218" y="629"/>
                </a:cubicBezTo>
                <a:cubicBezTo>
                  <a:pt x="218" y="629"/>
                  <a:pt x="218" y="629"/>
                  <a:pt x="218" y="629"/>
                </a:cubicBezTo>
                <a:cubicBezTo>
                  <a:pt x="218" y="629"/>
                  <a:pt x="218" y="629"/>
                  <a:pt x="218" y="629"/>
                </a:cubicBezTo>
                <a:cubicBezTo>
                  <a:pt x="218" y="629"/>
                  <a:pt x="218" y="629"/>
                  <a:pt x="218" y="629"/>
                </a:cubicBezTo>
                <a:cubicBezTo>
                  <a:pt x="218" y="628"/>
                  <a:pt x="218" y="628"/>
                  <a:pt x="218" y="628"/>
                </a:cubicBezTo>
                <a:cubicBezTo>
                  <a:pt x="218" y="628"/>
                  <a:pt x="218" y="628"/>
                  <a:pt x="218" y="628"/>
                </a:cubicBezTo>
                <a:cubicBezTo>
                  <a:pt x="217" y="628"/>
                  <a:pt x="217" y="628"/>
                  <a:pt x="217" y="628"/>
                </a:cubicBezTo>
                <a:cubicBezTo>
                  <a:pt x="217" y="628"/>
                  <a:pt x="217" y="628"/>
                  <a:pt x="217" y="628"/>
                </a:cubicBezTo>
                <a:cubicBezTo>
                  <a:pt x="217" y="628"/>
                  <a:pt x="217" y="628"/>
                  <a:pt x="217" y="628"/>
                </a:cubicBezTo>
                <a:cubicBezTo>
                  <a:pt x="217" y="628"/>
                  <a:pt x="217" y="628"/>
                  <a:pt x="217" y="628"/>
                </a:cubicBezTo>
                <a:cubicBezTo>
                  <a:pt x="217" y="627"/>
                  <a:pt x="217" y="627"/>
                  <a:pt x="217" y="627"/>
                </a:cubicBezTo>
                <a:cubicBezTo>
                  <a:pt x="217" y="627"/>
                  <a:pt x="217" y="627"/>
                  <a:pt x="217" y="627"/>
                </a:cubicBezTo>
                <a:cubicBezTo>
                  <a:pt x="217" y="627"/>
                  <a:pt x="217" y="627"/>
                  <a:pt x="217" y="627"/>
                </a:cubicBezTo>
                <a:cubicBezTo>
                  <a:pt x="217" y="627"/>
                  <a:pt x="217" y="627"/>
                  <a:pt x="217" y="627"/>
                </a:cubicBezTo>
                <a:cubicBezTo>
                  <a:pt x="216" y="627"/>
                  <a:pt x="216" y="627"/>
                  <a:pt x="216" y="627"/>
                </a:cubicBezTo>
                <a:cubicBezTo>
                  <a:pt x="216" y="627"/>
                  <a:pt x="216" y="627"/>
                  <a:pt x="216" y="627"/>
                </a:cubicBezTo>
                <a:cubicBezTo>
                  <a:pt x="216" y="626"/>
                  <a:pt x="216" y="626"/>
                  <a:pt x="216" y="626"/>
                </a:cubicBezTo>
                <a:cubicBezTo>
                  <a:pt x="216" y="626"/>
                  <a:pt x="216" y="626"/>
                  <a:pt x="216" y="626"/>
                </a:cubicBezTo>
                <a:cubicBezTo>
                  <a:pt x="216" y="626"/>
                  <a:pt x="216" y="626"/>
                  <a:pt x="216" y="626"/>
                </a:cubicBezTo>
                <a:cubicBezTo>
                  <a:pt x="216" y="626"/>
                  <a:pt x="216" y="626"/>
                  <a:pt x="216" y="626"/>
                </a:cubicBezTo>
                <a:cubicBezTo>
                  <a:pt x="216" y="625"/>
                  <a:pt x="216" y="625"/>
                  <a:pt x="216" y="625"/>
                </a:cubicBezTo>
                <a:cubicBezTo>
                  <a:pt x="216" y="625"/>
                  <a:pt x="216" y="625"/>
                  <a:pt x="216" y="625"/>
                </a:cubicBezTo>
                <a:cubicBezTo>
                  <a:pt x="211" y="621"/>
                  <a:pt x="211" y="621"/>
                  <a:pt x="211" y="621"/>
                </a:cubicBezTo>
                <a:cubicBezTo>
                  <a:pt x="211" y="621"/>
                  <a:pt x="211" y="621"/>
                  <a:pt x="211" y="621"/>
                </a:cubicBezTo>
                <a:cubicBezTo>
                  <a:pt x="210" y="621"/>
                  <a:pt x="210" y="621"/>
                  <a:pt x="210" y="621"/>
                </a:cubicBezTo>
                <a:cubicBezTo>
                  <a:pt x="210" y="621"/>
                  <a:pt x="210" y="621"/>
                  <a:pt x="210" y="621"/>
                </a:cubicBezTo>
                <a:cubicBezTo>
                  <a:pt x="210" y="621"/>
                  <a:pt x="210" y="621"/>
                  <a:pt x="210" y="621"/>
                </a:cubicBezTo>
                <a:cubicBezTo>
                  <a:pt x="210" y="621"/>
                  <a:pt x="210" y="621"/>
                  <a:pt x="210" y="621"/>
                </a:cubicBezTo>
                <a:cubicBezTo>
                  <a:pt x="210" y="621"/>
                  <a:pt x="210" y="621"/>
                  <a:pt x="210" y="621"/>
                </a:cubicBezTo>
                <a:cubicBezTo>
                  <a:pt x="210" y="621"/>
                  <a:pt x="210" y="621"/>
                  <a:pt x="210" y="621"/>
                </a:cubicBezTo>
                <a:cubicBezTo>
                  <a:pt x="210" y="621"/>
                  <a:pt x="210" y="621"/>
                  <a:pt x="210" y="621"/>
                </a:cubicBezTo>
                <a:cubicBezTo>
                  <a:pt x="210" y="621"/>
                  <a:pt x="210" y="621"/>
                  <a:pt x="210" y="621"/>
                </a:cubicBezTo>
                <a:cubicBezTo>
                  <a:pt x="210" y="620"/>
                  <a:pt x="210" y="620"/>
                  <a:pt x="210" y="620"/>
                </a:cubicBezTo>
                <a:cubicBezTo>
                  <a:pt x="210" y="620"/>
                  <a:pt x="210" y="620"/>
                  <a:pt x="210" y="620"/>
                </a:cubicBezTo>
                <a:cubicBezTo>
                  <a:pt x="210" y="620"/>
                  <a:pt x="210" y="620"/>
                  <a:pt x="210" y="620"/>
                </a:cubicBezTo>
                <a:cubicBezTo>
                  <a:pt x="210" y="620"/>
                  <a:pt x="210" y="620"/>
                  <a:pt x="210" y="620"/>
                </a:cubicBezTo>
                <a:cubicBezTo>
                  <a:pt x="210" y="620"/>
                  <a:pt x="210" y="620"/>
                  <a:pt x="210" y="620"/>
                </a:cubicBezTo>
                <a:cubicBezTo>
                  <a:pt x="210" y="620"/>
                  <a:pt x="210" y="620"/>
                  <a:pt x="210" y="620"/>
                </a:cubicBezTo>
                <a:cubicBezTo>
                  <a:pt x="210" y="619"/>
                  <a:pt x="210" y="619"/>
                  <a:pt x="210" y="619"/>
                </a:cubicBezTo>
                <a:cubicBezTo>
                  <a:pt x="210" y="619"/>
                  <a:pt x="210" y="619"/>
                  <a:pt x="210" y="619"/>
                </a:cubicBezTo>
                <a:cubicBezTo>
                  <a:pt x="213" y="619"/>
                  <a:pt x="213" y="619"/>
                  <a:pt x="213" y="619"/>
                </a:cubicBezTo>
                <a:cubicBezTo>
                  <a:pt x="213" y="619"/>
                  <a:pt x="213" y="619"/>
                  <a:pt x="213" y="619"/>
                </a:cubicBezTo>
                <a:cubicBezTo>
                  <a:pt x="215" y="620"/>
                  <a:pt x="215" y="620"/>
                  <a:pt x="215" y="620"/>
                </a:cubicBezTo>
                <a:cubicBezTo>
                  <a:pt x="215" y="620"/>
                  <a:pt x="215" y="620"/>
                  <a:pt x="215" y="620"/>
                </a:cubicBezTo>
                <a:cubicBezTo>
                  <a:pt x="217" y="620"/>
                  <a:pt x="217" y="620"/>
                  <a:pt x="217" y="620"/>
                </a:cubicBezTo>
                <a:cubicBezTo>
                  <a:pt x="217" y="620"/>
                  <a:pt x="217" y="620"/>
                  <a:pt x="217" y="620"/>
                </a:cubicBezTo>
                <a:cubicBezTo>
                  <a:pt x="220" y="621"/>
                  <a:pt x="220" y="621"/>
                  <a:pt x="220" y="621"/>
                </a:cubicBezTo>
                <a:cubicBezTo>
                  <a:pt x="220" y="621"/>
                  <a:pt x="220" y="621"/>
                  <a:pt x="220" y="621"/>
                </a:cubicBezTo>
                <a:cubicBezTo>
                  <a:pt x="222" y="622"/>
                  <a:pt x="222" y="622"/>
                  <a:pt x="222" y="622"/>
                </a:cubicBezTo>
                <a:cubicBezTo>
                  <a:pt x="222" y="622"/>
                  <a:pt x="222" y="622"/>
                  <a:pt x="222" y="622"/>
                </a:cubicBezTo>
                <a:cubicBezTo>
                  <a:pt x="224" y="623"/>
                  <a:pt x="224" y="623"/>
                  <a:pt x="224" y="623"/>
                </a:cubicBezTo>
                <a:cubicBezTo>
                  <a:pt x="224" y="623"/>
                  <a:pt x="224" y="623"/>
                  <a:pt x="224" y="623"/>
                </a:cubicBezTo>
                <a:cubicBezTo>
                  <a:pt x="226" y="624"/>
                  <a:pt x="226" y="624"/>
                  <a:pt x="226" y="624"/>
                </a:cubicBezTo>
                <a:cubicBezTo>
                  <a:pt x="226" y="624"/>
                  <a:pt x="226" y="624"/>
                  <a:pt x="226" y="624"/>
                </a:cubicBezTo>
                <a:cubicBezTo>
                  <a:pt x="228" y="626"/>
                  <a:pt x="228" y="626"/>
                  <a:pt x="228" y="626"/>
                </a:cubicBezTo>
                <a:cubicBezTo>
                  <a:pt x="228" y="626"/>
                  <a:pt x="228" y="626"/>
                  <a:pt x="228" y="626"/>
                </a:cubicBezTo>
                <a:cubicBezTo>
                  <a:pt x="228" y="626"/>
                  <a:pt x="228" y="626"/>
                  <a:pt x="228" y="626"/>
                </a:cubicBezTo>
                <a:cubicBezTo>
                  <a:pt x="228" y="626"/>
                  <a:pt x="228" y="626"/>
                  <a:pt x="228" y="626"/>
                </a:cubicBezTo>
                <a:cubicBezTo>
                  <a:pt x="229" y="627"/>
                  <a:pt x="229" y="627"/>
                  <a:pt x="229" y="627"/>
                </a:cubicBezTo>
                <a:cubicBezTo>
                  <a:pt x="229" y="627"/>
                  <a:pt x="229" y="627"/>
                  <a:pt x="229" y="627"/>
                </a:cubicBezTo>
                <a:cubicBezTo>
                  <a:pt x="229" y="627"/>
                  <a:pt x="229" y="627"/>
                  <a:pt x="229" y="627"/>
                </a:cubicBezTo>
                <a:cubicBezTo>
                  <a:pt x="229" y="627"/>
                  <a:pt x="229" y="627"/>
                  <a:pt x="229" y="627"/>
                </a:cubicBezTo>
                <a:cubicBezTo>
                  <a:pt x="229" y="628"/>
                  <a:pt x="229" y="628"/>
                  <a:pt x="229" y="628"/>
                </a:cubicBezTo>
                <a:cubicBezTo>
                  <a:pt x="229" y="628"/>
                  <a:pt x="229" y="628"/>
                  <a:pt x="229" y="628"/>
                </a:cubicBezTo>
                <a:cubicBezTo>
                  <a:pt x="230" y="628"/>
                  <a:pt x="230" y="628"/>
                  <a:pt x="230" y="628"/>
                </a:cubicBezTo>
                <a:cubicBezTo>
                  <a:pt x="230" y="628"/>
                  <a:pt x="230" y="628"/>
                  <a:pt x="230" y="628"/>
                </a:cubicBezTo>
                <a:cubicBezTo>
                  <a:pt x="230" y="629"/>
                  <a:pt x="230" y="629"/>
                  <a:pt x="230" y="629"/>
                </a:cubicBezTo>
                <a:cubicBezTo>
                  <a:pt x="230" y="629"/>
                  <a:pt x="230" y="629"/>
                  <a:pt x="230" y="629"/>
                </a:cubicBezTo>
                <a:cubicBezTo>
                  <a:pt x="230" y="629"/>
                  <a:pt x="230" y="629"/>
                  <a:pt x="230" y="629"/>
                </a:cubicBezTo>
                <a:cubicBezTo>
                  <a:pt x="230" y="629"/>
                  <a:pt x="230" y="629"/>
                  <a:pt x="230" y="629"/>
                </a:cubicBezTo>
                <a:cubicBezTo>
                  <a:pt x="230" y="630"/>
                  <a:pt x="230" y="630"/>
                  <a:pt x="230" y="630"/>
                </a:cubicBezTo>
                <a:cubicBezTo>
                  <a:pt x="230" y="630"/>
                  <a:pt x="230" y="630"/>
                  <a:pt x="230" y="630"/>
                </a:cubicBezTo>
                <a:cubicBezTo>
                  <a:pt x="229" y="631"/>
                  <a:pt x="229" y="631"/>
                  <a:pt x="229" y="631"/>
                </a:cubicBezTo>
                <a:cubicBezTo>
                  <a:pt x="229" y="631"/>
                  <a:pt x="229" y="631"/>
                  <a:pt x="229" y="631"/>
                </a:cubicBezTo>
                <a:cubicBezTo>
                  <a:pt x="227" y="632"/>
                  <a:pt x="227" y="632"/>
                  <a:pt x="227" y="632"/>
                </a:cubicBezTo>
                <a:cubicBezTo>
                  <a:pt x="227" y="632"/>
                  <a:pt x="227" y="632"/>
                  <a:pt x="227" y="632"/>
                </a:cubicBezTo>
                <a:cubicBezTo>
                  <a:pt x="226" y="632"/>
                  <a:pt x="226" y="632"/>
                  <a:pt x="226" y="632"/>
                </a:cubicBezTo>
                <a:cubicBezTo>
                  <a:pt x="226" y="632"/>
                  <a:pt x="226" y="632"/>
                  <a:pt x="226" y="632"/>
                </a:cubicBezTo>
                <a:cubicBezTo>
                  <a:pt x="224" y="632"/>
                  <a:pt x="224" y="632"/>
                  <a:pt x="224" y="632"/>
                </a:cubicBezTo>
                <a:cubicBezTo>
                  <a:pt x="224" y="632"/>
                  <a:pt x="224" y="632"/>
                  <a:pt x="224" y="632"/>
                </a:cubicBezTo>
                <a:cubicBezTo>
                  <a:pt x="222" y="632"/>
                  <a:pt x="222" y="632"/>
                  <a:pt x="222" y="632"/>
                </a:cubicBezTo>
                <a:cubicBezTo>
                  <a:pt x="222" y="632"/>
                  <a:pt x="222" y="632"/>
                  <a:pt x="222" y="632"/>
                </a:cubicBezTo>
                <a:cubicBezTo>
                  <a:pt x="220" y="632"/>
                  <a:pt x="220" y="632"/>
                  <a:pt x="220" y="632"/>
                </a:cubicBezTo>
                <a:cubicBezTo>
                  <a:pt x="220" y="632"/>
                  <a:pt x="220" y="632"/>
                  <a:pt x="220" y="632"/>
                </a:cubicBezTo>
                <a:cubicBezTo>
                  <a:pt x="218" y="632"/>
                  <a:pt x="218" y="632"/>
                  <a:pt x="218" y="632"/>
                </a:cubicBezTo>
                <a:cubicBezTo>
                  <a:pt x="218" y="632"/>
                  <a:pt x="218" y="632"/>
                  <a:pt x="218" y="632"/>
                </a:cubicBezTo>
                <a:cubicBezTo>
                  <a:pt x="217" y="632"/>
                  <a:pt x="217" y="632"/>
                  <a:pt x="217" y="632"/>
                </a:cubicBezTo>
                <a:close/>
                <a:moveTo>
                  <a:pt x="179" y="574"/>
                </a:moveTo>
                <a:cubicBezTo>
                  <a:pt x="174" y="578"/>
                  <a:pt x="174" y="578"/>
                  <a:pt x="174" y="578"/>
                </a:cubicBezTo>
                <a:cubicBezTo>
                  <a:pt x="164" y="563"/>
                  <a:pt x="164" y="563"/>
                  <a:pt x="164" y="563"/>
                </a:cubicBezTo>
                <a:cubicBezTo>
                  <a:pt x="181" y="551"/>
                  <a:pt x="181" y="551"/>
                  <a:pt x="181" y="551"/>
                </a:cubicBezTo>
                <a:cubicBezTo>
                  <a:pt x="190" y="565"/>
                  <a:pt x="190" y="565"/>
                  <a:pt x="190" y="565"/>
                </a:cubicBezTo>
                <a:cubicBezTo>
                  <a:pt x="192" y="567"/>
                  <a:pt x="193" y="569"/>
                  <a:pt x="193" y="571"/>
                </a:cubicBezTo>
                <a:cubicBezTo>
                  <a:pt x="194" y="572"/>
                  <a:pt x="194" y="574"/>
                  <a:pt x="194" y="576"/>
                </a:cubicBezTo>
                <a:cubicBezTo>
                  <a:pt x="194" y="578"/>
                  <a:pt x="193" y="580"/>
                  <a:pt x="192" y="582"/>
                </a:cubicBezTo>
                <a:cubicBezTo>
                  <a:pt x="190" y="585"/>
                  <a:pt x="188" y="586"/>
                  <a:pt x="185" y="588"/>
                </a:cubicBezTo>
                <a:cubicBezTo>
                  <a:pt x="180" y="592"/>
                  <a:pt x="176" y="593"/>
                  <a:pt x="172" y="593"/>
                </a:cubicBezTo>
                <a:cubicBezTo>
                  <a:pt x="168" y="592"/>
                  <a:pt x="164" y="589"/>
                  <a:pt x="161" y="585"/>
                </a:cubicBezTo>
                <a:cubicBezTo>
                  <a:pt x="152" y="571"/>
                  <a:pt x="152" y="571"/>
                  <a:pt x="152" y="571"/>
                </a:cubicBezTo>
                <a:cubicBezTo>
                  <a:pt x="157" y="568"/>
                  <a:pt x="157" y="568"/>
                  <a:pt x="157" y="568"/>
                </a:cubicBezTo>
                <a:cubicBezTo>
                  <a:pt x="166" y="581"/>
                  <a:pt x="166" y="581"/>
                  <a:pt x="166" y="581"/>
                </a:cubicBezTo>
                <a:cubicBezTo>
                  <a:pt x="168" y="584"/>
                  <a:pt x="170" y="585"/>
                  <a:pt x="172" y="585"/>
                </a:cubicBezTo>
                <a:cubicBezTo>
                  <a:pt x="174" y="585"/>
                  <a:pt x="177" y="584"/>
                  <a:pt x="181" y="582"/>
                </a:cubicBezTo>
                <a:cubicBezTo>
                  <a:pt x="184" y="579"/>
                  <a:pt x="186" y="577"/>
                  <a:pt x="186" y="575"/>
                </a:cubicBezTo>
                <a:cubicBezTo>
                  <a:pt x="187" y="573"/>
                  <a:pt x="187" y="571"/>
                  <a:pt x="185" y="568"/>
                </a:cubicBezTo>
                <a:cubicBezTo>
                  <a:pt x="180" y="561"/>
                  <a:pt x="180" y="561"/>
                  <a:pt x="180" y="561"/>
                </a:cubicBezTo>
                <a:cubicBezTo>
                  <a:pt x="173" y="566"/>
                  <a:pt x="173" y="566"/>
                  <a:pt x="173" y="566"/>
                </a:cubicBezTo>
                <a:cubicBezTo>
                  <a:pt x="179" y="574"/>
                  <a:pt x="179" y="574"/>
                  <a:pt x="179" y="574"/>
                </a:cubicBezTo>
                <a:close/>
                <a:moveTo>
                  <a:pt x="143" y="556"/>
                </a:moveTo>
                <a:cubicBezTo>
                  <a:pt x="162" y="546"/>
                  <a:pt x="162" y="546"/>
                  <a:pt x="162" y="546"/>
                </a:cubicBezTo>
                <a:cubicBezTo>
                  <a:pt x="165" y="545"/>
                  <a:pt x="166" y="543"/>
                  <a:pt x="167" y="541"/>
                </a:cubicBezTo>
                <a:cubicBezTo>
                  <a:pt x="168" y="540"/>
                  <a:pt x="167" y="537"/>
                  <a:pt x="166" y="535"/>
                </a:cubicBezTo>
                <a:cubicBezTo>
                  <a:pt x="165" y="532"/>
                  <a:pt x="163" y="531"/>
                  <a:pt x="162" y="530"/>
                </a:cubicBezTo>
                <a:cubicBezTo>
                  <a:pt x="160" y="530"/>
                  <a:pt x="158" y="530"/>
                  <a:pt x="155" y="532"/>
                </a:cubicBezTo>
                <a:cubicBezTo>
                  <a:pt x="136" y="541"/>
                  <a:pt x="136" y="541"/>
                  <a:pt x="136" y="541"/>
                </a:cubicBezTo>
                <a:cubicBezTo>
                  <a:pt x="132" y="535"/>
                  <a:pt x="132" y="535"/>
                  <a:pt x="132" y="535"/>
                </a:cubicBezTo>
                <a:cubicBezTo>
                  <a:pt x="151" y="525"/>
                  <a:pt x="151" y="525"/>
                  <a:pt x="151" y="525"/>
                </a:cubicBezTo>
                <a:cubicBezTo>
                  <a:pt x="154" y="524"/>
                  <a:pt x="155" y="523"/>
                  <a:pt x="157" y="523"/>
                </a:cubicBezTo>
                <a:cubicBezTo>
                  <a:pt x="158" y="522"/>
                  <a:pt x="160" y="522"/>
                  <a:pt x="161" y="522"/>
                </a:cubicBezTo>
                <a:cubicBezTo>
                  <a:pt x="163" y="523"/>
                  <a:pt x="165" y="524"/>
                  <a:pt x="166" y="526"/>
                </a:cubicBezTo>
                <a:cubicBezTo>
                  <a:pt x="168" y="527"/>
                  <a:pt x="170" y="529"/>
                  <a:pt x="171" y="532"/>
                </a:cubicBezTo>
                <a:cubicBezTo>
                  <a:pt x="173" y="535"/>
                  <a:pt x="173" y="538"/>
                  <a:pt x="174" y="540"/>
                </a:cubicBezTo>
                <a:cubicBezTo>
                  <a:pt x="174" y="542"/>
                  <a:pt x="174" y="544"/>
                  <a:pt x="173" y="546"/>
                </a:cubicBezTo>
                <a:cubicBezTo>
                  <a:pt x="172" y="547"/>
                  <a:pt x="172" y="548"/>
                  <a:pt x="170" y="549"/>
                </a:cubicBezTo>
                <a:cubicBezTo>
                  <a:pt x="169" y="550"/>
                  <a:pt x="168" y="551"/>
                  <a:pt x="165" y="553"/>
                </a:cubicBezTo>
                <a:cubicBezTo>
                  <a:pt x="146" y="562"/>
                  <a:pt x="146" y="562"/>
                  <a:pt x="146" y="562"/>
                </a:cubicBezTo>
                <a:cubicBezTo>
                  <a:pt x="143" y="556"/>
                  <a:pt x="143" y="556"/>
                  <a:pt x="143" y="556"/>
                </a:cubicBezTo>
                <a:close/>
                <a:moveTo>
                  <a:pt x="130" y="509"/>
                </a:moveTo>
                <a:cubicBezTo>
                  <a:pt x="141" y="499"/>
                  <a:pt x="141" y="499"/>
                  <a:pt x="141" y="499"/>
                </a:cubicBezTo>
                <a:cubicBezTo>
                  <a:pt x="145" y="509"/>
                  <a:pt x="145" y="509"/>
                  <a:pt x="145" y="509"/>
                </a:cubicBezTo>
                <a:cubicBezTo>
                  <a:pt x="130" y="509"/>
                  <a:pt x="130" y="509"/>
                  <a:pt x="130" y="509"/>
                </a:cubicBezTo>
                <a:close/>
                <a:moveTo>
                  <a:pt x="125" y="514"/>
                </a:moveTo>
                <a:cubicBezTo>
                  <a:pt x="122" y="507"/>
                  <a:pt x="122" y="507"/>
                  <a:pt x="122" y="507"/>
                </a:cubicBezTo>
                <a:cubicBezTo>
                  <a:pt x="151" y="481"/>
                  <a:pt x="151" y="481"/>
                  <a:pt x="151" y="481"/>
                </a:cubicBezTo>
                <a:cubicBezTo>
                  <a:pt x="153" y="489"/>
                  <a:pt x="153" y="489"/>
                  <a:pt x="153" y="489"/>
                </a:cubicBezTo>
                <a:cubicBezTo>
                  <a:pt x="147" y="495"/>
                  <a:pt x="147" y="495"/>
                  <a:pt x="147" y="495"/>
                </a:cubicBezTo>
                <a:cubicBezTo>
                  <a:pt x="152" y="509"/>
                  <a:pt x="152" y="509"/>
                  <a:pt x="152" y="509"/>
                </a:cubicBezTo>
                <a:cubicBezTo>
                  <a:pt x="160" y="510"/>
                  <a:pt x="160" y="510"/>
                  <a:pt x="160" y="510"/>
                </a:cubicBezTo>
                <a:cubicBezTo>
                  <a:pt x="163" y="517"/>
                  <a:pt x="163" y="517"/>
                  <a:pt x="163" y="517"/>
                </a:cubicBezTo>
                <a:cubicBezTo>
                  <a:pt x="125" y="514"/>
                  <a:pt x="125" y="514"/>
                  <a:pt x="125" y="514"/>
                </a:cubicBezTo>
                <a:close/>
                <a:moveTo>
                  <a:pt x="115" y="485"/>
                </a:moveTo>
                <a:cubicBezTo>
                  <a:pt x="113" y="475"/>
                  <a:pt x="113" y="475"/>
                  <a:pt x="113" y="475"/>
                </a:cubicBezTo>
                <a:cubicBezTo>
                  <a:pt x="135" y="456"/>
                  <a:pt x="135" y="456"/>
                  <a:pt x="135" y="456"/>
                </a:cubicBezTo>
                <a:cubicBezTo>
                  <a:pt x="111" y="461"/>
                  <a:pt x="111" y="461"/>
                  <a:pt x="111" y="461"/>
                </a:cubicBezTo>
                <a:cubicBezTo>
                  <a:pt x="109" y="454"/>
                  <a:pt x="109" y="454"/>
                  <a:pt x="109" y="454"/>
                </a:cubicBezTo>
                <a:cubicBezTo>
                  <a:pt x="144" y="447"/>
                  <a:pt x="144" y="447"/>
                  <a:pt x="144" y="447"/>
                </a:cubicBezTo>
                <a:cubicBezTo>
                  <a:pt x="145" y="456"/>
                  <a:pt x="145" y="456"/>
                  <a:pt x="145" y="456"/>
                </a:cubicBezTo>
                <a:cubicBezTo>
                  <a:pt x="122" y="476"/>
                  <a:pt x="122" y="476"/>
                  <a:pt x="122" y="476"/>
                </a:cubicBezTo>
                <a:cubicBezTo>
                  <a:pt x="148" y="471"/>
                  <a:pt x="148" y="471"/>
                  <a:pt x="148" y="471"/>
                </a:cubicBezTo>
                <a:cubicBezTo>
                  <a:pt x="149" y="478"/>
                  <a:pt x="149" y="478"/>
                  <a:pt x="149" y="478"/>
                </a:cubicBezTo>
                <a:cubicBezTo>
                  <a:pt x="115" y="485"/>
                  <a:pt x="115" y="485"/>
                  <a:pt x="115" y="485"/>
                </a:cubicBezTo>
                <a:close/>
                <a:moveTo>
                  <a:pt x="128" y="427"/>
                </a:moveTo>
                <a:cubicBezTo>
                  <a:pt x="121" y="427"/>
                  <a:pt x="121" y="427"/>
                  <a:pt x="121" y="427"/>
                </a:cubicBezTo>
                <a:cubicBezTo>
                  <a:pt x="121" y="410"/>
                  <a:pt x="121" y="410"/>
                  <a:pt x="121" y="410"/>
                </a:cubicBezTo>
                <a:cubicBezTo>
                  <a:pt x="142" y="409"/>
                  <a:pt x="142" y="409"/>
                  <a:pt x="142" y="409"/>
                </a:cubicBezTo>
                <a:cubicBezTo>
                  <a:pt x="142" y="425"/>
                  <a:pt x="142" y="425"/>
                  <a:pt x="142" y="425"/>
                </a:cubicBezTo>
                <a:cubicBezTo>
                  <a:pt x="142" y="428"/>
                  <a:pt x="142" y="431"/>
                  <a:pt x="142" y="432"/>
                </a:cubicBezTo>
                <a:cubicBezTo>
                  <a:pt x="141" y="434"/>
                  <a:pt x="140" y="435"/>
                  <a:pt x="139" y="437"/>
                </a:cubicBezTo>
                <a:cubicBezTo>
                  <a:pt x="138" y="439"/>
                  <a:pt x="136" y="440"/>
                  <a:pt x="134" y="441"/>
                </a:cubicBezTo>
                <a:cubicBezTo>
                  <a:pt x="132" y="442"/>
                  <a:pt x="129" y="442"/>
                  <a:pt x="126" y="443"/>
                </a:cubicBezTo>
                <a:cubicBezTo>
                  <a:pt x="119" y="443"/>
                  <a:pt x="115" y="441"/>
                  <a:pt x="112" y="439"/>
                </a:cubicBezTo>
                <a:cubicBezTo>
                  <a:pt x="109" y="436"/>
                  <a:pt x="107" y="432"/>
                  <a:pt x="107" y="426"/>
                </a:cubicBezTo>
                <a:cubicBezTo>
                  <a:pt x="107" y="410"/>
                  <a:pt x="107" y="410"/>
                  <a:pt x="107" y="410"/>
                </a:cubicBezTo>
                <a:cubicBezTo>
                  <a:pt x="113" y="410"/>
                  <a:pt x="113" y="410"/>
                  <a:pt x="113" y="410"/>
                </a:cubicBezTo>
                <a:cubicBezTo>
                  <a:pt x="113" y="426"/>
                  <a:pt x="113" y="426"/>
                  <a:pt x="113" y="426"/>
                </a:cubicBezTo>
                <a:cubicBezTo>
                  <a:pt x="113" y="429"/>
                  <a:pt x="114" y="431"/>
                  <a:pt x="116" y="432"/>
                </a:cubicBezTo>
                <a:cubicBezTo>
                  <a:pt x="118" y="434"/>
                  <a:pt x="121" y="434"/>
                  <a:pt x="125" y="434"/>
                </a:cubicBezTo>
                <a:cubicBezTo>
                  <a:pt x="129" y="434"/>
                  <a:pt x="132" y="433"/>
                  <a:pt x="133" y="432"/>
                </a:cubicBezTo>
                <a:cubicBezTo>
                  <a:pt x="135" y="431"/>
                  <a:pt x="136" y="428"/>
                  <a:pt x="136" y="425"/>
                </a:cubicBezTo>
                <a:cubicBezTo>
                  <a:pt x="136" y="417"/>
                  <a:pt x="136" y="417"/>
                  <a:pt x="136" y="417"/>
                </a:cubicBezTo>
                <a:cubicBezTo>
                  <a:pt x="127" y="417"/>
                  <a:pt x="127" y="417"/>
                  <a:pt x="127" y="417"/>
                </a:cubicBezTo>
                <a:cubicBezTo>
                  <a:pt x="128" y="427"/>
                  <a:pt x="128" y="427"/>
                  <a:pt x="128" y="427"/>
                </a:cubicBezTo>
                <a:close/>
                <a:moveTo>
                  <a:pt x="115" y="385"/>
                </a:moveTo>
                <a:cubicBezTo>
                  <a:pt x="115" y="385"/>
                  <a:pt x="115" y="385"/>
                  <a:pt x="115" y="385"/>
                </a:cubicBezTo>
                <a:cubicBezTo>
                  <a:pt x="115" y="382"/>
                  <a:pt x="116" y="379"/>
                  <a:pt x="117" y="378"/>
                </a:cubicBezTo>
                <a:cubicBezTo>
                  <a:pt x="119" y="377"/>
                  <a:pt x="122" y="377"/>
                  <a:pt x="127" y="377"/>
                </a:cubicBezTo>
                <a:cubicBezTo>
                  <a:pt x="131" y="377"/>
                  <a:pt x="134" y="378"/>
                  <a:pt x="135" y="379"/>
                </a:cubicBezTo>
                <a:cubicBezTo>
                  <a:pt x="137" y="381"/>
                  <a:pt x="138" y="383"/>
                  <a:pt x="137" y="386"/>
                </a:cubicBezTo>
                <a:cubicBezTo>
                  <a:pt x="137" y="395"/>
                  <a:pt x="137" y="395"/>
                  <a:pt x="137" y="395"/>
                </a:cubicBezTo>
                <a:cubicBezTo>
                  <a:pt x="114" y="394"/>
                  <a:pt x="114" y="394"/>
                  <a:pt x="114" y="394"/>
                </a:cubicBezTo>
                <a:cubicBezTo>
                  <a:pt x="115" y="385"/>
                  <a:pt x="115" y="385"/>
                  <a:pt x="115" y="385"/>
                </a:cubicBezTo>
                <a:close/>
                <a:moveTo>
                  <a:pt x="107" y="401"/>
                </a:moveTo>
                <a:cubicBezTo>
                  <a:pt x="108" y="384"/>
                  <a:pt x="108" y="384"/>
                  <a:pt x="108" y="384"/>
                </a:cubicBezTo>
                <a:cubicBezTo>
                  <a:pt x="109" y="378"/>
                  <a:pt x="111" y="374"/>
                  <a:pt x="114" y="372"/>
                </a:cubicBezTo>
                <a:cubicBezTo>
                  <a:pt x="117" y="369"/>
                  <a:pt x="122" y="368"/>
                  <a:pt x="128" y="369"/>
                </a:cubicBezTo>
                <a:cubicBezTo>
                  <a:pt x="131" y="369"/>
                  <a:pt x="134" y="370"/>
                  <a:pt x="136" y="371"/>
                </a:cubicBezTo>
                <a:cubicBezTo>
                  <a:pt x="138" y="372"/>
                  <a:pt x="140" y="373"/>
                  <a:pt x="141" y="375"/>
                </a:cubicBezTo>
                <a:cubicBezTo>
                  <a:pt x="142" y="377"/>
                  <a:pt x="143" y="378"/>
                  <a:pt x="143" y="380"/>
                </a:cubicBezTo>
                <a:cubicBezTo>
                  <a:pt x="144" y="381"/>
                  <a:pt x="144" y="384"/>
                  <a:pt x="144" y="387"/>
                </a:cubicBezTo>
                <a:cubicBezTo>
                  <a:pt x="142" y="403"/>
                  <a:pt x="142" y="403"/>
                  <a:pt x="142" y="403"/>
                </a:cubicBezTo>
                <a:cubicBezTo>
                  <a:pt x="107" y="401"/>
                  <a:pt x="107" y="401"/>
                  <a:pt x="107" y="401"/>
                </a:cubicBezTo>
                <a:close/>
                <a:moveTo>
                  <a:pt x="128" y="362"/>
                </a:moveTo>
                <a:cubicBezTo>
                  <a:pt x="123" y="361"/>
                  <a:pt x="118" y="359"/>
                  <a:pt x="116" y="355"/>
                </a:cubicBezTo>
                <a:cubicBezTo>
                  <a:pt x="114" y="351"/>
                  <a:pt x="114" y="347"/>
                  <a:pt x="115" y="341"/>
                </a:cubicBezTo>
                <a:cubicBezTo>
                  <a:pt x="116" y="335"/>
                  <a:pt x="119" y="331"/>
                  <a:pt x="122" y="329"/>
                </a:cubicBezTo>
                <a:cubicBezTo>
                  <a:pt x="126" y="327"/>
                  <a:pt x="131" y="326"/>
                  <a:pt x="137" y="328"/>
                </a:cubicBezTo>
                <a:cubicBezTo>
                  <a:pt x="143" y="329"/>
                  <a:pt x="147" y="332"/>
                  <a:pt x="149" y="335"/>
                </a:cubicBezTo>
                <a:cubicBezTo>
                  <a:pt x="152" y="339"/>
                  <a:pt x="152" y="343"/>
                  <a:pt x="151" y="349"/>
                </a:cubicBezTo>
                <a:cubicBezTo>
                  <a:pt x="149" y="355"/>
                  <a:pt x="147" y="359"/>
                  <a:pt x="143" y="361"/>
                </a:cubicBezTo>
                <a:cubicBezTo>
                  <a:pt x="140" y="364"/>
                  <a:pt x="135" y="364"/>
                  <a:pt x="128" y="362"/>
                </a:cubicBezTo>
                <a:close/>
                <a:moveTo>
                  <a:pt x="121" y="342"/>
                </a:moveTo>
                <a:cubicBezTo>
                  <a:pt x="122" y="339"/>
                  <a:pt x="123" y="337"/>
                  <a:pt x="125" y="336"/>
                </a:cubicBezTo>
                <a:cubicBezTo>
                  <a:pt x="128" y="335"/>
                  <a:pt x="131" y="335"/>
                  <a:pt x="135" y="336"/>
                </a:cubicBezTo>
                <a:cubicBezTo>
                  <a:pt x="139" y="337"/>
                  <a:pt x="142" y="338"/>
                  <a:pt x="143" y="340"/>
                </a:cubicBezTo>
                <a:cubicBezTo>
                  <a:pt x="145" y="342"/>
                  <a:pt x="145" y="345"/>
                  <a:pt x="145" y="348"/>
                </a:cubicBezTo>
                <a:cubicBezTo>
                  <a:pt x="144" y="351"/>
                  <a:pt x="142" y="353"/>
                  <a:pt x="140" y="354"/>
                </a:cubicBezTo>
                <a:cubicBezTo>
                  <a:pt x="138" y="355"/>
                  <a:pt x="135" y="355"/>
                  <a:pt x="130" y="354"/>
                </a:cubicBezTo>
                <a:cubicBezTo>
                  <a:pt x="126" y="353"/>
                  <a:pt x="124" y="352"/>
                  <a:pt x="122" y="350"/>
                </a:cubicBezTo>
                <a:cubicBezTo>
                  <a:pt x="121" y="348"/>
                  <a:pt x="120" y="345"/>
                  <a:pt x="121" y="342"/>
                </a:cubicBezTo>
                <a:close/>
                <a:moveTo>
                  <a:pt x="124" y="314"/>
                </a:moveTo>
                <a:cubicBezTo>
                  <a:pt x="127" y="305"/>
                  <a:pt x="127" y="305"/>
                  <a:pt x="127" y="305"/>
                </a:cubicBezTo>
                <a:cubicBezTo>
                  <a:pt x="156" y="301"/>
                  <a:pt x="156" y="301"/>
                  <a:pt x="156" y="301"/>
                </a:cubicBezTo>
                <a:cubicBezTo>
                  <a:pt x="133" y="292"/>
                  <a:pt x="133" y="292"/>
                  <a:pt x="133" y="292"/>
                </a:cubicBezTo>
                <a:cubicBezTo>
                  <a:pt x="135" y="284"/>
                  <a:pt x="135" y="284"/>
                  <a:pt x="135" y="284"/>
                </a:cubicBezTo>
                <a:cubicBezTo>
                  <a:pt x="168" y="298"/>
                  <a:pt x="168" y="298"/>
                  <a:pt x="168" y="298"/>
                </a:cubicBezTo>
                <a:cubicBezTo>
                  <a:pt x="165" y="306"/>
                  <a:pt x="165" y="306"/>
                  <a:pt x="165" y="306"/>
                </a:cubicBezTo>
                <a:cubicBezTo>
                  <a:pt x="135" y="310"/>
                  <a:pt x="135" y="310"/>
                  <a:pt x="135" y="310"/>
                </a:cubicBezTo>
                <a:cubicBezTo>
                  <a:pt x="159" y="320"/>
                  <a:pt x="159" y="320"/>
                  <a:pt x="159" y="320"/>
                </a:cubicBezTo>
                <a:cubicBezTo>
                  <a:pt x="156" y="327"/>
                  <a:pt x="156" y="327"/>
                  <a:pt x="156" y="327"/>
                </a:cubicBezTo>
                <a:cubicBezTo>
                  <a:pt x="124" y="314"/>
                  <a:pt x="124" y="314"/>
                  <a:pt x="124" y="314"/>
                </a:cubicBezTo>
                <a:close/>
                <a:moveTo>
                  <a:pt x="166" y="273"/>
                </a:moveTo>
                <a:cubicBezTo>
                  <a:pt x="160" y="269"/>
                  <a:pt x="160" y="269"/>
                  <a:pt x="160" y="269"/>
                </a:cubicBezTo>
                <a:cubicBezTo>
                  <a:pt x="169" y="254"/>
                  <a:pt x="169" y="254"/>
                  <a:pt x="169" y="254"/>
                </a:cubicBezTo>
                <a:cubicBezTo>
                  <a:pt x="187" y="265"/>
                  <a:pt x="187" y="265"/>
                  <a:pt x="187" y="265"/>
                </a:cubicBezTo>
                <a:cubicBezTo>
                  <a:pt x="179" y="279"/>
                  <a:pt x="179" y="279"/>
                  <a:pt x="179" y="279"/>
                </a:cubicBezTo>
                <a:cubicBezTo>
                  <a:pt x="178" y="281"/>
                  <a:pt x="176" y="283"/>
                  <a:pt x="175" y="284"/>
                </a:cubicBezTo>
                <a:cubicBezTo>
                  <a:pt x="174" y="286"/>
                  <a:pt x="172" y="286"/>
                  <a:pt x="171" y="287"/>
                </a:cubicBezTo>
                <a:cubicBezTo>
                  <a:pt x="168" y="288"/>
                  <a:pt x="166" y="288"/>
                  <a:pt x="164" y="288"/>
                </a:cubicBezTo>
                <a:cubicBezTo>
                  <a:pt x="161" y="287"/>
                  <a:pt x="159" y="286"/>
                  <a:pt x="156" y="284"/>
                </a:cubicBezTo>
                <a:cubicBezTo>
                  <a:pt x="151" y="281"/>
                  <a:pt x="147" y="278"/>
                  <a:pt x="146" y="274"/>
                </a:cubicBezTo>
                <a:cubicBezTo>
                  <a:pt x="145" y="270"/>
                  <a:pt x="146" y="265"/>
                  <a:pt x="149" y="260"/>
                </a:cubicBezTo>
                <a:cubicBezTo>
                  <a:pt x="157" y="247"/>
                  <a:pt x="157" y="247"/>
                  <a:pt x="157" y="247"/>
                </a:cubicBezTo>
                <a:cubicBezTo>
                  <a:pt x="162" y="250"/>
                  <a:pt x="162" y="250"/>
                  <a:pt x="162" y="250"/>
                </a:cubicBezTo>
                <a:cubicBezTo>
                  <a:pt x="154" y="264"/>
                  <a:pt x="154" y="264"/>
                  <a:pt x="154" y="264"/>
                </a:cubicBezTo>
                <a:cubicBezTo>
                  <a:pt x="153" y="266"/>
                  <a:pt x="152" y="268"/>
                  <a:pt x="153" y="271"/>
                </a:cubicBezTo>
                <a:cubicBezTo>
                  <a:pt x="154" y="273"/>
                  <a:pt x="156" y="275"/>
                  <a:pt x="160" y="277"/>
                </a:cubicBezTo>
                <a:cubicBezTo>
                  <a:pt x="163" y="279"/>
                  <a:pt x="166" y="280"/>
                  <a:pt x="168" y="280"/>
                </a:cubicBezTo>
                <a:cubicBezTo>
                  <a:pt x="170" y="279"/>
                  <a:pt x="172" y="278"/>
                  <a:pt x="174" y="276"/>
                </a:cubicBezTo>
                <a:cubicBezTo>
                  <a:pt x="178" y="268"/>
                  <a:pt x="178" y="268"/>
                  <a:pt x="178" y="268"/>
                </a:cubicBezTo>
                <a:cubicBezTo>
                  <a:pt x="171" y="264"/>
                  <a:pt x="171" y="264"/>
                  <a:pt x="171" y="264"/>
                </a:cubicBezTo>
                <a:cubicBezTo>
                  <a:pt x="166" y="273"/>
                  <a:pt x="166" y="273"/>
                  <a:pt x="166" y="273"/>
                </a:cubicBezTo>
                <a:close/>
                <a:moveTo>
                  <a:pt x="197" y="199"/>
                </a:moveTo>
                <a:cubicBezTo>
                  <a:pt x="211" y="215"/>
                  <a:pt x="211" y="215"/>
                  <a:pt x="211" y="215"/>
                </a:cubicBezTo>
                <a:cubicBezTo>
                  <a:pt x="213" y="217"/>
                  <a:pt x="215" y="218"/>
                  <a:pt x="217" y="219"/>
                </a:cubicBezTo>
                <a:cubicBezTo>
                  <a:pt x="219" y="219"/>
                  <a:pt x="221" y="218"/>
                  <a:pt x="223" y="216"/>
                </a:cubicBezTo>
                <a:cubicBezTo>
                  <a:pt x="225" y="214"/>
                  <a:pt x="226" y="212"/>
                  <a:pt x="226" y="210"/>
                </a:cubicBezTo>
                <a:cubicBezTo>
                  <a:pt x="226" y="208"/>
                  <a:pt x="225" y="206"/>
                  <a:pt x="223" y="204"/>
                </a:cubicBezTo>
                <a:cubicBezTo>
                  <a:pt x="208" y="188"/>
                  <a:pt x="208" y="188"/>
                  <a:pt x="208" y="188"/>
                </a:cubicBezTo>
                <a:cubicBezTo>
                  <a:pt x="214" y="183"/>
                  <a:pt x="214" y="183"/>
                  <a:pt x="214" y="183"/>
                </a:cubicBezTo>
                <a:cubicBezTo>
                  <a:pt x="228" y="199"/>
                  <a:pt x="228" y="199"/>
                  <a:pt x="228" y="199"/>
                </a:cubicBezTo>
                <a:cubicBezTo>
                  <a:pt x="230" y="201"/>
                  <a:pt x="231" y="202"/>
                  <a:pt x="232" y="203"/>
                </a:cubicBezTo>
                <a:cubicBezTo>
                  <a:pt x="233" y="205"/>
                  <a:pt x="233" y="206"/>
                  <a:pt x="233" y="207"/>
                </a:cubicBezTo>
                <a:cubicBezTo>
                  <a:pt x="233" y="209"/>
                  <a:pt x="233" y="212"/>
                  <a:pt x="232" y="214"/>
                </a:cubicBezTo>
                <a:cubicBezTo>
                  <a:pt x="231" y="216"/>
                  <a:pt x="229" y="218"/>
                  <a:pt x="227" y="220"/>
                </a:cubicBezTo>
                <a:cubicBezTo>
                  <a:pt x="224" y="222"/>
                  <a:pt x="222" y="224"/>
                  <a:pt x="220" y="225"/>
                </a:cubicBezTo>
                <a:cubicBezTo>
                  <a:pt x="218" y="226"/>
                  <a:pt x="216" y="226"/>
                  <a:pt x="214" y="226"/>
                </a:cubicBezTo>
                <a:cubicBezTo>
                  <a:pt x="213" y="225"/>
                  <a:pt x="212" y="225"/>
                  <a:pt x="210" y="224"/>
                </a:cubicBezTo>
                <a:cubicBezTo>
                  <a:pt x="209" y="223"/>
                  <a:pt x="208" y="222"/>
                  <a:pt x="206" y="220"/>
                </a:cubicBezTo>
                <a:cubicBezTo>
                  <a:pt x="191" y="204"/>
                  <a:pt x="191" y="204"/>
                  <a:pt x="191" y="204"/>
                </a:cubicBezTo>
                <a:cubicBezTo>
                  <a:pt x="197" y="199"/>
                  <a:pt x="197" y="199"/>
                  <a:pt x="197" y="199"/>
                </a:cubicBezTo>
                <a:close/>
                <a:moveTo>
                  <a:pt x="222" y="175"/>
                </a:moveTo>
                <a:cubicBezTo>
                  <a:pt x="230" y="170"/>
                  <a:pt x="230" y="170"/>
                  <a:pt x="230" y="170"/>
                </a:cubicBezTo>
                <a:cubicBezTo>
                  <a:pt x="256" y="183"/>
                  <a:pt x="256" y="183"/>
                  <a:pt x="256" y="183"/>
                </a:cubicBezTo>
                <a:cubicBezTo>
                  <a:pt x="242" y="162"/>
                  <a:pt x="242" y="162"/>
                  <a:pt x="242" y="162"/>
                </a:cubicBezTo>
                <a:cubicBezTo>
                  <a:pt x="248" y="157"/>
                  <a:pt x="248" y="157"/>
                  <a:pt x="248" y="157"/>
                </a:cubicBezTo>
                <a:cubicBezTo>
                  <a:pt x="268" y="187"/>
                  <a:pt x="268" y="187"/>
                  <a:pt x="268" y="187"/>
                </a:cubicBezTo>
                <a:cubicBezTo>
                  <a:pt x="261" y="192"/>
                  <a:pt x="261" y="192"/>
                  <a:pt x="261" y="192"/>
                </a:cubicBezTo>
                <a:cubicBezTo>
                  <a:pt x="233" y="178"/>
                  <a:pt x="233" y="178"/>
                  <a:pt x="233" y="178"/>
                </a:cubicBezTo>
                <a:cubicBezTo>
                  <a:pt x="249" y="200"/>
                  <a:pt x="249" y="200"/>
                  <a:pt x="249" y="200"/>
                </a:cubicBezTo>
                <a:cubicBezTo>
                  <a:pt x="243" y="205"/>
                  <a:pt x="243" y="205"/>
                  <a:pt x="243" y="205"/>
                </a:cubicBezTo>
                <a:cubicBezTo>
                  <a:pt x="222" y="175"/>
                  <a:pt x="222" y="175"/>
                  <a:pt x="222" y="175"/>
                </a:cubicBezTo>
                <a:close/>
                <a:moveTo>
                  <a:pt x="282" y="180"/>
                </a:moveTo>
                <a:cubicBezTo>
                  <a:pt x="275" y="184"/>
                  <a:pt x="275" y="184"/>
                  <a:pt x="275" y="184"/>
                </a:cubicBezTo>
                <a:cubicBezTo>
                  <a:pt x="257" y="153"/>
                  <a:pt x="257" y="153"/>
                  <a:pt x="257" y="153"/>
                </a:cubicBezTo>
                <a:cubicBezTo>
                  <a:pt x="264" y="149"/>
                  <a:pt x="264" y="149"/>
                  <a:pt x="264" y="149"/>
                </a:cubicBezTo>
                <a:cubicBezTo>
                  <a:pt x="282" y="180"/>
                  <a:pt x="282" y="180"/>
                  <a:pt x="282" y="180"/>
                </a:cubicBezTo>
                <a:close/>
                <a:moveTo>
                  <a:pt x="297" y="172"/>
                </a:moveTo>
                <a:cubicBezTo>
                  <a:pt x="268" y="146"/>
                  <a:pt x="268" y="146"/>
                  <a:pt x="268" y="146"/>
                </a:cubicBezTo>
                <a:cubicBezTo>
                  <a:pt x="276" y="142"/>
                  <a:pt x="276" y="142"/>
                  <a:pt x="276" y="142"/>
                </a:cubicBezTo>
                <a:cubicBezTo>
                  <a:pt x="297" y="162"/>
                  <a:pt x="297" y="162"/>
                  <a:pt x="297" y="162"/>
                </a:cubicBezTo>
                <a:cubicBezTo>
                  <a:pt x="295" y="133"/>
                  <a:pt x="295" y="133"/>
                  <a:pt x="295" y="133"/>
                </a:cubicBezTo>
                <a:cubicBezTo>
                  <a:pt x="302" y="130"/>
                  <a:pt x="302" y="130"/>
                  <a:pt x="302" y="130"/>
                </a:cubicBezTo>
                <a:cubicBezTo>
                  <a:pt x="304" y="169"/>
                  <a:pt x="304" y="169"/>
                  <a:pt x="304" y="169"/>
                </a:cubicBezTo>
                <a:cubicBezTo>
                  <a:pt x="297" y="172"/>
                  <a:pt x="297" y="172"/>
                  <a:pt x="297" y="172"/>
                </a:cubicBezTo>
                <a:close/>
                <a:moveTo>
                  <a:pt x="325" y="130"/>
                </a:moveTo>
                <a:cubicBezTo>
                  <a:pt x="323" y="131"/>
                  <a:pt x="321" y="132"/>
                  <a:pt x="320" y="134"/>
                </a:cubicBezTo>
                <a:cubicBezTo>
                  <a:pt x="319" y="136"/>
                  <a:pt x="319" y="138"/>
                  <a:pt x="320" y="141"/>
                </a:cubicBezTo>
                <a:cubicBezTo>
                  <a:pt x="339" y="135"/>
                  <a:pt x="339" y="135"/>
                  <a:pt x="339" y="135"/>
                </a:cubicBezTo>
                <a:cubicBezTo>
                  <a:pt x="341" y="141"/>
                  <a:pt x="341" y="141"/>
                  <a:pt x="341" y="141"/>
                </a:cubicBezTo>
                <a:cubicBezTo>
                  <a:pt x="321" y="147"/>
                  <a:pt x="321" y="147"/>
                  <a:pt x="321" y="147"/>
                </a:cubicBezTo>
                <a:cubicBezTo>
                  <a:pt x="322" y="150"/>
                  <a:pt x="323" y="152"/>
                  <a:pt x="325" y="153"/>
                </a:cubicBezTo>
                <a:cubicBezTo>
                  <a:pt x="327" y="154"/>
                  <a:pt x="329" y="154"/>
                  <a:pt x="332" y="153"/>
                </a:cubicBezTo>
                <a:cubicBezTo>
                  <a:pt x="344" y="149"/>
                  <a:pt x="344" y="149"/>
                  <a:pt x="344" y="149"/>
                </a:cubicBezTo>
                <a:cubicBezTo>
                  <a:pt x="345" y="155"/>
                  <a:pt x="345" y="155"/>
                  <a:pt x="345" y="155"/>
                </a:cubicBezTo>
                <a:cubicBezTo>
                  <a:pt x="333" y="159"/>
                  <a:pt x="333" y="159"/>
                  <a:pt x="333" y="159"/>
                </a:cubicBezTo>
                <a:cubicBezTo>
                  <a:pt x="331" y="160"/>
                  <a:pt x="328" y="160"/>
                  <a:pt x="327" y="160"/>
                </a:cubicBezTo>
                <a:cubicBezTo>
                  <a:pt x="325" y="160"/>
                  <a:pt x="323" y="160"/>
                  <a:pt x="322" y="159"/>
                </a:cubicBezTo>
                <a:cubicBezTo>
                  <a:pt x="320" y="158"/>
                  <a:pt x="318" y="157"/>
                  <a:pt x="316" y="155"/>
                </a:cubicBezTo>
                <a:cubicBezTo>
                  <a:pt x="315" y="153"/>
                  <a:pt x="314" y="150"/>
                  <a:pt x="313" y="147"/>
                </a:cubicBezTo>
                <a:cubicBezTo>
                  <a:pt x="311" y="141"/>
                  <a:pt x="311" y="136"/>
                  <a:pt x="313" y="132"/>
                </a:cubicBezTo>
                <a:cubicBezTo>
                  <a:pt x="315" y="129"/>
                  <a:pt x="318" y="126"/>
                  <a:pt x="324" y="124"/>
                </a:cubicBezTo>
                <a:cubicBezTo>
                  <a:pt x="335" y="121"/>
                  <a:pt x="335" y="121"/>
                  <a:pt x="335" y="121"/>
                </a:cubicBezTo>
                <a:cubicBezTo>
                  <a:pt x="337" y="127"/>
                  <a:pt x="337" y="127"/>
                  <a:pt x="337" y="127"/>
                </a:cubicBezTo>
                <a:cubicBezTo>
                  <a:pt x="325" y="130"/>
                  <a:pt x="325" y="130"/>
                  <a:pt x="325" y="130"/>
                </a:cubicBezTo>
                <a:close/>
                <a:moveTo>
                  <a:pt x="364" y="122"/>
                </a:moveTo>
                <a:cubicBezTo>
                  <a:pt x="364" y="122"/>
                  <a:pt x="364" y="122"/>
                  <a:pt x="364" y="122"/>
                </a:cubicBezTo>
                <a:cubicBezTo>
                  <a:pt x="367" y="122"/>
                  <a:pt x="368" y="122"/>
                  <a:pt x="369" y="123"/>
                </a:cubicBezTo>
                <a:cubicBezTo>
                  <a:pt x="370" y="123"/>
                  <a:pt x="371" y="124"/>
                  <a:pt x="371" y="126"/>
                </a:cubicBezTo>
                <a:cubicBezTo>
                  <a:pt x="371" y="128"/>
                  <a:pt x="371" y="129"/>
                  <a:pt x="370" y="130"/>
                </a:cubicBezTo>
                <a:cubicBezTo>
                  <a:pt x="369" y="130"/>
                  <a:pt x="368" y="131"/>
                  <a:pt x="365" y="131"/>
                </a:cubicBezTo>
                <a:cubicBezTo>
                  <a:pt x="356" y="133"/>
                  <a:pt x="356" y="133"/>
                  <a:pt x="356" y="133"/>
                </a:cubicBezTo>
                <a:cubicBezTo>
                  <a:pt x="355" y="124"/>
                  <a:pt x="355" y="124"/>
                  <a:pt x="355" y="124"/>
                </a:cubicBezTo>
                <a:cubicBezTo>
                  <a:pt x="364" y="122"/>
                  <a:pt x="364" y="122"/>
                  <a:pt x="364" y="122"/>
                </a:cubicBezTo>
                <a:close/>
                <a:moveTo>
                  <a:pt x="347" y="118"/>
                </a:moveTo>
                <a:cubicBezTo>
                  <a:pt x="365" y="116"/>
                  <a:pt x="365" y="116"/>
                  <a:pt x="365" y="116"/>
                </a:cubicBezTo>
                <a:cubicBezTo>
                  <a:pt x="369" y="115"/>
                  <a:pt x="372" y="116"/>
                  <a:pt x="375" y="117"/>
                </a:cubicBezTo>
                <a:cubicBezTo>
                  <a:pt x="377" y="119"/>
                  <a:pt x="378" y="121"/>
                  <a:pt x="379" y="125"/>
                </a:cubicBezTo>
                <a:cubicBezTo>
                  <a:pt x="379" y="128"/>
                  <a:pt x="379" y="130"/>
                  <a:pt x="378" y="132"/>
                </a:cubicBezTo>
                <a:cubicBezTo>
                  <a:pt x="377" y="134"/>
                  <a:pt x="375" y="135"/>
                  <a:pt x="373" y="136"/>
                </a:cubicBezTo>
                <a:cubicBezTo>
                  <a:pt x="384" y="149"/>
                  <a:pt x="384" y="149"/>
                  <a:pt x="384" y="149"/>
                </a:cubicBezTo>
                <a:cubicBezTo>
                  <a:pt x="376" y="151"/>
                  <a:pt x="376" y="151"/>
                  <a:pt x="376" y="151"/>
                </a:cubicBezTo>
                <a:cubicBezTo>
                  <a:pt x="366" y="138"/>
                  <a:pt x="366" y="138"/>
                  <a:pt x="366" y="138"/>
                </a:cubicBezTo>
                <a:cubicBezTo>
                  <a:pt x="357" y="139"/>
                  <a:pt x="357" y="139"/>
                  <a:pt x="357" y="139"/>
                </a:cubicBezTo>
                <a:cubicBezTo>
                  <a:pt x="359" y="153"/>
                  <a:pt x="359" y="153"/>
                  <a:pt x="359" y="153"/>
                </a:cubicBezTo>
                <a:cubicBezTo>
                  <a:pt x="352" y="154"/>
                  <a:pt x="352" y="154"/>
                  <a:pt x="352" y="154"/>
                </a:cubicBezTo>
                <a:cubicBezTo>
                  <a:pt x="347" y="118"/>
                  <a:pt x="347" y="118"/>
                  <a:pt x="347" y="118"/>
                </a:cubicBezTo>
                <a:close/>
                <a:moveTo>
                  <a:pt x="419" y="121"/>
                </a:moveTo>
                <a:cubicBezTo>
                  <a:pt x="401" y="121"/>
                  <a:pt x="401" y="121"/>
                  <a:pt x="401" y="121"/>
                </a:cubicBezTo>
                <a:cubicBezTo>
                  <a:pt x="399" y="121"/>
                  <a:pt x="397" y="121"/>
                  <a:pt x="396" y="122"/>
                </a:cubicBezTo>
                <a:cubicBezTo>
                  <a:pt x="395" y="123"/>
                  <a:pt x="395" y="124"/>
                  <a:pt x="395" y="125"/>
                </a:cubicBezTo>
                <a:cubicBezTo>
                  <a:pt x="395" y="127"/>
                  <a:pt x="395" y="128"/>
                  <a:pt x="396" y="128"/>
                </a:cubicBezTo>
                <a:cubicBezTo>
                  <a:pt x="397" y="129"/>
                  <a:pt x="398" y="129"/>
                  <a:pt x="399" y="129"/>
                </a:cubicBezTo>
                <a:cubicBezTo>
                  <a:pt x="409" y="129"/>
                  <a:pt x="409" y="129"/>
                  <a:pt x="409" y="129"/>
                </a:cubicBezTo>
                <a:cubicBezTo>
                  <a:pt x="413" y="130"/>
                  <a:pt x="416" y="130"/>
                  <a:pt x="418" y="132"/>
                </a:cubicBezTo>
                <a:cubicBezTo>
                  <a:pt x="420" y="134"/>
                  <a:pt x="420" y="136"/>
                  <a:pt x="420" y="140"/>
                </a:cubicBezTo>
                <a:cubicBezTo>
                  <a:pt x="420" y="144"/>
                  <a:pt x="419" y="146"/>
                  <a:pt x="417" y="148"/>
                </a:cubicBezTo>
                <a:cubicBezTo>
                  <a:pt x="415" y="150"/>
                  <a:pt x="412" y="150"/>
                  <a:pt x="408" y="150"/>
                </a:cubicBezTo>
                <a:cubicBezTo>
                  <a:pt x="388" y="150"/>
                  <a:pt x="388" y="150"/>
                  <a:pt x="388" y="150"/>
                </a:cubicBezTo>
                <a:cubicBezTo>
                  <a:pt x="388" y="144"/>
                  <a:pt x="388" y="144"/>
                  <a:pt x="388" y="144"/>
                </a:cubicBezTo>
                <a:cubicBezTo>
                  <a:pt x="407" y="144"/>
                  <a:pt x="407" y="144"/>
                  <a:pt x="407" y="144"/>
                </a:cubicBezTo>
                <a:cubicBezTo>
                  <a:pt x="409" y="144"/>
                  <a:pt x="410" y="144"/>
                  <a:pt x="411" y="143"/>
                </a:cubicBezTo>
                <a:cubicBezTo>
                  <a:pt x="412" y="142"/>
                  <a:pt x="413" y="141"/>
                  <a:pt x="413" y="140"/>
                </a:cubicBezTo>
                <a:cubicBezTo>
                  <a:pt x="413" y="139"/>
                  <a:pt x="412" y="137"/>
                  <a:pt x="411" y="137"/>
                </a:cubicBezTo>
                <a:cubicBezTo>
                  <a:pt x="411" y="136"/>
                  <a:pt x="409" y="136"/>
                  <a:pt x="407" y="136"/>
                </a:cubicBezTo>
                <a:cubicBezTo>
                  <a:pt x="399" y="136"/>
                  <a:pt x="399" y="136"/>
                  <a:pt x="399" y="136"/>
                </a:cubicBezTo>
                <a:cubicBezTo>
                  <a:pt x="395" y="136"/>
                  <a:pt x="392" y="135"/>
                  <a:pt x="390" y="133"/>
                </a:cubicBezTo>
                <a:cubicBezTo>
                  <a:pt x="388" y="131"/>
                  <a:pt x="387" y="129"/>
                  <a:pt x="387" y="125"/>
                </a:cubicBezTo>
                <a:cubicBezTo>
                  <a:pt x="387" y="121"/>
                  <a:pt x="388" y="119"/>
                  <a:pt x="390" y="117"/>
                </a:cubicBezTo>
                <a:cubicBezTo>
                  <a:pt x="392" y="115"/>
                  <a:pt x="395" y="114"/>
                  <a:pt x="400" y="114"/>
                </a:cubicBezTo>
                <a:cubicBezTo>
                  <a:pt x="419" y="115"/>
                  <a:pt x="419" y="115"/>
                  <a:pt x="419" y="115"/>
                </a:cubicBezTo>
                <a:cubicBezTo>
                  <a:pt x="419" y="121"/>
                  <a:pt x="419" y="121"/>
                  <a:pt x="419" y="121"/>
                </a:cubicBezTo>
                <a:close/>
                <a:moveTo>
                  <a:pt x="433" y="152"/>
                </a:moveTo>
                <a:cubicBezTo>
                  <a:pt x="426" y="151"/>
                  <a:pt x="426" y="151"/>
                  <a:pt x="426" y="151"/>
                </a:cubicBezTo>
                <a:cubicBezTo>
                  <a:pt x="431" y="115"/>
                  <a:pt x="431" y="115"/>
                  <a:pt x="431" y="115"/>
                </a:cubicBezTo>
                <a:cubicBezTo>
                  <a:pt x="438" y="117"/>
                  <a:pt x="438" y="117"/>
                  <a:pt x="438" y="117"/>
                </a:cubicBezTo>
                <a:cubicBezTo>
                  <a:pt x="433" y="152"/>
                  <a:pt x="433" y="152"/>
                  <a:pt x="433" y="152"/>
                </a:cubicBezTo>
                <a:close/>
                <a:moveTo>
                  <a:pt x="453" y="126"/>
                </a:moveTo>
                <a:cubicBezTo>
                  <a:pt x="442" y="124"/>
                  <a:pt x="442" y="124"/>
                  <a:pt x="442" y="124"/>
                </a:cubicBezTo>
                <a:cubicBezTo>
                  <a:pt x="443" y="118"/>
                  <a:pt x="443" y="118"/>
                  <a:pt x="443" y="118"/>
                </a:cubicBezTo>
                <a:cubicBezTo>
                  <a:pt x="473" y="123"/>
                  <a:pt x="473" y="123"/>
                  <a:pt x="473" y="123"/>
                </a:cubicBezTo>
                <a:cubicBezTo>
                  <a:pt x="472" y="129"/>
                  <a:pt x="472" y="129"/>
                  <a:pt x="472" y="129"/>
                </a:cubicBezTo>
                <a:cubicBezTo>
                  <a:pt x="461" y="127"/>
                  <a:pt x="461" y="127"/>
                  <a:pt x="461" y="127"/>
                </a:cubicBezTo>
                <a:cubicBezTo>
                  <a:pt x="456" y="156"/>
                  <a:pt x="456" y="156"/>
                  <a:pt x="456" y="156"/>
                </a:cubicBezTo>
                <a:cubicBezTo>
                  <a:pt x="448" y="155"/>
                  <a:pt x="448" y="155"/>
                  <a:pt x="448" y="155"/>
                </a:cubicBezTo>
                <a:cubicBezTo>
                  <a:pt x="453" y="126"/>
                  <a:pt x="453" y="126"/>
                  <a:pt x="453" y="126"/>
                </a:cubicBezTo>
                <a:close/>
                <a:moveTo>
                  <a:pt x="477" y="124"/>
                </a:moveTo>
                <a:cubicBezTo>
                  <a:pt x="485" y="127"/>
                  <a:pt x="485" y="127"/>
                  <a:pt x="485" y="127"/>
                </a:cubicBezTo>
                <a:cubicBezTo>
                  <a:pt x="488" y="142"/>
                  <a:pt x="488" y="142"/>
                  <a:pt x="488" y="142"/>
                </a:cubicBezTo>
                <a:cubicBezTo>
                  <a:pt x="501" y="132"/>
                  <a:pt x="501" y="132"/>
                  <a:pt x="501" y="132"/>
                </a:cubicBezTo>
                <a:cubicBezTo>
                  <a:pt x="509" y="135"/>
                  <a:pt x="509" y="135"/>
                  <a:pt x="509" y="135"/>
                </a:cubicBezTo>
                <a:cubicBezTo>
                  <a:pt x="490" y="150"/>
                  <a:pt x="490" y="150"/>
                  <a:pt x="490" y="150"/>
                </a:cubicBezTo>
                <a:cubicBezTo>
                  <a:pt x="485" y="165"/>
                  <a:pt x="485" y="165"/>
                  <a:pt x="485" y="165"/>
                </a:cubicBezTo>
                <a:cubicBezTo>
                  <a:pt x="478" y="162"/>
                  <a:pt x="478" y="162"/>
                  <a:pt x="478" y="162"/>
                </a:cubicBezTo>
                <a:cubicBezTo>
                  <a:pt x="483" y="147"/>
                  <a:pt x="483" y="147"/>
                  <a:pt x="483" y="147"/>
                </a:cubicBezTo>
                <a:cubicBezTo>
                  <a:pt x="477" y="124"/>
                  <a:pt x="477" y="124"/>
                  <a:pt x="477" y="124"/>
                </a:cubicBezTo>
                <a:close/>
                <a:moveTo>
                  <a:pt x="541" y="171"/>
                </a:moveTo>
                <a:cubicBezTo>
                  <a:pt x="545" y="166"/>
                  <a:pt x="548" y="163"/>
                  <a:pt x="552" y="162"/>
                </a:cubicBezTo>
                <a:cubicBezTo>
                  <a:pt x="557" y="161"/>
                  <a:pt x="561" y="162"/>
                  <a:pt x="566" y="166"/>
                </a:cubicBezTo>
                <a:cubicBezTo>
                  <a:pt x="571" y="169"/>
                  <a:pt x="574" y="173"/>
                  <a:pt x="574" y="177"/>
                </a:cubicBezTo>
                <a:cubicBezTo>
                  <a:pt x="575" y="181"/>
                  <a:pt x="574" y="186"/>
                  <a:pt x="570" y="191"/>
                </a:cubicBezTo>
                <a:cubicBezTo>
                  <a:pt x="567" y="196"/>
                  <a:pt x="563" y="200"/>
                  <a:pt x="559" y="200"/>
                </a:cubicBezTo>
                <a:cubicBezTo>
                  <a:pt x="555" y="201"/>
                  <a:pt x="550" y="200"/>
                  <a:pt x="545" y="197"/>
                </a:cubicBezTo>
                <a:cubicBezTo>
                  <a:pt x="540" y="193"/>
                  <a:pt x="538" y="190"/>
                  <a:pt x="537" y="185"/>
                </a:cubicBezTo>
                <a:cubicBezTo>
                  <a:pt x="536" y="181"/>
                  <a:pt x="538" y="176"/>
                  <a:pt x="541" y="171"/>
                </a:cubicBezTo>
                <a:close/>
                <a:moveTo>
                  <a:pt x="563" y="171"/>
                </a:moveTo>
                <a:cubicBezTo>
                  <a:pt x="565" y="173"/>
                  <a:pt x="567" y="175"/>
                  <a:pt x="567" y="178"/>
                </a:cubicBezTo>
                <a:cubicBezTo>
                  <a:pt x="567" y="180"/>
                  <a:pt x="566" y="183"/>
                  <a:pt x="564" y="187"/>
                </a:cubicBezTo>
                <a:cubicBezTo>
                  <a:pt x="561" y="190"/>
                  <a:pt x="559" y="192"/>
                  <a:pt x="556" y="193"/>
                </a:cubicBezTo>
                <a:cubicBezTo>
                  <a:pt x="554" y="194"/>
                  <a:pt x="551" y="193"/>
                  <a:pt x="549" y="192"/>
                </a:cubicBezTo>
                <a:cubicBezTo>
                  <a:pt x="546" y="190"/>
                  <a:pt x="545" y="188"/>
                  <a:pt x="545" y="185"/>
                </a:cubicBezTo>
                <a:cubicBezTo>
                  <a:pt x="544" y="182"/>
                  <a:pt x="546" y="179"/>
                  <a:pt x="548" y="176"/>
                </a:cubicBezTo>
                <a:cubicBezTo>
                  <a:pt x="550" y="172"/>
                  <a:pt x="553" y="170"/>
                  <a:pt x="555" y="169"/>
                </a:cubicBezTo>
                <a:cubicBezTo>
                  <a:pt x="557" y="169"/>
                  <a:pt x="560" y="169"/>
                  <a:pt x="563" y="171"/>
                </a:cubicBezTo>
                <a:close/>
                <a:moveTo>
                  <a:pt x="574" y="198"/>
                </a:moveTo>
                <a:cubicBezTo>
                  <a:pt x="577" y="194"/>
                  <a:pt x="580" y="192"/>
                  <a:pt x="581" y="191"/>
                </a:cubicBezTo>
                <a:cubicBezTo>
                  <a:pt x="583" y="189"/>
                  <a:pt x="585" y="189"/>
                  <a:pt x="587" y="188"/>
                </a:cubicBezTo>
                <a:cubicBezTo>
                  <a:pt x="589" y="188"/>
                  <a:pt x="591" y="189"/>
                  <a:pt x="593" y="190"/>
                </a:cubicBezTo>
                <a:cubicBezTo>
                  <a:pt x="595" y="191"/>
                  <a:pt x="597" y="192"/>
                  <a:pt x="600" y="195"/>
                </a:cubicBezTo>
                <a:cubicBezTo>
                  <a:pt x="608" y="202"/>
                  <a:pt x="608" y="202"/>
                  <a:pt x="608" y="202"/>
                </a:cubicBezTo>
                <a:cubicBezTo>
                  <a:pt x="604" y="207"/>
                  <a:pt x="604" y="207"/>
                  <a:pt x="604" y="207"/>
                </a:cubicBezTo>
                <a:cubicBezTo>
                  <a:pt x="595" y="199"/>
                  <a:pt x="595" y="199"/>
                  <a:pt x="595" y="199"/>
                </a:cubicBezTo>
                <a:cubicBezTo>
                  <a:pt x="593" y="197"/>
                  <a:pt x="591" y="196"/>
                  <a:pt x="589" y="196"/>
                </a:cubicBezTo>
                <a:cubicBezTo>
                  <a:pt x="587" y="196"/>
                  <a:pt x="585" y="197"/>
                  <a:pt x="583" y="199"/>
                </a:cubicBezTo>
                <a:cubicBezTo>
                  <a:pt x="599" y="213"/>
                  <a:pt x="599" y="213"/>
                  <a:pt x="599" y="213"/>
                </a:cubicBezTo>
                <a:cubicBezTo>
                  <a:pt x="595" y="218"/>
                  <a:pt x="595" y="218"/>
                  <a:pt x="595" y="218"/>
                </a:cubicBezTo>
                <a:cubicBezTo>
                  <a:pt x="579" y="204"/>
                  <a:pt x="579" y="204"/>
                  <a:pt x="579" y="204"/>
                </a:cubicBezTo>
                <a:cubicBezTo>
                  <a:pt x="569" y="215"/>
                  <a:pt x="569" y="215"/>
                  <a:pt x="569" y="215"/>
                </a:cubicBezTo>
                <a:cubicBezTo>
                  <a:pt x="564" y="210"/>
                  <a:pt x="564" y="210"/>
                  <a:pt x="564" y="210"/>
                </a:cubicBezTo>
                <a:cubicBezTo>
                  <a:pt x="574" y="198"/>
                  <a:pt x="574" y="198"/>
                  <a:pt x="574" y="198"/>
                </a:cubicBezTo>
                <a:close/>
                <a:moveTo>
                  <a:pt x="641" y="254"/>
                </a:moveTo>
                <a:cubicBezTo>
                  <a:pt x="635" y="244"/>
                  <a:pt x="635" y="244"/>
                  <a:pt x="635" y="244"/>
                </a:cubicBezTo>
                <a:cubicBezTo>
                  <a:pt x="640" y="241"/>
                  <a:pt x="640" y="241"/>
                  <a:pt x="640" y="241"/>
                </a:cubicBezTo>
                <a:cubicBezTo>
                  <a:pt x="656" y="267"/>
                  <a:pt x="656" y="267"/>
                  <a:pt x="656" y="267"/>
                </a:cubicBezTo>
                <a:cubicBezTo>
                  <a:pt x="651" y="270"/>
                  <a:pt x="651" y="270"/>
                  <a:pt x="651" y="270"/>
                </a:cubicBezTo>
                <a:cubicBezTo>
                  <a:pt x="645" y="260"/>
                  <a:pt x="645" y="260"/>
                  <a:pt x="645" y="260"/>
                </a:cubicBezTo>
                <a:cubicBezTo>
                  <a:pt x="620" y="276"/>
                  <a:pt x="620" y="276"/>
                  <a:pt x="620" y="276"/>
                </a:cubicBezTo>
                <a:cubicBezTo>
                  <a:pt x="616" y="269"/>
                  <a:pt x="616" y="269"/>
                  <a:pt x="616" y="269"/>
                </a:cubicBezTo>
                <a:cubicBezTo>
                  <a:pt x="641" y="254"/>
                  <a:pt x="641" y="254"/>
                  <a:pt x="641" y="254"/>
                </a:cubicBezTo>
                <a:close/>
                <a:moveTo>
                  <a:pt x="662" y="290"/>
                </a:moveTo>
                <a:cubicBezTo>
                  <a:pt x="660" y="287"/>
                  <a:pt x="659" y="286"/>
                  <a:pt x="657" y="285"/>
                </a:cubicBezTo>
                <a:cubicBezTo>
                  <a:pt x="655" y="284"/>
                  <a:pt x="653" y="285"/>
                  <a:pt x="651" y="286"/>
                </a:cubicBezTo>
                <a:cubicBezTo>
                  <a:pt x="659" y="305"/>
                  <a:pt x="659" y="305"/>
                  <a:pt x="659" y="305"/>
                </a:cubicBezTo>
                <a:cubicBezTo>
                  <a:pt x="654" y="307"/>
                  <a:pt x="654" y="307"/>
                  <a:pt x="654" y="307"/>
                </a:cubicBezTo>
                <a:cubicBezTo>
                  <a:pt x="645" y="288"/>
                  <a:pt x="645" y="288"/>
                  <a:pt x="645" y="288"/>
                </a:cubicBezTo>
                <a:cubicBezTo>
                  <a:pt x="642" y="290"/>
                  <a:pt x="641" y="291"/>
                  <a:pt x="640" y="293"/>
                </a:cubicBezTo>
                <a:cubicBezTo>
                  <a:pt x="639" y="295"/>
                  <a:pt x="639" y="297"/>
                  <a:pt x="641" y="300"/>
                </a:cubicBezTo>
                <a:cubicBezTo>
                  <a:pt x="646" y="311"/>
                  <a:pt x="646" y="311"/>
                  <a:pt x="646" y="311"/>
                </a:cubicBezTo>
                <a:cubicBezTo>
                  <a:pt x="640" y="313"/>
                  <a:pt x="640" y="313"/>
                  <a:pt x="640" y="313"/>
                </a:cubicBezTo>
                <a:cubicBezTo>
                  <a:pt x="635" y="302"/>
                  <a:pt x="635" y="302"/>
                  <a:pt x="635" y="302"/>
                </a:cubicBezTo>
                <a:cubicBezTo>
                  <a:pt x="634" y="299"/>
                  <a:pt x="633" y="297"/>
                  <a:pt x="633" y="296"/>
                </a:cubicBezTo>
                <a:cubicBezTo>
                  <a:pt x="633" y="294"/>
                  <a:pt x="633" y="292"/>
                  <a:pt x="633" y="291"/>
                </a:cubicBezTo>
                <a:cubicBezTo>
                  <a:pt x="634" y="288"/>
                  <a:pt x="635" y="286"/>
                  <a:pt x="637" y="284"/>
                </a:cubicBezTo>
                <a:cubicBezTo>
                  <a:pt x="638" y="283"/>
                  <a:pt x="641" y="281"/>
                  <a:pt x="644" y="280"/>
                </a:cubicBezTo>
                <a:cubicBezTo>
                  <a:pt x="649" y="277"/>
                  <a:pt x="654" y="276"/>
                  <a:pt x="658" y="277"/>
                </a:cubicBezTo>
                <a:cubicBezTo>
                  <a:pt x="662" y="279"/>
                  <a:pt x="665" y="282"/>
                  <a:pt x="667" y="287"/>
                </a:cubicBezTo>
                <a:cubicBezTo>
                  <a:pt x="672" y="298"/>
                  <a:pt x="672" y="298"/>
                  <a:pt x="672" y="298"/>
                </a:cubicBezTo>
                <a:cubicBezTo>
                  <a:pt x="667" y="301"/>
                  <a:pt x="667" y="301"/>
                  <a:pt x="667" y="301"/>
                </a:cubicBezTo>
                <a:cubicBezTo>
                  <a:pt x="662" y="290"/>
                  <a:pt x="662" y="290"/>
                  <a:pt x="662" y="290"/>
                </a:cubicBezTo>
                <a:close/>
                <a:moveTo>
                  <a:pt x="675" y="325"/>
                </a:moveTo>
                <a:cubicBezTo>
                  <a:pt x="674" y="322"/>
                  <a:pt x="672" y="320"/>
                  <a:pt x="670" y="319"/>
                </a:cubicBezTo>
                <a:cubicBezTo>
                  <a:pt x="668" y="319"/>
                  <a:pt x="665" y="319"/>
                  <a:pt x="660" y="320"/>
                </a:cubicBezTo>
                <a:cubicBezTo>
                  <a:pt x="657" y="322"/>
                  <a:pt x="654" y="323"/>
                  <a:pt x="653" y="325"/>
                </a:cubicBezTo>
                <a:cubicBezTo>
                  <a:pt x="652" y="327"/>
                  <a:pt x="652" y="329"/>
                  <a:pt x="653" y="332"/>
                </a:cubicBezTo>
                <a:cubicBezTo>
                  <a:pt x="657" y="344"/>
                  <a:pt x="657" y="344"/>
                  <a:pt x="657" y="344"/>
                </a:cubicBezTo>
                <a:cubicBezTo>
                  <a:pt x="651" y="346"/>
                  <a:pt x="651" y="346"/>
                  <a:pt x="651" y="346"/>
                </a:cubicBezTo>
                <a:cubicBezTo>
                  <a:pt x="647" y="334"/>
                  <a:pt x="647" y="334"/>
                  <a:pt x="647" y="334"/>
                </a:cubicBezTo>
                <a:cubicBezTo>
                  <a:pt x="646" y="331"/>
                  <a:pt x="646" y="329"/>
                  <a:pt x="646" y="327"/>
                </a:cubicBezTo>
                <a:cubicBezTo>
                  <a:pt x="646" y="326"/>
                  <a:pt x="646" y="324"/>
                  <a:pt x="647" y="322"/>
                </a:cubicBezTo>
                <a:cubicBezTo>
                  <a:pt x="647" y="320"/>
                  <a:pt x="649" y="318"/>
                  <a:pt x="651" y="316"/>
                </a:cubicBezTo>
                <a:cubicBezTo>
                  <a:pt x="653" y="315"/>
                  <a:pt x="655" y="314"/>
                  <a:pt x="658" y="313"/>
                </a:cubicBezTo>
                <a:cubicBezTo>
                  <a:pt x="664" y="311"/>
                  <a:pt x="669" y="310"/>
                  <a:pt x="673" y="312"/>
                </a:cubicBezTo>
                <a:cubicBezTo>
                  <a:pt x="676" y="314"/>
                  <a:pt x="679" y="317"/>
                  <a:pt x="681" y="323"/>
                </a:cubicBezTo>
                <a:cubicBezTo>
                  <a:pt x="684" y="335"/>
                  <a:pt x="684" y="335"/>
                  <a:pt x="684" y="335"/>
                </a:cubicBezTo>
                <a:cubicBezTo>
                  <a:pt x="679" y="337"/>
                  <a:pt x="679" y="337"/>
                  <a:pt x="679" y="337"/>
                </a:cubicBezTo>
                <a:cubicBezTo>
                  <a:pt x="675" y="325"/>
                  <a:pt x="675" y="325"/>
                  <a:pt x="675" y="325"/>
                </a:cubicBezTo>
                <a:close/>
                <a:moveTo>
                  <a:pt x="689" y="352"/>
                </a:moveTo>
                <a:cubicBezTo>
                  <a:pt x="675" y="354"/>
                  <a:pt x="675" y="354"/>
                  <a:pt x="675" y="354"/>
                </a:cubicBezTo>
                <a:cubicBezTo>
                  <a:pt x="677" y="368"/>
                  <a:pt x="677" y="368"/>
                  <a:pt x="677" y="368"/>
                </a:cubicBezTo>
                <a:cubicBezTo>
                  <a:pt x="691" y="365"/>
                  <a:pt x="691" y="365"/>
                  <a:pt x="691" y="365"/>
                </a:cubicBezTo>
                <a:cubicBezTo>
                  <a:pt x="692" y="373"/>
                  <a:pt x="692" y="373"/>
                  <a:pt x="692" y="373"/>
                </a:cubicBezTo>
                <a:cubicBezTo>
                  <a:pt x="658" y="379"/>
                  <a:pt x="658" y="379"/>
                  <a:pt x="658" y="379"/>
                </a:cubicBezTo>
                <a:cubicBezTo>
                  <a:pt x="656" y="372"/>
                  <a:pt x="656" y="372"/>
                  <a:pt x="656" y="372"/>
                </a:cubicBezTo>
                <a:cubicBezTo>
                  <a:pt x="671" y="369"/>
                  <a:pt x="671" y="369"/>
                  <a:pt x="671" y="369"/>
                </a:cubicBezTo>
                <a:cubicBezTo>
                  <a:pt x="669" y="355"/>
                  <a:pt x="669" y="355"/>
                  <a:pt x="669" y="355"/>
                </a:cubicBezTo>
                <a:cubicBezTo>
                  <a:pt x="654" y="358"/>
                  <a:pt x="654" y="358"/>
                  <a:pt x="654" y="358"/>
                </a:cubicBezTo>
                <a:cubicBezTo>
                  <a:pt x="653" y="351"/>
                  <a:pt x="653" y="351"/>
                  <a:pt x="653" y="351"/>
                </a:cubicBezTo>
                <a:cubicBezTo>
                  <a:pt x="687" y="344"/>
                  <a:pt x="687" y="344"/>
                  <a:pt x="687" y="344"/>
                </a:cubicBezTo>
                <a:cubicBezTo>
                  <a:pt x="689" y="352"/>
                  <a:pt x="689" y="352"/>
                  <a:pt x="689" y="352"/>
                </a:cubicBezTo>
                <a:close/>
                <a:moveTo>
                  <a:pt x="695" y="386"/>
                </a:moveTo>
                <a:cubicBezTo>
                  <a:pt x="695" y="396"/>
                  <a:pt x="695" y="396"/>
                  <a:pt x="695" y="396"/>
                </a:cubicBezTo>
                <a:cubicBezTo>
                  <a:pt x="670" y="411"/>
                  <a:pt x="670" y="411"/>
                  <a:pt x="670" y="411"/>
                </a:cubicBezTo>
                <a:cubicBezTo>
                  <a:pt x="695" y="410"/>
                  <a:pt x="695" y="410"/>
                  <a:pt x="695" y="410"/>
                </a:cubicBezTo>
                <a:cubicBezTo>
                  <a:pt x="695" y="418"/>
                  <a:pt x="695" y="418"/>
                  <a:pt x="695" y="418"/>
                </a:cubicBezTo>
                <a:cubicBezTo>
                  <a:pt x="660" y="419"/>
                  <a:pt x="660" y="419"/>
                  <a:pt x="660" y="419"/>
                </a:cubicBezTo>
                <a:cubicBezTo>
                  <a:pt x="660" y="410"/>
                  <a:pt x="660" y="410"/>
                  <a:pt x="660" y="410"/>
                </a:cubicBezTo>
                <a:cubicBezTo>
                  <a:pt x="686" y="394"/>
                  <a:pt x="686" y="394"/>
                  <a:pt x="686" y="394"/>
                </a:cubicBezTo>
                <a:cubicBezTo>
                  <a:pt x="660" y="395"/>
                  <a:pt x="660" y="395"/>
                  <a:pt x="660" y="395"/>
                </a:cubicBezTo>
                <a:cubicBezTo>
                  <a:pt x="659" y="387"/>
                  <a:pt x="659" y="387"/>
                  <a:pt x="659" y="387"/>
                </a:cubicBezTo>
                <a:cubicBezTo>
                  <a:pt x="695" y="386"/>
                  <a:pt x="695" y="386"/>
                  <a:pt x="695" y="386"/>
                </a:cubicBezTo>
                <a:close/>
                <a:moveTo>
                  <a:pt x="677" y="425"/>
                </a:moveTo>
                <a:cubicBezTo>
                  <a:pt x="683" y="426"/>
                  <a:pt x="688" y="428"/>
                  <a:pt x="690" y="431"/>
                </a:cubicBezTo>
                <a:cubicBezTo>
                  <a:pt x="693" y="434"/>
                  <a:pt x="694" y="439"/>
                  <a:pt x="693" y="445"/>
                </a:cubicBezTo>
                <a:cubicBezTo>
                  <a:pt x="692" y="451"/>
                  <a:pt x="690" y="455"/>
                  <a:pt x="687" y="458"/>
                </a:cubicBezTo>
                <a:cubicBezTo>
                  <a:pt x="684" y="460"/>
                  <a:pt x="679" y="461"/>
                  <a:pt x="673" y="460"/>
                </a:cubicBezTo>
                <a:cubicBezTo>
                  <a:pt x="667" y="459"/>
                  <a:pt x="662" y="457"/>
                  <a:pt x="660" y="454"/>
                </a:cubicBezTo>
                <a:cubicBezTo>
                  <a:pt x="657" y="451"/>
                  <a:pt x="656" y="446"/>
                  <a:pt x="657" y="440"/>
                </a:cubicBezTo>
                <a:cubicBezTo>
                  <a:pt x="657" y="434"/>
                  <a:pt x="659" y="430"/>
                  <a:pt x="663" y="427"/>
                </a:cubicBezTo>
                <a:cubicBezTo>
                  <a:pt x="666" y="425"/>
                  <a:pt x="671" y="424"/>
                  <a:pt x="677" y="425"/>
                </a:cubicBezTo>
                <a:close/>
                <a:moveTo>
                  <a:pt x="687" y="444"/>
                </a:moveTo>
                <a:cubicBezTo>
                  <a:pt x="687" y="447"/>
                  <a:pt x="685" y="450"/>
                  <a:pt x="683" y="451"/>
                </a:cubicBezTo>
                <a:cubicBezTo>
                  <a:pt x="681" y="452"/>
                  <a:pt x="678" y="453"/>
                  <a:pt x="674" y="452"/>
                </a:cubicBezTo>
                <a:cubicBezTo>
                  <a:pt x="670" y="452"/>
                  <a:pt x="667" y="450"/>
                  <a:pt x="665" y="449"/>
                </a:cubicBezTo>
                <a:cubicBezTo>
                  <a:pt x="663" y="447"/>
                  <a:pt x="662" y="444"/>
                  <a:pt x="663" y="441"/>
                </a:cubicBezTo>
                <a:cubicBezTo>
                  <a:pt x="663" y="438"/>
                  <a:pt x="664" y="435"/>
                  <a:pt x="667" y="434"/>
                </a:cubicBezTo>
                <a:cubicBezTo>
                  <a:pt x="669" y="433"/>
                  <a:pt x="672" y="432"/>
                  <a:pt x="676" y="433"/>
                </a:cubicBezTo>
                <a:cubicBezTo>
                  <a:pt x="680" y="433"/>
                  <a:pt x="683" y="435"/>
                  <a:pt x="685" y="436"/>
                </a:cubicBezTo>
                <a:cubicBezTo>
                  <a:pt x="687" y="438"/>
                  <a:pt x="687" y="441"/>
                  <a:pt x="687" y="444"/>
                </a:cubicBezTo>
                <a:close/>
                <a:moveTo>
                  <a:pt x="651" y="478"/>
                </a:moveTo>
                <a:cubicBezTo>
                  <a:pt x="652" y="474"/>
                  <a:pt x="653" y="472"/>
                  <a:pt x="654" y="471"/>
                </a:cubicBezTo>
                <a:cubicBezTo>
                  <a:pt x="655" y="469"/>
                  <a:pt x="656" y="468"/>
                  <a:pt x="658" y="467"/>
                </a:cubicBezTo>
                <a:cubicBezTo>
                  <a:pt x="659" y="466"/>
                  <a:pt x="661" y="466"/>
                  <a:pt x="662" y="465"/>
                </a:cubicBezTo>
                <a:cubicBezTo>
                  <a:pt x="664" y="465"/>
                  <a:pt x="666" y="466"/>
                  <a:pt x="669" y="466"/>
                </a:cubicBezTo>
                <a:cubicBezTo>
                  <a:pt x="689" y="471"/>
                  <a:pt x="689" y="471"/>
                  <a:pt x="689" y="471"/>
                </a:cubicBezTo>
                <a:cubicBezTo>
                  <a:pt x="687" y="478"/>
                  <a:pt x="687" y="478"/>
                  <a:pt x="687" y="478"/>
                </a:cubicBezTo>
                <a:cubicBezTo>
                  <a:pt x="667" y="474"/>
                  <a:pt x="667" y="474"/>
                  <a:pt x="667" y="474"/>
                </a:cubicBezTo>
                <a:cubicBezTo>
                  <a:pt x="665" y="473"/>
                  <a:pt x="664" y="473"/>
                  <a:pt x="663" y="473"/>
                </a:cubicBezTo>
                <a:cubicBezTo>
                  <a:pt x="662" y="473"/>
                  <a:pt x="661" y="473"/>
                  <a:pt x="661" y="473"/>
                </a:cubicBezTo>
                <a:cubicBezTo>
                  <a:pt x="660" y="474"/>
                  <a:pt x="659" y="475"/>
                  <a:pt x="658" y="475"/>
                </a:cubicBezTo>
                <a:cubicBezTo>
                  <a:pt x="658" y="476"/>
                  <a:pt x="657" y="478"/>
                  <a:pt x="657" y="480"/>
                </a:cubicBezTo>
                <a:cubicBezTo>
                  <a:pt x="655" y="488"/>
                  <a:pt x="655" y="488"/>
                  <a:pt x="655" y="488"/>
                </a:cubicBezTo>
                <a:cubicBezTo>
                  <a:pt x="649" y="487"/>
                  <a:pt x="649" y="487"/>
                  <a:pt x="649" y="487"/>
                </a:cubicBezTo>
                <a:cubicBezTo>
                  <a:pt x="651" y="478"/>
                  <a:pt x="651" y="478"/>
                  <a:pt x="651" y="478"/>
                </a:cubicBezTo>
                <a:close/>
                <a:moveTo>
                  <a:pt x="667" y="494"/>
                </a:moveTo>
                <a:cubicBezTo>
                  <a:pt x="672" y="496"/>
                  <a:pt x="676" y="499"/>
                  <a:pt x="678" y="503"/>
                </a:cubicBezTo>
                <a:cubicBezTo>
                  <a:pt x="679" y="507"/>
                  <a:pt x="679" y="512"/>
                  <a:pt x="677" y="517"/>
                </a:cubicBezTo>
                <a:cubicBezTo>
                  <a:pt x="675" y="523"/>
                  <a:pt x="671" y="526"/>
                  <a:pt x="668" y="528"/>
                </a:cubicBezTo>
                <a:cubicBezTo>
                  <a:pt x="664" y="529"/>
                  <a:pt x="659" y="529"/>
                  <a:pt x="653" y="527"/>
                </a:cubicBezTo>
                <a:cubicBezTo>
                  <a:pt x="647" y="524"/>
                  <a:pt x="644" y="521"/>
                  <a:pt x="642" y="517"/>
                </a:cubicBezTo>
                <a:cubicBezTo>
                  <a:pt x="640" y="513"/>
                  <a:pt x="641" y="509"/>
                  <a:pt x="643" y="503"/>
                </a:cubicBezTo>
                <a:cubicBezTo>
                  <a:pt x="645" y="497"/>
                  <a:pt x="648" y="494"/>
                  <a:pt x="652" y="492"/>
                </a:cubicBezTo>
                <a:cubicBezTo>
                  <a:pt x="656" y="491"/>
                  <a:pt x="661" y="491"/>
                  <a:pt x="667" y="494"/>
                </a:cubicBezTo>
                <a:close/>
                <a:moveTo>
                  <a:pt x="671" y="515"/>
                </a:moveTo>
                <a:cubicBezTo>
                  <a:pt x="670" y="518"/>
                  <a:pt x="668" y="520"/>
                  <a:pt x="666" y="520"/>
                </a:cubicBezTo>
                <a:cubicBezTo>
                  <a:pt x="663" y="521"/>
                  <a:pt x="660" y="521"/>
                  <a:pt x="656" y="519"/>
                </a:cubicBezTo>
                <a:cubicBezTo>
                  <a:pt x="652" y="517"/>
                  <a:pt x="650" y="516"/>
                  <a:pt x="649" y="513"/>
                </a:cubicBezTo>
                <a:cubicBezTo>
                  <a:pt x="647" y="511"/>
                  <a:pt x="647" y="508"/>
                  <a:pt x="648" y="505"/>
                </a:cubicBezTo>
                <a:cubicBezTo>
                  <a:pt x="650" y="502"/>
                  <a:pt x="651" y="500"/>
                  <a:pt x="654" y="500"/>
                </a:cubicBezTo>
                <a:cubicBezTo>
                  <a:pt x="656" y="499"/>
                  <a:pt x="660" y="500"/>
                  <a:pt x="664" y="501"/>
                </a:cubicBezTo>
                <a:cubicBezTo>
                  <a:pt x="667" y="503"/>
                  <a:pt x="670" y="505"/>
                  <a:pt x="671" y="507"/>
                </a:cubicBezTo>
                <a:cubicBezTo>
                  <a:pt x="672" y="509"/>
                  <a:pt x="672" y="512"/>
                  <a:pt x="671" y="515"/>
                </a:cubicBezTo>
                <a:close/>
                <a:moveTo>
                  <a:pt x="641" y="544"/>
                </a:moveTo>
                <a:cubicBezTo>
                  <a:pt x="646" y="547"/>
                  <a:pt x="646" y="547"/>
                  <a:pt x="646" y="547"/>
                </a:cubicBezTo>
                <a:cubicBezTo>
                  <a:pt x="637" y="562"/>
                  <a:pt x="637" y="562"/>
                  <a:pt x="637" y="562"/>
                </a:cubicBezTo>
                <a:cubicBezTo>
                  <a:pt x="619" y="552"/>
                  <a:pt x="619" y="552"/>
                  <a:pt x="619" y="552"/>
                </a:cubicBezTo>
                <a:cubicBezTo>
                  <a:pt x="628" y="538"/>
                  <a:pt x="628" y="538"/>
                  <a:pt x="628" y="538"/>
                </a:cubicBezTo>
                <a:cubicBezTo>
                  <a:pt x="629" y="535"/>
                  <a:pt x="631" y="533"/>
                  <a:pt x="632" y="532"/>
                </a:cubicBezTo>
                <a:cubicBezTo>
                  <a:pt x="633" y="531"/>
                  <a:pt x="634" y="530"/>
                  <a:pt x="636" y="530"/>
                </a:cubicBezTo>
                <a:cubicBezTo>
                  <a:pt x="638" y="529"/>
                  <a:pt x="641" y="529"/>
                  <a:pt x="643" y="529"/>
                </a:cubicBezTo>
                <a:cubicBezTo>
                  <a:pt x="645" y="529"/>
                  <a:pt x="648" y="530"/>
                  <a:pt x="651" y="532"/>
                </a:cubicBezTo>
                <a:cubicBezTo>
                  <a:pt x="656" y="535"/>
                  <a:pt x="659" y="539"/>
                  <a:pt x="661" y="543"/>
                </a:cubicBezTo>
                <a:cubicBezTo>
                  <a:pt x="662" y="547"/>
                  <a:pt x="661" y="551"/>
                  <a:pt x="658" y="556"/>
                </a:cubicBezTo>
                <a:cubicBezTo>
                  <a:pt x="650" y="570"/>
                  <a:pt x="650" y="570"/>
                  <a:pt x="650" y="570"/>
                </a:cubicBezTo>
                <a:cubicBezTo>
                  <a:pt x="644" y="567"/>
                  <a:pt x="644" y="567"/>
                  <a:pt x="644" y="567"/>
                </a:cubicBezTo>
                <a:cubicBezTo>
                  <a:pt x="653" y="553"/>
                  <a:pt x="653" y="553"/>
                  <a:pt x="653" y="553"/>
                </a:cubicBezTo>
                <a:cubicBezTo>
                  <a:pt x="654" y="550"/>
                  <a:pt x="654" y="548"/>
                  <a:pt x="654" y="546"/>
                </a:cubicBezTo>
                <a:cubicBezTo>
                  <a:pt x="653" y="544"/>
                  <a:pt x="650" y="542"/>
                  <a:pt x="647" y="539"/>
                </a:cubicBezTo>
                <a:cubicBezTo>
                  <a:pt x="644" y="537"/>
                  <a:pt x="641" y="537"/>
                  <a:pt x="639" y="537"/>
                </a:cubicBezTo>
                <a:cubicBezTo>
                  <a:pt x="636" y="537"/>
                  <a:pt x="635" y="538"/>
                  <a:pt x="633" y="541"/>
                </a:cubicBezTo>
                <a:cubicBezTo>
                  <a:pt x="629" y="548"/>
                  <a:pt x="629" y="548"/>
                  <a:pt x="629" y="548"/>
                </a:cubicBezTo>
                <a:cubicBezTo>
                  <a:pt x="636" y="553"/>
                  <a:pt x="636" y="553"/>
                  <a:pt x="636" y="553"/>
                </a:cubicBezTo>
                <a:cubicBezTo>
                  <a:pt x="641" y="544"/>
                  <a:pt x="641" y="544"/>
                  <a:pt x="641" y="544"/>
                </a:cubicBezTo>
                <a:close/>
                <a:moveTo>
                  <a:pt x="648" y="574"/>
                </a:moveTo>
                <a:cubicBezTo>
                  <a:pt x="643" y="581"/>
                  <a:pt x="643" y="581"/>
                  <a:pt x="643" y="581"/>
                </a:cubicBezTo>
                <a:cubicBezTo>
                  <a:pt x="627" y="580"/>
                  <a:pt x="627" y="580"/>
                  <a:pt x="627" y="580"/>
                </a:cubicBezTo>
                <a:cubicBezTo>
                  <a:pt x="632" y="595"/>
                  <a:pt x="632" y="595"/>
                  <a:pt x="632" y="595"/>
                </a:cubicBezTo>
                <a:cubicBezTo>
                  <a:pt x="627" y="602"/>
                  <a:pt x="627" y="602"/>
                  <a:pt x="627" y="602"/>
                </a:cubicBezTo>
                <a:cubicBezTo>
                  <a:pt x="619" y="579"/>
                  <a:pt x="619" y="579"/>
                  <a:pt x="619" y="579"/>
                </a:cubicBezTo>
                <a:cubicBezTo>
                  <a:pt x="607" y="570"/>
                  <a:pt x="607" y="570"/>
                  <a:pt x="607" y="570"/>
                </a:cubicBezTo>
                <a:cubicBezTo>
                  <a:pt x="611" y="564"/>
                  <a:pt x="611" y="564"/>
                  <a:pt x="611" y="564"/>
                </a:cubicBezTo>
                <a:cubicBezTo>
                  <a:pt x="624" y="573"/>
                  <a:pt x="624" y="573"/>
                  <a:pt x="624" y="573"/>
                </a:cubicBezTo>
                <a:cubicBezTo>
                  <a:pt x="648" y="574"/>
                  <a:pt x="648" y="574"/>
                  <a:pt x="648" y="574"/>
                </a:cubicBezTo>
                <a:close/>
                <a:moveTo>
                  <a:pt x="264" y="535"/>
                </a:moveTo>
                <a:cubicBezTo>
                  <a:pt x="392" y="535"/>
                  <a:pt x="392" y="535"/>
                  <a:pt x="392" y="535"/>
                </a:cubicBezTo>
                <a:cubicBezTo>
                  <a:pt x="401" y="536"/>
                  <a:pt x="400" y="566"/>
                  <a:pt x="392" y="565"/>
                </a:cubicBezTo>
                <a:cubicBezTo>
                  <a:pt x="264" y="565"/>
                  <a:pt x="264" y="565"/>
                  <a:pt x="264" y="565"/>
                </a:cubicBezTo>
                <a:cubicBezTo>
                  <a:pt x="275" y="565"/>
                  <a:pt x="276" y="536"/>
                  <a:pt x="264" y="535"/>
                </a:cubicBezTo>
                <a:close/>
                <a:moveTo>
                  <a:pt x="550" y="535"/>
                </a:moveTo>
                <a:cubicBezTo>
                  <a:pt x="538" y="536"/>
                  <a:pt x="539" y="565"/>
                  <a:pt x="550" y="565"/>
                </a:cubicBezTo>
                <a:cubicBezTo>
                  <a:pt x="421" y="565"/>
                  <a:pt x="421" y="565"/>
                  <a:pt x="421" y="565"/>
                </a:cubicBezTo>
                <a:cubicBezTo>
                  <a:pt x="413" y="566"/>
                  <a:pt x="412" y="536"/>
                  <a:pt x="421" y="535"/>
                </a:cubicBezTo>
                <a:cubicBezTo>
                  <a:pt x="550" y="535"/>
                  <a:pt x="550" y="535"/>
                  <a:pt x="550" y="535"/>
                </a:cubicBezTo>
                <a:close/>
                <a:moveTo>
                  <a:pt x="495" y="212"/>
                </a:moveTo>
                <a:cubicBezTo>
                  <a:pt x="495" y="260"/>
                  <a:pt x="495" y="260"/>
                  <a:pt x="495" y="260"/>
                </a:cubicBezTo>
                <a:cubicBezTo>
                  <a:pt x="481" y="257"/>
                  <a:pt x="469" y="266"/>
                  <a:pt x="462" y="280"/>
                </a:cubicBezTo>
                <a:cubicBezTo>
                  <a:pt x="462" y="449"/>
                  <a:pt x="462" y="449"/>
                  <a:pt x="462" y="449"/>
                </a:cubicBezTo>
                <a:cubicBezTo>
                  <a:pt x="493" y="439"/>
                  <a:pt x="510" y="421"/>
                  <a:pt x="516" y="396"/>
                </a:cubicBezTo>
                <a:cubicBezTo>
                  <a:pt x="519" y="389"/>
                  <a:pt x="519" y="377"/>
                  <a:pt x="514" y="358"/>
                </a:cubicBezTo>
                <a:cubicBezTo>
                  <a:pt x="501" y="332"/>
                  <a:pt x="486" y="324"/>
                  <a:pt x="477" y="327"/>
                </a:cubicBezTo>
                <a:cubicBezTo>
                  <a:pt x="477" y="278"/>
                  <a:pt x="477" y="278"/>
                  <a:pt x="477" y="278"/>
                </a:cubicBezTo>
                <a:cubicBezTo>
                  <a:pt x="516" y="281"/>
                  <a:pt x="552" y="305"/>
                  <a:pt x="562" y="357"/>
                </a:cubicBezTo>
                <a:cubicBezTo>
                  <a:pt x="570" y="390"/>
                  <a:pt x="562" y="422"/>
                  <a:pt x="545" y="449"/>
                </a:cubicBezTo>
                <a:cubicBezTo>
                  <a:pt x="523" y="472"/>
                  <a:pt x="499" y="491"/>
                  <a:pt x="462" y="497"/>
                </a:cubicBezTo>
                <a:cubicBezTo>
                  <a:pt x="462" y="514"/>
                  <a:pt x="462" y="514"/>
                  <a:pt x="462" y="514"/>
                </a:cubicBezTo>
                <a:cubicBezTo>
                  <a:pt x="413" y="514"/>
                  <a:pt x="413" y="514"/>
                  <a:pt x="413" y="514"/>
                </a:cubicBezTo>
                <a:cubicBezTo>
                  <a:pt x="413" y="274"/>
                  <a:pt x="413" y="274"/>
                  <a:pt x="413" y="274"/>
                </a:cubicBezTo>
                <a:cubicBezTo>
                  <a:pt x="425" y="233"/>
                  <a:pt x="453" y="213"/>
                  <a:pt x="495" y="212"/>
                </a:cubicBezTo>
                <a:close/>
                <a:moveTo>
                  <a:pt x="316" y="212"/>
                </a:moveTo>
                <a:cubicBezTo>
                  <a:pt x="358" y="213"/>
                  <a:pt x="386" y="233"/>
                  <a:pt x="398" y="274"/>
                </a:cubicBezTo>
                <a:cubicBezTo>
                  <a:pt x="398" y="514"/>
                  <a:pt x="398" y="514"/>
                  <a:pt x="398" y="514"/>
                </a:cubicBezTo>
                <a:cubicBezTo>
                  <a:pt x="349" y="514"/>
                  <a:pt x="349" y="514"/>
                  <a:pt x="349" y="514"/>
                </a:cubicBezTo>
                <a:cubicBezTo>
                  <a:pt x="349" y="497"/>
                  <a:pt x="349" y="497"/>
                  <a:pt x="349" y="497"/>
                </a:cubicBezTo>
                <a:cubicBezTo>
                  <a:pt x="312" y="491"/>
                  <a:pt x="288" y="472"/>
                  <a:pt x="267" y="449"/>
                </a:cubicBezTo>
                <a:cubicBezTo>
                  <a:pt x="249" y="422"/>
                  <a:pt x="241" y="390"/>
                  <a:pt x="249" y="357"/>
                </a:cubicBezTo>
                <a:cubicBezTo>
                  <a:pt x="259" y="305"/>
                  <a:pt x="295" y="281"/>
                  <a:pt x="334" y="278"/>
                </a:cubicBezTo>
                <a:cubicBezTo>
                  <a:pt x="334" y="327"/>
                  <a:pt x="334" y="327"/>
                  <a:pt x="334" y="327"/>
                </a:cubicBezTo>
                <a:cubicBezTo>
                  <a:pt x="325" y="324"/>
                  <a:pt x="310" y="332"/>
                  <a:pt x="297" y="358"/>
                </a:cubicBezTo>
                <a:cubicBezTo>
                  <a:pt x="292" y="377"/>
                  <a:pt x="292" y="389"/>
                  <a:pt x="295" y="396"/>
                </a:cubicBezTo>
                <a:cubicBezTo>
                  <a:pt x="302" y="421"/>
                  <a:pt x="318" y="439"/>
                  <a:pt x="349" y="449"/>
                </a:cubicBezTo>
                <a:cubicBezTo>
                  <a:pt x="349" y="280"/>
                  <a:pt x="349" y="280"/>
                  <a:pt x="349" y="280"/>
                </a:cubicBezTo>
                <a:cubicBezTo>
                  <a:pt x="343" y="266"/>
                  <a:pt x="330" y="257"/>
                  <a:pt x="316" y="260"/>
                </a:cubicBezTo>
                <a:cubicBezTo>
                  <a:pt x="316" y="212"/>
                  <a:pt x="316" y="212"/>
                  <a:pt x="316" y="212"/>
                </a:cubicBezTo>
                <a:close/>
                <a:moveTo>
                  <a:pt x="249" y="587"/>
                </a:moveTo>
                <a:cubicBezTo>
                  <a:pt x="567" y="587"/>
                  <a:pt x="567" y="587"/>
                  <a:pt x="567" y="587"/>
                </a:cubicBezTo>
                <a:cubicBezTo>
                  <a:pt x="567" y="615"/>
                  <a:pt x="567" y="615"/>
                  <a:pt x="567" y="615"/>
                </a:cubicBezTo>
                <a:cubicBezTo>
                  <a:pt x="249" y="615"/>
                  <a:pt x="249" y="615"/>
                  <a:pt x="249" y="615"/>
                </a:cubicBezTo>
                <a:lnTo>
                  <a:pt x="249" y="587"/>
                </a:lnTo>
                <a:close/>
              </a:path>
            </a:pathLst>
          </a:custGeom>
          <a:solidFill>
            <a:srgbClr val="87B8CC">
              <a:alpha val="22000"/>
            </a:srgbClr>
          </a:solidFill>
          <a:ln>
            <a:noFill/>
          </a:ln>
        </p:spPr>
        <p:txBody>
          <a:bodyPr anchor="ctr"/>
          <a:lstStyle/>
          <a:p>
            <a:pPr algn="ctr"/>
            <a:endParaRPr dirty="0"/>
          </a:p>
        </p:txBody>
      </p:sp>
      <p:sp>
        <p:nvSpPr>
          <p:cNvPr id="8" name="PA-矩形 18"/>
          <p:cNvSpPr/>
          <p:nvPr userDrawn="1">
            <p:custDataLst>
              <p:tags r:id="rId2"/>
            </p:custDataLst>
          </p:nvPr>
        </p:nvSpPr>
        <p:spPr>
          <a:xfrm>
            <a:off x="228298" y="1305045"/>
            <a:ext cx="1294050" cy="4455675"/>
          </a:xfrm>
          <a:prstGeom prst="rect">
            <a:avLst/>
          </a:prstGeom>
          <a:solidFill>
            <a:srgbClr val="29547B"/>
          </a:solidFill>
          <a:ln>
            <a:noFill/>
          </a:ln>
          <a:effectLst>
            <a:outerShdw blurRad="2667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图片占位符 16"/>
          <p:cNvSpPr>
            <a:spLocks noGrp="1"/>
          </p:cNvSpPr>
          <p:nvPr>
            <p:ph type="pic" sz="quarter" idx="10"/>
          </p:nvPr>
        </p:nvSpPr>
        <p:spPr>
          <a:xfrm>
            <a:off x="1023938" y="1036638"/>
            <a:ext cx="4070350" cy="4830762"/>
          </a:xfr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619433" y="491612"/>
            <a:ext cx="481780" cy="0"/>
          </a:xfrm>
          <a:prstGeom prst="line">
            <a:avLst/>
          </a:prstGeom>
          <a:ln w="38100">
            <a:solidFill>
              <a:srgbClr val="29547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676fecc8-5938-4c2a-98aa-ea8df123951c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 userDrawn="1">
            <p:custDataLst>
              <p:tags r:id="rId2"/>
            </p:custDataLst>
          </p:nvPr>
        </p:nvGrpSpPr>
        <p:grpSpPr>
          <a:xfrm>
            <a:off x="9218823" y="617928"/>
            <a:ext cx="2300077" cy="624170"/>
            <a:chOff x="2647449" y="2492374"/>
            <a:chExt cx="6897103" cy="1871663"/>
          </a:xfrm>
        </p:grpSpPr>
        <p:sp>
          <p:nvSpPr>
            <p:cNvPr id="11" name="íšľíḑe"/>
            <p:cNvSpPr/>
            <p:nvPr userDrawn="1"/>
          </p:nvSpPr>
          <p:spPr bwMode="auto">
            <a:xfrm>
              <a:off x="4864297" y="2650172"/>
              <a:ext cx="4625464" cy="1089247"/>
            </a:xfrm>
            <a:custGeom>
              <a:avLst/>
              <a:gdLst>
                <a:gd name="T0" fmla="*/ 1846 w 2033"/>
                <a:gd name="T1" fmla="*/ 379 h 478"/>
                <a:gd name="T2" fmla="*/ 1836 w 2033"/>
                <a:gd name="T3" fmla="*/ 368 h 478"/>
                <a:gd name="T4" fmla="*/ 1932 w 2033"/>
                <a:gd name="T5" fmla="*/ 256 h 478"/>
                <a:gd name="T6" fmla="*/ 1958 w 2033"/>
                <a:gd name="T7" fmla="*/ 124 h 478"/>
                <a:gd name="T8" fmla="*/ 1868 w 2033"/>
                <a:gd name="T9" fmla="*/ 215 h 478"/>
                <a:gd name="T10" fmla="*/ 1814 w 2033"/>
                <a:gd name="T11" fmla="*/ 242 h 478"/>
                <a:gd name="T12" fmla="*/ 1796 w 2033"/>
                <a:gd name="T13" fmla="*/ 130 h 478"/>
                <a:gd name="T14" fmla="*/ 1834 w 2033"/>
                <a:gd name="T15" fmla="*/ 154 h 478"/>
                <a:gd name="T16" fmla="*/ 1859 w 2033"/>
                <a:gd name="T17" fmla="*/ 124 h 478"/>
                <a:gd name="T18" fmla="*/ 1944 w 2033"/>
                <a:gd name="T19" fmla="*/ 46 h 478"/>
                <a:gd name="T20" fmla="*/ 2022 w 2033"/>
                <a:gd name="T21" fmla="*/ 84 h 478"/>
                <a:gd name="T22" fmla="*/ 1892 w 2033"/>
                <a:gd name="T23" fmla="*/ 315 h 478"/>
                <a:gd name="T24" fmla="*/ 1927 w 2033"/>
                <a:gd name="T25" fmla="*/ 338 h 478"/>
                <a:gd name="T26" fmla="*/ 2 w 2033"/>
                <a:gd name="T27" fmla="*/ 449 h 478"/>
                <a:gd name="T28" fmla="*/ 236 w 2033"/>
                <a:gd name="T29" fmla="*/ 99 h 478"/>
                <a:gd name="T30" fmla="*/ 119 w 2033"/>
                <a:gd name="T31" fmla="*/ 112 h 478"/>
                <a:gd name="T32" fmla="*/ 276 w 2033"/>
                <a:gd name="T33" fmla="*/ 88 h 478"/>
                <a:gd name="T34" fmla="*/ 237 w 2033"/>
                <a:gd name="T35" fmla="*/ 157 h 478"/>
                <a:gd name="T36" fmla="*/ 341 w 2033"/>
                <a:gd name="T37" fmla="*/ 184 h 478"/>
                <a:gd name="T38" fmla="*/ 308 w 2033"/>
                <a:gd name="T39" fmla="*/ 295 h 478"/>
                <a:gd name="T40" fmla="*/ 253 w 2033"/>
                <a:gd name="T41" fmla="*/ 338 h 478"/>
                <a:gd name="T42" fmla="*/ 133 w 2033"/>
                <a:gd name="T43" fmla="*/ 427 h 478"/>
                <a:gd name="T44" fmla="*/ 154 w 2033"/>
                <a:gd name="T45" fmla="*/ 285 h 478"/>
                <a:gd name="T46" fmla="*/ 1171 w 2033"/>
                <a:gd name="T47" fmla="*/ 371 h 478"/>
                <a:gd name="T48" fmla="*/ 1168 w 2033"/>
                <a:gd name="T49" fmla="*/ 314 h 478"/>
                <a:gd name="T50" fmla="*/ 1220 w 2033"/>
                <a:gd name="T51" fmla="*/ 245 h 478"/>
                <a:gd name="T52" fmla="*/ 1055 w 2033"/>
                <a:gd name="T53" fmla="*/ 234 h 478"/>
                <a:gd name="T54" fmla="*/ 1168 w 2033"/>
                <a:gd name="T55" fmla="*/ 165 h 478"/>
                <a:gd name="T56" fmla="*/ 1198 w 2033"/>
                <a:gd name="T57" fmla="*/ 87 h 478"/>
                <a:gd name="T58" fmla="*/ 1204 w 2033"/>
                <a:gd name="T59" fmla="*/ 161 h 478"/>
                <a:gd name="T60" fmla="*/ 1283 w 2033"/>
                <a:gd name="T61" fmla="*/ 170 h 478"/>
                <a:gd name="T62" fmla="*/ 1235 w 2033"/>
                <a:gd name="T63" fmla="*/ 256 h 478"/>
                <a:gd name="T64" fmla="*/ 1220 w 2033"/>
                <a:gd name="T65" fmla="*/ 318 h 478"/>
                <a:gd name="T66" fmla="*/ 405 w 2033"/>
                <a:gd name="T67" fmla="*/ 412 h 478"/>
                <a:gd name="T68" fmla="*/ 434 w 2033"/>
                <a:gd name="T69" fmla="*/ 422 h 478"/>
                <a:gd name="T70" fmla="*/ 574 w 2033"/>
                <a:gd name="T71" fmla="*/ 413 h 478"/>
                <a:gd name="T72" fmla="*/ 578 w 2033"/>
                <a:gd name="T73" fmla="*/ 255 h 478"/>
                <a:gd name="T74" fmla="*/ 638 w 2033"/>
                <a:gd name="T75" fmla="*/ 104 h 478"/>
                <a:gd name="T76" fmla="*/ 466 w 2033"/>
                <a:gd name="T77" fmla="*/ 159 h 478"/>
                <a:gd name="T78" fmla="*/ 535 w 2033"/>
                <a:gd name="T79" fmla="*/ 201 h 478"/>
                <a:gd name="T80" fmla="*/ 499 w 2033"/>
                <a:gd name="T81" fmla="*/ 257 h 478"/>
                <a:gd name="T82" fmla="*/ 556 w 2033"/>
                <a:gd name="T83" fmla="*/ 225 h 478"/>
                <a:gd name="T84" fmla="*/ 531 w 2033"/>
                <a:gd name="T85" fmla="*/ 386 h 478"/>
                <a:gd name="T86" fmla="*/ 1609 w 2033"/>
                <a:gd name="T87" fmla="*/ 256 h 478"/>
                <a:gd name="T88" fmla="*/ 1562 w 2033"/>
                <a:gd name="T89" fmla="*/ 107 h 478"/>
                <a:gd name="T90" fmla="*/ 1556 w 2033"/>
                <a:gd name="T91" fmla="*/ 279 h 478"/>
                <a:gd name="T92" fmla="*/ 324 w 2033"/>
                <a:gd name="T93" fmla="*/ 382 h 478"/>
                <a:gd name="T94" fmla="*/ 1283 w 2033"/>
                <a:gd name="T95" fmla="*/ 389 h 478"/>
                <a:gd name="T96" fmla="*/ 1184 w 2033"/>
                <a:gd name="T97" fmla="*/ 385 h 478"/>
                <a:gd name="T98" fmla="*/ 731 w 2033"/>
                <a:gd name="T99" fmla="*/ 348 h 478"/>
                <a:gd name="T100" fmla="*/ 913 w 2033"/>
                <a:gd name="T101" fmla="*/ 256 h 478"/>
                <a:gd name="T102" fmla="*/ 838 w 2033"/>
                <a:gd name="T103" fmla="*/ 191 h 478"/>
                <a:gd name="T104" fmla="*/ 957 w 2033"/>
                <a:gd name="T105" fmla="*/ 243 h 478"/>
                <a:gd name="T106" fmla="*/ 875 w 2033"/>
                <a:gd name="T107" fmla="*/ 347 h 478"/>
                <a:gd name="T108" fmla="*/ 229 w 2033"/>
                <a:gd name="T109" fmla="*/ 334 h 478"/>
                <a:gd name="T110" fmla="*/ 208 w 2033"/>
                <a:gd name="T111" fmla="*/ 302 h 478"/>
                <a:gd name="T112" fmla="*/ 190 w 2033"/>
                <a:gd name="T113" fmla="*/ 339 h 478"/>
                <a:gd name="T114" fmla="*/ 651 w 2033"/>
                <a:gd name="T115" fmla="*/ 339 h 478"/>
                <a:gd name="T116" fmla="*/ 149 w 2033"/>
                <a:gd name="T117" fmla="*/ 244 h 478"/>
                <a:gd name="T118" fmla="*/ 1847 w 2033"/>
                <a:gd name="T119" fmla="*/ 174 h 478"/>
                <a:gd name="T120" fmla="*/ 1907 w 2033"/>
                <a:gd name="T121" fmla="*/ 189 h 478"/>
                <a:gd name="T122" fmla="*/ 583 w 2033"/>
                <a:gd name="T123" fmla="*/ 131 h 478"/>
                <a:gd name="T124" fmla="*/ 209 w 2033"/>
                <a:gd name="T125" fmla="*/ 19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033" h="478">
                  <a:moveTo>
                    <a:pt x="1888" y="478"/>
                  </a:moveTo>
                  <a:cubicBezTo>
                    <a:pt x="1854" y="462"/>
                    <a:pt x="1854" y="462"/>
                    <a:pt x="1854" y="462"/>
                  </a:cubicBezTo>
                  <a:cubicBezTo>
                    <a:pt x="1854" y="462"/>
                    <a:pt x="1854" y="462"/>
                    <a:pt x="1854" y="462"/>
                  </a:cubicBezTo>
                  <a:cubicBezTo>
                    <a:pt x="1851" y="463"/>
                    <a:pt x="1851" y="463"/>
                    <a:pt x="1851" y="463"/>
                  </a:cubicBezTo>
                  <a:cubicBezTo>
                    <a:pt x="1851" y="463"/>
                    <a:pt x="1851" y="463"/>
                    <a:pt x="1851" y="463"/>
                  </a:cubicBezTo>
                  <a:cubicBezTo>
                    <a:pt x="1849" y="463"/>
                    <a:pt x="1849" y="463"/>
                    <a:pt x="1849" y="463"/>
                  </a:cubicBezTo>
                  <a:cubicBezTo>
                    <a:pt x="1849" y="463"/>
                    <a:pt x="1849" y="463"/>
                    <a:pt x="1849" y="463"/>
                  </a:cubicBezTo>
                  <a:cubicBezTo>
                    <a:pt x="1846" y="463"/>
                    <a:pt x="1846" y="463"/>
                    <a:pt x="1846" y="463"/>
                  </a:cubicBezTo>
                  <a:cubicBezTo>
                    <a:pt x="1846" y="463"/>
                    <a:pt x="1846" y="463"/>
                    <a:pt x="1846" y="463"/>
                  </a:cubicBezTo>
                  <a:cubicBezTo>
                    <a:pt x="1844" y="462"/>
                    <a:pt x="1844" y="462"/>
                    <a:pt x="1844" y="462"/>
                  </a:cubicBezTo>
                  <a:cubicBezTo>
                    <a:pt x="1844" y="462"/>
                    <a:pt x="1844" y="462"/>
                    <a:pt x="1844" y="462"/>
                  </a:cubicBezTo>
                  <a:cubicBezTo>
                    <a:pt x="1841" y="462"/>
                    <a:pt x="1841" y="462"/>
                    <a:pt x="1841" y="462"/>
                  </a:cubicBezTo>
                  <a:cubicBezTo>
                    <a:pt x="1841" y="462"/>
                    <a:pt x="1841" y="462"/>
                    <a:pt x="1841" y="462"/>
                  </a:cubicBezTo>
                  <a:cubicBezTo>
                    <a:pt x="1838" y="462"/>
                    <a:pt x="1838" y="462"/>
                    <a:pt x="1838" y="462"/>
                  </a:cubicBezTo>
                  <a:cubicBezTo>
                    <a:pt x="1838" y="462"/>
                    <a:pt x="1838" y="462"/>
                    <a:pt x="1838" y="462"/>
                  </a:cubicBezTo>
                  <a:cubicBezTo>
                    <a:pt x="1835" y="462"/>
                    <a:pt x="1835" y="462"/>
                    <a:pt x="1835" y="462"/>
                  </a:cubicBezTo>
                  <a:cubicBezTo>
                    <a:pt x="1835" y="462"/>
                    <a:pt x="1835" y="462"/>
                    <a:pt x="1835" y="462"/>
                  </a:cubicBezTo>
                  <a:cubicBezTo>
                    <a:pt x="1833" y="462"/>
                    <a:pt x="1833" y="462"/>
                    <a:pt x="1833" y="462"/>
                  </a:cubicBezTo>
                  <a:cubicBezTo>
                    <a:pt x="1833" y="462"/>
                    <a:pt x="1833" y="462"/>
                    <a:pt x="1833" y="462"/>
                  </a:cubicBezTo>
                  <a:cubicBezTo>
                    <a:pt x="1829" y="460"/>
                    <a:pt x="1829" y="460"/>
                    <a:pt x="1829" y="460"/>
                  </a:cubicBezTo>
                  <a:cubicBezTo>
                    <a:pt x="1829" y="460"/>
                    <a:pt x="1829" y="460"/>
                    <a:pt x="1829" y="460"/>
                  </a:cubicBezTo>
                  <a:cubicBezTo>
                    <a:pt x="1827" y="460"/>
                    <a:pt x="1827" y="460"/>
                    <a:pt x="1827" y="460"/>
                  </a:cubicBezTo>
                  <a:cubicBezTo>
                    <a:pt x="1827" y="460"/>
                    <a:pt x="1827" y="460"/>
                    <a:pt x="1827" y="460"/>
                  </a:cubicBezTo>
                  <a:cubicBezTo>
                    <a:pt x="1827" y="460"/>
                    <a:pt x="1827" y="460"/>
                    <a:pt x="1827" y="460"/>
                  </a:cubicBezTo>
                  <a:cubicBezTo>
                    <a:pt x="1827" y="460"/>
                    <a:pt x="1827" y="460"/>
                    <a:pt x="1827" y="460"/>
                  </a:cubicBezTo>
                  <a:cubicBezTo>
                    <a:pt x="1827" y="459"/>
                    <a:pt x="1827" y="459"/>
                    <a:pt x="1827" y="459"/>
                  </a:cubicBezTo>
                  <a:cubicBezTo>
                    <a:pt x="1827" y="459"/>
                    <a:pt x="1827" y="459"/>
                    <a:pt x="1827" y="459"/>
                  </a:cubicBezTo>
                  <a:cubicBezTo>
                    <a:pt x="1827" y="457"/>
                    <a:pt x="1827" y="457"/>
                    <a:pt x="1827" y="457"/>
                  </a:cubicBezTo>
                  <a:cubicBezTo>
                    <a:pt x="1827" y="457"/>
                    <a:pt x="1827" y="457"/>
                    <a:pt x="1827" y="457"/>
                  </a:cubicBezTo>
                  <a:cubicBezTo>
                    <a:pt x="1827" y="456"/>
                    <a:pt x="1827" y="456"/>
                    <a:pt x="1827" y="456"/>
                  </a:cubicBezTo>
                  <a:cubicBezTo>
                    <a:pt x="1827" y="456"/>
                    <a:pt x="1827" y="456"/>
                    <a:pt x="1827" y="456"/>
                  </a:cubicBezTo>
                  <a:cubicBezTo>
                    <a:pt x="1827" y="454"/>
                    <a:pt x="1827" y="454"/>
                    <a:pt x="1827" y="454"/>
                  </a:cubicBezTo>
                  <a:cubicBezTo>
                    <a:pt x="1827" y="454"/>
                    <a:pt x="1827" y="454"/>
                    <a:pt x="1827" y="454"/>
                  </a:cubicBezTo>
                  <a:cubicBezTo>
                    <a:pt x="1827" y="453"/>
                    <a:pt x="1827" y="453"/>
                    <a:pt x="1827" y="453"/>
                  </a:cubicBezTo>
                  <a:cubicBezTo>
                    <a:pt x="1827" y="453"/>
                    <a:pt x="1827" y="453"/>
                    <a:pt x="1827" y="453"/>
                  </a:cubicBezTo>
                  <a:cubicBezTo>
                    <a:pt x="1827" y="452"/>
                    <a:pt x="1827" y="452"/>
                    <a:pt x="1827" y="452"/>
                  </a:cubicBezTo>
                  <a:cubicBezTo>
                    <a:pt x="1827" y="452"/>
                    <a:pt x="1827" y="452"/>
                    <a:pt x="1827" y="452"/>
                  </a:cubicBezTo>
                  <a:cubicBezTo>
                    <a:pt x="1832" y="450"/>
                    <a:pt x="1832" y="450"/>
                    <a:pt x="1832" y="450"/>
                  </a:cubicBezTo>
                  <a:cubicBezTo>
                    <a:pt x="1832" y="450"/>
                    <a:pt x="1832" y="450"/>
                    <a:pt x="1832" y="450"/>
                  </a:cubicBezTo>
                  <a:cubicBezTo>
                    <a:pt x="1840" y="449"/>
                    <a:pt x="1840" y="449"/>
                    <a:pt x="1840" y="449"/>
                  </a:cubicBezTo>
                  <a:cubicBezTo>
                    <a:pt x="1840" y="449"/>
                    <a:pt x="1840" y="449"/>
                    <a:pt x="1840" y="449"/>
                  </a:cubicBezTo>
                  <a:cubicBezTo>
                    <a:pt x="1847" y="449"/>
                    <a:pt x="1847" y="449"/>
                    <a:pt x="1847" y="449"/>
                  </a:cubicBezTo>
                  <a:cubicBezTo>
                    <a:pt x="1847" y="449"/>
                    <a:pt x="1847" y="449"/>
                    <a:pt x="1847" y="449"/>
                  </a:cubicBezTo>
                  <a:cubicBezTo>
                    <a:pt x="1855" y="449"/>
                    <a:pt x="1855" y="449"/>
                    <a:pt x="1855" y="449"/>
                  </a:cubicBezTo>
                  <a:cubicBezTo>
                    <a:pt x="1855" y="449"/>
                    <a:pt x="1855" y="449"/>
                    <a:pt x="1855" y="449"/>
                  </a:cubicBezTo>
                  <a:cubicBezTo>
                    <a:pt x="1863" y="450"/>
                    <a:pt x="1863" y="450"/>
                    <a:pt x="1863" y="450"/>
                  </a:cubicBezTo>
                  <a:cubicBezTo>
                    <a:pt x="1863" y="450"/>
                    <a:pt x="1863" y="450"/>
                    <a:pt x="1863" y="450"/>
                  </a:cubicBezTo>
                  <a:cubicBezTo>
                    <a:pt x="1870" y="449"/>
                    <a:pt x="1870" y="449"/>
                    <a:pt x="1870" y="449"/>
                  </a:cubicBezTo>
                  <a:cubicBezTo>
                    <a:pt x="1870" y="449"/>
                    <a:pt x="1870" y="449"/>
                    <a:pt x="1870" y="449"/>
                  </a:cubicBezTo>
                  <a:cubicBezTo>
                    <a:pt x="1876" y="446"/>
                    <a:pt x="1876" y="446"/>
                    <a:pt x="1876" y="446"/>
                  </a:cubicBezTo>
                  <a:cubicBezTo>
                    <a:pt x="1876" y="446"/>
                    <a:pt x="1876" y="446"/>
                    <a:pt x="1876" y="446"/>
                  </a:cubicBezTo>
                  <a:cubicBezTo>
                    <a:pt x="1883" y="439"/>
                    <a:pt x="1883" y="439"/>
                    <a:pt x="1883" y="439"/>
                  </a:cubicBezTo>
                  <a:cubicBezTo>
                    <a:pt x="1883" y="439"/>
                    <a:pt x="1883" y="439"/>
                    <a:pt x="1883" y="439"/>
                  </a:cubicBezTo>
                  <a:cubicBezTo>
                    <a:pt x="1883" y="430"/>
                    <a:pt x="1883" y="430"/>
                    <a:pt x="1883" y="430"/>
                  </a:cubicBezTo>
                  <a:cubicBezTo>
                    <a:pt x="1883" y="430"/>
                    <a:pt x="1883" y="430"/>
                    <a:pt x="1883" y="430"/>
                  </a:cubicBezTo>
                  <a:cubicBezTo>
                    <a:pt x="1884" y="420"/>
                    <a:pt x="1884" y="420"/>
                    <a:pt x="1884" y="420"/>
                  </a:cubicBezTo>
                  <a:cubicBezTo>
                    <a:pt x="1884" y="420"/>
                    <a:pt x="1884" y="420"/>
                    <a:pt x="1884" y="420"/>
                  </a:cubicBezTo>
                  <a:cubicBezTo>
                    <a:pt x="1884" y="410"/>
                    <a:pt x="1884" y="410"/>
                    <a:pt x="1884" y="410"/>
                  </a:cubicBezTo>
                  <a:cubicBezTo>
                    <a:pt x="1884" y="410"/>
                    <a:pt x="1884" y="410"/>
                    <a:pt x="1884" y="410"/>
                  </a:cubicBezTo>
                  <a:cubicBezTo>
                    <a:pt x="1885" y="398"/>
                    <a:pt x="1885" y="398"/>
                    <a:pt x="1885" y="398"/>
                  </a:cubicBezTo>
                  <a:cubicBezTo>
                    <a:pt x="1885" y="398"/>
                    <a:pt x="1885" y="398"/>
                    <a:pt x="1885" y="398"/>
                  </a:cubicBezTo>
                  <a:cubicBezTo>
                    <a:pt x="1885" y="388"/>
                    <a:pt x="1885" y="388"/>
                    <a:pt x="1885" y="388"/>
                  </a:cubicBezTo>
                  <a:cubicBezTo>
                    <a:pt x="1885" y="388"/>
                    <a:pt x="1885" y="388"/>
                    <a:pt x="1885" y="388"/>
                  </a:cubicBezTo>
                  <a:cubicBezTo>
                    <a:pt x="1885" y="377"/>
                    <a:pt x="1885" y="377"/>
                    <a:pt x="1885" y="377"/>
                  </a:cubicBezTo>
                  <a:cubicBezTo>
                    <a:pt x="1885" y="377"/>
                    <a:pt x="1885" y="377"/>
                    <a:pt x="1885" y="377"/>
                  </a:cubicBezTo>
                  <a:cubicBezTo>
                    <a:pt x="1884" y="367"/>
                    <a:pt x="1884" y="367"/>
                    <a:pt x="1884" y="367"/>
                  </a:cubicBezTo>
                  <a:cubicBezTo>
                    <a:pt x="1884" y="367"/>
                    <a:pt x="1884" y="367"/>
                    <a:pt x="1884" y="367"/>
                  </a:cubicBezTo>
                  <a:cubicBezTo>
                    <a:pt x="1883" y="356"/>
                    <a:pt x="1883" y="356"/>
                    <a:pt x="1883" y="356"/>
                  </a:cubicBezTo>
                  <a:cubicBezTo>
                    <a:pt x="1883" y="356"/>
                    <a:pt x="1883" y="356"/>
                    <a:pt x="1883" y="356"/>
                  </a:cubicBezTo>
                  <a:cubicBezTo>
                    <a:pt x="1875" y="360"/>
                    <a:pt x="1875" y="360"/>
                    <a:pt x="1875" y="360"/>
                  </a:cubicBezTo>
                  <a:cubicBezTo>
                    <a:pt x="1875" y="360"/>
                    <a:pt x="1875" y="360"/>
                    <a:pt x="1875" y="360"/>
                  </a:cubicBezTo>
                  <a:cubicBezTo>
                    <a:pt x="1868" y="364"/>
                    <a:pt x="1868" y="364"/>
                    <a:pt x="1868" y="364"/>
                  </a:cubicBezTo>
                  <a:cubicBezTo>
                    <a:pt x="1868" y="364"/>
                    <a:pt x="1868" y="364"/>
                    <a:pt x="1868" y="364"/>
                  </a:cubicBezTo>
                  <a:cubicBezTo>
                    <a:pt x="1860" y="368"/>
                    <a:pt x="1860" y="368"/>
                    <a:pt x="1860" y="368"/>
                  </a:cubicBezTo>
                  <a:cubicBezTo>
                    <a:pt x="1860" y="368"/>
                    <a:pt x="1860" y="368"/>
                    <a:pt x="1860" y="368"/>
                  </a:cubicBezTo>
                  <a:cubicBezTo>
                    <a:pt x="1854" y="373"/>
                    <a:pt x="1854" y="373"/>
                    <a:pt x="1854" y="373"/>
                  </a:cubicBezTo>
                  <a:cubicBezTo>
                    <a:pt x="1854" y="373"/>
                    <a:pt x="1854" y="373"/>
                    <a:pt x="1854" y="373"/>
                  </a:cubicBezTo>
                  <a:cubicBezTo>
                    <a:pt x="1846" y="379"/>
                    <a:pt x="1846" y="379"/>
                    <a:pt x="1846" y="379"/>
                  </a:cubicBezTo>
                  <a:cubicBezTo>
                    <a:pt x="1846" y="379"/>
                    <a:pt x="1846" y="379"/>
                    <a:pt x="1846" y="379"/>
                  </a:cubicBezTo>
                  <a:cubicBezTo>
                    <a:pt x="1838" y="383"/>
                    <a:pt x="1838" y="383"/>
                    <a:pt x="1838" y="383"/>
                  </a:cubicBezTo>
                  <a:cubicBezTo>
                    <a:pt x="1838" y="383"/>
                    <a:pt x="1838" y="383"/>
                    <a:pt x="1838" y="383"/>
                  </a:cubicBezTo>
                  <a:cubicBezTo>
                    <a:pt x="1830" y="389"/>
                    <a:pt x="1830" y="389"/>
                    <a:pt x="1830" y="389"/>
                  </a:cubicBezTo>
                  <a:cubicBezTo>
                    <a:pt x="1830" y="389"/>
                    <a:pt x="1830" y="389"/>
                    <a:pt x="1830" y="389"/>
                  </a:cubicBezTo>
                  <a:cubicBezTo>
                    <a:pt x="1823" y="392"/>
                    <a:pt x="1823" y="392"/>
                    <a:pt x="1823" y="392"/>
                  </a:cubicBezTo>
                  <a:cubicBezTo>
                    <a:pt x="1823" y="392"/>
                    <a:pt x="1823" y="392"/>
                    <a:pt x="1823" y="392"/>
                  </a:cubicBezTo>
                  <a:cubicBezTo>
                    <a:pt x="1817" y="396"/>
                    <a:pt x="1817" y="396"/>
                    <a:pt x="1817" y="396"/>
                  </a:cubicBezTo>
                  <a:cubicBezTo>
                    <a:pt x="1817" y="396"/>
                    <a:pt x="1817" y="396"/>
                    <a:pt x="1817" y="396"/>
                  </a:cubicBezTo>
                  <a:cubicBezTo>
                    <a:pt x="1812" y="398"/>
                    <a:pt x="1812" y="398"/>
                    <a:pt x="1812" y="398"/>
                  </a:cubicBezTo>
                  <a:cubicBezTo>
                    <a:pt x="1812" y="398"/>
                    <a:pt x="1812" y="398"/>
                    <a:pt x="1812" y="398"/>
                  </a:cubicBezTo>
                  <a:cubicBezTo>
                    <a:pt x="1807" y="401"/>
                    <a:pt x="1807" y="401"/>
                    <a:pt x="1807" y="401"/>
                  </a:cubicBezTo>
                  <a:cubicBezTo>
                    <a:pt x="1807" y="401"/>
                    <a:pt x="1807" y="401"/>
                    <a:pt x="1807" y="401"/>
                  </a:cubicBezTo>
                  <a:cubicBezTo>
                    <a:pt x="1803" y="403"/>
                    <a:pt x="1803" y="403"/>
                    <a:pt x="1803" y="403"/>
                  </a:cubicBezTo>
                  <a:cubicBezTo>
                    <a:pt x="1803" y="403"/>
                    <a:pt x="1803" y="403"/>
                    <a:pt x="1803" y="403"/>
                  </a:cubicBezTo>
                  <a:cubicBezTo>
                    <a:pt x="1798" y="406"/>
                    <a:pt x="1798" y="406"/>
                    <a:pt x="1798" y="406"/>
                  </a:cubicBezTo>
                  <a:cubicBezTo>
                    <a:pt x="1798" y="406"/>
                    <a:pt x="1798" y="406"/>
                    <a:pt x="1798" y="406"/>
                  </a:cubicBezTo>
                  <a:cubicBezTo>
                    <a:pt x="1792" y="407"/>
                    <a:pt x="1792" y="407"/>
                    <a:pt x="1792" y="407"/>
                  </a:cubicBezTo>
                  <a:cubicBezTo>
                    <a:pt x="1792" y="407"/>
                    <a:pt x="1792" y="407"/>
                    <a:pt x="1792" y="407"/>
                  </a:cubicBezTo>
                  <a:cubicBezTo>
                    <a:pt x="1786" y="407"/>
                    <a:pt x="1786" y="407"/>
                    <a:pt x="1786" y="407"/>
                  </a:cubicBezTo>
                  <a:cubicBezTo>
                    <a:pt x="1786" y="407"/>
                    <a:pt x="1786" y="407"/>
                    <a:pt x="1786" y="407"/>
                  </a:cubicBezTo>
                  <a:cubicBezTo>
                    <a:pt x="1781" y="405"/>
                    <a:pt x="1781" y="405"/>
                    <a:pt x="1781" y="405"/>
                  </a:cubicBezTo>
                  <a:cubicBezTo>
                    <a:pt x="1781" y="405"/>
                    <a:pt x="1781" y="405"/>
                    <a:pt x="1781" y="405"/>
                  </a:cubicBezTo>
                  <a:cubicBezTo>
                    <a:pt x="1777" y="406"/>
                    <a:pt x="1777" y="406"/>
                    <a:pt x="1777" y="406"/>
                  </a:cubicBezTo>
                  <a:cubicBezTo>
                    <a:pt x="1777" y="406"/>
                    <a:pt x="1777" y="406"/>
                    <a:pt x="1777" y="406"/>
                  </a:cubicBezTo>
                  <a:cubicBezTo>
                    <a:pt x="1774" y="406"/>
                    <a:pt x="1774" y="406"/>
                    <a:pt x="1774" y="406"/>
                  </a:cubicBezTo>
                  <a:cubicBezTo>
                    <a:pt x="1774" y="406"/>
                    <a:pt x="1774" y="406"/>
                    <a:pt x="1774" y="406"/>
                  </a:cubicBezTo>
                  <a:cubicBezTo>
                    <a:pt x="1772" y="406"/>
                    <a:pt x="1772" y="406"/>
                    <a:pt x="1772" y="406"/>
                  </a:cubicBezTo>
                  <a:cubicBezTo>
                    <a:pt x="1772" y="406"/>
                    <a:pt x="1772" y="406"/>
                    <a:pt x="1772" y="406"/>
                  </a:cubicBezTo>
                  <a:cubicBezTo>
                    <a:pt x="1770" y="405"/>
                    <a:pt x="1770" y="405"/>
                    <a:pt x="1770" y="405"/>
                  </a:cubicBezTo>
                  <a:cubicBezTo>
                    <a:pt x="1770" y="405"/>
                    <a:pt x="1770" y="405"/>
                    <a:pt x="1770" y="405"/>
                  </a:cubicBezTo>
                  <a:cubicBezTo>
                    <a:pt x="1767" y="405"/>
                    <a:pt x="1767" y="405"/>
                    <a:pt x="1767" y="405"/>
                  </a:cubicBezTo>
                  <a:cubicBezTo>
                    <a:pt x="1767" y="405"/>
                    <a:pt x="1767" y="405"/>
                    <a:pt x="1767" y="405"/>
                  </a:cubicBezTo>
                  <a:cubicBezTo>
                    <a:pt x="1765" y="403"/>
                    <a:pt x="1765" y="403"/>
                    <a:pt x="1765" y="403"/>
                  </a:cubicBezTo>
                  <a:cubicBezTo>
                    <a:pt x="1765" y="403"/>
                    <a:pt x="1765" y="403"/>
                    <a:pt x="1765" y="403"/>
                  </a:cubicBezTo>
                  <a:cubicBezTo>
                    <a:pt x="1763" y="402"/>
                    <a:pt x="1763" y="402"/>
                    <a:pt x="1763" y="402"/>
                  </a:cubicBezTo>
                  <a:cubicBezTo>
                    <a:pt x="1763" y="402"/>
                    <a:pt x="1763" y="402"/>
                    <a:pt x="1763" y="402"/>
                  </a:cubicBezTo>
                  <a:cubicBezTo>
                    <a:pt x="1761" y="399"/>
                    <a:pt x="1761" y="399"/>
                    <a:pt x="1761" y="399"/>
                  </a:cubicBezTo>
                  <a:cubicBezTo>
                    <a:pt x="1761" y="399"/>
                    <a:pt x="1761" y="399"/>
                    <a:pt x="1761" y="399"/>
                  </a:cubicBezTo>
                  <a:cubicBezTo>
                    <a:pt x="1760" y="396"/>
                    <a:pt x="1760" y="396"/>
                    <a:pt x="1760" y="396"/>
                  </a:cubicBezTo>
                  <a:cubicBezTo>
                    <a:pt x="1760" y="396"/>
                    <a:pt x="1760" y="396"/>
                    <a:pt x="1760" y="396"/>
                  </a:cubicBezTo>
                  <a:cubicBezTo>
                    <a:pt x="1763" y="394"/>
                    <a:pt x="1763" y="394"/>
                    <a:pt x="1763" y="394"/>
                  </a:cubicBezTo>
                  <a:cubicBezTo>
                    <a:pt x="1763" y="394"/>
                    <a:pt x="1763" y="394"/>
                    <a:pt x="1763" y="394"/>
                  </a:cubicBezTo>
                  <a:cubicBezTo>
                    <a:pt x="1815" y="376"/>
                    <a:pt x="1815" y="376"/>
                    <a:pt x="1815" y="376"/>
                  </a:cubicBezTo>
                  <a:cubicBezTo>
                    <a:pt x="1815" y="376"/>
                    <a:pt x="1815" y="376"/>
                    <a:pt x="1815" y="376"/>
                  </a:cubicBezTo>
                  <a:cubicBezTo>
                    <a:pt x="1815" y="377"/>
                    <a:pt x="1815" y="377"/>
                    <a:pt x="1815" y="377"/>
                  </a:cubicBezTo>
                  <a:cubicBezTo>
                    <a:pt x="1815" y="377"/>
                    <a:pt x="1815" y="377"/>
                    <a:pt x="1815" y="377"/>
                  </a:cubicBezTo>
                  <a:cubicBezTo>
                    <a:pt x="1816" y="377"/>
                    <a:pt x="1816" y="377"/>
                    <a:pt x="1816" y="377"/>
                  </a:cubicBezTo>
                  <a:cubicBezTo>
                    <a:pt x="1816" y="377"/>
                    <a:pt x="1816" y="377"/>
                    <a:pt x="1816" y="377"/>
                  </a:cubicBezTo>
                  <a:cubicBezTo>
                    <a:pt x="1817" y="377"/>
                    <a:pt x="1817" y="377"/>
                    <a:pt x="1817" y="377"/>
                  </a:cubicBezTo>
                  <a:cubicBezTo>
                    <a:pt x="1817" y="377"/>
                    <a:pt x="1817" y="377"/>
                    <a:pt x="1817" y="377"/>
                  </a:cubicBezTo>
                  <a:cubicBezTo>
                    <a:pt x="1818" y="377"/>
                    <a:pt x="1818" y="377"/>
                    <a:pt x="1818" y="377"/>
                  </a:cubicBezTo>
                  <a:cubicBezTo>
                    <a:pt x="1818" y="377"/>
                    <a:pt x="1818" y="377"/>
                    <a:pt x="1818" y="377"/>
                  </a:cubicBezTo>
                  <a:cubicBezTo>
                    <a:pt x="1819" y="377"/>
                    <a:pt x="1819" y="377"/>
                    <a:pt x="1819" y="377"/>
                  </a:cubicBezTo>
                  <a:cubicBezTo>
                    <a:pt x="1819" y="377"/>
                    <a:pt x="1819" y="377"/>
                    <a:pt x="1819" y="377"/>
                  </a:cubicBezTo>
                  <a:cubicBezTo>
                    <a:pt x="1821" y="376"/>
                    <a:pt x="1821" y="376"/>
                    <a:pt x="1821" y="376"/>
                  </a:cubicBezTo>
                  <a:cubicBezTo>
                    <a:pt x="1821" y="376"/>
                    <a:pt x="1821" y="376"/>
                    <a:pt x="1821" y="376"/>
                  </a:cubicBezTo>
                  <a:cubicBezTo>
                    <a:pt x="1822" y="375"/>
                    <a:pt x="1822" y="375"/>
                    <a:pt x="1822" y="375"/>
                  </a:cubicBezTo>
                  <a:cubicBezTo>
                    <a:pt x="1822" y="375"/>
                    <a:pt x="1822" y="375"/>
                    <a:pt x="1822" y="375"/>
                  </a:cubicBezTo>
                  <a:cubicBezTo>
                    <a:pt x="1824" y="374"/>
                    <a:pt x="1824" y="374"/>
                    <a:pt x="1824" y="374"/>
                  </a:cubicBezTo>
                  <a:cubicBezTo>
                    <a:pt x="1824" y="374"/>
                    <a:pt x="1824" y="374"/>
                    <a:pt x="1824" y="374"/>
                  </a:cubicBezTo>
                  <a:cubicBezTo>
                    <a:pt x="1824" y="374"/>
                    <a:pt x="1824" y="374"/>
                    <a:pt x="1824" y="374"/>
                  </a:cubicBezTo>
                  <a:cubicBezTo>
                    <a:pt x="1824" y="374"/>
                    <a:pt x="1824" y="374"/>
                    <a:pt x="1824" y="374"/>
                  </a:cubicBezTo>
                  <a:cubicBezTo>
                    <a:pt x="1825" y="373"/>
                    <a:pt x="1825" y="373"/>
                    <a:pt x="1825" y="373"/>
                  </a:cubicBezTo>
                  <a:cubicBezTo>
                    <a:pt x="1825" y="373"/>
                    <a:pt x="1825" y="373"/>
                    <a:pt x="1825" y="373"/>
                  </a:cubicBezTo>
                  <a:cubicBezTo>
                    <a:pt x="1826" y="373"/>
                    <a:pt x="1826" y="373"/>
                    <a:pt x="1826" y="373"/>
                  </a:cubicBezTo>
                  <a:cubicBezTo>
                    <a:pt x="1826" y="373"/>
                    <a:pt x="1826" y="373"/>
                    <a:pt x="1826" y="373"/>
                  </a:cubicBezTo>
                  <a:cubicBezTo>
                    <a:pt x="1828" y="372"/>
                    <a:pt x="1828" y="372"/>
                    <a:pt x="1828" y="372"/>
                  </a:cubicBezTo>
                  <a:cubicBezTo>
                    <a:pt x="1828" y="372"/>
                    <a:pt x="1828" y="372"/>
                    <a:pt x="1828" y="372"/>
                  </a:cubicBezTo>
                  <a:cubicBezTo>
                    <a:pt x="1829" y="372"/>
                    <a:pt x="1829" y="372"/>
                    <a:pt x="1829" y="372"/>
                  </a:cubicBezTo>
                  <a:cubicBezTo>
                    <a:pt x="1829" y="372"/>
                    <a:pt x="1829" y="372"/>
                    <a:pt x="1829" y="372"/>
                  </a:cubicBezTo>
                  <a:cubicBezTo>
                    <a:pt x="1831" y="371"/>
                    <a:pt x="1831" y="371"/>
                    <a:pt x="1831" y="371"/>
                  </a:cubicBezTo>
                  <a:cubicBezTo>
                    <a:pt x="1831" y="371"/>
                    <a:pt x="1831" y="371"/>
                    <a:pt x="1831" y="371"/>
                  </a:cubicBezTo>
                  <a:cubicBezTo>
                    <a:pt x="1833" y="371"/>
                    <a:pt x="1833" y="371"/>
                    <a:pt x="1833" y="371"/>
                  </a:cubicBezTo>
                  <a:cubicBezTo>
                    <a:pt x="1833" y="371"/>
                    <a:pt x="1833" y="371"/>
                    <a:pt x="1833" y="371"/>
                  </a:cubicBezTo>
                  <a:cubicBezTo>
                    <a:pt x="1835" y="369"/>
                    <a:pt x="1835" y="369"/>
                    <a:pt x="1835" y="369"/>
                  </a:cubicBezTo>
                  <a:cubicBezTo>
                    <a:pt x="1835" y="369"/>
                    <a:pt x="1835" y="369"/>
                    <a:pt x="1835" y="369"/>
                  </a:cubicBezTo>
                  <a:cubicBezTo>
                    <a:pt x="1836" y="368"/>
                    <a:pt x="1836" y="368"/>
                    <a:pt x="1836" y="368"/>
                  </a:cubicBezTo>
                  <a:cubicBezTo>
                    <a:pt x="1836" y="368"/>
                    <a:pt x="1836" y="368"/>
                    <a:pt x="1836" y="368"/>
                  </a:cubicBezTo>
                  <a:cubicBezTo>
                    <a:pt x="1840" y="367"/>
                    <a:pt x="1840" y="367"/>
                    <a:pt x="1840" y="367"/>
                  </a:cubicBezTo>
                  <a:cubicBezTo>
                    <a:pt x="1840" y="367"/>
                    <a:pt x="1840" y="367"/>
                    <a:pt x="1840" y="367"/>
                  </a:cubicBezTo>
                  <a:cubicBezTo>
                    <a:pt x="1843" y="365"/>
                    <a:pt x="1843" y="365"/>
                    <a:pt x="1843" y="365"/>
                  </a:cubicBezTo>
                  <a:cubicBezTo>
                    <a:pt x="1843" y="365"/>
                    <a:pt x="1843" y="365"/>
                    <a:pt x="1843" y="365"/>
                  </a:cubicBezTo>
                  <a:cubicBezTo>
                    <a:pt x="1846" y="363"/>
                    <a:pt x="1846" y="363"/>
                    <a:pt x="1846" y="363"/>
                  </a:cubicBezTo>
                  <a:cubicBezTo>
                    <a:pt x="1846" y="363"/>
                    <a:pt x="1846" y="363"/>
                    <a:pt x="1846" y="363"/>
                  </a:cubicBezTo>
                  <a:cubicBezTo>
                    <a:pt x="1848" y="361"/>
                    <a:pt x="1848" y="361"/>
                    <a:pt x="1848" y="361"/>
                  </a:cubicBezTo>
                  <a:cubicBezTo>
                    <a:pt x="1848" y="361"/>
                    <a:pt x="1848" y="361"/>
                    <a:pt x="1848" y="361"/>
                  </a:cubicBezTo>
                  <a:cubicBezTo>
                    <a:pt x="1851" y="359"/>
                    <a:pt x="1851" y="359"/>
                    <a:pt x="1851" y="359"/>
                  </a:cubicBezTo>
                  <a:cubicBezTo>
                    <a:pt x="1851" y="359"/>
                    <a:pt x="1851" y="359"/>
                    <a:pt x="1851" y="359"/>
                  </a:cubicBezTo>
                  <a:cubicBezTo>
                    <a:pt x="1854" y="356"/>
                    <a:pt x="1854" y="356"/>
                    <a:pt x="1854" y="356"/>
                  </a:cubicBezTo>
                  <a:cubicBezTo>
                    <a:pt x="1854" y="356"/>
                    <a:pt x="1854" y="356"/>
                    <a:pt x="1854" y="356"/>
                  </a:cubicBezTo>
                  <a:cubicBezTo>
                    <a:pt x="1857" y="353"/>
                    <a:pt x="1857" y="353"/>
                    <a:pt x="1857" y="353"/>
                  </a:cubicBezTo>
                  <a:cubicBezTo>
                    <a:pt x="1857" y="353"/>
                    <a:pt x="1857" y="353"/>
                    <a:pt x="1857" y="353"/>
                  </a:cubicBezTo>
                  <a:cubicBezTo>
                    <a:pt x="1858" y="351"/>
                    <a:pt x="1858" y="351"/>
                    <a:pt x="1858" y="351"/>
                  </a:cubicBezTo>
                  <a:cubicBezTo>
                    <a:pt x="1858" y="351"/>
                    <a:pt x="1858" y="351"/>
                    <a:pt x="1858" y="351"/>
                  </a:cubicBezTo>
                  <a:cubicBezTo>
                    <a:pt x="1862" y="348"/>
                    <a:pt x="1862" y="348"/>
                    <a:pt x="1862" y="348"/>
                  </a:cubicBezTo>
                  <a:cubicBezTo>
                    <a:pt x="1862" y="348"/>
                    <a:pt x="1862" y="348"/>
                    <a:pt x="1862" y="348"/>
                  </a:cubicBezTo>
                  <a:cubicBezTo>
                    <a:pt x="1863" y="346"/>
                    <a:pt x="1863" y="346"/>
                    <a:pt x="1863" y="346"/>
                  </a:cubicBezTo>
                  <a:cubicBezTo>
                    <a:pt x="1863" y="346"/>
                    <a:pt x="1863" y="346"/>
                    <a:pt x="1863" y="346"/>
                  </a:cubicBezTo>
                  <a:cubicBezTo>
                    <a:pt x="1866" y="343"/>
                    <a:pt x="1866" y="343"/>
                    <a:pt x="1866" y="343"/>
                  </a:cubicBezTo>
                  <a:cubicBezTo>
                    <a:pt x="1866" y="343"/>
                    <a:pt x="1866" y="343"/>
                    <a:pt x="1866" y="343"/>
                  </a:cubicBezTo>
                  <a:cubicBezTo>
                    <a:pt x="1867" y="341"/>
                    <a:pt x="1867" y="341"/>
                    <a:pt x="1867" y="341"/>
                  </a:cubicBezTo>
                  <a:cubicBezTo>
                    <a:pt x="1867" y="341"/>
                    <a:pt x="1867" y="341"/>
                    <a:pt x="1867" y="341"/>
                  </a:cubicBezTo>
                  <a:cubicBezTo>
                    <a:pt x="1870" y="338"/>
                    <a:pt x="1870" y="338"/>
                    <a:pt x="1870" y="338"/>
                  </a:cubicBezTo>
                  <a:cubicBezTo>
                    <a:pt x="1870" y="338"/>
                    <a:pt x="1870" y="338"/>
                    <a:pt x="1870" y="338"/>
                  </a:cubicBezTo>
                  <a:cubicBezTo>
                    <a:pt x="1873" y="337"/>
                    <a:pt x="1873" y="337"/>
                    <a:pt x="1873" y="337"/>
                  </a:cubicBezTo>
                  <a:cubicBezTo>
                    <a:pt x="1873" y="337"/>
                    <a:pt x="1873" y="337"/>
                    <a:pt x="1873" y="337"/>
                  </a:cubicBezTo>
                  <a:cubicBezTo>
                    <a:pt x="1877" y="335"/>
                    <a:pt x="1877" y="335"/>
                    <a:pt x="1877" y="335"/>
                  </a:cubicBezTo>
                  <a:cubicBezTo>
                    <a:pt x="1877" y="335"/>
                    <a:pt x="1877" y="335"/>
                    <a:pt x="1877" y="335"/>
                  </a:cubicBezTo>
                  <a:cubicBezTo>
                    <a:pt x="1877" y="334"/>
                    <a:pt x="1877" y="334"/>
                    <a:pt x="1877" y="334"/>
                  </a:cubicBezTo>
                  <a:cubicBezTo>
                    <a:pt x="1877" y="334"/>
                    <a:pt x="1877" y="334"/>
                    <a:pt x="1877" y="334"/>
                  </a:cubicBezTo>
                  <a:cubicBezTo>
                    <a:pt x="1877" y="332"/>
                    <a:pt x="1877" y="332"/>
                    <a:pt x="1877" y="332"/>
                  </a:cubicBezTo>
                  <a:cubicBezTo>
                    <a:pt x="1877" y="332"/>
                    <a:pt x="1877" y="332"/>
                    <a:pt x="1877" y="332"/>
                  </a:cubicBezTo>
                  <a:cubicBezTo>
                    <a:pt x="1877" y="330"/>
                    <a:pt x="1877" y="330"/>
                    <a:pt x="1877" y="330"/>
                  </a:cubicBezTo>
                  <a:cubicBezTo>
                    <a:pt x="1877" y="330"/>
                    <a:pt x="1877" y="330"/>
                    <a:pt x="1877" y="330"/>
                  </a:cubicBezTo>
                  <a:cubicBezTo>
                    <a:pt x="1877" y="327"/>
                    <a:pt x="1877" y="327"/>
                    <a:pt x="1877" y="327"/>
                  </a:cubicBezTo>
                  <a:cubicBezTo>
                    <a:pt x="1877" y="327"/>
                    <a:pt x="1877" y="327"/>
                    <a:pt x="1877" y="327"/>
                  </a:cubicBezTo>
                  <a:cubicBezTo>
                    <a:pt x="1876" y="325"/>
                    <a:pt x="1876" y="325"/>
                    <a:pt x="1876" y="325"/>
                  </a:cubicBezTo>
                  <a:cubicBezTo>
                    <a:pt x="1876" y="325"/>
                    <a:pt x="1876" y="325"/>
                    <a:pt x="1876" y="325"/>
                  </a:cubicBezTo>
                  <a:cubicBezTo>
                    <a:pt x="1876" y="323"/>
                    <a:pt x="1876" y="323"/>
                    <a:pt x="1876" y="323"/>
                  </a:cubicBezTo>
                  <a:cubicBezTo>
                    <a:pt x="1876" y="323"/>
                    <a:pt x="1876" y="323"/>
                    <a:pt x="1876" y="323"/>
                  </a:cubicBezTo>
                  <a:cubicBezTo>
                    <a:pt x="1876" y="321"/>
                    <a:pt x="1876" y="321"/>
                    <a:pt x="1876" y="321"/>
                  </a:cubicBezTo>
                  <a:cubicBezTo>
                    <a:pt x="1876" y="321"/>
                    <a:pt x="1876" y="321"/>
                    <a:pt x="1876" y="321"/>
                  </a:cubicBezTo>
                  <a:cubicBezTo>
                    <a:pt x="1877" y="318"/>
                    <a:pt x="1877" y="318"/>
                    <a:pt x="1877" y="318"/>
                  </a:cubicBezTo>
                  <a:cubicBezTo>
                    <a:pt x="1877" y="318"/>
                    <a:pt x="1877" y="318"/>
                    <a:pt x="1877" y="318"/>
                  </a:cubicBezTo>
                  <a:cubicBezTo>
                    <a:pt x="1897" y="294"/>
                    <a:pt x="1897" y="294"/>
                    <a:pt x="1897" y="294"/>
                  </a:cubicBezTo>
                  <a:cubicBezTo>
                    <a:pt x="1897" y="294"/>
                    <a:pt x="1897" y="294"/>
                    <a:pt x="1897" y="294"/>
                  </a:cubicBezTo>
                  <a:cubicBezTo>
                    <a:pt x="1897" y="294"/>
                    <a:pt x="1897" y="294"/>
                    <a:pt x="1897" y="294"/>
                  </a:cubicBezTo>
                  <a:cubicBezTo>
                    <a:pt x="1897" y="294"/>
                    <a:pt x="1897" y="294"/>
                    <a:pt x="1897" y="294"/>
                  </a:cubicBezTo>
                  <a:cubicBezTo>
                    <a:pt x="1898" y="294"/>
                    <a:pt x="1898" y="294"/>
                    <a:pt x="1898" y="294"/>
                  </a:cubicBezTo>
                  <a:cubicBezTo>
                    <a:pt x="1898" y="294"/>
                    <a:pt x="1898" y="294"/>
                    <a:pt x="1898" y="294"/>
                  </a:cubicBezTo>
                  <a:cubicBezTo>
                    <a:pt x="1900" y="294"/>
                    <a:pt x="1900" y="294"/>
                    <a:pt x="1900" y="294"/>
                  </a:cubicBezTo>
                  <a:cubicBezTo>
                    <a:pt x="1900" y="294"/>
                    <a:pt x="1900" y="294"/>
                    <a:pt x="1900" y="294"/>
                  </a:cubicBezTo>
                  <a:cubicBezTo>
                    <a:pt x="1900" y="293"/>
                    <a:pt x="1900" y="293"/>
                    <a:pt x="1900" y="293"/>
                  </a:cubicBezTo>
                  <a:cubicBezTo>
                    <a:pt x="1900" y="293"/>
                    <a:pt x="1900" y="293"/>
                    <a:pt x="1900" y="293"/>
                  </a:cubicBezTo>
                  <a:cubicBezTo>
                    <a:pt x="1901" y="293"/>
                    <a:pt x="1901" y="293"/>
                    <a:pt x="1901" y="293"/>
                  </a:cubicBezTo>
                  <a:cubicBezTo>
                    <a:pt x="1901" y="293"/>
                    <a:pt x="1901" y="293"/>
                    <a:pt x="1901" y="293"/>
                  </a:cubicBezTo>
                  <a:cubicBezTo>
                    <a:pt x="1902" y="293"/>
                    <a:pt x="1902" y="293"/>
                    <a:pt x="1902" y="293"/>
                  </a:cubicBezTo>
                  <a:cubicBezTo>
                    <a:pt x="1902" y="293"/>
                    <a:pt x="1902" y="293"/>
                    <a:pt x="1902" y="293"/>
                  </a:cubicBezTo>
                  <a:cubicBezTo>
                    <a:pt x="1904" y="292"/>
                    <a:pt x="1904" y="292"/>
                    <a:pt x="1904" y="292"/>
                  </a:cubicBezTo>
                  <a:cubicBezTo>
                    <a:pt x="1904" y="292"/>
                    <a:pt x="1904" y="292"/>
                    <a:pt x="1904" y="292"/>
                  </a:cubicBezTo>
                  <a:cubicBezTo>
                    <a:pt x="1906" y="291"/>
                    <a:pt x="1906" y="291"/>
                    <a:pt x="1906" y="291"/>
                  </a:cubicBezTo>
                  <a:cubicBezTo>
                    <a:pt x="1906" y="291"/>
                    <a:pt x="1906" y="291"/>
                    <a:pt x="1906" y="291"/>
                  </a:cubicBezTo>
                  <a:cubicBezTo>
                    <a:pt x="1918" y="275"/>
                    <a:pt x="1918" y="275"/>
                    <a:pt x="1918" y="275"/>
                  </a:cubicBezTo>
                  <a:cubicBezTo>
                    <a:pt x="1932" y="261"/>
                    <a:pt x="1932" y="261"/>
                    <a:pt x="1932" y="261"/>
                  </a:cubicBezTo>
                  <a:cubicBezTo>
                    <a:pt x="1932" y="261"/>
                    <a:pt x="1932" y="261"/>
                    <a:pt x="1932" y="261"/>
                  </a:cubicBezTo>
                  <a:cubicBezTo>
                    <a:pt x="1931" y="261"/>
                    <a:pt x="1931" y="261"/>
                    <a:pt x="1931" y="261"/>
                  </a:cubicBezTo>
                  <a:cubicBezTo>
                    <a:pt x="1931" y="261"/>
                    <a:pt x="1931" y="261"/>
                    <a:pt x="1931" y="261"/>
                  </a:cubicBezTo>
                  <a:cubicBezTo>
                    <a:pt x="1931" y="259"/>
                    <a:pt x="1931" y="259"/>
                    <a:pt x="1931" y="259"/>
                  </a:cubicBezTo>
                  <a:cubicBezTo>
                    <a:pt x="1931" y="259"/>
                    <a:pt x="1931" y="259"/>
                    <a:pt x="1931" y="259"/>
                  </a:cubicBezTo>
                  <a:cubicBezTo>
                    <a:pt x="1931" y="258"/>
                    <a:pt x="1931" y="258"/>
                    <a:pt x="1931" y="258"/>
                  </a:cubicBezTo>
                  <a:cubicBezTo>
                    <a:pt x="1931" y="258"/>
                    <a:pt x="1931" y="258"/>
                    <a:pt x="1931" y="258"/>
                  </a:cubicBezTo>
                  <a:cubicBezTo>
                    <a:pt x="1932" y="256"/>
                    <a:pt x="1932" y="256"/>
                    <a:pt x="1932" y="256"/>
                  </a:cubicBezTo>
                  <a:cubicBezTo>
                    <a:pt x="1932" y="256"/>
                    <a:pt x="1932" y="256"/>
                    <a:pt x="1932" y="256"/>
                  </a:cubicBezTo>
                  <a:cubicBezTo>
                    <a:pt x="1932" y="256"/>
                    <a:pt x="1932" y="256"/>
                    <a:pt x="1932" y="256"/>
                  </a:cubicBezTo>
                  <a:cubicBezTo>
                    <a:pt x="1932" y="256"/>
                    <a:pt x="1932" y="256"/>
                    <a:pt x="1932" y="256"/>
                  </a:cubicBezTo>
                  <a:cubicBezTo>
                    <a:pt x="1932" y="254"/>
                    <a:pt x="1932" y="254"/>
                    <a:pt x="1932" y="254"/>
                  </a:cubicBezTo>
                  <a:cubicBezTo>
                    <a:pt x="1932" y="254"/>
                    <a:pt x="1932" y="254"/>
                    <a:pt x="1932" y="254"/>
                  </a:cubicBezTo>
                  <a:cubicBezTo>
                    <a:pt x="1932" y="252"/>
                    <a:pt x="1932" y="252"/>
                    <a:pt x="1932" y="252"/>
                  </a:cubicBezTo>
                  <a:cubicBezTo>
                    <a:pt x="1932" y="252"/>
                    <a:pt x="1932" y="252"/>
                    <a:pt x="1932" y="252"/>
                  </a:cubicBezTo>
                  <a:cubicBezTo>
                    <a:pt x="1932" y="250"/>
                    <a:pt x="1932" y="250"/>
                    <a:pt x="1932" y="250"/>
                  </a:cubicBezTo>
                  <a:cubicBezTo>
                    <a:pt x="1932" y="250"/>
                    <a:pt x="1932" y="250"/>
                    <a:pt x="1932" y="250"/>
                  </a:cubicBezTo>
                  <a:cubicBezTo>
                    <a:pt x="1863" y="283"/>
                    <a:pt x="1863" y="283"/>
                    <a:pt x="1863" y="283"/>
                  </a:cubicBezTo>
                  <a:cubicBezTo>
                    <a:pt x="1838" y="288"/>
                    <a:pt x="1838" y="288"/>
                    <a:pt x="1838" y="288"/>
                  </a:cubicBezTo>
                  <a:cubicBezTo>
                    <a:pt x="1838" y="288"/>
                    <a:pt x="1838" y="288"/>
                    <a:pt x="1838" y="288"/>
                  </a:cubicBezTo>
                  <a:cubicBezTo>
                    <a:pt x="1836" y="288"/>
                    <a:pt x="1836" y="288"/>
                    <a:pt x="1836" y="288"/>
                  </a:cubicBezTo>
                  <a:cubicBezTo>
                    <a:pt x="1836" y="288"/>
                    <a:pt x="1836" y="288"/>
                    <a:pt x="1836" y="288"/>
                  </a:cubicBezTo>
                  <a:cubicBezTo>
                    <a:pt x="1836" y="288"/>
                    <a:pt x="1836" y="288"/>
                    <a:pt x="1836" y="288"/>
                  </a:cubicBezTo>
                  <a:cubicBezTo>
                    <a:pt x="1836" y="288"/>
                    <a:pt x="1836" y="288"/>
                    <a:pt x="1836" y="288"/>
                  </a:cubicBezTo>
                  <a:cubicBezTo>
                    <a:pt x="1834" y="288"/>
                    <a:pt x="1834" y="288"/>
                    <a:pt x="1834" y="288"/>
                  </a:cubicBezTo>
                  <a:cubicBezTo>
                    <a:pt x="1834" y="288"/>
                    <a:pt x="1834" y="288"/>
                    <a:pt x="1834" y="288"/>
                  </a:cubicBezTo>
                  <a:cubicBezTo>
                    <a:pt x="1834" y="287"/>
                    <a:pt x="1834" y="287"/>
                    <a:pt x="1834" y="287"/>
                  </a:cubicBezTo>
                  <a:cubicBezTo>
                    <a:pt x="1834" y="287"/>
                    <a:pt x="1834" y="287"/>
                    <a:pt x="1834" y="287"/>
                  </a:cubicBezTo>
                  <a:cubicBezTo>
                    <a:pt x="1833" y="287"/>
                    <a:pt x="1833" y="287"/>
                    <a:pt x="1833" y="287"/>
                  </a:cubicBezTo>
                  <a:cubicBezTo>
                    <a:pt x="1833" y="287"/>
                    <a:pt x="1833" y="287"/>
                    <a:pt x="1833" y="287"/>
                  </a:cubicBezTo>
                  <a:cubicBezTo>
                    <a:pt x="1832" y="286"/>
                    <a:pt x="1832" y="286"/>
                    <a:pt x="1832" y="286"/>
                  </a:cubicBezTo>
                  <a:cubicBezTo>
                    <a:pt x="1832" y="286"/>
                    <a:pt x="1832" y="286"/>
                    <a:pt x="1832" y="286"/>
                  </a:cubicBezTo>
                  <a:cubicBezTo>
                    <a:pt x="1832" y="285"/>
                    <a:pt x="1832" y="285"/>
                    <a:pt x="1832" y="285"/>
                  </a:cubicBezTo>
                  <a:cubicBezTo>
                    <a:pt x="1832" y="285"/>
                    <a:pt x="1832" y="285"/>
                    <a:pt x="1832" y="285"/>
                  </a:cubicBezTo>
                  <a:cubicBezTo>
                    <a:pt x="1832" y="283"/>
                    <a:pt x="1832" y="283"/>
                    <a:pt x="1832" y="283"/>
                  </a:cubicBezTo>
                  <a:cubicBezTo>
                    <a:pt x="1832" y="283"/>
                    <a:pt x="1832" y="283"/>
                    <a:pt x="1832" y="283"/>
                  </a:cubicBezTo>
                  <a:cubicBezTo>
                    <a:pt x="1834" y="277"/>
                    <a:pt x="1834" y="277"/>
                    <a:pt x="1834" y="277"/>
                  </a:cubicBezTo>
                  <a:cubicBezTo>
                    <a:pt x="1834" y="277"/>
                    <a:pt x="1834" y="277"/>
                    <a:pt x="1834" y="277"/>
                  </a:cubicBezTo>
                  <a:cubicBezTo>
                    <a:pt x="1864" y="262"/>
                    <a:pt x="1864" y="262"/>
                    <a:pt x="1864" y="262"/>
                  </a:cubicBezTo>
                  <a:cubicBezTo>
                    <a:pt x="1933" y="229"/>
                    <a:pt x="1933" y="229"/>
                    <a:pt x="1933" y="229"/>
                  </a:cubicBezTo>
                  <a:cubicBezTo>
                    <a:pt x="1933" y="229"/>
                    <a:pt x="1933" y="229"/>
                    <a:pt x="1933" y="229"/>
                  </a:cubicBezTo>
                  <a:cubicBezTo>
                    <a:pt x="1939" y="220"/>
                    <a:pt x="1939" y="220"/>
                    <a:pt x="1939" y="220"/>
                  </a:cubicBezTo>
                  <a:cubicBezTo>
                    <a:pt x="1939" y="220"/>
                    <a:pt x="1939" y="220"/>
                    <a:pt x="1939" y="220"/>
                  </a:cubicBezTo>
                  <a:cubicBezTo>
                    <a:pt x="1946" y="210"/>
                    <a:pt x="1946" y="210"/>
                    <a:pt x="1946" y="210"/>
                  </a:cubicBezTo>
                  <a:cubicBezTo>
                    <a:pt x="1946" y="210"/>
                    <a:pt x="1946" y="210"/>
                    <a:pt x="1946" y="210"/>
                  </a:cubicBezTo>
                  <a:cubicBezTo>
                    <a:pt x="1952" y="200"/>
                    <a:pt x="1952" y="200"/>
                    <a:pt x="1952" y="200"/>
                  </a:cubicBezTo>
                  <a:cubicBezTo>
                    <a:pt x="1952" y="200"/>
                    <a:pt x="1952" y="200"/>
                    <a:pt x="1952" y="200"/>
                  </a:cubicBezTo>
                  <a:cubicBezTo>
                    <a:pt x="1959" y="188"/>
                    <a:pt x="1959" y="188"/>
                    <a:pt x="1959" y="188"/>
                  </a:cubicBezTo>
                  <a:cubicBezTo>
                    <a:pt x="1959" y="188"/>
                    <a:pt x="1959" y="188"/>
                    <a:pt x="1959" y="188"/>
                  </a:cubicBezTo>
                  <a:cubicBezTo>
                    <a:pt x="1965" y="177"/>
                    <a:pt x="1965" y="177"/>
                    <a:pt x="1965" y="177"/>
                  </a:cubicBezTo>
                  <a:cubicBezTo>
                    <a:pt x="1965" y="177"/>
                    <a:pt x="1965" y="177"/>
                    <a:pt x="1965" y="177"/>
                  </a:cubicBezTo>
                  <a:cubicBezTo>
                    <a:pt x="1971" y="166"/>
                    <a:pt x="1971" y="166"/>
                    <a:pt x="1971" y="166"/>
                  </a:cubicBezTo>
                  <a:cubicBezTo>
                    <a:pt x="1971" y="166"/>
                    <a:pt x="1971" y="166"/>
                    <a:pt x="1971" y="166"/>
                  </a:cubicBezTo>
                  <a:cubicBezTo>
                    <a:pt x="1977" y="156"/>
                    <a:pt x="1977" y="156"/>
                    <a:pt x="1977" y="156"/>
                  </a:cubicBezTo>
                  <a:cubicBezTo>
                    <a:pt x="1977" y="156"/>
                    <a:pt x="1977" y="156"/>
                    <a:pt x="1977" y="156"/>
                  </a:cubicBezTo>
                  <a:cubicBezTo>
                    <a:pt x="1984" y="144"/>
                    <a:pt x="1984" y="144"/>
                    <a:pt x="1984" y="144"/>
                  </a:cubicBezTo>
                  <a:cubicBezTo>
                    <a:pt x="1984" y="144"/>
                    <a:pt x="1984" y="144"/>
                    <a:pt x="1984" y="144"/>
                  </a:cubicBezTo>
                  <a:cubicBezTo>
                    <a:pt x="1996" y="117"/>
                    <a:pt x="1996" y="117"/>
                    <a:pt x="1996" y="117"/>
                  </a:cubicBezTo>
                  <a:cubicBezTo>
                    <a:pt x="1996" y="117"/>
                    <a:pt x="1996" y="117"/>
                    <a:pt x="1996" y="117"/>
                  </a:cubicBezTo>
                  <a:cubicBezTo>
                    <a:pt x="1995" y="117"/>
                    <a:pt x="1995" y="117"/>
                    <a:pt x="1995" y="117"/>
                  </a:cubicBezTo>
                  <a:cubicBezTo>
                    <a:pt x="1995" y="117"/>
                    <a:pt x="1995" y="117"/>
                    <a:pt x="1995" y="117"/>
                  </a:cubicBezTo>
                  <a:cubicBezTo>
                    <a:pt x="1994" y="117"/>
                    <a:pt x="1994" y="117"/>
                    <a:pt x="1994" y="117"/>
                  </a:cubicBezTo>
                  <a:cubicBezTo>
                    <a:pt x="1994" y="117"/>
                    <a:pt x="1994" y="117"/>
                    <a:pt x="1994" y="117"/>
                  </a:cubicBezTo>
                  <a:cubicBezTo>
                    <a:pt x="1993" y="116"/>
                    <a:pt x="1993" y="116"/>
                    <a:pt x="1993" y="116"/>
                  </a:cubicBezTo>
                  <a:cubicBezTo>
                    <a:pt x="1993" y="116"/>
                    <a:pt x="1993" y="116"/>
                    <a:pt x="1993" y="116"/>
                  </a:cubicBezTo>
                  <a:cubicBezTo>
                    <a:pt x="1993" y="115"/>
                    <a:pt x="1993" y="115"/>
                    <a:pt x="1993" y="115"/>
                  </a:cubicBezTo>
                  <a:cubicBezTo>
                    <a:pt x="1993" y="115"/>
                    <a:pt x="1993" y="115"/>
                    <a:pt x="1993" y="115"/>
                  </a:cubicBezTo>
                  <a:cubicBezTo>
                    <a:pt x="1992" y="114"/>
                    <a:pt x="1992" y="114"/>
                    <a:pt x="1992" y="114"/>
                  </a:cubicBezTo>
                  <a:cubicBezTo>
                    <a:pt x="1992" y="114"/>
                    <a:pt x="1992" y="114"/>
                    <a:pt x="1992" y="114"/>
                  </a:cubicBezTo>
                  <a:cubicBezTo>
                    <a:pt x="1992" y="114"/>
                    <a:pt x="1992" y="114"/>
                    <a:pt x="1992" y="114"/>
                  </a:cubicBezTo>
                  <a:cubicBezTo>
                    <a:pt x="1992" y="114"/>
                    <a:pt x="1992" y="114"/>
                    <a:pt x="1992" y="114"/>
                  </a:cubicBezTo>
                  <a:cubicBezTo>
                    <a:pt x="1991" y="113"/>
                    <a:pt x="1991" y="113"/>
                    <a:pt x="1991" y="113"/>
                  </a:cubicBezTo>
                  <a:cubicBezTo>
                    <a:pt x="1991" y="113"/>
                    <a:pt x="1991" y="113"/>
                    <a:pt x="1991" y="113"/>
                  </a:cubicBezTo>
                  <a:cubicBezTo>
                    <a:pt x="1991" y="111"/>
                    <a:pt x="1991" y="111"/>
                    <a:pt x="1991" y="111"/>
                  </a:cubicBezTo>
                  <a:cubicBezTo>
                    <a:pt x="1991" y="111"/>
                    <a:pt x="1991" y="111"/>
                    <a:pt x="1991" y="111"/>
                  </a:cubicBezTo>
                  <a:cubicBezTo>
                    <a:pt x="1985" y="111"/>
                    <a:pt x="1985" y="111"/>
                    <a:pt x="1985" y="111"/>
                  </a:cubicBezTo>
                  <a:cubicBezTo>
                    <a:pt x="1985" y="111"/>
                    <a:pt x="1985" y="111"/>
                    <a:pt x="1985" y="111"/>
                  </a:cubicBezTo>
                  <a:cubicBezTo>
                    <a:pt x="1980" y="112"/>
                    <a:pt x="1980" y="112"/>
                    <a:pt x="1980" y="112"/>
                  </a:cubicBezTo>
                  <a:cubicBezTo>
                    <a:pt x="1980" y="112"/>
                    <a:pt x="1980" y="112"/>
                    <a:pt x="1980" y="112"/>
                  </a:cubicBezTo>
                  <a:cubicBezTo>
                    <a:pt x="1975" y="114"/>
                    <a:pt x="1975" y="114"/>
                    <a:pt x="1975" y="114"/>
                  </a:cubicBezTo>
                  <a:cubicBezTo>
                    <a:pt x="1975" y="114"/>
                    <a:pt x="1975" y="114"/>
                    <a:pt x="1975" y="114"/>
                  </a:cubicBezTo>
                  <a:cubicBezTo>
                    <a:pt x="1971" y="114"/>
                    <a:pt x="1971" y="114"/>
                    <a:pt x="1971" y="114"/>
                  </a:cubicBezTo>
                  <a:cubicBezTo>
                    <a:pt x="1971" y="114"/>
                    <a:pt x="1971" y="114"/>
                    <a:pt x="1971" y="114"/>
                  </a:cubicBezTo>
                  <a:cubicBezTo>
                    <a:pt x="1967" y="118"/>
                    <a:pt x="1967" y="118"/>
                    <a:pt x="1967" y="118"/>
                  </a:cubicBezTo>
                  <a:cubicBezTo>
                    <a:pt x="1967" y="118"/>
                    <a:pt x="1967" y="118"/>
                    <a:pt x="1967" y="118"/>
                  </a:cubicBezTo>
                  <a:cubicBezTo>
                    <a:pt x="1962" y="121"/>
                    <a:pt x="1962" y="121"/>
                    <a:pt x="1962" y="121"/>
                  </a:cubicBezTo>
                  <a:cubicBezTo>
                    <a:pt x="1962" y="121"/>
                    <a:pt x="1962" y="121"/>
                    <a:pt x="1962" y="121"/>
                  </a:cubicBezTo>
                  <a:cubicBezTo>
                    <a:pt x="1958" y="124"/>
                    <a:pt x="1958" y="124"/>
                    <a:pt x="1958" y="124"/>
                  </a:cubicBezTo>
                  <a:cubicBezTo>
                    <a:pt x="1958" y="124"/>
                    <a:pt x="1958" y="124"/>
                    <a:pt x="1958" y="124"/>
                  </a:cubicBezTo>
                  <a:cubicBezTo>
                    <a:pt x="1954" y="126"/>
                    <a:pt x="1954" y="126"/>
                    <a:pt x="1954" y="126"/>
                  </a:cubicBezTo>
                  <a:cubicBezTo>
                    <a:pt x="1952" y="128"/>
                    <a:pt x="1952" y="128"/>
                    <a:pt x="1952" y="128"/>
                  </a:cubicBezTo>
                  <a:cubicBezTo>
                    <a:pt x="1933" y="141"/>
                    <a:pt x="1933" y="141"/>
                    <a:pt x="1933" y="141"/>
                  </a:cubicBezTo>
                  <a:cubicBezTo>
                    <a:pt x="1933" y="141"/>
                    <a:pt x="1933" y="141"/>
                    <a:pt x="1933" y="141"/>
                  </a:cubicBezTo>
                  <a:cubicBezTo>
                    <a:pt x="1933" y="146"/>
                    <a:pt x="1933" y="146"/>
                    <a:pt x="1933" y="146"/>
                  </a:cubicBezTo>
                  <a:cubicBezTo>
                    <a:pt x="1933" y="146"/>
                    <a:pt x="1933" y="146"/>
                    <a:pt x="1933" y="146"/>
                  </a:cubicBezTo>
                  <a:cubicBezTo>
                    <a:pt x="1933" y="147"/>
                    <a:pt x="1933" y="147"/>
                    <a:pt x="1933" y="147"/>
                  </a:cubicBezTo>
                  <a:cubicBezTo>
                    <a:pt x="1933" y="147"/>
                    <a:pt x="1933" y="147"/>
                    <a:pt x="1933" y="147"/>
                  </a:cubicBezTo>
                  <a:cubicBezTo>
                    <a:pt x="1934" y="147"/>
                    <a:pt x="1934" y="147"/>
                    <a:pt x="1934" y="147"/>
                  </a:cubicBezTo>
                  <a:cubicBezTo>
                    <a:pt x="1934" y="147"/>
                    <a:pt x="1934" y="147"/>
                    <a:pt x="1934" y="147"/>
                  </a:cubicBezTo>
                  <a:cubicBezTo>
                    <a:pt x="1934" y="148"/>
                    <a:pt x="1934" y="148"/>
                    <a:pt x="1934" y="148"/>
                  </a:cubicBezTo>
                  <a:cubicBezTo>
                    <a:pt x="1934" y="148"/>
                    <a:pt x="1934" y="148"/>
                    <a:pt x="1934" y="148"/>
                  </a:cubicBezTo>
                  <a:cubicBezTo>
                    <a:pt x="1935" y="148"/>
                    <a:pt x="1935" y="148"/>
                    <a:pt x="1935" y="148"/>
                  </a:cubicBezTo>
                  <a:cubicBezTo>
                    <a:pt x="1935" y="148"/>
                    <a:pt x="1935" y="148"/>
                    <a:pt x="1935" y="148"/>
                  </a:cubicBezTo>
                  <a:cubicBezTo>
                    <a:pt x="1935" y="149"/>
                    <a:pt x="1935" y="149"/>
                    <a:pt x="1935" y="149"/>
                  </a:cubicBezTo>
                  <a:cubicBezTo>
                    <a:pt x="1935" y="149"/>
                    <a:pt x="1935" y="149"/>
                    <a:pt x="1935" y="149"/>
                  </a:cubicBezTo>
                  <a:cubicBezTo>
                    <a:pt x="1935" y="150"/>
                    <a:pt x="1935" y="150"/>
                    <a:pt x="1935" y="150"/>
                  </a:cubicBezTo>
                  <a:cubicBezTo>
                    <a:pt x="1935" y="150"/>
                    <a:pt x="1935" y="150"/>
                    <a:pt x="1935" y="150"/>
                  </a:cubicBezTo>
                  <a:cubicBezTo>
                    <a:pt x="1936" y="150"/>
                    <a:pt x="1936" y="150"/>
                    <a:pt x="1936" y="150"/>
                  </a:cubicBezTo>
                  <a:cubicBezTo>
                    <a:pt x="1936" y="150"/>
                    <a:pt x="1936" y="150"/>
                    <a:pt x="1936" y="150"/>
                  </a:cubicBezTo>
                  <a:cubicBezTo>
                    <a:pt x="1938" y="150"/>
                    <a:pt x="1938" y="150"/>
                    <a:pt x="1938" y="150"/>
                  </a:cubicBezTo>
                  <a:cubicBezTo>
                    <a:pt x="1938" y="150"/>
                    <a:pt x="1938" y="150"/>
                    <a:pt x="1938" y="150"/>
                  </a:cubicBezTo>
                  <a:cubicBezTo>
                    <a:pt x="1940" y="155"/>
                    <a:pt x="1940" y="155"/>
                    <a:pt x="1940" y="155"/>
                  </a:cubicBezTo>
                  <a:cubicBezTo>
                    <a:pt x="1940" y="155"/>
                    <a:pt x="1940" y="155"/>
                    <a:pt x="1940" y="155"/>
                  </a:cubicBezTo>
                  <a:cubicBezTo>
                    <a:pt x="1943" y="159"/>
                    <a:pt x="1943" y="159"/>
                    <a:pt x="1943" y="159"/>
                  </a:cubicBezTo>
                  <a:cubicBezTo>
                    <a:pt x="1943" y="159"/>
                    <a:pt x="1943" y="159"/>
                    <a:pt x="1943" y="159"/>
                  </a:cubicBezTo>
                  <a:cubicBezTo>
                    <a:pt x="1944" y="164"/>
                    <a:pt x="1944" y="164"/>
                    <a:pt x="1944" y="164"/>
                  </a:cubicBezTo>
                  <a:cubicBezTo>
                    <a:pt x="1944" y="164"/>
                    <a:pt x="1944" y="164"/>
                    <a:pt x="1944" y="164"/>
                  </a:cubicBezTo>
                  <a:cubicBezTo>
                    <a:pt x="1944" y="168"/>
                    <a:pt x="1944" y="168"/>
                    <a:pt x="1944" y="168"/>
                  </a:cubicBezTo>
                  <a:cubicBezTo>
                    <a:pt x="1944" y="168"/>
                    <a:pt x="1944" y="168"/>
                    <a:pt x="1944" y="168"/>
                  </a:cubicBezTo>
                  <a:cubicBezTo>
                    <a:pt x="1943" y="173"/>
                    <a:pt x="1943" y="173"/>
                    <a:pt x="1943" y="173"/>
                  </a:cubicBezTo>
                  <a:cubicBezTo>
                    <a:pt x="1943" y="173"/>
                    <a:pt x="1943" y="173"/>
                    <a:pt x="1943" y="173"/>
                  </a:cubicBezTo>
                  <a:cubicBezTo>
                    <a:pt x="1942" y="178"/>
                    <a:pt x="1942" y="178"/>
                    <a:pt x="1942" y="178"/>
                  </a:cubicBezTo>
                  <a:cubicBezTo>
                    <a:pt x="1942" y="178"/>
                    <a:pt x="1942" y="178"/>
                    <a:pt x="1942" y="178"/>
                  </a:cubicBezTo>
                  <a:cubicBezTo>
                    <a:pt x="1939" y="183"/>
                    <a:pt x="1939" y="183"/>
                    <a:pt x="1939" y="183"/>
                  </a:cubicBezTo>
                  <a:cubicBezTo>
                    <a:pt x="1939" y="183"/>
                    <a:pt x="1939" y="183"/>
                    <a:pt x="1939" y="183"/>
                  </a:cubicBezTo>
                  <a:cubicBezTo>
                    <a:pt x="1938" y="187"/>
                    <a:pt x="1938" y="187"/>
                    <a:pt x="1938" y="187"/>
                  </a:cubicBezTo>
                  <a:cubicBezTo>
                    <a:pt x="1938" y="187"/>
                    <a:pt x="1938" y="187"/>
                    <a:pt x="1938" y="187"/>
                  </a:cubicBezTo>
                  <a:cubicBezTo>
                    <a:pt x="1907" y="222"/>
                    <a:pt x="1907" y="222"/>
                    <a:pt x="1907" y="222"/>
                  </a:cubicBezTo>
                  <a:cubicBezTo>
                    <a:pt x="1907" y="222"/>
                    <a:pt x="1907" y="222"/>
                    <a:pt x="1907" y="222"/>
                  </a:cubicBezTo>
                  <a:cubicBezTo>
                    <a:pt x="1904" y="225"/>
                    <a:pt x="1904" y="225"/>
                    <a:pt x="1904" y="225"/>
                  </a:cubicBezTo>
                  <a:cubicBezTo>
                    <a:pt x="1904" y="225"/>
                    <a:pt x="1904" y="225"/>
                    <a:pt x="1904" y="225"/>
                  </a:cubicBezTo>
                  <a:cubicBezTo>
                    <a:pt x="1900" y="221"/>
                    <a:pt x="1900" y="221"/>
                    <a:pt x="1900" y="221"/>
                  </a:cubicBezTo>
                  <a:cubicBezTo>
                    <a:pt x="1900" y="221"/>
                    <a:pt x="1900" y="221"/>
                    <a:pt x="1900" y="221"/>
                  </a:cubicBezTo>
                  <a:cubicBezTo>
                    <a:pt x="1913" y="197"/>
                    <a:pt x="1913" y="197"/>
                    <a:pt x="1913" y="197"/>
                  </a:cubicBezTo>
                  <a:cubicBezTo>
                    <a:pt x="1913" y="197"/>
                    <a:pt x="1913" y="197"/>
                    <a:pt x="1913" y="197"/>
                  </a:cubicBezTo>
                  <a:cubicBezTo>
                    <a:pt x="1910" y="197"/>
                    <a:pt x="1910" y="197"/>
                    <a:pt x="1910" y="197"/>
                  </a:cubicBezTo>
                  <a:cubicBezTo>
                    <a:pt x="1910" y="197"/>
                    <a:pt x="1910" y="197"/>
                    <a:pt x="1910" y="197"/>
                  </a:cubicBezTo>
                  <a:cubicBezTo>
                    <a:pt x="1908" y="196"/>
                    <a:pt x="1908" y="196"/>
                    <a:pt x="1908" y="196"/>
                  </a:cubicBezTo>
                  <a:cubicBezTo>
                    <a:pt x="1908" y="196"/>
                    <a:pt x="1908" y="196"/>
                    <a:pt x="1908" y="196"/>
                  </a:cubicBezTo>
                  <a:cubicBezTo>
                    <a:pt x="1906" y="196"/>
                    <a:pt x="1906" y="196"/>
                    <a:pt x="1906" y="196"/>
                  </a:cubicBezTo>
                  <a:cubicBezTo>
                    <a:pt x="1906" y="196"/>
                    <a:pt x="1906" y="196"/>
                    <a:pt x="1906" y="196"/>
                  </a:cubicBezTo>
                  <a:cubicBezTo>
                    <a:pt x="1904" y="195"/>
                    <a:pt x="1904" y="195"/>
                    <a:pt x="1904" y="195"/>
                  </a:cubicBezTo>
                  <a:cubicBezTo>
                    <a:pt x="1904" y="195"/>
                    <a:pt x="1904" y="195"/>
                    <a:pt x="1904" y="195"/>
                  </a:cubicBezTo>
                  <a:cubicBezTo>
                    <a:pt x="1900" y="196"/>
                    <a:pt x="1900" y="196"/>
                    <a:pt x="1900" y="196"/>
                  </a:cubicBezTo>
                  <a:cubicBezTo>
                    <a:pt x="1900" y="196"/>
                    <a:pt x="1900" y="196"/>
                    <a:pt x="1900" y="196"/>
                  </a:cubicBezTo>
                  <a:cubicBezTo>
                    <a:pt x="1898" y="196"/>
                    <a:pt x="1898" y="196"/>
                    <a:pt x="1898" y="196"/>
                  </a:cubicBezTo>
                  <a:cubicBezTo>
                    <a:pt x="1898" y="196"/>
                    <a:pt x="1898" y="196"/>
                    <a:pt x="1898" y="196"/>
                  </a:cubicBezTo>
                  <a:cubicBezTo>
                    <a:pt x="1896" y="196"/>
                    <a:pt x="1896" y="196"/>
                    <a:pt x="1896" y="196"/>
                  </a:cubicBezTo>
                  <a:cubicBezTo>
                    <a:pt x="1896" y="196"/>
                    <a:pt x="1896" y="196"/>
                    <a:pt x="1896" y="196"/>
                  </a:cubicBezTo>
                  <a:cubicBezTo>
                    <a:pt x="1894" y="196"/>
                    <a:pt x="1894" y="196"/>
                    <a:pt x="1894" y="196"/>
                  </a:cubicBezTo>
                  <a:cubicBezTo>
                    <a:pt x="1894" y="196"/>
                    <a:pt x="1894" y="196"/>
                    <a:pt x="1894" y="196"/>
                  </a:cubicBezTo>
                  <a:cubicBezTo>
                    <a:pt x="1869" y="229"/>
                    <a:pt x="1869" y="229"/>
                    <a:pt x="1869" y="229"/>
                  </a:cubicBezTo>
                  <a:cubicBezTo>
                    <a:pt x="1869" y="229"/>
                    <a:pt x="1869" y="229"/>
                    <a:pt x="1869" y="229"/>
                  </a:cubicBezTo>
                  <a:cubicBezTo>
                    <a:pt x="1864" y="229"/>
                    <a:pt x="1864" y="229"/>
                    <a:pt x="1864" y="229"/>
                  </a:cubicBezTo>
                  <a:cubicBezTo>
                    <a:pt x="1864" y="229"/>
                    <a:pt x="1864" y="229"/>
                    <a:pt x="1864" y="229"/>
                  </a:cubicBezTo>
                  <a:cubicBezTo>
                    <a:pt x="1862" y="228"/>
                    <a:pt x="1862" y="228"/>
                    <a:pt x="1862" y="228"/>
                  </a:cubicBezTo>
                  <a:cubicBezTo>
                    <a:pt x="1862" y="228"/>
                    <a:pt x="1862" y="228"/>
                    <a:pt x="1862" y="228"/>
                  </a:cubicBezTo>
                  <a:cubicBezTo>
                    <a:pt x="1863" y="225"/>
                    <a:pt x="1863" y="225"/>
                    <a:pt x="1863" y="225"/>
                  </a:cubicBezTo>
                  <a:cubicBezTo>
                    <a:pt x="1863" y="225"/>
                    <a:pt x="1863" y="225"/>
                    <a:pt x="1863" y="225"/>
                  </a:cubicBezTo>
                  <a:cubicBezTo>
                    <a:pt x="1863" y="223"/>
                    <a:pt x="1863" y="223"/>
                    <a:pt x="1863" y="223"/>
                  </a:cubicBezTo>
                  <a:cubicBezTo>
                    <a:pt x="1863" y="223"/>
                    <a:pt x="1863" y="223"/>
                    <a:pt x="1863" y="223"/>
                  </a:cubicBezTo>
                  <a:cubicBezTo>
                    <a:pt x="1865" y="220"/>
                    <a:pt x="1865" y="220"/>
                    <a:pt x="1865" y="220"/>
                  </a:cubicBezTo>
                  <a:cubicBezTo>
                    <a:pt x="1865" y="220"/>
                    <a:pt x="1865" y="220"/>
                    <a:pt x="1865" y="220"/>
                  </a:cubicBezTo>
                  <a:cubicBezTo>
                    <a:pt x="1866" y="218"/>
                    <a:pt x="1866" y="218"/>
                    <a:pt x="1866" y="218"/>
                  </a:cubicBezTo>
                  <a:cubicBezTo>
                    <a:pt x="1866" y="218"/>
                    <a:pt x="1866" y="218"/>
                    <a:pt x="1866" y="218"/>
                  </a:cubicBezTo>
                  <a:cubicBezTo>
                    <a:pt x="1868" y="215"/>
                    <a:pt x="1868" y="215"/>
                    <a:pt x="1868" y="215"/>
                  </a:cubicBezTo>
                  <a:cubicBezTo>
                    <a:pt x="1868" y="215"/>
                    <a:pt x="1868" y="215"/>
                    <a:pt x="1868" y="215"/>
                  </a:cubicBezTo>
                  <a:cubicBezTo>
                    <a:pt x="1869" y="213"/>
                    <a:pt x="1869" y="213"/>
                    <a:pt x="1869" y="213"/>
                  </a:cubicBezTo>
                  <a:cubicBezTo>
                    <a:pt x="1869" y="213"/>
                    <a:pt x="1869" y="213"/>
                    <a:pt x="1869" y="213"/>
                  </a:cubicBezTo>
                  <a:cubicBezTo>
                    <a:pt x="1870" y="210"/>
                    <a:pt x="1870" y="210"/>
                    <a:pt x="1870" y="210"/>
                  </a:cubicBezTo>
                  <a:cubicBezTo>
                    <a:pt x="1870" y="210"/>
                    <a:pt x="1870" y="210"/>
                    <a:pt x="1870" y="210"/>
                  </a:cubicBezTo>
                  <a:cubicBezTo>
                    <a:pt x="1870" y="209"/>
                    <a:pt x="1870" y="209"/>
                    <a:pt x="1870" y="209"/>
                  </a:cubicBezTo>
                  <a:cubicBezTo>
                    <a:pt x="1870" y="209"/>
                    <a:pt x="1870" y="209"/>
                    <a:pt x="1870" y="209"/>
                  </a:cubicBezTo>
                  <a:cubicBezTo>
                    <a:pt x="1871" y="208"/>
                    <a:pt x="1871" y="208"/>
                    <a:pt x="1871" y="208"/>
                  </a:cubicBezTo>
                  <a:cubicBezTo>
                    <a:pt x="1871" y="208"/>
                    <a:pt x="1871" y="208"/>
                    <a:pt x="1871" y="208"/>
                  </a:cubicBezTo>
                  <a:cubicBezTo>
                    <a:pt x="1872" y="207"/>
                    <a:pt x="1872" y="207"/>
                    <a:pt x="1872" y="207"/>
                  </a:cubicBezTo>
                  <a:cubicBezTo>
                    <a:pt x="1872" y="207"/>
                    <a:pt x="1872" y="207"/>
                    <a:pt x="1872" y="207"/>
                  </a:cubicBezTo>
                  <a:cubicBezTo>
                    <a:pt x="1874" y="205"/>
                    <a:pt x="1874" y="205"/>
                    <a:pt x="1874" y="205"/>
                  </a:cubicBezTo>
                  <a:cubicBezTo>
                    <a:pt x="1874" y="205"/>
                    <a:pt x="1874" y="205"/>
                    <a:pt x="1874" y="205"/>
                  </a:cubicBezTo>
                  <a:cubicBezTo>
                    <a:pt x="1875" y="204"/>
                    <a:pt x="1875" y="204"/>
                    <a:pt x="1875" y="204"/>
                  </a:cubicBezTo>
                  <a:cubicBezTo>
                    <a:pt x="1875" y="204"/>
                    <a:pt x="1875" y="204"/>
                    <a:pt x="1875" y="204"/>
                  </a:cubicBezTo>
                  <a:cubicBezTo>
                    <a:pt x="1876" y="202"/>
                    <a:pt x="1876" y="202"/>
                    <a:pt x="1876" y="202"/>
                  </a:cubicBezTo>
                  <a:cubicBezTo>
                    <a:pt x="1876" y="202"/>
                    <a:pt x="1876" y="202"/>
                    <a:pt x="1876" y="202"/>
                  </a:cubicBezTo>
                  <a:cubicBezTo>
                    <a:pt x="1877" y="200"/>
                    <a:pt x="1877" y="200"/>
                    <a:pt x="1877" y="200"/>
                  </a:cubicBezTo>
                  <a:cubicBezTo>
                    <a:pt x="1877" y="200"/>
                    <a:pt x="1877" y="200"/>
                    <a:pt x="1877" y="200"/>
                  </a:cubicBezTo>
                  <a:cubicBezTo>
                    <a:pt x="1879" y="198"/>
                    <a:pt x="1879" y="198"/>
                    <a:pt x="1879" y="198"/>
                  </a:cubicBezTo>
                  <a:cubicBezTo>
                    <a:pt x="1879" y="198"/>
                    <a:pt x="1879" y="198"/>
                    <a:pt x="1879" y="198"/>
                  </a:cubicBezTo>
                  <a:cubicBezTo>
                    <a:pt x="1879" y="194"/>
                    <a:pt x="1879" y="194"/>
                    <a:pt x="1879" y="194"/>
                  </a:cubicBezTo>
                  <a:cubicBezTo>
                    <a:pt x="1879" y="194"/>
                    <a:pt x="1879" y="194"/>
                    <a:pt x="1879" y="194"/>
                  </a:cubicBezTo>
                  <a:cubicBezTo>
                    <a:pt x="1878" y="194"/>
                    <a:pt x="1878" y="194"/>
                    <a:pt x="1878" y="194"/>
                  </a:cubicBezTo>
                  <a:cubicBezTo>
                    <a:pt x="1878" y="194"/>
                    <a:pt x="1878" y="194"/>
                    <a:pt x="1878" y="194"/>
                  </a:cubicBezTo>
                  <a:cubicBezTo>
                    <a:pt x="1877" y="193"/>
                    <a:pt x="1877" y="193"/>
                    <a:pt x="1877" y="193"/>
                  </a:cubicBezTo>
                  <a:cubicBezTo>
                    <a:pt x="1877" y="193"/>
                    <a:pt x="1877" y="193"/>
                    <a:pt x="1877" y="193"/>
                  </a:cubicBezTo>
                  <a:cubicBezTo>
                    <a:pt x="1876" y="192"/>
                    <a:pt x="1876" y="192"/>
                    <a:pt x="1876" y="192"/>
                  </a:cubicBezTo>
                  <a:cubicBezTo>
                    <a:pt x="1876" y="192"/>
                    <a:pt x="1876" y="192"/>
                    <a:pt x="1876" y="192"/>
                  </a:cubicBezTo>
                  <a:cubicBezTo>
                    <a:pt x="1876" y="191"/>
                    <a:pt x="1876" y="191"/>
                    <a:pt x="1876" y="191"/>
                  </a:cubicBezTo>
                  <a:cubicBezTo>
                    <a:pt x="1876" y="191"/>
                    <a:pt x="1876" y="191"/>
                    <a:pt x="1876" y="191"/>
                  </a:cubicBezTo>
                  <a:cubicBezTo>
                    <a:pt x="1875" y="191"/>
                    <a:pt x="1875" y="191"/>
                    <a:pt x="1875" y="191"/>
                  </a:cubicBezTo>
                  <a:cubicBezTo>
                    <a:pt x="1875" y="191"/>
                    <a:pt x="1875" y="191"/>
                    <a:pt x="1875" y="191"/>
                  </a:cubicBezTo>
                  <a:cubicBezTo>
                    <a:pt x="1874" y="190"/>
                    <a:pt x="1874" y="190"/>
                    <a:pt x="1874" y="190"/>
                  </a:cubicBezTo>
                  <a:cubicBezTo>
                    <a:pt x="1874" y="190"/>
                    <a:pt x="1874" y="190"/>
                    <a:pt x="1874" y="190"/>
                  </a:cubicBezTo>
                  <a:cubicBezTo>
                    <a:pt x="1873" y="189"/>
                    <a:pt x="1873" y="189"/>
                    <a:pt x="1873" y="189"/>
                  </a:cubicBezTo>
                  <a:cubicBezTo>
                    <a:pt x="1873" y="189"/>
                    <a:pt x="1873" y="189"/>
                    <a:pt x="1873" y="189"/>
                  </a:cubicBezTo>
                  <a:cubicBezTo>
                    <a:pt x="1873" y="188"/>
                    <a:pt x="1873" y="188"/>
                    <a:pt x="1873" y="188"/>
                  </a:cubicBezTo>
                  <a:cubicBezTo>
                    <a:pt x="1873" y="188"/>
                    <a:pt x="1873" y="188"/>
                    <a:pt x="1873" y="188"/>
                  </a:cubicBezTo>
                  <a:cubicBezTo>
                    <a:pt x="1865" y="191"/>
                    <a:pt x="1865" y="191"/>
                    <a:pt x="1865" y="191"/>
                  </a:cubicBezTo>
                  <a:cubicBezTo>
                    <a:pt x="1865" y="191"/>
                    <a:pt x="1865" y="191"/>
                    <a:pt x="1865" y="191"/>
                  </a:cubicBezTo>
                  <a:cubicBezTo>
                    <a:pt x="1858" y="194"/>
                    <a:pt x="1858" y="194"/>
                    <a:pt x="1858" y="194"/>
                  </a:cubicBezTo>
                  <a:cubicBezTo>
                    <a:pt x="1858" y="194"/>
                    <a:pt x="1858" y="194"/>
                    <a:pt x="1858" y="194"/>
                  </a:cubicBezTo>
                  <a:cubicBezTo>
                    <a:pt x="1852" y="198"/>
                    <a:pt x="1852" y="198"/>
                    <a:pt x="1852" y="198"/>
                  </a:cubicBezTo>
                  <a:cubicBezTo>
                    <a:pt x="1852" y="198"/>
                    <a:pt x="1852" y="198"/>
                    <a:pt x="1852" y="198"/>
                  </a:cubicBezTo>
                  <a:cubicBezTo>
                    <a:pt x="1847" y="201"/>
                    <a:pt x="1847" y="201"/>
                    <a:pt x="1847" y="201"/>
                  </a:cubicBezTo>
                  <a:cubicBezTo>
                    <a:pt x="1847" y="201"/>
                    <a:pt x="1847" y="201"/>
                    <a:pt x="1847" y="201"/>
                  </a:cubicBezTo>
                  <a:cubicBezTo>
                    <a:pt x="1841" y="207"/>
                    <a:pt x="1841" y="207"/>
                    <a:pt x="1841" y="207"/>
                  </a:cubicBezTo>
                  <a:cubicBezTo>
                    <a:pt x="1841" y="207"/>
                    <a:pt x="1841" y="207"/>
                    <a:pt x="1841" y="207"/>
                  </a:cubicBezTo>
                  <a:cubicBezTo>
                    <a:pt x="1835" y="212"/>
                    <a:pt x="1835" y="212"/>
                    <a:pt x="1835" y="212"/>
                  </a:cubicBezTo>
                  <a:cubicBezTo>
                    <a:pt x="1835" y="212"/>
                    <a:pt x="1835" y="212"/>
                    <a:pt x="1835" y="212"/>
                  </a:cubicBezTo>
                  <a:cubicBezTo>
                    <a:pt x="1829" y="216"/>
                    <a:pt x="1829" y="216"/>
                    <a:pt x="1829" y="216"/>
                  </a:cubicBezTo>
                  <a:cubicBezTo>
                    <a:pt x="1829" y="216"/>
                    <a:pt x="1829" y="216"/>
                    <a:pt x="1829" y="216"/>
                  </a:cubicBezTo>
                  <a:cubicBezTo>
                    <a:pt x="1825" y="221"/>
                    <a:pt x="1825" y="221"/>
                    <a:pt x="1825" y="221"/>
                  </a:cubicBezTo>
                  <a:cubicBezTo>
                    <a:pt x="1825" y="221"/>
                    <a:pt x="1825" y="221"/>
                    <a:pt x="1825" y="221"/>
                  </a:cubicBezTo>
                  <a:cubicBezTo>
                    <a:pt x="1824" y="224"/>
                    <a:pt x="1824" y="224"/>
                    <a:pt x="1824" y="224"/>
                  </a:cubicBezTo>
                  <a:cubicBezTo>
                    <a:pt x="1824" y="224"/>
                    <a:pt x="1824" y="224"/>
                    <a:pt x="1824" y="224"/>
                  </a:cubicBezTo>
                  <a:cubicBezTo>
                    <a:pt x="1824" y="226"/>
                    <a:pt x="1824" y="226"/>
                    <a:pt x="1824" y="226"/>
                  </a:cubicBezTo>
                  <a:cubicBezTo>
                    <a:pt x="1824" y="226"/>
                    <a:pt x="1824" y="226"/>
                    <a:pt x="1824" y="226"/>
                  </a:cubicBezTo>
                  <a:cubicBezTo>
                    <a:pt x="1824" y="228"/>
                    <a:pt x="1824" y="228"/>
                    <a:pt x="1824" y="228"/>
                  </a:cubicBezTo>
                  <a:cubicBezTo>
                    <a:pt x="1824" y="228"/>
                    <a:pt x="1824" y="228"/>
                    <a:pt x="1824" y="228"/>
                  </a:cubicBezTo>
                  <a:cubicBezTo>
                    <a:pt x="1824" y="229"/>
                    <a:pt x="1824" y="229"/>
                    <a:pt x="1824" y="229"/>
                  </a:cubicBezTo>
                  <a:cubicBezTo>
                    <a:pt x="1824" y="229"/>
                    <a:pt x="1824" y="229"/>
                    <a:pt x="1824" y="229"/>
                  </a:cubicBezTo>
                  <a:cubicBezTo>
                    <a:pt x="1823" y="232"/>
                    <a:pt x="1823" y="232"/>
                    <a:pt x="1823" y="232"/>
                  </a:cubicBezTo>
                  <a:cubicBezTo>
                    <a:pt x="1823" y="232"/>
                    <a:pt x="1823" y="232"/>
                    <a:pt x="1823" y="232"/>
                  </a:cubicBezTo>
                  <a:cubicBezTo>
                    <a:pt x="1823" y="234"/>
                    <a:pt x="1823" y="234"/>
                    <a:pt x="1823" y="234"/>
                  </a:cubicBezTo>
                  <a:cubicBezTo>
                    <a:pt x="1823" y="234"/>
                    <a:pt x="1823" y="234"/>
                    <a:pt x="1823" y="234"/>
                  </a:cubicBezTo>
                  <a:cubicBezTo>
                    <a:pt x="1822" y="236"/>
                    <a:pt x="1822" y="236"/>
                    <a:pt x="1822" y="236"/>
                  </a:cubicBezTo>
                  <a:cubicBezTo>
                    <a:pt x="1822" y="236"/>
                    <a:pt x="1822" y="236"/>
                    <a:pt x="1822" y="236"/>
                  </a:cubicBezTo>
                  <a:cubicBezTo>
                    <a:pt x="1822" y="238"/>
                    <a:pt x="1822" y="238"/>
                    <a:pt x="1822" y="238"/>
                  </a:cubicBezTo>
                  <a:cubicBezTo>
                    <a:pt x="1822" y="238"/>
                    <a:pt x="1822" y="238"/>
                    <a:pt x="1822" y="238"/>
                  </a:cubicBezTo>
                  <a:cubicBezTo>
                    <a:pt x="1819" y="239"/>
                    <a:pt x="1819" y="239"/>
                    <a:pt x="1819" y="239"/>
                  </a:cubicBezTo>
                  <a:cubicBezTo>
                    <a:pt x="1819" y="239"/>
                    <a:pt x="1819" y="239"/>
                    <a:pt x="1819" y="239"/>
                  </a:cubicBezTo>
                  <a:cubicBezTo>
                    <a:pt x="1817" y="240"/>
                    <a:pt x="1817" y="240"/>
                    <a:pt x="1817" y="240"/>
                  </a:cubicBezTo>
                  <a:cubicBezTo>
                    <a:pt x="1817" y="240"/>
                    <a:pt x="1817" y="240"/>
                    <a:pt x="1817" y="240"/>
                  </a:cubicBezTo>
                  <a:cubicBezTo>
                    <a:pt x="1815" y="241"/>
                    <a:pt x="1815" y="241"/>
                    <a:pt x="1815" y="241"/>
                  </a:cubicBezTo>
                  <a:cubicBezTo>
                    <a:pt x="1815" y="241"/>
                    <a:pt x="1815" y="241"/>
                    <a:pt x="1815" y="241"/>
                  </a:cubicBezTo>
                  <a:cubicBezTo>
                    <a:pt x="1814" y="242"/>
                    <a:pt x="1814" y="242"/>
                    <a:pt x="1814" y="242"/>
                  </a:cubicBezTo>
                  <a:cubicBezTo>
                    <a:pt x="1814" y="242"/>
                    <a:pt x="1814" y="242"/>
                    <a:pt x="1814" y="242"/>
                  </a:cubicBezTo>
                  <a:cubicBezTo>
                    <a:pt x="1812" y="243"/>
                    <a:pt x="1812" y="243"/>
                    <a:pt x="1812" y="243"/>
                  </a:cubicBezTo>
                  <a:cubicBezTo>
                    <a:pt x="1812" y="243"/>
                    <a:pt x="1812" y="243"/>
                    <a:pt x="1812" y="243"/>
                  </a:cubicBezTo>
                  <a:cubicBezTo>
                    <a:pt x="1810" y="243"/>
                    <a:pt x="1810" y="243"/>
                    <a:pt x="1810" y="243"/>
                  </a:cubicBezTo>
                  <a:cubicBezTo>
                    <a:pt x="1810" y="243"/>
                    <a:pt x="1810" y="243"/>
                    <a:pt x="1810" y="243"/>
                  </a:cubicBezTo>
                  <a:cubicBezTo>
                    <a:pt x="1808" y="243"/>
                    <a:pt x="1808" y="243"/>
                    <a:pt x="1808" y="243"/>
                  </a:cubicBezTo>
                  <a:cubicBezTo>
                    <a:pt x="1808" y="243"/>
                    <a:pt x="1808" y="243"/>
                    <a:pt x="1808" y="243"/>
                  </a:cubicBezTo>
                  <a:cubicBezTo>
                    <a:pt x="1807" y="242"/>
                    <a:pt x="1807" y="242"/>
                    <a:pt x="1807" y="242"/>
                  </a:cubicBezTo>
                  <a:cubicBezTo>
                    <a:pt x="1807" y="242"/>
                    <a:pt x="1807" y="242"/>
                    <a:pt x="1807" y="242"/>
                  </a:cubicBezTo>
                  <a:cubicBezTo>
                    <a:pt x="1804" y="235"/>
                    <a:pt x="1804" y="235"/>
                    <a:pt x="1804" y="235"/>
                  </a:cubicBezTo>
                  <a:cubicBezTo>
                    <a:pt x="1804" y="235"/>
                    <a:pt x="1804" y="235"/>
                    <a:pt x="1804" y="235"/>
                  </a:cubicBezTo>
                  <a:cubicBezTo>
                    <a:pt x="1800" y="227"/>
                    <a:pt x="1800" y="227"/>
                    <a:pt x="1800" y="227"/>
                  </a:cubicBezTo>
                  <a:cubicBezTo>
                    <a:pt x="1800" y="227"/>
                    <a:pt x="1800" y="227"/>
                    <a:pt x="1800" y="227"/>
                  </a:cubicBezTo>
                  <a:cubicBezTo>
                    <a:pt x="1798" y="219"/>
                    <a:pt x="1798" y="219"/>
                    <a:pt x="1798" y="219"/>
                  </a:cubicBezTo>
                  <a:cubicBezTo>
                    <a:pt x="1798" y="219"/>
                    <a:pt x="1798" y="219"/>
                    <a:pt x="1798" y="219"/>
                  </a:cubicBezTo>
                  <a:cubicBezTo>
                    <a:pt x="1794" y="211"/>
                    <a:pt x="1794" y="211"/>
                    <a:pt x="1794" y="211"/>
                  </a:cubicBezTo>
                  <a:cubicBezTo>
                    <a:pt x="1794" y="211"/>
                    <a:pt x="1794" y="211"/>
                    <a:pt x="1794" y="211"/>
                  </a:cubicBezTo>
                  <a:cubicBezTo>
                    <a:pt x="1790" y="204"/>
                    <a:pt x="1790" y="204"/>
                    <a:pt x="1790" y="204"/>
                  </a:cubicBezTo>
                  <a:cubicBezTo>
                    <a:pt x="1790" y="204"/>
                    <a:pt x="1790" y="204"/>
                    <a:pt x="1790" y="204"/>
                  </a:cubicBezTo>
                  <a:cubicBezTo>
                    <a:pt x="1786" y="197"/>
                    <a:pt x="1786" y="197"/>
                    <a:pt x="1786" y="197"/>
                  </a:cubicBezTo>
                  <a:cubicBezTo>
                    <a:pt x="1786" y="197"/>
                    <a:pt x="1786" y="197"/>
                    <a:pt x="1786" y="197"/>
                  </a:cubicBezTo>
                  <a:cubicBezTo>
                    <a:pt x="1781" y="191"/>
                    <a:pt x="1781" y="191"/>
                    <a:pt x="1781" y="191"/>
                  </a:cubicBezTo>
                  <a:cubicBezTo>
                    <a:pt x="1781" y="191"/>
                    <a:pt x="1781" y="191"/>
                    <a:pt x="1781" y="191"/>
                  </a:cubicBezTo>
                  <a:cubicBezTo>
                    <a:pt x="1775" y="185"/>
                    <a:pt x="1775" y="185"/>
                    <a:pt x="1775" y="185"/>
                  </a:cubicBezTo>
                  <a:cubicBezTo>
                    <a:pt x="1775" y="185"/>
                    <a:pt x="1775" y="185"/>
                    <a:pt x="1775" y="185"/>
                  </a:cubicBezTo>
                  <a:cubicBezTo>
                    <a:pt x="1775" y="185"/>
                    <a:pt x="1775" y="185"/>
                    <a:pt x="1775" y="185"/>
                  </a:cubicBezTo>
                  <a:cubicBezTo>
                    <a:pt x="1775" y="185"/>
                    <a:pt x="1775" y="185"/>
                    <a:pt x="1775" y="185"/>
                  </a:cubicBezTo>
                  <a:cubicBezTo>
                    <a:pt x="1775" y="184"/>
                    <a:pt x="1775" y="184"/>
                    <a:pt x="1775" y="184"/>
                  </a:cubicBezTo>
                  <a:cubicBezTo>
                    <a:pt x="1775" y="184"/>
                    <a:pt x="1775" y="184"/>
                    <a:pt x="1775" y="184"/>
                  </a:cubicBezTo>
                  <a:cubicBezTo>
                    <a:pt x="1775" y="183"/>
                    <a:pt x="1775" y="183"/>
                    <a:pt x="1775" y="183"/>
                  </a:cubicBezTo>
                  <a:cubicBezTo>
                    <a:pt x="1775" y="183"/>
                    <a:pt x="1775" y="183"/>
                    <a:pt x="1775" y="183"/>
                  </a:cubicBezTo>
                  <a:cubicBezTo>
                    <a:pt x="1775" y="183"/>
                    <a:pt x="1775" y="183"/>
                    <a:pt x="1775" y="183"/>
                  </a:cubicBezTo>
                  <a:cubicBezTo>
                    <a:pt x="1775" y="183"/>
                    <a:pt x="1775" y="183"/>
                    <a:pt x="1775" y="183"/>
                  </a:cubicBezTo>
                  <a:cubicBezTo>
                    <a:pt x="1776" y="182"/>
                    <a:pt x="1776" y="182"/>
                    <a:pt x="1776" y="182"/>
                  </a:cubicBezTo>
                  <a:cubicBezTo>
                    <a:pt x="1776" y="182"/>
                    <a:pt x="1776" y="182"/>
                    <a:pt x="1776" y="182"/>
                  </a:cubicBezTo>
                  <a:cubicBezTo>
                    <a:pt x="1777" y="181"/>
                    <a:pt x="1777" y="181"/>
                    <a:pt x="1777" y="181"/>
                  </a:cubicBezTo>
                  <a:cubicBezTo>
                    <a:pt x="1777" y="181"/>
                    <a:pt x="1777" y="181"/>
                    <a:pt x="1777" y="181"/>
                  </a:cubicBezTo>
                  <a:cubicBezTo>
                    <a:pt x="1779" y="179"/>
                    <a:pt x="1779" y="179"/>
                    <a:pt x="1779" y="179"/>
                  </a:cubicBezTo>
                  <a:cubicBezTo>
                    <a:pt x="1779" y="179"/>
                    <a:pt x="1779" y="179"/>
                    <a:pt x="1779" y="179"/>
                  </a:cubicBezTo>
                  <a:cubicBezTo>
                    <a:pt x="1780" y="179"/>
                    <a:pt x="1780" y="179"/>
                    <a:pt x="1780" y="179"/>
                  </a:cubicBezTo>
                  <a:cubicBezTo>
                    <a:pt x="1780" y="179"/>
                    <a:pt x="1780" y="179"/>
                    <a:pt x="1780" y="179"/>
                  </a:cubicBezTo>
                  <a:cubicBezTo>
                    <a:pt x="1782" y="179"/>
                    <a:pt x="1782" y="179"/>
                    <a:pt x="1782" y="179"/>
                  </a:cubicBezTo>
                  <a:cubicBezTo>
                    <a:pt x="1782" y="179"/>
                    <a:pt x="1782" y="179"/>
                    <a:pt x="1782" y="179"/>
                  </a:cubicBezTo>
                  <a:cubicBezTo>
                    <a:pt x="1784" y="179"/>
                    <a:pt x="1784" y="179"/>
                    <a:pt x="1784" y="179"/>
                  </a:cubicBezTo>
                  <a:cubicBezTo>
                    <a:pt x="1784" y="179"/>
                    <a:pt x="1784" y="179"/>
                    <a:pt x="1784" y="179"/>
                  </a:cubicBezTo>
                  <a:cubicBezTo>
                    <a:pt x="1786" y="178"/>
                    <a:pt x="1786" y="178"/>
                    <a:pt x="1786" y="178"/>
                  </a:cubicBezTo>
                  <a:cubicBezTo>
                    <a:pt x="1786" y="178"/>
                    <a:pt x="1786" y="178"/>
                    <a:pt x="1786" y="178"/>
                  </a:cubicBezTo>
                  <a:cubicBezTo>
                    <a:pt x="1788" y="179"/>
                    <a:pt x="1788" y="179"/>
                    <a:pt x="1788" y="179"/>
                  </a:cubicBezTo>
                  <a:cubicBezTo>
                    <a:pt x="1788" y="179"/>
                    <a:pt x="1788" y="179"/>
                    <a:pt x="1788" y="179"/>
                  </a:cubicBezTo>
                  <a:cubicBezTo>
                    <a:pt x="1790" y="179"/>
                    <a:pt x="1790" y="179"/>
                    <a:pt x="1790" y="179"/>
                  </a:cubicBezTo>
                  <a:cubicBezTo>
                    <a:pt x="1790" y="179"/>
                    <a:pt x="1790" y="179"/>
                    <a:pt x="1790" y="179"/>
                  </a:cubicBezTo>
                  <a:cubicBezTo>
                    <a:pt x="1792" y="179"/>
                    <a:pt x="1792" y="179"/>
                    <a:pt x="1792" y="179"/>
                  </a:cubicBezTo>
                  <a:cubicBezTo>
                    <a:pt x="1792" y="179"/>
                    <a:pt x="1792" y="179"/>
                    <a:pt x="1792" y="179"/>
                  </a:cubicBezTo>
                  <a:cubicBezTo>
                    <a:pt x="1795" y="179"/>
                    <a:pt x="1795" y="179"/>
                    <a:pt x="1795" y="179"/>
                  </a:cubicBezTo>
                  <a:cubicBezTo>
                    <a:pt x="1795" y="179"/>
                    <a:pt x="1795" y="179"/>
                    <a:pt x="1795" y="179"/>
                  </a:cubicBezTo>
                  <a:cubicBezTo>
                    <a:pt x="1821" y="209"/>
                    <a:pt x="1821" y="209"/>
                    <a:pt x="1821" y="209"/>
                  </a:cubicBezTo>
                  <a:cubicBezTo>
                    <a:pt x="1821" y="209"/>
                    <a:pt x="1821" y="209"/>
                    <a:pt x="1821" y="209"/>
                  </a:cubicBezTo>
                  <a:cubicBezTo>
                    <a:pt x="1822" y="209"/>
                    <a:pt x="1822" y="209"/>
                    <a:pt x="1822" y="209"/>
                  </a:cubicBezTo>
                  <a:cubicBezTo>
                    <a:pt x="1822" y="209"/>
                    <a:pt x="1822" y="209"/>
                    <a:pt x="1822" y="209"/>
                  </a:cubicBezTo>
                  <a:cubicBezTo>
                    <a:pt x="1824" y="209"/>
                    <a:pt x="1824" y="209"/>
                    <a:pt x="1824" y="209"/>
                  </a:cubicBezTo>
                  <a:cubicBezTo>
                    <a:pt x="1824" y="209"/>
                    <a:pt x="1824" y="209"/>
                    <a:pt x="1824" y="209"/>
                  </a:cubicBezTo>
                  <a:cubicBezTo>
                    <a:pt x="1825" y="209"/>
                    <a:pt x="1825" y="209"/>
                    <a:pt x="1825" y="209"/>
                  </a:cubicBezTo>
                  <a:cubicBezTo>
                    <a:pt x="1825" y="209"/>
                    <a:pt x="1825" y="209"/>
                    <a:pt x="1825" y="209"/>
                  </a:cubicBezTo>
                  <a:cubicBezTo>
                    <a:pt x="1827" y="208"/>
                    <a:pt x="1827" y="208"/>
                    <a:pt x="1827" y="208"/>
                  </a:cubicBezTo>
                  <a:cubicBezTo>
                    <a:pt x="1827" y="208"/>
                    <a:pt x="1827" y="208"/>
                    <a:pt x="1827" y="208"/>
                  </a:cubicBezTo>
                  <a:cubicBezTo>
                    <a:pt x="1828" y="208"/>
                    <a:pt x="1828" y="208"/>
                    <a:pt x="1828" y="208"/>
                  </a:cubicBezTo>
                  <a:cubicBezTo>
                    <a:pt x="1828" y="208"/>
                    <a:pt x="1828" y="208"/>
                    <a:pt x="1828" y="208"/>
                  </a:cubicBezTo>
                  <a:cubicBezTo>
                    <a:pt x="1829" y="206"/>
                    <a:pt x="1829" y="206"/>
                    <a:pt x="1829" y="206"/>
                  </a:cubicBezTo>
                  <a:cubicBezTo>
                    <a:pt x="1829" y="206"/>
                    <a:pt x="1829" y="206"/>
                    <a:pt x="1829" y="206"/>
                  </a:cubicBezTo>
                  <a:cubicBezTo>
                    <a:pt x="1830" y="205"/>
                    <a:pt x="1830" y="205"/>
                    <a:pt x="1830" y="205"/>
                  </a:cubicBezTo>
                  <a:cubicBezTo>
                    <a:pt x="1830" y="205"/>
                    <a:pt x="1830" y="205"/>
                    <a:pt x="1830" y="205"/>
                  </a:cubicBezTo>
                  <a:cubicBezTo>
                    <a:pt x="1832" y="202"/>
                    <a:pt x="1832" y="202"/>
                    <a:pt x="1832" y="202"/>
                  </a:cubicBezTo>
                  <a:cubicBezTo>
                    <a:pt x="1832" y="202"/>
                    <a:pt x="1832" y="202"/>
                    <a:pt x="1832" y="202"/>
                  </a:cubicBezTo>
                  <a:cubicBezTo>
                    <a:pt x="1821" y="171"/>
                    <a:pt x="1821" y="171"/>
                    <a:pt x="1821" y="171"/>
                  </a:cubicBezTo>
                  <a:cubicBezTo>
                    <a:pt x="1821" y="171"/>
                    <a:pt x="1821" y="171"/>
                    <a:pt x="1821" y="171"/>
                  </a:cubicBezTo>
                  <a:cubicBezTo>
                    <a:pt x="1798" y="130"/>
                    <a:pt x="1798" y="130"/>
                    <a:pt x="1798" y="130"/>
                  </a:cubicBezTo>
                  <a:cubicBezTo>
                    <a:pt x="1798" y="130"/>
                    <a:pt x="1798" y="130"/>
                    <a:pt x="1798" y="130"/>
                  </a:cubicBezTo>
                  <a:cubicBezTo>
                    <a:pt x="1796" y="130"/>
                    <a:pt x="1796" y="130"/>
                    <a:pt x="1796" y="130"/>
                  </a:cubicBezTo>
                  <a:cubicBezTo>
                    <a:pt x="1796" y="130"/>
                    <a:pt x="1796" y="130"/>
                    <a:pt x="1796" y="130"/>
                  </a:cubicBezTo>
                  <a:cubicBezTo>
                    <a:pt x="1796" y="128"/>
                    <a:pt x="1796" y="128"/>
                    <a:pt x="1796" y="128"/>
                  </a:cubicBezTo>
                  <a:cubicBezTo>
                    <a:pt x="1796" y="128"/>
                    <a:pt x="1796" y="128"/>
                    <a:pt x="1796" y="128"/>
                  </a:cubicBezTo>
                  <a:cubicBezTo>
                    <a:pt x="1796" y="128"/>
                    <a:pt x="1796" y="128"/>
                    <a:pt x="1796" y="128"/>
                  </a:cubicBezTo>
                  <a:cubicBezTo>
                    <a:pt x="1796" y="128"/>
                    <a:pt x="1796" y="128"/>
                    <a:pt x="1796" y="128"/>
                  </a:cubicBezTo>
                  <a:cubicBezTo>
                    <a:pt x="1796" y="127"/>
                    <a:pt x="1796" y="127"/>
                    <a:pt x="1796" y="127"/>
                  </a:cubicBezTo>
                  <a:cubicBezTo>
                    <a:pt x="1796" y="127"/>
                    <a:pt x="1796" y="127"/>
                    <a:pt x="1796" y="127"/>
                  </a:cubicBezTo>
                  <a:cubicBezTo>
                    <a:pt x="1795" y="126"/>
                    <a:pt x="1795" y="126"/>
                    <a:pt x="1795" y="126"/>
                  </a:cubicBezTo>
                  <a:cubicBezTo>
                    <a:pt x="1795" y="126"/>
                    <a:pt x="1795" y="126"/>
                    <a:pt x="1795" y="126"/>
                  </a:cubicBezTo>
                  <a:cubicBezTo>
                    <a:pt x="1795" y="124"/>
                    <a:pt x="1795" y="124"/>
                    <a:pt x="1795" y="124"/>
                  </a:cubicBezTo>
                  <a:cubicBezTo>
                    <a:pt x="1795" y="124"/>
                    <a:pt x="1795" y="124"/>
                    <a:pt x="1795" y="124"/>
                  </a:cubicBezTo>
                  <a:cubicBezTo>
                    <a:pt x="1795" y="123"/>
                    <a:pt x="1795" y="123"/>
                    <a:pt x="1795" y="123"/>
                  </a:cubicBezTo>
                  <a:cubicBezTo>
                    <a:pt x="1795" y="123"/>
                    <a:pt x="1795" y="123"/>
                    <a:pt x="1795" y="123"/>
                  </a:cubicBezTo>
                  <a:cubicBezTo>
                    <a:pt x="1795" y="121"/>
                    <a:pt x="1795" y="121"/>
                    <a:pt x="1795" y="121"/>
                  </a:cubicBezTo>
                  <a:cubicBezTo>
                    <a:pt x="1795" y="121"/>
                    <a:pt x="1795" y="121"/>
                    <a:pt x="1795" y="121"/>
                  </a:cubicBezTo>
                  <a:cubicBezTo>
                    <a:pt x="1792" y="121"/>
                    <a:pt x="1792" y="121"/>
                    <a:pt x="1792" y="121"/>
                  </a:cubicBezTo>
                  <a:cubicBezTo>
                    <a:pt x="1792" y="121"/>
                    <a:pt x="1792" y="121"/>
                    <a:pt x="1792" y="121"/>
                  </a:cubicBezTo>
                  <a:cubicBezTo>
                    <a:pt x="1789" y="118"/>
                    <a:pt x="1789" y="118"/>
                    <a:pt x="1789" y="118"/>
                  </a:cubicBezTo>
                  <a:cubicBezTo>
                    <a:pt x="1789" y="118"/>
                    <a:pt x="1789" y="118"/>
                    <a:pt x="1789" y="118"/>
                  </a:cubicBezTo>
                  <a:cubicBezTo>
                    <a:pt x="1786" y="115"/>
                    <a:pt x="1786" y="115"/>
                    <a:pt x="1786" y="115"/>
                  </a:cubicBezTo>
                  <a:cubicBezTo>
                    <a:pt x="1786" y="115"/>
                    <a:pt x="1786" y="115"/>
                    <a:pt x="1786" y="115"/>
                  </a:cubicBezTo>
                  <a:cubicBezTo>
                    <a:pt x="1786" y="113"/>
                    <a:pt x="1786" y="113"/>
                    <a:pt x="1786" y="113"/>
                  </a:cubicBezTo>
                  <a:cubicBezTo>
                    <a:pt x="1786" y="113"/>
                    <a:pt x="1786" y="113"/>
                    <a:pt x="1786" y="113"/>
                  </a:cubicBezTo>
                  <a:cubicBezTo>
                    <a:pt x="1784" y="110"/>
                    <a:pt x="1784" y="110"/>
                    <a:pt x="1784" y="110"/>
                  </a:cubicBezTo>
                  <a:cubicBezTo>
                    <a:pt x="1784" y="110"/>
                    <a:pt x="1784" y="110"/>
                    <a:pt x="1784" y="110"/>
                  </a:cubicBezTo>
                  <a:cubicBezTo>
                    <a:pt x="1784" y="107"/>
                    <a:pt x="1784" y="107"/>
                    <a:pt x="1784" y="107"/>
                  </a:cubicBezTo>
                  <a:cubicBezTo>
                    <a:pt x="1784" y="107"/>
                    <a:pt x="1784" y="107"/>
                    <a:pt x="1784" y="107"/>
                  </a:cubicBezTo>
                  <a:cubicBezTo>
                    <a:pt x="1784" y="103"/>
                    <a:pt x="1784" y="103"/>
                    <a:pt x="1784" y="103"/>
                  </a:cubicBezTo>
                  <a:cubicBezTo>
                    <a:pt x="1784" y="103"/>
                    <a:pt x="1784" y="103"/>
                    <a:pt x="1784" y="103"/>
                  </a:cubicBezTo>
                  <a:cubicBezTo>
                    <a:pt x="1786" y="99"/>
                    <a:pt x="1786" y="99"/>
                    <a:pt x="1786" y="99"/>
                  </a:cubicBezTo>
                  <a:cubicBezTo>
                    <a:pt x="1786" y="99"/>
                    <a:pt x="1786" y="99"/>
                    <a:pt x="1786" y="99"/>
                  </a:cubicBezTo>
                  <a:cubicBezTo>
                    <a:pt x="1793" y="99"/>
                    <a:pt x="1793" y="99"/>
                    <a:pt x="1793" y="99"/>
                  </a:cubicBezTo>
                  <a:cubicBezTo>
                    <a:pt x="1793" y="99"/>
                    <a:pt x="1793" y="99"/>
                    <a:pt x="1793" y="99"/>
                  </a:cubicBezTo>
                  <a:cubicBezTo>
                    <a:pt x="1795" y="100"/>
                    <a:pt x="1795" y="100"/>
                    <a:pt x="1795" y="100"/>
                  </a:cubicBezTo>
                  <a:cubicBezTo>
                    <a:pt x="1795" y="100"/>
                    <a:pt x="1795" y="100"/>
                    <a:pt x="1795" y="100"/>
                  </a:cubicBezTo>
                  <a:cubicBezTo>
                    <a:pt x="1798" y="101"/>
                    <a:pt x="1798" y="101"/>
                    <a:pt x="1798" y="101"/>
                  </a:cubicBezTo>
                  <a:cubicBezTo>
                    <a:pt x="1798" y="101"/>
                    <a:pt x="1798" y="101"/>
                    <a:pt x="1798" y="101"/>
                  </a:cubicBezTo>
                  <a:cubicBezTo>
                    <a:pt x="1802" y="103"/>
                    <a:pt x="1802" y="103"/>
                    <a:pt x="1802" y="103"/>
                  </a:cubicBezTo>
                  <a:cubicBezTo>
                    <a:pt x="1802" y="103"/>
                    <a:pt x="1802" y="103"/>
                    <a:pt x="1802" y="103"/>
                  </a:cubicBezTo>
                  <a:cubicBezTo>
                    <a:pt x="1805" y="104"/>
                    <a:pt x="1805" y="104"/>
                    <a:pt x="1805" y="104"/>
                  </a:cubicBezTo>
                  <a:cubicBezTo>
                    <a:pt x="1805" y="104"/>
                    <a:pt x="1805" y="104"/>
                    <a:pt x="1805" y="104"/>
                  </a:cubicBezTo>
                  <a:cubicBezTo>
                    <a:pt x="1807" y="107"/>
                    <a:pt x="1807" y="107"/>
                    <a:pt x="1807" y="107"/>
                  </a:cubicBezTo>
                  <a:cubicBezTo>
                    <a:pt x="1807" y="107"/>
                    <a:pt x="1807" y="107"/>
                    <a:pt x="1807" y="107"/>
                  </a:cubicBezTo>
                  <a:cubicBezTo>
                    <a:pt x="1810" y="109"/>
                    <a:pt x="1810" y="109"/>
                    <a:pt x="1810" y="109"/>
                  </a:cubicBezTo>
                  <a:cubicBezTo>
                    <a:pt x="1810" y="109"/>
                    <a:pt x="1810" y="109"/>
                    <a:pt x="1810" y="109"/>
                  </a:cubicBezTo>
                  <a:cubicBezTo>
                    <a:pt x="1812" y="112"/>
                    <a:pt x="1812" y="112"/>
                    <a:pt x="1812" y="112"/>
                  </a:cubicBezTo>
                  <a:cubicBezTo>
                    <a:pt x="1812" y="112"/>
                    <a:pt x="1812" y="112"/>
                    <a:pt x="1812" y="112"/>
                  </a:cubicBezTo>
                  <a:cubicBezTo>
                    <a:pt x="1814" y="114"/>
                    <a:pt x="1814" y="114"/>
                    <a:pt x="1814" y="114"/>
                  </a:cubicBezTo>
                  <a:cubicBezTo>
                    <a:pt x="1814" y="114"/>
                    <a:pt x="1814" y="114"/>
                    <a:pt x="1814" y="114"/>
                  </a:cubicBezTo>
                  <a:cubicBezTo>
                    <a:pt x="1815" y="116"/>
                    <a:pt x="1815" y="116"/>
                    <a:pt x="1815" y="116"/>
                  </a:cubicBezTo>
                  <a:cubicBezTo>
                    <a:pt x="1815" y="116"/>
                    <a:pt x="1815" y="116"/>
                    <a:pt x="1815" y="116"/>
                  </a:cubicBezTo>
                  <a:cubicBezTo>
                    <a:pt x="1816" y="117"/>
                    <a:pt x="1816" y="117"/>
                    <a:pt x="1816" y="117"/>
                  </a:cubicBezTo>
                  <a:cubicBezTo>
                    <a:pt x="1816" y="117"/>
                    <a:pt x="1816" y="117"/>
                    <a:pt x="1816" y="117"/>
                  </a:cubicBezTo>
                  <a:cubicBezTo>
                    <a:pt x="1817" y="119"/>
                    <a:pt x="1817" y="119"/>
                    <a:pt x="1817" y="119"/>
                  </a:cubicBezTo>
                  <a:cubicBezTo>
                    <a:pt x="1817" y="119"/>
                    <a:pt x="1817" y="119"/>
                    <a:pt x="1817" y="119"/>
                  </a:cubicBezTo>
                  <a:cubicBezTo>
                    <a:pt x="1818" y="120"/>
                    <a:pt x="1818" y="120"/>
                    <a:pt x="1818" y="120"/>
                  </a:cubicBezTo>
                  <a:cubicBezTo>
                    <a:pt x="1818" y="120"/>
                    <a:pt x="1818" y="120"/>
                    <a:pt x="1818" y="120"/>
                  </a:cubicBezTo>
                  <a:cubicBezTo>
                    <a:pt x="1818" y="122"/>
                    <a:pt x="1818" y="122"/>
                    <a:pt x="1818" y="122"/>
                  </a:cubicBezTo>
                  <a:cubicBezTo>
                    <a:pt x="1818" y="122"/>
                    <a:pt x="1818" y="122"/>
                    <a:pt x="1818" y="122"/>
                  </a:cubicBezTo>
                  <a:cubicBezTo>
                    <a:pt x="1819" y="124"/>
                    <a:pt x="1819" y="124"/>
                    <a:pt x="1819" y="124"/>
                  </a:cubicBezTo>
                  <a:cubicBezTo>
                    <a:pt x="1819" y="124"/>
                    <a:pt x="1819" y="124"/>
                    <a:pt x="1819" y="124"/>
                  </a:cubicBezTo>
                  <a:cubicBezTo>
                    <a:pt x="1821" y="126"/>
                    <a:pt x="1821" y="126"/>
                    <a:pt x="1821" y="126"/>
                  </a:cubicBezTo>
                  <a:cubicBezTo>
                    <a:pt x="1821" y="126"/>
                    <a:pt x="1821" y="126"/>
                    <a:pt x="1821" y="126"/>
                  </a:cubicBezTo>
                  <a:cubicBezTo>
                    <a:pt x="1823" y="126"/>
                    <a:pt x="1823" y="126"/>
                    <a:pt x="1823" y="126"/>
                  </a:cubicBezTo>
                  <a:cubicBezTo>
                    <a:pt x="1823" y="126"/>
                    <a:pt x="1823" y="126"/>
                    <a:pt x="1823" y="126"/>
                  </a:cubicBezTo>
                  <a:cubicBezTo>
                    <a:pt x="1822" y="131"/>
                    <a:pt x="1822" y="131"/>
                    <a:pt x="1822" y="131"/>
                  </a:cubicBezTo>
                  <a:cubicBezTo>
                    <a:pt x="1822" y="131"/>
                    <a:pt x="1822" y="131"/>
                    <a:pt x="1822" y="131"/>
                  </a:cubicBezTo>
                  <a:cubicBezTo>
                    <a:pt x="1822" y="135"/>
                    <a:pt x="1822" y="135"/>
                    <a:pt x="1822" y="135"/>
                  </a:cubicBezTo>
                  <a:cubicBezTo>
                    <a:pt x="1822" y="135"/>
                    <a:pt x="1822" y="135"/>
                    <a:pt x="1822" y="135"/>
                  </a:cubicBezTo>
                  <a:cubicBezTo>
                    <a:pt x="1823" y="140"/>
                    <a:pt x="1823" y="140"/>
                    <a:pt x="1823" y="140"/>
                  </a:cubicBezTo>
                  <a:cubicBezTo>
                    <a:pt x="1823" y="140"/>
                    <a:pt x="1823" y="140"/>
                    <a:pt x="1823" y="140"/>
                  </a:cubicBezTo>
                  <a:cubicBezTo>
                    <a:pt x="1826" y="142"/>
                    <a:pt x="1826" y="142"/>
                    <a:pt x="1826" y="142"/>
                  </a:cubicBezTo>
                  <a:cubicBezTo>
                    <a:pt x="1826" y="142"/>
                    <a:pt x="1826" y="142"/>
                    <a:pt x="1826" y="142"/>
                  </a:cubicBezTo>
                  <a:cubicBezTo>
                    <a:pt x="1828" y="146"/>
                    <a:pt x="1828" y="146"/>
                    <a:pt x="1828" y="146"/>
                  </a:cubicBezTo>
                  <a:cubicBezTo>
                    <a:pt x="1828" y="146"/>
                    <a:pt x="1828" y="146"/>
                    <a:pt x="1828" y="146"/>
                  </a:cubicBezTo>
                  <a:cubicBezTo>
                    <a:pt x="1831" y="150"/>
                    <a:pt x="1831" y="150"/>
                    <a:pt x="1831" y="150"/>
                  </a:cubicBezTo>
                  <a:cubicBezTo>
                    <a:pt x="1831" y="150"/>
                    <a:pt x="1831" y="150"/>
                    <a:pt x="1831" y="150"/>
                  </a:cubicBezTo>
                  <a:cubicBezTo>
                    <a:pt x="1834" y="154"/>
                    <a:pt x="1834" y="154"/>
                    <a:pt x="1834" y="154"/>
                  </a:cubicBezTo>
                  <a:cubicBezTo>
                    <a:pt x="1834" y="154"/>
                    <a:pt x="1834" y="154"/>
                    <a:pt x="1834" y="154"/>
                  </a:cubicBezTo>
                  <a:cubicBezTo>
                    <a:pt x="1837" y="157"/>
                    <a:pt x="1837" y="157"/>
                    <a:pt x="1837" y="157"/>
                  </a:cubicBezTo>
                  <a:cubicBezTo>
                    <a:pt x="1837" y="157"/>
                    <a:pt x="1837" y="157"/>
                    <a:pt x="1837" y="157"/>
                  </a:cubicBezTo>
                  <a:cubicBezTo>
                    <a:pt x="1837" y="157"/>
                    <a:pt x="1837" y="157"/>
                    <a:pt x="1837" y="157"/>
                  </a:cubicBezTo>
                  <a:cubicBezTo>
                    <a:pt x="1837" y="157"/>
                    <a:pt x="1837" y="157"/>
                    <a:pt x="1837" y="157"/>
                  </a:cubicBezTo>
                  <a:cubicBezTo>
                    <a:pt x="1838" y="157"/>
                    <a:pt x="1838" y="157"/>
                    <a:pt x="1838" y="157"/>
                  </a:cubicBezTo>
                  <a:cubicBezTo>
                    <a:pt x="1838" y="157"/>
                    <a:pt x="1838" y="157"/>
                    <a:pt x="1838" y="157"/>
                  </a:cubicBezTo>
                  <a:cubicBezTo>
                    <a:pt x="1840" y="157"/>
                    <a:pt x="1840" y="157"/>
                    <a:pt x="1840" y="157"/>
                  </a:cubicBezTo>
                  <a:cubicBezTo>
                    <a:pt x="1840" y="157"/>
                    <a:pt x="1840" y="157"/>
                    <a:pt x="1840" y="157"/>
                  </a:cubicBezTo>
                  <a:cubicBezTo>
                    <a:pt x="1841" y="157"/>
                    <a:pt x="1841" y="157"/>
                    <a:pt x="1841" y="157"/>
                  </a:cubicBezTo>
                  <a:cubicBezTo>
                    <a:pt x="1841" y="157"/>
                    <a:pt x="1841" y="157"/>
                    <a:pt x="1841" y="157"/>
                  </a:cubicBezTo>
                  <a:cubicBezTo>
                    <a:pt x="1842" y="157"/>
                    <a:pt x="1842" y="157"/>
                    <a:pt x="1842" y="157"/>
                  </a:cubicBezTo>
                  <a:cubicBezTo>
                    <a:pt x="1842" y="157"/>
                    <a:pt x="1842" y="157"/>
                    <a:pt x="1842" y="157"/>
                  </a:cubicBezTo>
                  <a:cubicBezTo>
                    <a:pt x="1843" y="157"/>
                    <a:pt x="1843" y="157"/>
                    <a:pt x="1843" y="157"/>
                  </a:cubicBezTo>
                  <a:cubicBezTo>
                    <a:pt x="1843" y="157"/>
                    <a:pt x="1843" y="157"/>
                    <a:pt x="1843" y="157"/>
                  </a:cubicBezTo>
                  <a:cubicBezTo>
                    <a:pt x="1844" y="157"/>
                    <a:pt x="1844" y="157"/>
                    <a:pt x="1844" y="157"/>
                  </a:cubicBezTo>
                  <a:cubicBezTo>
                    <a:pt x="1844" y="157"/>
                    <a:pt x="1844" y="157"/>
                    <a:pt x="1844" y="157"/>
                  </a:cubicBezTo>
                  <a:cubicBezTo>
                    <a:pt x="1846" y="157"/>
                    <a:pt x="1846" y="157"/>
                    <a:pt x="1846" y="157"/>
                  </a:cubicBezTo>
                  <a:cubicBezTo>
                    <a:pt x="1846" y="157"/>
                    <a:pt x="1846" y="157"/>
                    <a:pt x="1846" y="157"/>
                  </a:cubicBezTo>
                  <a:cubicBezTo>
                    <a:pt x="1846" y="156"/>
                    <a:pt x="1846" y="156"/>
                    <a:pt x="1846" y="156"/>
                  </a:cubicBezTo>
                  <a:cubicBezTo>
                    <a:pt x="1846" y="156"/>
                    <a:pt x="1846" y="156"/>
                    <a:pt x="1846" y="156"/>
                  </a:cubicBezTo>
                  <a:cubicBezTo>
                    <a:pt x="1848" y="154"/>
                    <a:pt x="1848" y="154"/>
                    <a:pt x="1848" y="154"/>
                  </a:cubicBezTo>
                  <a:cubicBezTo>
                    <a:pt x="1848" y="154"/>
                    <a:pt x="1848" y="154"/>
                    <a:pt x="1848" y="154"/>
                  </a:cubicBezTo>
                  <a:cubicBezTo>
                    <a:pt x="1849" y="153"/>
                    <a:pt x="1849" y="153"/>
                    <a:pt x="1849" y="153"/>
                  </a:cubicBezTo>
                  <a:cubicBezTo>
                    <a:pt x="1849" y="153"/>
                    <a:pt x="1849" y="153"/>
                    <a:pt x="1849" y="153"/>
                  </a:cubicBezTo>
                  <a:cubicBezTo>
                    <a:pt x="1851" y="150"/>
                    <a:pt x="1851" y="150"/>
                    <a:pt x="1851" y="150"/>
                  </a:cubicBezTo>
                  <a:cubicBezTo>
                    <a:pt x="1851" y="150"/>
                    <a:pt x="1851" y="150"/>
                    <a:pt x="1851" y="150"/>
                  </a:cubicBezTo>
                  <a:cubicBezTo>
                    <a:pt x="1851" y="148"/>
                    <a:pt x="1851" y="148"/>
                    <a:pt x="1851" y="148"/>
                  </a:cubicBezTo>
                  <a:cubicBezTo>
                    <a:pt x="1851" y="148"/>
                    <a:pt x="1851" y="148"/>
                    <a:pt x="1851" y="148"/>
                  </a:cubicBezTo>
                  <a:cubicBezTo>
                    <a:pt x="1852" y="145"/>
                    <a:pt x="1852" y="145"/>
                    <a:pt x="1852" y="145"/>
                  </a:cubicBezTo>
                  <a:cubicBezTo>
                    <a:pt x="1852" y="145"/>
                    <a:pt x="1852" y="145"/>
                    <a:pt x="1852" y="145"/>
                  </a:cubicBezTo>
                  <a:cubicBezTo>
                    <a:pt x="1852" y="143"/>
                    <a:pt x="1852" y="143"/>
                    <a:pt x="1852" y="143"/>
                  </a:cubicBezTo>
                  <a:cubicBezTo>
                    <a:pt x="1852" y="143"/>
                    <a:pt x="1852" y="143"/>
                    <a:pt x="1852" y="143"/>
                  </a:cubicBezTo>
                  <a:cubicBezTo>
                    <a:pt x="1853" y="141"/>
                    <a:pt x="1853" y="141"/>
                    <a:pt x="1853" y="141"/>
                  </a:cubicBezTo>
                  <a:cubicBezTo>
                    <a:pt x="1853" y="141"/>
                    <a:pt x="1853" y="141"/>
                    <a:pt x="1853" y="141"/>
                  </a:cubicBezTo>
                  <a:cubicBezTo>
                    <a:pt x="1850" y="142"/>
                    <a:pt x="1850" y="142"/>
                    <a:pt x="1850" y="142"/>
                  </a:cubicBezTo>
                  <a:cubicBezTo>
                    <a:pt x="1850" y="142"/>
                    <a:pt x="1850" y="142"/>
                    <a:pt x="1850" y="142"/>
                  </a:cubicBezTo>
                  <a:cubicBezTo>
                    <a:pt x="1848" y="142"/>
                    <a:pt x="1848" y="142"/>
                    <a:pt x="1848" y="142"/>
                  </a:cubicBezTo>
                  <a:cubicBezTo>
                    <a:pt x="1848" y="142"/>
                    <a:pt x="1848" y="142"/>
                    <a:pt x="1848" y="142"/>
                  </a:cubicBezTo>
                  <a:cubicBezTo>
                    <a:pt x="1845" y="142"/>
                    <a:pt x="1845" y="142"/>
                    <a:pt x="1845" y="142"/>
                  </a:cubicBezTo>
                  <a:cubicBezTo>
                    <a:pt x="1845" y="142"/>
                    <a:pt x="1845" y="142"/>
                    <a:pt x="1845" y="142"/>
                  </a:cubicBezTo>
                  <a:cubicBezTo>
                    <a:pt x="1844" y="142"/>
                    <a:pt x="1844" y="142"/>
                    <a:pt x="1844" y="142"/>
                  </a:cubicBezTo>
                  <a:cubicBezTo>
                    <a:pt x="1844" y="142"/>
                    <a:pt x="1844" y="142"/>
                    <a:pt x="1844" y="142"/>
                  </a:cubicBezTo>
                  <a:cubicBezTo>
                    <a:pt x="1842" y="143"/>
                    <a:pt x="1842" y="143"/>
                    <a:pt x="1842" y="143"/>
                  </a:cubicBezTo>
                  <a:cubicBezTo>
                    <a:pt x="1842" y="143"/>
                    <a:pt x="1842" y="143"/>
                    <a:pt x="1842" y="143"/>
                  </a:cubicBezTo>
                  <a:cubicBezTo>
                    <a:pt x="1840" y="143"/>
                    <a:pt x="1840" y="143"/>
                    <a:pt x="1840" y="143"/>
                  </a:cubicBezTo>
                  <a:cubicBezTo>
                    <a:pt x="1840" y="143"/>
                    <a:pt x="1840" y="143"/>
                    <a:pt x="1840" y="143"/>
                  </a:cubicBezTo>
                  <a:cubicBezTo>
                    <a:pt x="1837" y="143"/>
                    <a:pt x="1837" y="143"/>
                    <a:pt x="1837" y="143"/>
                  </a:cubicBezTo>
                  <a:cubicBezTo>
                    <a:pt x="1837" y="143"/>
                    <a:pt x="1837" y="143"/>
                    <a:pt x="1837" y="143"/>
                  </a:cubicBezTo>
                  <a:cubicBezTo>
                    <a:pt x="1835" y="142"/>
                    <a:pt x="1835" y="142"/>
                    <a:pt x="1835" y="142"/>
                  </a:cubicBezTo>
                  <a:cubicBezTo>
                    <a:pt x="1835" y="142"/>
                    <a:pt x="1835" y="142"/>
                    <a:pt x="1835" y="142"/>
                  </a:cubicBezTo>
                  <a:cubicBezTo>
                    <a:pt x="1834" y="142"/>
                    <a:pt x="1834" y="142"/>
                    <a:pt x="1834" y="142"/>
                  </a:cubicBezTo>
                  <a:cubicBezTo>
                    <a:pt x="1834" y="142"/>
                    <a:pt x="1834" y="142"/>
                    <a:pt x="1834" y="142"/>
                  </a:cubicBezTo>
                  <a:cubicBezTo>
                    <a:pt x="1833" y="141"/>
                    <a:pt x="1833" y="141"/>
                    <a:pt x="1833" y="141"/>
                  </a:cubicBezTo>
                  <a:cubicBezTo>
                    <a:pt x="1833" y="141"/>
                    <a:pt x="1833" y="141"/>
                    <a:pt x="1833" y="141"/>
                  </a:cubicBezTo>
                  <a:cubicBezTo>
                    <a:pt x="1832" y="140"/>
                    <a:pt x="1832" y="140"/>
                    <a:pt x="1832" y="140"/>
                  </a:cubicBezTo>
                  <a:cubicBezTo>
                    <a:pt x="1832" y="140"/>
                    <a:pt x="1832" y="140"/>
                    <a:pt x="1832" y="140"/>
                  </a:cubicBezTo>
                  <a:cubicBezTo>
                    <a:pt x="1832" y="138"/>
                    <a:pt x="1832" y="138"/>
                    <a:pt x="1832" y="138"/>
                  </a:cubicBezTo>
                  <a:cubicBezTo>
                    <a:pt x="1832" y="138"/>
                    <a:pt x="1832" y="138"/>
                    <a:pt x="1832" y="138"/>
                  </a:cubicBezTo>
                  <a:cubicBezTo>
                    <a:pt x="1832" y="137"/>
                    <a:pt x="1832" y="137"/>
                    <a:pt x="1832" y="137"/>
                  </a:cubicBezTo>
                  <a:cubicBezTo>
                    <a:pt x="1832" y="137"/>
                    <a:pt x="1832" y="137"/>
                    <a:pt x="1832" y="137"/>
                  </a:cubicBezTo>
                  <a:cubicBezTo>
                    <a:pt x="1832" y="134"/>
                    <a:pt x="1832" y="134"/>
                    <a:pt x="1832" y="134"/>
                  </a:cubicBezTo>
                  <a:cubicBezTo>
                    <a:pt x="1832" y="134"/>
                    <a:pt x="1832" y="134"/>
                    <a:pt x="1832" y="134"/>
                  </a:cubicBezTo>
                  <a:cubicBezTo>
                    <a:pt x="1832" y="133"/>
                    <a:pt x="1832" y="133"/>
                    <a:pt x="1832" y="133"/>
                  </a:cubicBezTo>
                  <a:cubicBezTo>
                    <a:pt x="1832" y="133"/>
                    <a:pt x="1832" y="133"/>
                    <a:pt x="1832" y="133"/>
                  </a:cubicBezTo>
                  <a:cubicBezTo>
                    <a:pt x="1834" y="130"/>
                    <a:pt x="1834" y="130"/>
                    <a:pt x="1834" y="130"/>
                  </a:cubicBezTo>
                  <a:cubicBezTo>
                    <a:pt x="1834" y="130"/>
                    <a:pt x="1834" y="130"/>
                    <a:pt x="1834" y="130"/>
                  </a:cubicBezTo>
                  <a:cubicBezTo>
                    <a:pt x="1837" y="129"/>
                    <a:pt x="1837" y="129"/>
                    <a:pt x="1837" y="129"/>
                  </a:cubicBezTo>
                  <a:cubicBezTo>
                    <a:pt x="1837" y="129"/>
                    <a:pt x="1837" y="129"/>
                    <a:pt x="1837" y="129"/>
                  </a:cubicBezTo>
                  <a:cubicBezTo>
                    <a:pt x="1841" y="128"/>
                    <a:pt x="1841" y="128"/>
                    <a:pt x="1841" y="128"/>
                  </a:cubicBezTo>
                  <a:cubicBezTo>
                    <a:pt x="1841" y="128"/>
                    <a:pt x="1841" y="128"/>
                    <a:pt x="1841" y="128"/>
                  </a:cubicBezTo>
                  <a:cubicBezTo>
                    <a:pt x="1845" y="128"/>
                    <a:pt x="1845" y="128"/>
                    <a:pt x="1845" y="128"/>
                  </a:cubicBezTo>
                  <a:cubicBezTo>
                    <a:pt x="1845" y="128"/>
                    <a:pt x="1845" y="128"/>
                    <a:pt x="1845" y="128"/>
                  </a:cubicBezTo>
                  <a:cubicBezTo>
                    <a:pt x="1850" y="126"/>
                    <a:pt x="1850" y="126"/>
                    <a:pt x="1850" y="126"/>
                  </a:cubicBezTo>
                  <a:cubicBezTo>
                    <a:pt x="1850" y="126"/>
                    <a:pt x="1850" y="126"/>
                    <a:pt x="1850" y="126"/>
                  </a:cubicBezTo>
                  <a:cubicBezTo>
                    <a:pt x="1854" y="126"/>
                    <a:pt x="1854" y="126"/>
                    <a:pt x="1854" y="126"/>
                  </a:cubicBezTo>
                  <a:cubicBezTo>
                    <a:pt x="1854" y="126"/>
                    <a:pt x="1854" y="126"/>
                    <a:pt x="1854" y="126"/>
                  </a:cubicBezTo>
                  <a:cubicBezTo>
                    <a:pt x="1859" y="124"/>
                    <a:pt x="1859" y="124"/>
                    <a:pt x="1859" y="124"/>
                  </a:cubicBezTo>
                  <a:cubicBezTo>
                    <a:pt x="1859" y="124"/>
                    <a:pt x="1859" y="124"/>
                    <a:pt x="1859" y="124"/>
                  </a:cubicBezTo>
                  <a:cubicBezTo>
                    <a:pt x="1864" y="123"/>
                    <a:pt x="1864" y="123"/>
                    <a:pt x="1864" y="123"/>
                  </a:cubicBezTo>
                  <a:cubicBezTo>
                    <a:pt x="1864" y="123"/>
                    <a:pt x="1864" y="123"/>
                    <a:pt x="1864" y="123"/>
                  </a:cubicBezTo>
                  <a:cubicBezTo>
                    <a:pt x="1869" y="121"/>
                    <a:pt x="1869" y="121"/>
                    <a:pt x="1869" y="121"/>
                  </a:cubicBezTo>
                  <a:cubicBezTo>
                    <a:pt x="1869" y="121"/>
                    <a:pt x="1869" y="121"/>
                    <a:pt x="1869" y="121"/>
                  </a:cubicBezTo>
                  <a:cubicBezTo>
                    <a:pt x="1869" y="121"/>
                    <a:pt x="1869" y="121"/>
                    <a:pt x="1869" y="121"/>
                  </a:cubicBezTo>
                  <a:cubicBezTo>
                    <a:pt x="1869" y="121"/>
                    <a:pt x="1869" y="121"/>
                    <a:pt x="1869" y="121"/>
                  </a:cubicBezTo>
                  <a:cubicBezTo>
                    <a:pt x="1869" y="119"/>
                    <a:pt x="1869" y="119"/>
                    <a:pt x="1869" y="119"/>
                  </a:cubicBezTo>
                  <a:cubicBezTo>
                    <a:pt x="1869" y="119"/>
                    <a:pt x="1869" y="119"/>
                    <a:pt x="1869" y="119"/>
                  </a:cubicBezTo>
                  <a:cubicBezTo>
                    <a:pt x="1869" y="118"/>
                    <a:pt x="1869" y="118"/>
                    <a:pt x="1869" y="118"/>
                  </a:cubicBezTo>
                  <a:cubicBezTo>
                    <a:pt x="1869" y="118"/>
                    <a:pt x="1869" y="118"/>
                    <a:pt x="1869" y="118"/>
                  </a:cubicBezTo>
                  <a:cubicBezTo>
                    <a:pt x="1870" y="116"/>
                    <a:pt x="1870" y="116"/>
                    <a:pt x="1870" y="116"/>
                  </a:cubicBezTo>
                  <a:cubicBezTo>
                    <a:pt x="1870" y="116"/>
                    <a:pt x="1870" y="116"/>
                    <a:pt x="1870" y="116"/>
                  </a:cubicBezTo>
                  <a:cubicBezTo>
                    <a:pt x="1870" y="115"/>
                    <a:pt x="1870" y="115"/>
                    <a:pt x="1870" y="115"/>
                  </a:cubicBezTo>
                  <a:cubicBezTo>
                    <a:pt x="1870" y="115"/>
                    <a:pt x="1870" y="115"/>
                    <a:pt x="1870" y="115"/>
                  </a:cubicBezTo>
                  <a:cubicBezTo>
                    <a:pt x="1871" y="114"/>
                    <a:pt x="1871" y="114"/>
                    <a:pt x="1871" y="114"/>
                  </a:cubicBezTo>
                  <a:cubicBezTo>
                    <a:pt x="1871" y="114"/>
                    <a:pt x="1871" y="114"/>
                    <a:pt x="1871" y="114"/>
                  </a:cubicBezTo>
                  <a:cubicBezTo>
                    <a:pt x="1872" y="113"/>
                    <a:pt x="1872" y="113"/>
                    <a:pt x="1872" y="113"/>
                  </a:cubicBezTo>
                  <a:cubicBezTo>
                    <a:pt x="1872" y="113"/>
                    <a:pt x="1872" y="113"/>
                    <a:pt x="1872" y="113"/>
                  </a:cubicBezTo>
                  <a:cubicBezTo>
                    <a:pt x="1873" y="111"/>
                    <a:pt x="1873" y="111"/>
                    <a:pt x="1873" y="111"/>
                  </a:cubicBezTo>
                  <a:cubicBezTo>
                    <a:pt x="1873" y="111"/>
                    <a:pt x="1873" y="111"/>
                    <a:pt x="1873" y="111"/>
                  </a:cubicBezTo>
                  <a:cubicBezTo>
                    <a:pt x="1907" y="54"/>
                    <a:pt x="1907" y="54"/>
                    <a:pt x="1907" y="54"/>
                  </a:cubicBezTo>
                  <a:cubicBezTo>
                    <a:pt x="1907" y="54"/>
                    <a:pt x="1907" y="54"/>
                    <a:pt x="1907" y="54"/>
                  </a:cubicBezTo>
                  <a:cubicBezTo>
                    <a:pt x="1908" y="48"/>
                    <a:pt x="1908" y="48"/>
                    <a:pt x="1908" y="48"/>
                  </a:cubicBezTo>
                  <a:cubicBezTo>
                    <a:pt x="1908" y="48"/>
                    <a:pt x="1908" y="48"/>
                    <a:pt x="1908" y="48"/>
                  </a:cubicBezTo>
                  <a:cubicBezTo>
                    <a:pt x="1909" y="43"/>
                    <a:pt x="1909" y="43"/>
                    <a:pt x="1909" y="43"/>
                  </a:cubicBezTo>
                  <a:cubicBezTo>
                    <a:pt x="1909" y="43"/>
                    <a:pt x="1909" y="43"/>
                    <a:pt x="1909" y="43"/>
                  </a:cubicBezTo>
                  <a:cubicBezTo>
                    <a:pt x="1909" y="37"/>
                    <a:pt x="1909" y="37"/>
                    <a:pt x="1909" y="37"/>
                  </a:cubicBezTo>
                  <a:cubicBezTo>
                    <a:pt x="1909" y="37"/>
                    <a:pt x="1909" y="37"/>
                    <a:pt x="1909" y="37"/>
                  </a:cubicBezTo>
                  <a:cubicBezTo>
                    <a:pt x="1910" y="32"/>
                    <a:pt x="1910" y="32"/>
                    <a:pt x="1910" y="32"/>
                  </a:cubicBezTo>
                  <a:cubicBezTo>
                    <a:pt x="1910" y="32"/>
                    <a:pt x="1910" y="32"/>
                    <a:pt x="1910" y="32"/>
                  </a:cubicBezTo>
                  <a:cubicBezTo>
                    <a:pt x="1909" y="26"/>
                    <a:pt x="1909" y="26"/>
                    <a:pt x="1909" y="26"/>
                  </a:cubicBezTo>
                  <a:cubicBezTo>
                    <a:pt x="1909" y="26"/>
                    <a:pt x="1909" y="26"/>
                    <a:pt x="1909" y="26"/>
                  </a:cubicBezTo>
                  <a:cubicBezTo>
                    <a:pt x="1909" y="19"/>
                    <a:pt x="1909" y="19"/>
                    <a:pt x="1909" y="19"/>
                  </a:cubicBezTo>
                  <a:cubicBezTo>
                    <a:pt x="1909" y="19"/>
                    <a:pt x="1909" y="19"/>
                    <a:pt x="1909" y="19"/>
                  </a:cubicBezTo>
                  <a:cubicBezTo>
                    <a:pt x="1908" y="14"/>
                    <a:pt x="1908" y="14"/>
                    <a:pt x="1908" y="14"/>
                  </a:cubicBezTo>
                  <a:cubicBezTo>
                    <a:pt x="1908" y="14"/>
                    <a:pt x="1908" y="14"/>
                    <a:pt x="1908" y="14"/>
                  </a:cubicBezTo>
                  <a:cubicBezTo>
                    <a:pt x="1907" y="7"/>
                    <a:pt x="1907" y="7"/>
                    <a:pt x="1907" y="7"/>
                  </a:cubicBezTo>
                  <a:cubicBezTo>
                    <a:pt x="1907" y="7"/>
                    <a:pt x="1907" y="7"/>
                    <a:pt x="1907" y="7"/>
                  </a:cubicBezTo>
                  <a:cubicBezTo>
                    <a:pt x="1910" y="2"/>
                    <a:pt x="1910" y="2"/>
                    <a:pt x="1910" y="2"/>
                  </a:cubicBezTo>
                  <a:cubicBezTo>
                    <a:pt x="1910" y="2"/>
                    <a:pt x="1910" y="2"/>
                    <a:pt x="1910" y="2"/>
                  </a:cubicBezTo>
                  <a:cubicBezTo>
                    <a:pt x="1911" y="1"/>
                    <a:pt x="1911" y="1"/>
                    <a:pt x="1911" y="1"/>
                  </a:cubicBezTo>
                  <a:cubicBezTo>
                    <a:pt x="1911" y="1"/>
                    <a:pt x="1911" y="1"/>
                    <a:pt x="1911" y="1"/>
                  </a:cubicBezTo>
                  <a:cubicBezTo>
                    <a:pt x="1913" y="0"/>
                    <a:pt x="1913" y="0"/>
                    <a:pt x="1913" y="0"/>
                  </a:cubicBezTo>
                  <a:cubicBezTo>
                    <a:pt x="1913" y="0"/>
                    <a:pt x="1913" y="0"/>
                    <a:pt x="1913" y="0"/>
                  </a:cubicBezTo>
                  <a:cubicBezTo>
                    <a:pt x="1915" y="0"/>
                    <a:pt x="1915" y="0"/>
                    <a:pt x="1915" y="0"/>
                  </a:cubicBezTo>
                  <a:cubicBezTo>
                    <a:pt x="1915" y="0"/>
                    <a:pt x="1915" y="0"/>
                    <a:pt x="1915" y="0"/>
                  </a:cubicBezTo>
                  <a:cubicBezTo>
                    <a:pt x="1918" y="0"/>
                    <a:pt x="1918" y="0"/>
                    <a:pt x="1918" y="0"/>
                  </a:cubicBezTo>
                  <a:cubicBezTo>
                    <a:pt x="1918" y="0"/>
                    <a:pt x="1918" y="0"/>
                    <a:pt x="1918" y="0"/>
                  </a:cubicBezTo>
                  <a:cubicBezTo>
                    <a:pt x="1920" y="1"/>
                    <a:pt x="1920" y="1"/>
                    <a:pt x="1920" y="1"/>
                  </a:cubicBezTo>
                  <a:cubicBezTo>
                    <a:pt x="1920" y="1"/>
                    <a:pt x="1920" y="1"/>
                    <a:pt x="1920" y="1"/>
                  </a:cubicBezTo>
                  <a:cubicBezTo>
                    <a:pt x="1924" y="2"/>
                    <a:pt x="1924" y="2"/>
                    <a:pt x="1924" y="2"/>
                  </a:cubicBezTo>
                  <a:cubicBezTo>
                    <a:pt x="1924" y="2"/>
                    <a:pt x="1924" y="2"/>
                    <a:pt x="1924" y="2"/>
                  </a:cubicBezTo>
                  <a:cubicBezTo>
                    <a:pt x="1927" y="3"/>
                    <a:pt x="1927" y="3"/>
                    <a:pt x="1927" y="3"/>
                  </a:cubicBezTo>
                  <a:cubicBezTo>
                    <a:pt x="1927" y="3"/>
                    <a:pt x="1927" y="3"/>
                    <a:pt x="1927" y="3"/>
                  </a:cubicBezTo>
                  <a:cubicBezTo>
                    <a:pt x="1930" y="3"/>
                    <a:pt x="1930" y="3"/>
                    <a:pt x="1930" y="3"/>
                  </a:cubicBezTo>
                  <a:cubicBezTo>
                    <a:pt x="1930" y="3"/>
                    <a:pt x="1930" y="3"/>
                    <a:pt x="1930" y="3"/>
                  </a:cubicBezTo>
                  <a:cubicBezTo>
                    <a:pt x="1933" y="7"/>
                    <a:pt x="1933" y="7"/>
                    <a:pt x="1933" y="7"/>
                  </a:cubicBezTo>
                  <a:cubicBezTo>
                    <a:pt x="1933" y="7"/>
                    <a:pt x="1933" y="7"/>
                    <a:pt x="1933" y="7"/>
                  </a:cubicBezTo>
                  <a:cubicBezTo>
                    <a:pt x="1936" y="12"/>
                    <a:pt x="1936" y="12"/>
                    <a:pt x="1936" y="12"/>
                  </a:cubicBezTo>
                  <a:cubicBezTo>
                    <a:pt x="1936" y="12"/>
                    <a:pt x="1936" y="12"/>
                    <a:pt x="1936" y="12"/>
                  </a:cubicBezTo>
                  <a:cubicBezTo>
                    <a:pt x="1939" y="17"/>
                    <a:pt x="1939" y="17"/>
                    <a:pt x="1939" y="17"/>
                  </a:cubicBezTo>
                  <a:cubicBezTo>
                    <a:pt x="1939" y="17"/>
                    <a:pt x="1939" y="17"/>
                    <a:pt x="1939" y="17"/>
                  </a:cubicBezTo>
                  <a:cubicBezTo>
                    <a:pt x="1944" y="20"/>
                    <a:pt x="1944" y="20"/>
                    <a:pt x="1944" y="20"/>
                  </a:cubicBezTo>
                  <a:cubicBezTo>
                    <a:pt x="1944" y="20"/>
                    <a:pt x="1944" y="20"/>
                    <a:pt x="1944" y="20"/>
                  </a:cubicBezTo>
                  <a:cubicBezTo>
                    <a:pt x="1946" y="26"/>
                    <a:pt x="1946" y="26"/>
                    <a:pt x="1946" y="26"/>
                  </a:cubicBezTo>
                  <a:cubicBezTo>
                    <a:pt x="1946" y="26"/>
                    <a:pt x="1946" y="26"/>
                    <a:pt x="1946" y="26"/>
                  </a:cubicBezTo>
                  <a:cubicBezTo>
                    <a:pt x="1948" y="32"/>
                    <a:pt x="1948" y="32"/>
                    <a:pt x="1948" y="32"/>
                  </a:cubicBezTo>
                  <a:cubicBezTo>
                    <a:pt x="1948" y="32"/>
                    <a:pt x="1948" y="32"/>
                    <a:pt x="1948" y="32"/>
                  </a:cubicBezTo>
                  <a:cubicBezTo>
                    <a:pt x="1947" y="37"/>
                    <a:pt x="1947" y="37"/>
                    <a:pt x="1947" y="37"/>
                  </a:cubicBezTo>
                  <a:cubicBezTo>
                    <a:pt x="1947" y="37"/>
                    <a:pt x="1947" y="37"/>
                    <a:pt x="1947" y="37"/>
                  </a:cubicBezTo>
                  <a:cubicBezTo>
                    <a:pt x="1946" y="43"/>
                    <a:pt x="1946" y="43"/>
                    <a:pt x="1946" y="43"/>
                  </a:cubicBezTo>
                  <a:cubicBezTo>
                    <a:pt x="1946" y="43"/>
                    <a:pt x="1946" y="43"/>
                    <a:pt x="1946" y="43"/>
                  </a:cubicBezTo>
                  <a:cubicBezTo>
                    <a:pt x="1944" y="44"/>
                    <a:pt x="1944" y="44"/>
                    <a:pt x="1944" y="44"/>
                  </a:cubicBezTo>
                  <a:cubicBezTo>
                    <a:pt x="1944" y="44"/>
                    <a:pt x="1944" y="44"/>
                    <a:pt x="1944" y="44"/>
                  </a:cubicBezTo>
                  <a:cubicBezTo>
                    <a:pt x="1944" y="45"/>
                    <a:pt x="1944" y="45"/>
                    <a:pt x="1944" y="45"/>
                  </a:cubicBezTo>
                  <a:cubicBezTo>
                    <a:pt x="1944" y="45"/>
                    <a:pt x="1944" y="45"/>
                    <a:pt x="1944" y="45"/>
                  </a:cubicBezTo>
                  <a:cubicBezTo>
                    <a:pt x="1944" y="46"/>
                    <a:pt x="1944" y="46"/>
                    <a:pt x="1944" y="46"/>
                  </a:cubicBezTo>
                  <a:cubicBezTo>
                    <a:pt x="1944" y="46"/>
                    <a:pt x="1944" y="46"/>
                    <a:pt x="1944" y="46"/>
                  </a:cubicBezTo>
                  <a:cubicBezTo>
                    <a:pt x="1944" y="46"/>
                    <a:pt x="1944" y="46"/>
                    <a:pt x="1944" y="46"/>
                  </a:cubicBezTo>
                  <a:cubicBezTo>
                    <a:pt x="1944" y="46"/>
                    <a:pt x="1944" y="46"/>
                    <a:pt x="1944" y="46"/>
                  </a:cubicBezTo>
                  <a:cubicBezTo>
                    <a:pt x="1944" y="47"/>
                    <a:pt x="1944" y="47"/>
                    <a:pt x="1944" y="47"/>
                  </a:cubicBezTo>
                  <a:cubicBezTo>
                    <a:pt x="1944" y="47"/>
                    <a:pt x="1944" y="47"/>
                    <a:pt x="1944" y="47"/>
                  </a:cubicBezTo>
                  <a:cubicBezTo>
                    <a:pt x="1944" y="47"/>
                    <a:pt x="1944" y="47"/>
                    <a:pt x="1944" y="47"/>
                  </a:cubicBezTo>
                  <a:cubicBezTo>
                    <a:pt x="1944" y="47"/>
                    <a:pt x="1944" y="47"/>
                    <a:pt x="1944" y="47"/>
                  </a:cubicBezTo>
                  <a:cubicBezTo>
                    <a:pt x="1943" y="48"/>
                    <a:pt x="1943" y="48"/>
                    <a:pt x="1943" y="48"/>
                  </a:cubicBezTo>
                  <a:cubicBezTo>
                    <a:pt x="1943" y="48"/>
                    <a:pt x="1943" y="48"/>
                    <a:pt x="1943" y="48"/>
                  </a:cubicBezTo>
                  <a:cubicBezTo>
                    <a:pt x="1943" y="48"/>
                    <a:pt x="1943" y="48"/>
                    <a:pt x="1943" y="48"/>
                  </a:cubicBezTo>
                  <a:cubicBezTo>
                    <a:pt x="1939" y="50"/>
                    <a:pt x="1939" y="50"/>
                    <a:pt x="1939" y="50"/>
                  </a:cubicBezTo>
                  <a:cubicBezTo>
                    <a:pt x="1933" y="55"/>
                    <a:pt x="1933" y="55"/>
                    <a:pt x="1933" y="55"/>
                  </a:cubicBezTo>
                  <a:cubicBezTo>
                    <a:pt x="1933" y="55"/>
                    <a:pt x="1933" y="55"/>
                    <a:pt x="1933" y="55"/>
                  </a:cubicBezTo>
                  <a:cubicBezTo>
                    <a:pt x="1929" y="60"/>
                    <a:pt x="1929" y="60"/>
                    <a:pt x="1929" y="60"/>
                  </a:cubicBezTo>
                  <a:cubicBezTo>
                    <a:pt x="1929" y="60"/>
                    <a:pt x="1929" y="60"/>
                    <a:pt x="1929" y="60"/>
                  </a:cubicBezTo>
                  <a:cubicBezTo>
                    <a:pt x="1926" y="65"/>
                    <a:pt x="1926" y="65"/>
                    <a:pt x="1926" y="65"/>
                  </a:cubicBezTo>
                  <a:cubicBezTo>
                    <a:pt x="1926" y="65"/>
                    <a:pt x="1926" y="65"/>
                    <a:pt x="1926" y="65"/>
                  </a:cubicBezTo>
                  <a:cubicBezTo>
                    <a:pt x="1923" y="71"/>
                    <a:pt x="1923" y="71"/>
                    <a:pt x="1923" y="71"/>
                  </a:cubicBezTo>
                  <a:cubicBezTo>
                    <a:pt x="1923" y="71"/>
                    <a:pt x="1923" y="71"/>
                    <a:pt x="1923" y="71"/>
                  </a:cubicBezTo>
                  <a:cubicBezTo>
                    <a:pt x="1918" y="77"/>
                    <a:pt x="1918" y="77"/>
                    <a:pt x="1918" y="77"/>
                  </a:cubicBezTo>
                  <a:cubicBezTo>
                    <a:pt x="1918" y="77"/>
                    <a:pt x="1918" y="77"/>
                    <a:pt x="1918" y="77"/>
                  </a:cubicBezTo>
                  <a:cubicBezTo>
                    <a:pt x="1914" y="83"/>
                    <a:pt x="1914" y="83"/>
                    <a:pt x="1914" y="83"/>
                  </a:cubicBezTo>
                  <a:cubicBezTo>
                    <a:pt x="1914" y="83"/>
                    <a:pt x="1914" y="83"/>
                    <a:pt x="1914" y="83"/>
                  </a:cubicBezTo>
                  <a:cubicBezTo>
                    <a:pt x="1910" y="88"/>
                    <a:pt x="1910" y="88"/>
                    <a:pt x="1910" y="88"/>
                  </a:cubicBezTo>
                  <a:cubicBezTo>
                    <a:pt x="1910" y="88"/>
                    <a:pt x="1910" y="88"/>
                    <a:pt x="1910" y="88"/>
                  </a:cubicBezTo>
                  <a:cubicBezTo>
                    <a:pt x="1906" y="92"/>
                    <a:pt x="1906" y="92"/>
                    <a:pt x="1906" y="92"/>
                  </a:cubicBezTo>
                  <a:cubicBezTo>
                    <a:pt x="1906" y="92"/>
                    <a:pt x="1906" y="92"/>
                    <a:pt x="1906" y="92"/>
                  </a:cubicBezTo>
                  <a:cubicBezTo>
                    <a:pt x="1888" y="120"/>
                    <a:pt x="1888" y="120"/>
                    <a:pt x="1888" y="120"/>
                  </a:cubicBezTo>
                  <a:cubicBezTo>
                    <a:pt x="1888" y="120"/>
                    <a:pt x="1888" y="120"/>
                    <a:pt x="1888" y="120"/>
                  </a:cubicBezTo>
                  <a:cubicBezTo>
                    <a:pt x="1888" y="123"/>
                    <a:pt x="1888" y="123"/>
                    <a:pt x="1888" y="123"/>
                  </a:cubicBezTo>
                  <a:cubicBezTo>
                    <a:pt x="1888" y="123"/>
                    <a:pt x="1888" y="123"/>
                    <a:pt x="1888" y="123"/>
                  </a:cubicBezTo>
                  <a:cubicBezTo>
                    <a:pt x="1892" y="125"/>
                    <a:pt x="1892" y="125"/>
                    <a:pt x="1892" y="125"/>
                  </a:cubicBezTo>
                  <a:cubicBezTo>
                    <a:pt x="1892" y="125"/>
                    <a:pt x="1892" y="125"/>
                    <a:pt x="1892" y="125"/>
                  </a:cubicBezTo>
                  <a:cubicBezTo>
                    <a:pt x="1897" y="127"/>
                    <a:pt x="1897" y="127"/>
                    <a:pt x="1897" y="127"/>
                  </a:cubicBezTo>
                  <a:cubicBezTo>
                    <a:pt x="1897" y="127"/>
                    <a:pt x="1897" y="127"/>
                    <a:pt x="1897" y="127"/>
                  </a:cubicBezTo>
                  <a:cubicBezTo>
                    <a:pt x="1901" y="129"/>
                    <a:pt x="1901" y="129"/>
                    <a:pt x="1901" y="129"/>
                  </a:cubicBezTo>
                  <a:cubicBezTo>
                    <a:pt x="1901" y="129"/>
                    <a:pt x="1901" y="129"/>
                    <a:pt x="1901" y="129"/>
                  </a:cubicBezTo>
                  <a:cubicBezTo>
                    <a:pt x="1908" y="131"/>
                    <a:pt x="1908" y="131"/>
                    <a:pt x="1908" y="131"/>
                  </a:cubicBezTo>
                  <a:cubicBezTo>
                    <a:pt x="1908" y="131"/>
                    <a:pt x="1908" y="131"/>
                    <a:pt x="1908" y="131"/>
                  </a:cubicBezTo>
                  <a:cubicBezTo>
                    <a:pt x="1913" y="134"/>
                    <a:pt x="1913" y="134"/>
                    <a:pt x="1913" y="134"/>
                  </a:cubicBezTo>
                  <a:cubicBezTo>
                    <a:pt x="1913" y="134"/>
                    <a:pt x="1913" y="134"/>
                    <a:pt x="1913" y="134"/>
                  </a:cubicBezTo>
                  <a:cubicBezTo>
                    <a:pt x="1919" y="134"/>
                    <a:pt x="1919" y="134"/>
                    <a:pt x="1919" y="134"/>
                  </a:cubicBezTo>
                  <a:cubicBezTo>
                    <a:pt x="1919" y="134"/>
                    <a:pt x="1919" y="134"/>
                    <a:pt x="1919" y="134"/>
                  </a:cubicBezTo>
                  <a:cubicBezTo>
                    <a:pt x="1926" y="133"/>
                    <a:pt x="1926" y="133"/>
                    <a:pt x="1926" y="133"/>
                  </a:cubicBezTo>
                  <a:cubicBezTo>
                    <a:pt x="1926" y="133"/>
                    <a:pt x="1926" y="133"/>
                    <a:pt x="1926" y="133"/>
                  </a:cubicBezTo>
                  <a:cubicBezTo>
                    <a:pt x="1932" y="128"/>
                    <a:pt x="1932" y="128"/>
                    <a:pt x="1932" y="128"/>
                  </a:cubicBezTo>
                  <a:cubicBezTo>
                    <a:pt x="1932" y="128"/>
                    <a:pt x="1932" y="128"/>
                    <a:pt x="1932" y="128"/>
                  </a:cubicBezTo>
                  <a:cubicBezTo>
                    <a:pt x="1955" y="108"/>
                    <a:pt x="1955" y="108"/>
                    <a:pt x="1955" y="108"/>
                  </a:cubicBezTo>
                  <a:cubicBezTo>
                    <a:pt x="1955" y="108"/>
                    <a:pt x="1955" y="108"/>
                    <a:pt x="1955" y="108"/>
                  </a:cubicBezTo>
                  <a:cubicBezTo>
                    <a:pt x="1956" y="108"/>
                    <a:pt x="1956" y="108"/>
                    <a:pt x="1956" y="108"/>
                  </a:cubicBezTo>
                  <a:cubicBezTo>
                    <a:pt x="1956" y="108"/>
                    <a:pt x="1956" y="108"/>
                    <a:pt x="1956" y="108"/>
                  </a:cubicBezTo>
                  <a:cubicBezTo>
                    <a:pt x="1957" y="107"/>
                    <a:pt x="1957" y="107"/>
                    <a:pt x="1957" y="107"/>
                  </a:cubicBezTo>
                  <a:cubicBezTo>
                    <a:pt x="1957" y="107"/>
                    <a:pt x="1957" y="107"/>
                    <a:pt x="1957" y="107"/>
                  </a:cubicBezTo>
                  <a:cubicBezTo>
                    <a:pt x="1958" y="107"/>
                    <a:pt x="1958" y="107"/>
                    <a:pt x="1958" y="107"/>
                  </a:cubicBezTo>
                  <a:cubicBezTo>
                    <a:pt x="1958" y="107"/>
                    <a:pt x="1958" y="107"/>
                    <a:pt x="1958" y="107"/>
                  </a:cubicBezTo>
                  <a:cubicBezTo>
                    <a:pt x="1959" y="105"/>
                    <a:pt x="1959" y="105"/>
                    <a:pt x="1959" y="105"/>
                  </a:cubicBezTo>
                  <a:cubicBezTo>
                    <a:pt x="1959" y="105"/>
                    <a:pt x="1959" y="105"/>
                    <a:pt x="1959" y="105"/>
                  </a:cubicBezTo>
                  <a:cubicBezTo>
                    <a:pt x="1959" y="104"/>
                    <a:pt x="1959" y="104"/>
                    <a:pt x="1959" y="104"/>
                  </a:cubicBezTo>
                  <a:cubicBezTo>
                    <a:pt x="1959" y="104"/>
                    <a:pt x="1959" y="104"/>
                    <a:pt x="1959" y="104"/>
                  </a:cubicBezTo>
                  <a:cubicBezTo>
                    <a:pt x="1960" y="102"/>
                    <a:pt x="1960" y="102"/>
                    <a:pt x="1960" y="102"/>
                  </a:cubicBezTo>
                  <a:cubicBezTo>
                    <a:pt x="1960" y="102"/>
                    <a:pt x="1960" y="102"/>
                    <a:pt x="1960" y="102"/>
                  </a:cubicBezTo>
                  <a:cubicBezTo>
                    <a:pt x="1961" y="101"/>
                    <a:pt x="1961" y="101"/>
                    <a:pt x="1961" y="101"/>
                  </a:cubicBezTo>
                  <a:cubicBezTo>
                    <a:pt x="1961" y="101"/>
                    <a:pt x="1961" y="101"/>
                    <a:pt x="1961" y="101"/>
                  </a:cubicBezTo>
                  <a:cubicBezTo>
                    <a:pt x="1963" y="99"/>
                    <a:pt x="1963" y="99"/>
                    <a:pt x="1963" y="99"/>
                  </a:cubicBezTo>
                  <a:cubicBezTo>
                    <a:pt x="1963" y="99"/>
                    <a:pt x="1963" y="99"/>
                    <a:pt x="1963" y="99"/>
                  </a:cubicBezTo>
                  <a:cubicBezTo>
                    <a:pt x="1999" y="77"/>
                    <a:pt x="1999" y="77"/>
                    <a:pt x="1999" y="77"/>
                  </a:cubicBezTo>
                  <a:cubicBezTo>
                    <a:pt x="1999" y="77"/>
                    <a:pt x="1999" y="77"/>
                    <a:pt x="1999" y="77"/>
                  </a:cubicBezTo>
                  <a:cubicBezTo>
                    <a:pt x="2003" y="77"/>
                    <a:pt x="2003" y="77"/>
                    <a:pt x="2003" y="77"/>
                  </a:cubicBezTo>
                  <a:cubicBezTo>
                    <a:pt x="2003" y="77"/>
                    <a:pt x="2003" y="77"/>
                    <a:pt x="2003" y="77"/>
                  </a:cubicBezTo>
                  <a:cubicBezTo>
                    <a:pt x="2007" y="76"/>
                    <a:pt x="2007" y="76"/>
                    <a:pt x="2007" y="76"/>
                  </a:cubicBezTo>
                  <a:cubicBezTo>
                    <a:pt x="2007" y="76"/>
                    <a:pt x="2007" y="76"/>
                    <a:pt x="2007" y="76"/>
                  </a:cubicBezTo>
                  <a:cubicBezTo>
                    <a:pt x="2011" y="78"/>
                    <a:pt x="2011" y="78"/>
                    <a:pt x="2011" y="78"/>
                  </a:cubicBezTo>
                  <a:cubicBezTo>
                    <a:pt x="2011" y="78"/>
                    <a:pt x="2011" y="78"/>
                    <a:pt x="2011" y="78"/>
                  </a:cubicBezTo>
                  <a:cubicBezTo>
                    <a:pt x="2015" y="79"/>
                    <a:pt x="2015" y="79"/>
                    <a:pt x="2015" y="79"/>
                  </a:cubicBezTo>
                  <a:cubicBezTo>
                    <a:pt x="2015" y="79"/>
                    <a:pt x="2015" y="79"/>
                    <a:pt x="2015" y="79"/>
                  </a:cubicBezTo>
                  <a:cubicBezTo>
                    <a:pt x="2018" y="82"/>
                    <a:pt x="2018" y="82"/>
                    <a:pt x="2018" y="82"/>
                  </a:cubicBezTo>
                  <a:cubicBezTo>
                    <a:pt x="2018" y="82"/>
                    <a:pt x="2018" y="82"/>
                    <a:pt x="2018" y="82"/>
                  </a:cubicBezTo>
                  <a:cubicBezTo>
                    <a:pt x="2022" y="84"/>
                    <a:pt x="2022" y="84"/>
                    <a:pt x="2022" y="84"/>
                  </a:cubicBezTo>
                  <a:cubicBezTo>
                    <a:pt x="2022" y="84"/>
                    <a:pt x="2022" y="84"/>
                    <a:pt x="2022" y="84"/>
                  </a:cubicBezTo>
                  <a:cubicBezTo>
                    <a:pt x="2027" y="86"/>
                    <a:pt x="2027" y="86"/>
                    <a:pt x="2027" y="86"/>
                  </a:cubicBezTo>
                  <a:cubicBezTo>
                    <a:pt x="2027" y="86"/>
                    <a:pt x="2027" y="86"/>
                    <a:pt x="2027" y="86"/>
                  </a:cubicBezTo>
                  <a:cubicBezTo>
                    <a:pt x="2033" y="86"/>
                    <a:pt x="2033" y="86"/>
                    <a:pt x="2033" y="86"/>
                  </a:cubicBezTo>
                  <a:cubicBezTo>
                    <a:pt x="2033" y="86"/>
                    <a:pt x="2033" y="86"/>
                    <a:pt x="2033" y="86"/>
                  </a:cubicBezTo>
                  <a:cubicBezTo>
                    <a:pt x="2032" y="92"/>
                    <a:pt x="2032" y="92"/>
                    <a:pt x="2032" y="92"/>
                  </a:cubicBezTo>
                  <a:cubicBezTo>
                    <a:pt x="2032" y="92"/>
                    <a:pt x="2032" y="92"/>
                    <a:pt x="2032" y="92"/>
                  </a:cubicBezTo>
                  <a:cubicBezTo>
                    <a:pt x="2032" y="98"/>
                    <a:pt x="2032" y="98"/>
                    <a:pt x="2032" y="98"/>
                  </a:cubicBezTo>
                  <a:cubicBezTo>
                    <a:pt x="2032" y="98"/>
                    <a:pt x="2032" y="98"/>
                    <a:pt x="2032" y="98"/>
                  </a:cubicBezTo>
                  <a:cubicBezTo>
                    <a:pt x="2031" y="103"/>
                    <a:pt x="2031" y="103"/>
                    <a:pt x="2031" y="103"/>
                  </a:cubicBezTo>
                  <a:cubicBezTo>
                    <a:pt x="2031" y="103"/>
                    <a:pt x="2031" y="103"/>
                    <a:pt x="2031" y="103"/>
                  </a:cubicBezTo>
                  <a:cubicBezTo>
                    <a:pt x="2031" y="108"/>
                    <a:pt x="2031" y="108"/>
                    <a:pt x="2031" y="108"/>
                  </a:cubicBezTo>
                  <a:cubicBezTo>
                    <a:pt x="2031" y="108"/>
                    <a:pt x="2031" y="108"/>
                    <a:pt x="2031" y="108"/>
                  </a:cubicBezTo>
                  <a:cubicBezTo>
                    <a:pt x="2029" y="114"/>
                    <a:pt x="2029" y="114"/>
                    <a:pt x="2029" y="114"/>
                  </a:cubicBezTo>
                  <a:cubicBezTo>
                    <a:pt x="2029" y="114"/>
                    <a:pt x="2029" y="114"/>
                    <a:pt x="2029" y="114"/>
                  </a:cubicBezTo>
                  <a:cubicBezTo>
                    <a:pt x="2028" y="119"/>
                    <a:pt x="2028" y="119"/>
                    <a:pt x="2028" y="119"/>
                  </a:cubicBezTo>
                  <a:cubicBezTo>
                    <a:pt x="2028" y="119"/>
                    <a:pt x="2028" y="119"/>
                    <a:pt x="2028" y="119"/>
                  </a:cubicBezTo>
                  <a:cubicBezTo>
                    <a:pt x="2024" y="124"/>
                    <a:pt x="2024" y="124"/>
                    <a:pt x="2024" y="124"/>
                  </a:cubicBezTo>
                  <a:cubicBezTo>
                    <a:pt x="2024" y="124"/>
                    <a:pt x="2024" y="124"/>
                    <a:pt x="2024" y="124"/>
                  </a:cubicBezTo>
                  <a:cubicBezTo>
                    <a:pt x="2021" y="127"/>
                    <a:pt x="2021" y="127"/>
                    <a:pt x="2021" y="127"/>
                  </a:cubicBezTo>
                  <a:cubicBezTo>
                    <a:pt x="2021" y="127"/>
                    <a:pt x="2021" y="127"/>
                    <a:pt x="2021" y="127"/>
                  </a:cubicBezTo>
                  <a:cubicBezTo>
                    <a:pt x="2018" y="128"/>
                    <a:pt x="2018" y="128"/>
                    <a:pt x="2018" y="128"/>
                  </a:cubicBezTo>
                  <a:cubicBezTo>
                    <a:pt x="2018" y="128"/>
                    <a:pt x="2018" y="128"/>
                    <a:pt x="2018" y="128"/>
                  </a:cubicBezTo>
                  <a:cubicBezTo>
                    <a:pt x="2016" y="130"/>
                    <a:pt x="2016" y="130"/>
                    <a:pt x="2016" y="130"/>
                  </a:cubicBezTo>
                  <a:cubicBezTo>
                    <a:pt x="2016" y="130"/>
                    <a:pt x="2016" y="130"/>
                    <a:pt x="2016" y="130"/>
                  </a:cubicBezTo>
                  <a:cubicBezTo>
                    <a:pt x="2014" y="133"/>
                    <a:pt x="2014" y="133"/>
                    <a:pt x="2014" y="133"/>
                  </a:cubicBezTo>
                  <a:cubicBezTo>
                    <a:pt x="2014" y="133"/>
                    <a:pt x="2014" y="133"/>
                    <a:pt x="2014" y="133"/>
                  </a:cubicBezTo>
                  <a:cubicBezTo>
                    <a:pt x="2013" y="135"/>
                    <a:pt x="2013" y="135"/>
                    <a:pt x="2013" y="135"/>
                  </a:cubicBezTo>
                  <a:cubicBezTo>
                    <a:pt x="2013" y="135"/>
                    <a:pt x="2013" y="135"/>
                    <a:pt x="2013" y="135"/>
                  </a:cubicBezTo>
                  <a:cubicBezTo>
                    <a:pt x="2011" y="138"/>
                    <a:pt x="2011" y="138"/>
                    <a:pt x="2011" y="138"/>
                  </a:cubicBezTo>
                  <a:cubicBezTo>
                    <a:pt x="2011" y="138"/>
                    <a:pt x="2011" y="138"/>
                    <a:pt x="2011" y="138"/>
                  </a:cubicBezTo>
                  <a:cubicBezTo>
                    <a:pt x="2009" y="140"/>
                    <a:pt x="2009" y="140"/>
                    <a:pt x="2009" y="140"/>
                  </a:cubicBezTo>
                  <a:cubicBezTo>
                    <a:pt x="2009" y="140"/>
                    <a:pt x="2009" y="140"/>
                    <a:pt x="2009" y="140"/>
                  </a:cubicBezTo>
                  <a:cubicBezTo>
                    <a:pt x="2005" y="142"/>
                    <a:pt x="2005" y="142"/>
                    <a:pt x="2005" y="142"/>
                  </a:cubicBezTo>
                  <a:cubicBezTo>
                    <a:pt x="2005" y="142"/>
                    <a:pt x="2005" y="142"/>
                    <a:pt x="2005" y="142"/>
                  </a:cubicBezTo>
                  <a:cubicBezTo>
                    <a:pt x="2006" y="144"/>
                    <a:pt x="2006" y="144"/>
                    <a:pt x="2006" y="144"/>
                  </a:cubicBezTo>
                  <a:cubicBezTo>
                    <a:pt x="2003" y="142"/>
                    <a:pt x="2003" y="142"/>
                    <a:pt x="2003" y="142"/>
                  </a:cubicBezTo>
                  <a:cubicBezTo>
                    <a:pt x="1971" y="194"/>
                    <a:pt x="1971" y="194"/>
                    <a:pt x="1971" y="194"/>
                  </a:cubicBezTo>
                  <a:cubicBezTo>
                    <a:pt x="1967" y="195"/>
                    <a:pt x="1967" y="195"/>
                    <a:pt x="1967" y="195"/>
                  </a:cubicBezTo>
                  <a:cubicBezTo>
                    <a:pt x="1950" y="219"/>
                    <a:pt x="1950" y="219"/>
                    <a:pt x="1950" y="219"/>
                  </a:cubicBezTo>
                  <a:cubicBezTo>
                    <a:pt x="1948" y="221"/>
                    <a:pt x="1948" y="221"/>
                    <a:pt x="1948" y="221"/>
                  </a:cubicBezTo>
                  <a:cubicBezTo>
                    <a:pt x="1952" y="225"/>
                    <a:pt x="1952" y="225"/>
                    <a:pt x="1952" y="225"/>
                  </a:cubicBezTo>
                  <a:cubicBezTo>
                    <a:pt x="1952" y="225"/>
                    <a:pt x="1952" y="225"/>
                    <a:pt x="1952" y="225"/>
                  </a:cubicBezTo>
                  <a:cubicBezTo>
                    <a:pt x="1953" y="225"/>
                    <a:pt x="1953" y="225"/>
                    <a:pt x="1953" y="225"/>
                  </a:cubicBezTo>
                  <a:cubicBezTo>
                    <a:pt x="1953" y="225"/>
                    <a:pt x="1953" y="225"/>
                    <a:pt x="1953" y="225"/>
                  </a:cubicBezTo>
                  <a:cubicBezTo>
                    <a:pt x="1956" y="224"/>
                    <a:pt x="1956" y="224"/>
                    <a:pt x="1956" y="224"/>
                  </a:cubicBezTo>
                  <a:cubicBezTo>
                    <a:pt x="1956" y="224"/>
                    <a:pt x="1956" y="224"/>
                    <a:pt x="1956" y="224"/>
                  </a:cubicBezTo>
                  <a:cubicBezTo>
                    <a:pt x="1957" y="223"/>
                    <a:pt x="1957" y="223"/>
                    <a:pt x="1957" y="223"/>
                  </a:cubicBezTo>
                  <a:cubicBezTo>
                    <a:pt x="1957" y="223"/>
                    <a:pt x="1957" y="223"/>
                    <a:pt x="1957" y="223"/>
                  </a:cubicBezTo>
                  <a:cubicBezTo>
                    <a:pt x="1960" y="222"/>
                    <a:pt x="1960" y="222"/>
                    <a:pt x="1960" y="222"/>
                  </a:cubicBezTo>
                  <a:cubicBezTo>
                    <a:pt x="1960" y="222"/>
                    <a:pt x="1960" y="222"/>
                    <a:pt x="1960" y="222"/>
                  </a:cubicBezTo>
                  <a:cubicBezTo>
                    <a:pt x="1962" y="222"/>
                    <a:pt x="1962" y="222"/>
                    <a:pt x="1962" y="222"/>
                  </a:cubicBezTo>
                  <a:cubicBezTo>
                    <a:pt x="1962" y="222"/>
                    <a:pt x="1962" y="222"/>
                    <a:pt x="1962" y="222"/>
                  </a:cubicBezTo>
                  <a:cubicBezTo>
                    <a:pt x="1965" y="221"/>
                    <a:pt x="1965" y="221"/>
                    <a:pt x="1965" y="221"/>
                  </a:cubicBezTo>
                  <a:cubicBezTo>
                    <a:pt x="1965" y="221"/>
                    <a:pt x="1965" y="221"/>
                    <a:pt x="1965" y="221"/>
                  </a:cubicBezTo>
                  <a:cubicBezTo>
                    <a:pt x="1968" y="221"/>
                    <a:pt x="1968" y="221"/>
                    <a:pt x="1968" y="221"/>
                  </a:cubicBezTo>
                  <a:cubicBezTo>
                    <a:pt x="1968" y="221"/>
                    <a:pt x="1968" y="221"/>
                    <a:pt x="1968" y="221"/>
                  </a:cubicBezTo>
                  <a:cubicBezTo>
                    <a:pt x="1971" y="220"/>
                    <a:pt x="1971" y="220"/>
                    <a:pt x="1971" y="220"/>
                  </a:cubicBezTo>
                  <a:cubicBezTo>
                    <a:pt x="1971" y="220"/>
                    <a:pt x="1971" y="220"/>
                    <a:pt x="1971" y="220"/>
                  </a:cubicBezTo>
                  <a:cubicBezTo>
                    <a:pt x="1972" y="224"/>
                    <a:pt x="1972" y="224"/>
                    <a:pt x="1972" y="224"/>
                  </a:cubicBezTo>
                  <a:cubicBezTo>
                    <a:pt x="1972" y="224"/>
                    <a:pt x="1972" y="224"/>
                    <a:pt x="1972" y="224"/>
                  </a:cubicBezTo>
                  <a:cubicBezTo>
                    <a:pt x="1973" y="227"/>
                    <a:pt x="1973" y="227"/>
                    <a:pt x="1973" y="227"/>
                  </a:cubicBezTo>
                  <a:cubicBezTo>
                    <a:pt x="1973" y="227"/>
                    <a:pt x="1973" y="227"/>
                    <a:pt x="1973" y="227"/>
                  </a:cubicBezTo>
                  <a:cubicBezTo>
                    <a:pt x="1974" y="229"/>
                    <a:pt x="1974" y="229"/>
                    <a:pt x="1974" y="229"/>
                  </a:cubicBezTo>
                  <a:cubicBezTo>
                    <a:pt x="1974" y="229"/>
                    <a:pt x="1974" y="229"/>
                    <a:pt x="1974" y="229"/>
                  </a:cubicBezTo>
                  <a:cubicBezTo>
                    <a:pt x="1976" y="232"/>
                    <a:pt x="1976" y="232"/>
                    <a:pt x="1976" y="232"/>
                  </a:cubicBezTo>
                  <a:cubicBezTo>
                    <a:pt x="1976" y="232"/>
                    <a:pt x="1976" y="232"/>
                    <a:pt x="1976" y="232"/>
                  </a:cubicBezTo>
                  <a:cubicBezTo>
                    <a:pt x="1976" y="236"/>
                    <a:pt x="1976" y="236"/>
                    <a:pt x="1976" y="236"/>
                  </a:cubicBezTo>
                  <a:cubicBezTo>
                    <a:pt x="1976" y="236"/>
                    <a:pt x="1976" y="236"/>
                    <a:pt x="1976" y="236"/>
                  </a:cubicBezTo>
                  <a:cubicBezTo>
                    <a:pt x="1977" y="240"/>
                    <a:pt x="1977" y="240"/>
                    <a:pt x="1977" y="240"/>
                  </a:cubicBezTo>
                  <a:cubicBezTo>
                    <a:pt x="1977" y="240"/>
                    <a:pt x="1977" y="240"/>
                    <a:pt x="1977" y="240"/>
                  </a:cubicBezTo>
                  <a:cubicBezTo>
                    <a:pt x="1977" y="243"/>
                    <a:pt x="1977" y="243"/>
                    <a:pt x="1977" y="243"/>
                  </a:cubicBezTo>
                  <a:cubicBezTo>
                    <a:pt x="1977" y="243"/>
                    <a:pt x="1977" y="243"/>
                    <a:pt x="1977" y="243"/>
                  </a:cubicBezTo>
                  <a:cubicBezTo>
                    <a:pt x="1977" y="245"/>
                    <a:pt x="1977" y="245"/>
                    <a:pt x="1977" y="245"/>
                  </a:cubicBezTo>
                  <a:cubicBezTo>
                    <a:pt x="1977" y="245"/>
                    <a:pt x="1977" y="245"/>
                    <a:pt x="1977" y="245"/>
                  </a:cubicBezTo>
                  <a:cubicBezTo>
                    <a:pt x="1947" y="267"/>
                    <a:pt x="1947" y="267"/>
                    <a:pt x="1947" y="267"/>
                  </a:cubicBezTo>
                  <a:cubicBezTo>
                    <a:pt x="1947" y="267"/>
                    <a:pt x="1947" y="267"/>
                    <a:pt x="1947" y="267"/>
                  </a:cubicBezTo>
                  <a:cubicBezTo>
                    <a:pt x="1892" y="315"/>
                    <a:pt x="1892" y="315"/>
                    <a:pt x="1892" y="315"/>
                  </a:cubicBezTo>
                  <a:cubicBezTo>
                    <a:pt x="1892" y="315"/>
                    <a:pt x="1892" y="315"/>
                    <a:pt x="1892" y="315"/>
                  </a:cubicBezTo>
                  <a:cubicBezTo>
                    <a:pt x="1894" y="319"/>
                    <a:pt x="1894" y="319"/>
                    <a:pt x="1894" y="319"/>
                  </a:cubicBezTo>
                  <a:cubicBezTo>
                    <a:pt x="1894" y="319"/>
                    <a:pt x="1894" y="319"/>
                    <a:pt x="1894" y="319"/>
                  </a:cubicBezTo>
                  <a:cubicBezTo>
                    <a:pt x="1923" y="307"/>
                    <a:pt x="1923" y="307"/>
                    <a:pt x="1923" y="307"/>
                  </a:cubicBezTo>
                  <a:cubicBezTo>
                    <a:pt x="1923" y="307"/>
                    <a:pt x="1923" y="307"/>
                    <a:pt x="1923" y="307"/>
                  </a:cubicBezTo>
                  <a:cubicBezTo>
                    <a:pt x="1925" y="306"/>
                    <a:pt x="1925" y="306"/>
                    <a:pt x="1925" y="306"/>
                  </a:cubicBezTo>
                  <a:cubicBezTo>
                    <a:pt x="1925" y="306"/>
                    <a:pt x="1925" y="306"/>
                    <a:pt x="1925" y="306"/>
                  </a:cubicBezTo>
                  <a:cubicBezTo>
                    <a:pt x="1928" y="305"/>
                    <a:pt x="1928" y="305"/>
                    <a:pt x="1928" y="305"/>
                  </a:cubicBezTo>
                  <a:cubicBezTo>
                    <a:pt x="1928" y="305"/>
                    <a:pt x="1928" y="305"/>
                    <a:pt x="1928" y="305"/>
                  </a:cubicBezTo>
                  <a:cubicBezTo>
                    <a:pt x="1931" y="304"/>
                    <a:pt x="1931" y="304"/>
                    <a:pt x="1931" y="304"/>
                  </a:cubicBezTo>
                  <a:cubicBezTo>
                    <a:pt x="1931" y="304"/>
                    <a:pt x="1931" y="304"/>
                    <a:pt x="1931" y="304"/>
                  </a:cubicBezTo>
                  <a:cubicBezTo>
                    <a:pt x="1934" y="303"/>
                    <a:pt x="1934" y="303"/>
                    <a:pt x="1934" y="303"/>
                  </a:cubicBezTo>
                  <a:cubicBezTo>
                    <a:pt x="1934" y="303"/>
                    <a:pt x="1934" y="303"/>
                    <a:pt x="1934" y="303"/>
                  </a:cubicBezTo>
                  <a:cubicBezTo>
                    <a:pt x="1937" y="304"/>
                    <a:pt x="1937" y="304"/>
                    <a:pt x="1937" y="304"/>
                  </a:cubicBezTo>
                  <a:cubicBezTo>
                    <a:pt x="1937" y="304"/>
                    <a:pt x="1937" y="304"/>
                    <a:pt x="1937" y="304"/>
                  </a:cubicBezTo>
                  <a:cubicBezTo>
                    <a:pt x="1940" y="304"/>
                    <a:pt x="1940" y="304"/>
                    <a:pt x="1940" y="304"/>
                  </a:cubicBezTo>
                  <a:cubicBezTo>
                    <a:pt x="1940" y="304"/>
                    <a:pt x="1940" y="304"/>
                    <a:pt x="1940" y="304"/>
                  </a:cubicBezTo>
                  <a:cubicBezTo>
                    <a:pt x="1944" y="305"/>
                    <a:pt x="1944" y="305"/>
                    <a:pt x="1944" y="305"/>
                  </a:cubicBezTo>
                  <a:cubicBezTo>
                    <a:pt x="1944" y="305"/>
                    <a:pt x="1944" y="305"/>
                    <a:pt x="1944" y="305"/>
                  </a:cubicBezTo>
                  <a:cubicBezTo>
                    <a:pt x="1949" y="305"/>
                    <a:pt x="1949" y="305"/>
                    <a:pt x="1949" y="305"/>
                  </a:cubicBezTo>
                  <a:cubicBezTo>
                    <a:pt x="1949" y="305"/>
                    <a:pt x="1949" y="305"/>
                    <a:pt x="1949" y="305"/>
                  </a:cubicBezTo>
                  <a:cubicBezTo>
                    <a:pt x="1950" y="306"/>
                    <a:pt x="1950" y="306"/>
                    <a:pt x="1950" y="306"/>
                  </a:cubicBezTo>
                  <a:cubicBezTo>
                    <a:pt x="1950" y="306"/>
                    <a:pt x="1950" y="306"/>
                    <a:pt x="1950" y="306"/>
                  </a:cubicBezTo>
                  <a:cubicBezTo>
                    <a:pt x="1951" y="307"/>
                    <a:pt x="1951" y="307"/>
                    <a:pt x="1951" y="307"/>
                  </a:cubicBezTo>
                  <a:cubicBezTo>
                    <a:pt x="1951" y="307"/>
                    <a:pt x="1951" y="307"/>
                    <a:pt x="1951" y="307"/>
                  </a:cubicBezTo>
                  <a:cubicBezTo>
                    <a:pt x="1952" y="308"/>
                    <a:pt x="1952" y="308"/>
                    <a:pt x="1952" y="308"/>
                  </a:cubicBezTo>
                  <a:cubicBezTo>
                    <a:pt x="1952" y="308"/>
                    <a:pt x="1952" y="308"/>
                    <a:pt x="1952" y="308"/>
                  </a:cubicBezTo>
                  <a:cubicBezTo>
                    <a:pt x="1953" y="308"/>
                    <a:pt x="1953" y="308"/>
                    <a:pt x="1953" y="308"/>
                  </a:cubicBezTo>
                  <a:cubicBezTo>
                    <a:pt x="1953" y="308"/>
                    <a:pt x="1953" y="308"/>
                    <a:pt x="1953" y="308"/>
                  </a:cubicBezTo>
                  <a:cubicBezTo>
                    <a:pt x="1954" y="309"/>
                    <a:pt x="1954" y="309"/>
                    <a:pt x="1954" y="309"/>
                  </a:cubicBezTo>
                  <a:cubicBezTo>
                    <a:pt x="1954" y="309"/>
                    <a:pt x="1954" y="309"/>
                    <a:pt x="1954" y="309"/>
                  </a:cubicBezTo>
                  <a:cubicBezTo>
                    <a:pt x="1955" y="310"/>
                    <a:pt x="1955" y="310"/>
                    <a:pt x="1955" y="310"/>
                  </a:cubicBezTo>
                  <a:cubicBezTo>
                    <a:pt x="1955" y="310"/>
                    <a:pt x="1955" y="310"/>
                    <a:pt x="1955" y="310"/>
                  </a:cubicBezTo>
                  <a:cubicBezTo>
                    <a:pt x="1956" y="310"/>
                    <a:pt x="1956" y="310"/>
                    <a:pt x="1956" y="310"/>
                  </a:cubicBezTo>
                  <a:cubicBezTo>
                    <a:pt x="1956" y="310"/>
                    <a:pt x="1956" y="310"/>
                    <a:pt x="1956" y="310"/>
                  </a:cubicBezTo>
                  <a:cubicBezTo>
                    <a:pt x="1959" y="310"/>
                    <a:pt x="1959" y="310"/>
                    <a:pt x="1959" y="310"/>
                  </a:cubicBezTo>
                  <a:cubicBezTo>
                    <a:pt x="1959" y="310"/>
                    <a:pt x="1959" y="310"/>
                    <a:pt x="1959" y="310"/>
                  </a:cubicBezTo>
                  <a:cubicBezTo>
                    <a:pt x="1959" y="313"/>
                    <a:pt x="1959" y="313"/>
                    <a:pt x="1959" y="313"/>
                  </a:cubicBezTo>
                  <a:cubicBezTo>
                    <a:pt x="1959" y="313"/>
                    <a:pt x="1959" y="313"/>
                    <a:pt x="1959" y="313"/>
                  </a:cubicBezTo>
                  <a:cubicBezTo>
                    <a:pt x="1960" y="316"/>
                    <a:pt x="1960" y="316"/>
                    <a:pt x="1960" y="316"/>
                  </a:cubicBezTo>
                  <a:cubicBezTo>
                    <a:pt x="1960" y="316"/>
                    <a:pt x="1960" y="316"/>
                    <a:pt x="1960" y="316"/>
                  </a:cubicBezTo>
                  <a:cubicBezTo>
                    <a:pt x="1960" y="319"/>
                    <a:pt x="1960" y="319"/>
                    <a:pt x="1960" y="319"/>
                  </a:cubicBezTo>
                  <a:cubicBezTo>
                    <a:pt x="1960" y="319"/>
                    <a:pt x="1960" y="319"/>
                    <a:pt x="1960" y="319"/>
                  </a:cubicBezTo>
                  <a:cubicBezTo>
                    <a:pt x="1960" y="322"/>
                    <a:pt x="1960" y="322"/>
                    <a:pt x="1960" y="322"/>
                  </a:cubicBezTo>
                  <a:cubicBezTo>
                    <a:pt x="1960" y="322"/>
                    <a:pt x="1960" y="322"/>
                    <a:pt x="1960" y="322"/>
                  </a:cubicBezTo>
                  <a:cubicBezTo>
                    <a:pt x="1958" y="324"/>
                    <a:pt x="1958" y="324"/>
                    <a:pt x="1958" y="324"/>
                  </a:cubicBezTo>
                  <a:cubicBezTo>
                    <a:pt x="1958" y="324"/>
                    <a:pt x="1958" y="324"/>
                    <a:pt x="1958" y="324"/>
                  </a:cubicBezTo>
                  <a:cubicBezTo>
                    <a:pt x="1957" y="326"/>
                    <a:pt x="1957" y="326"/>
                    <a:pt x="1957" y="326"/>
                  </a:cubicBezTo>
                  <a:cubicBezTo>
                    <a:pt x="1957" y="326"/>
                    <a:pt x="1957" y="326"/>
                    <a:pt x="1957" y="326"/>
                  </a:cubicBezTo>
                  <a:cubicBezTo>
                    <a:pt x="1955" y="329"/>
                    <a:pt x="1955" y="329"/>
                    <a:pt x="1955" y="329"/>
                  </a:cubicBezTo>
                  <a:cubicBezTo>
                    <a:pt x="1955" y="329"/>
                    <a:pt x="1955" y="329"/>
                    <a:pt x="1955" y="329"/>
                  </a:cubicBezTo>
                  <a:cubicBezTo>
                    <a:pt x="1954" y="331"/>
                    <a:pt x="1954" y="331"/>
                    <a:pt x="1954" y="331"/>
                  </a:cubicBezTo>
                  <a:cubicBezTo>
                    <a:pt x="1954" y="331"/>
                    <a:pt x="1954" y="331"/>
                    <a:pt x="1954" y="331"/>
                  </a:cubicBezTo>
                  <a:cubicBezTo>
                    <a:pt x="1948" y="335"/>
                    <a:pt x="1948" y="335"/>
                    <a:pt x="1948" y="335"/>
                  </a:cubicBezTo>
                  <a:cubicBezTo>
                    <a:pt x="1948" y="335"/>
                    <a:pt x="1948" y="335"/>
                    <a:pt x="1948" y="335"/>
                  </a:cubicBezTo>
                  <a:cubicBezTo>
                    <a:pt x="1944" y="338"/>
                    <a:pt x="1944" y="338"/>
                    <a:pt x="1944" y="338"/>
                  </a:cubicBezTo>
                  <a:cubicBezTo>
                    <a:pt x="1944" y="338"/>
                    <a:pt x="1944" y="338"/>
                    <a:pt x="1944" y="338"/>
                  </a:cubicBezTo>
                  <a:cubicBezTo>
                    <a:pt x="1940" y="341"/>
                    <a:pt x="1940" y="341"/>
                    <a:pt x="1940" y="341"/>
                  </a:cubicBezTo>
                  <a:cubicBezTo>
                    <a:pt x="1940" y="341"/>
                    <a:pt x="1940" y="341"/>
                    <a:pt x="1940" y="341"/>
                  </a:cubicBezTo>
                  <a:cubicBezTo>
                    <a:pt x="1937" y="345"/>
                    <a:pt x="1937" y="345"/>
                    <a:pt x="1937" y="345"/>
                  </a:cubicBezTo>
                  <a:cubicBezTo>
                    <a:pt x="1937" y="345"/>
                    <a:pt x="1937" y="345"/>
                    <a:pt x="1937" y="345"/>
                  </a:cubicBezTo>
                  <a:cubicBezTo>
                    <a:pt x="1933" y="350"/>
                    <a:pt x="1933" y="350"/>
                    <a:pt x="1933" y="350"/>
                  </a:cubicBezTo>
                  <a:cubicBezTo>
                    <a:pt x="1933" y="350"/>
                    <a:pt x="1933" y="350"/>
                    <a:pt x="1933" y="350"/>
                  </a:cubicBezTo>
                  <a:cubicBezTo>
                    <a:pt x="1930" y="353"/>
                    <a:pt x="1930" y="353"/>
                    <a:pt x="1930" y="353"/>
                  </a:cubicBezTo>
                  <a:cubicBezTo>
                    <a:pt x="1930" y="353"/>
                    <a:pt x="1930" y="353"/>
                    <a:pt x="1930" y="353"/>
                  </a:cubicBezTo>
                  <a:cubicBezTo>
                    <a:pt x="1925" y="356"/>
                    <a:pt x="1925" y="356"/>
                    <a:pt x="1925" y="356"/>
                  </a:cubicBezTo>
                  <a:cubicBezTo>
                    <a:pt x="1925" y="356"/>
                    <a:pt x="1925" y="356"/>
                    <a:pt x="1925" y="356"/>
                  </a:cubicBezTo>
                  <a:cubicBezTo>
                    <a:pt x="1919" y="356"/>
                    <a:pt x="1919" y="356"/>
                    <a:pt x="1919" y="356"/>
                  </a:cubicBezTo>
                  <a:cubicBezTo>
                    <a:pt x="1919" y="356"/>
                    <a:pt x="1919" y="356"/>
                    <a:pt x="1919" y="356"/>
                  </a:cubicBezTo>
                  <a:cubicBezTo>
                    <a:pt x="1917" y="353"/>
                    <a:pt x="1917" y="353"/>
                    <a:pt x="1917" y="353"/>
                  </a:cubicBezTo>
                  <a:cubicBezTo>
                    <a:pt x="1917" y="353"/>
                    <a:pt x="1917" y="353"/>
                    <a:pt x="1917" y="353"/>
                  </a:cubicBezTo>
                  <a:cubicBezTo>
                    <a:pt x="1918" y="348"/>
                    <a:pt x="1918" y="348"/>
                    <a:pt x="1918" y="348"/>
                  </a:cubicBezTo>
                  <a:cubicBezTo>
                    <a:pt x="1918" y="348"/>
                    <a:pt x="1918" y="348"/>
                    <a:pt x="1918" y="348"/>
                  </a:cubicBezTo>
                  <a:cubicBezTo>
                    <a:pt x="1921" y="344"/>
                    <a:pt x="1921" y="344"/>
                    <a:pt x="1921" y="344"/>
                  </a:cubicBezTo>
                  <a:cubicBezTo>
                    <a:pt x="1921" y="344"/>
                    <a:pt x="1921" y="344"/>
                    <a:pt x="1921" y="344"/>
                  </a:cubicBezTo>
                  <a:cubicBezTo>
                    <a:pt x="1925" y="340"/>
                    <a:pt x="1925" y="340"/>
                    <a:pt x="1925" y="340"/>
                  </a:cubicBezTo>
                  <a:cubicBezTo>
                    <a:pt x="1925" y="340"/>
                    <a:pt x="1925" y="340"/>
                    <a:pt x="1925" y="340"/>
                  </a:cubicBezTo>
                  <a:cubicBezTo>
                    <a:pt x="1927" y="338"/>
                    <a:pt x="1927" y="338"/>
                    <a:pt x="1927" y="338"/>
                  </a:cubicBezTo>
                  <a:cubicBezTo>
                    <a:pt x="1927" y="338"/>
                    <a:pt x="1927" y="338"/>
                    <a:pt x="1927" y="338"/>
                  </a:cubicBezTo>
                  <a:cubicBezTo>
                    <a:pt x="1930" y="334"/>
                    <a:pt x="1930" y="334"/>
                    <a:pt x="1930" y="334"/>
                  </a:cubicBezTo>
                  <a:cubicBezTo>
                    <a:pt x="1930" y="334"/>
                    <a:pt x="1930" y="334"/>
                    <a:pt x="1930" y="334"/>
                  </a:cubicBezTo>
                  <a:cubicBezTo>
                    <a:pt x="1932" y="330"/>
                    <a:pt x="1932" y="330"/>
                    <a:pt x="1932" y="330"/>
                  </a:cubicBezTo>
                  <a:cubicBezTo>
                    <a:pt x="1932" y="330"/>
                    <a:pt x="1932" y="330"/>
                    <a:pt x="1932" y="330"/>
                  </a:cubicBezTo>
                  <a:cubicBezTo>
                    <a:pt x="1933" y="324"/>
                    <a:pt x="1933" y="324"/>
                    <a:pt x="1933" y="324"/>
                  </a:cubicBezTo>
                  <a:cubicBezTo>
                    <a:pt x="1933" y="324"/>
                    <a:pt x="1933" y="324"/>
                    <a:pt x="1933" y="324"/>
                  </a:cubicBezTo>
                  <a:cubicBezTo>
                    <a:pt x="1931" y="324"/>
                    <a:pt x="1931" y="324"/>
                    <a:pt x="1931" y="324"/>
                  </a:cubicBezTo>
                  <a:cubicBezTo>
                    <a:pt x="1931" y="324"/>
                    <a:pt x="1931" y="324"/>
                    <a:pt x="1931" y="324"/>
                  </a:cubicBezTo>
                  <a:cubicBezTo>
                    <a:pt x="1929" y="324"/>
                    <a:pt x="1929" y="324"/>
                    <a:pt x="1929" y="324"/>
                  </a:cubicBezTo>
                  <a:cubicBezTo>
                    <a:pt x="1929" y="324"/>
                    <a:pt x="1929" y="324"/>
                    <a:pt x="1929" y="324"/>
                  </a:cubicBezTo>
                  <a:cubicBezTo>
                    <a:pt x="1927" y="324"/>
                    <a:pt x="1927" y="324"/>
                    <a:pt x="1927" y="324"/>
                  </a:cubicBezTo>
                  <a:cubicBezTo>
                    <a:pt x="1927" y="324"/>
                    <a:pt x="1927" y="324"/>
                    <a:pt x="1927" y="324"/>
                  </a:cubicBezTo>
                  <a:cubicBezTo>
                    <a:pt x="1926" y="323"/>
                    <a:pt x="1926" y="323"/>
                    <a:pt x="1926" y="323"/>
                  </a:cubicBezTo>
                  <a:cubicBezTo>
                    <a:pt x="1926" y="323"/>
                    <a:pt x="1926" y="323"/>
                    <a:pt x="1926" y="323"/>
                  </a:cubicBezTo>
                  <a:cubicBezTo>
                    <a:pt x="1924" y="324"/>
                    <a:pt x="1924" y="324"/>
                    <a:pt x="1924" y="324"/>
                  </a:cubicBezTo>
                  <a:cubicBezTo>
                    <a:pt x="1924" y="324"/>
                    <a:pt x="1924" y="324"/>
                    <a:pt x="1924" y="324"/>
                  </a:cubicBezTo>
                  <a:cubicBezTo>
                    <a:pt x="1921" y="324"/>
                    <a:pt x="1921" y="324"/>
                    <a:pt x="1921" y="324"/>
                  </a:cubicBezTo>
                  <a:cubicBezTo>
                    <a:pt x="1921" y="324"/>
                    <a:pt x="1921" y="324"/>
                    <a:pt x="1921" y="324"/>
                  </a:cubicBezTo>
                  <a:cubicBezTo>
                    <a:pt x="1919" y="324"/>
                    <a:pt x="1919" y="324"/>
                    <a:pt x="1919" y="324"/>
                  </a:cubicBezTo>
                  <a:cubicBezTo>
                    <a:pt x="1919" y="324"/>
                    <a:pt x="1919" y="324"/>
                    <a:pt x="1919" y="324"/>
                  </a:cubicBezTo>
                  <a:cubicBezTo>
                    <a:pt x="1918" y="324"/>
                    <a:pt x="1918" y="324"/>
                    <a:pt x="1918" y="324"/>
                  </a:cubicBezTo>
                  <a:cubicBezTo>
                    <a:pt x="1918" y="324"/>
                    <a:pt x="1918" y="324"/>
                    <a:pt x="1918" y="324"/>
                  </a:cubicBezTo>
                  <a:cubicBezTo>
                    <a:pt x="1900" y="344"/>
                    <a:pt x="1900" y="344"/>
                    <a:pt x="1900" y="344"/>
                  </a:cubicBezTo>
                  <a:cubicBezTo>
                    <a:pt x="1900" y="344"/>
                    <a:pt x="1900" y="344"/>
                    <a:pt x="1900" y="344"/>
                  </a:cubicBezTo>
                  <a:cubicBezTo>
                    <a:pt x="1901" y="361"/>
                    <a:pt x="1901" y="361"/>
                    <a:pt x="1901" y="361"/>
                  </a:cubicBezTo>
                  <a:cubicBezTo>
                    <a:pt x="1901" y="361"/>
                    <a:pt x="1901" y="361"/>
                    <a:pt x="1901" y="361"/>
                  </a:cubicBezTo>
                  <a:cubicBezTo>
                    <a:pt x="1905" y="377"/>
                    <a:pt x="1905" y="377"/>
                    <a:pt x="1905" y="377"/>
                  </a:cubicBezTo>
                  <a:cubicBezTo>
                    <a:pt x="1905" y="377"/>
                    <a:pt x="1905" y="377"/>
                    <a:pt x="1905" y="377"/>
                  </a:cubicBezTo>
                  <a:cubicBezTo>
                    <a:pt x="1905" y="394"/>
                    <a:pt x="1905" y="394"/>
                    <a:pt x="1905" y="394"/>
                  </a:cubicBezTo>
                  <a:cubicBezTo>
                    <a:pt x="1905" y="394"/>
                    <a:pt x="1905" y="394"/>
                    <a:pt x="1905" y="394"/>
                  </a:cubicBezTo>
                  <a:cubicBezTo>
                    <a:pt x="1906" y="410"/>
                    <a:pt x="1906" y="410"/>
                    <a:pt x="1906" y="410"/>
                  </a:cubicBezTo>
                  <a:cubicBezTo>
                    <a:pt x="1906" y="410"/>
                    <a:pt x="1906" y="410"/>
                    <a:pt x="1906" y="410"/>
                  </a:cubicBezTo>
                  <a:cubicBezTo>
                    <a:pt x="1904" y="426"/>
                    <a:pt x="1904" y="426"/>
                    <a:pt x="1904" y="426"/>
                  </a:cubicBezTo>
                  <a:cubicBezTo>
                    <a:pt x="1904" y="426"/>
                    <a:pt x="1904" y="426"/>
                    <a:pt x="1904" y="426"/>
                  </a:cubicBezTo>
                  <a:cubicBezTo>
                    <a:pt x="1902" y="442"/>
                    <a:pt x="1902" y="442"/>
                    <a:pt x="1902" y="442"/>
                  </a:cubicBezTo>
                  <a:cubicBezTo>
                    <a:pt x="1902" y="442"/>
                    <a:pt x="1902" y="442"/>
                    <a:pt x="1902" y="442"/>
                  </a:cubicBezTo>
                  <a:cubicBezTo>
                    <a:pt x="1900" y="459"/>
                    <a:pt x="1900" y="459"/>
                    <a:pt x="1900" y="459"/>
                  </a:cubicBezTo>
                  <a:cubicBezTo>
                    <a:pt x="1900" y="459"/>
                    <a:pt x="1900" y="459"/>
                    <a:pt x="1900" y="459"/>
                  </a:cubicBezTo>
                  <a:cubicBezTo>
                    <a:pt x="1900" y="475"/>
                    <a:pt x="1900" y="475"/>
                    <a:pt x="1900" y="475"/>
                  </a:cubicBezTo>
                  <a:cubicBezTo>
                    <a:pt x="1900" y="475"/>
                    <a:pt x="1900" y="475"/>
                    <a:pt x="1900" y="475"/>
                  </a:cubicBezTo>
                  <a:cubicBezTo>
                    <a:pt x="1898" y="476"/>
                    <a:pt x="1898" y="476"/>
                    <a:pt x="1898" y="476"/>
                  </a:cubicBezTo>
                  <a:cubicBezTo>
                    <a:pt x="1898" y="476"/>
                    <a:pt x="1898" y="476"/>
                    <a:pt x="1898" y="476"/>
                  </a:cubicBezTo>
                  <a:cubicBezTo>
                    <a:pt x="1897" y="477"/>
                    <a:pt x="1897" y="477"/>
                    <a:pt x="1897" y="477"/>
                  </a:cubicBezTo>
                  <a:cubicBezTo>
                    <a:pt x="1897" y="477"/>
                    <a:pt x="1897" y="477"/>
                    <a:pt x="1897" y="477"/>
                  </a:cubicBezTo>
                  <a:cubicBezTo>
                    <a:pt x="1896" y="477"/>
                    <a:pt x="1896" y="477"/>
                    <a:pt x="1896" y="477"/>
                  </a:cubicBezTo>
                  <a:cubicBezTo>
                    <a:pt x="1896" y="477"/>
                    <a:pt x="1896" y="477"/>
                    <a:pt x="1896" y="477"/>
                  </a:cubicBezTo>
                  <a:cubicBezTo>
                    <a:pt x="1895" y="477"/>
                    <a:pt x="1895" y="477"/>
                    <a:pt x="1895" y="477"/>
                  </a:cubicBezTo>
                  <a:cubicBezTo>
                    <a:pt x="1895" y="477"/>
                    <a:pt x="1895" y="477"/>
                    <a:pt x="1895" y="477"/>
                  </a:cubicBezTo>
                  <a:cubicBezTo>
                    <a:pt x="1893" y="478"/>
                    <a:pt x="1893" y="478"/>
                    <a:pt x="1893" y="478"/>
                  </a:cubicBezTo>
                  <a:cubicBezTo>
                    <a:pt x="1893" y="478"/>
                    <a:pt x="1893" y="478"/>
                    <a:pt x="1893" y="478"/>
                  </a:cubicBezTo>
                  <a:cubicBezTo>
                    <a:pt x="1892" y="478"/>
                    <a:pt x="1892" y="478"/>
                    <a:pt x="1892" y="478"/>
                  </a:cubicBezTo>
                  <a:cubicBezTo>
                    <a:pt x="1892" y="478"/>
                    <a:pt x="1892" y="478"/>
                    <a:pt x="1892" y="478"/>
                  </a:cubicBezTo>
                  <a:cubicBezTo>
                    <a:pt x="1890" y="478"/>
                    <a:pt x="1890" y="478"/>
                    <a:pt x="1890" y="478"/>
                  </a:cubicBezTo>
                  <a:cubicBezTo>
                    <a:pt x="1890" y="478"/>
                    <a:pt x="1890" y="478"/>
                    <a:pt x="1890" y="478"/>
                  </a:cubicBezTo>
                  <a:cubicBezTo>
                    <a:pt x="1889" y="478"/>
                    <a:pt x="1889" y="478"/>
                    <a:pt x="1889" y="478"/>
                  </a:cubicBezTo>
                  <a:lnTo>
                    <a:pt x="1888" y="478"/>
                  </a:lnTo>
                  <a:close/>
                  <a:moveTo>
                    <a:pt x="19" y="460"/>
                  </a:moveTo>
                  <a:cubicBezTo>
                    <a:pt x="16" y="460"/>
                    <a:pt x="16" y="460"/>
                    <a:pt x="16" y="460"/>
                  </a:cubicBezTo>
                  <a:cubicBezTo>
                    <a:pt x="16" y="460"/>
                    <a:pt x="16" y="460"/>
                    <a:pt x="16" y="460"/>
                  </a:cubicBezTo>
                  <a:cubicBezTo>
                    <a:pt x="15" y="459"/>
                    <a:pt x="15" y="459"/>
                    <a:pt x="15" y="459"/>
                  </a:cubicBezTo>
                  <a:cubicBezTo>
                    <a:pt x="15" y="459"/>
                    <a:pt x="15" y="459"/>
                    <a:pt x="15" y="459"/>
                  </a:cubicBezTo>
                  <a:cubicBezTo>
                    <a:pt x="13" y="459"/>
                    <a:pt x="13" y="459"/>
                    <a:pt x="13" y="459"/>
                  </a:cubicBezTo>
                  <a:cubicBezTo>
                    <a:pt x="13" y="459"/>
                    <a:pt x="13" y="459"/>
                    <a:pt x="13" y="459"/>
                  </a:cubicBezTo>
                  <a:cubicBezTo>
                    <a:pt x="12" y="458"/>
                    <a:pt x="12" y="458"/>
                    <a:pt x="12" y="458"/>
                  </a:cubicBezTo>
                  <a:cubicBezTo>
                    <a:pt x="12" y="458"/>
                    <a:pt x="12" y="458"/>
                    <a:pt x="12" y="458"/>
                  </a:cubicBezTo>
                  <a:cubicBezTo>
                    <a:pt x="10" y="458"/>
                    <a:pt x="10" y="458"/>
                    <a:pt x="10" y="458"/>
                  </a:cubicBezTo>
                  <a:cubicBezTo>
                    <a:pt x="10" y="458"/>
                    <a:pt x="10" y="458"/>
                    <a:pt x="10" y="458"/>
                  </a:cubicBezTo>
                  <a:cubicBezTo>
                    <a:pt x="9" y="458"/>
                    <a:pt x="9" y="458"/>
                    <a:pt x="9" y="458"/>
                  </a:cubicBezTo>
                  <a:cubicBezTo>
                    <a:pt x="9" y="458"/>
                    <a:pt x="9" y="458"/>
                    <a:pt x="9" y="458"/>
                  </a:cubicBezTo>
                  <a:cubicBezTo>
                    <a:pt x="8" y="457"/>
                    <a:pt x="8" y="457"/>
                    <a:pt x="8" y="457"/>
                  </a:cubicBezTo>
                  <a:cubicBezTo>
                    <a:pt x="8" y="457"/>
                    <a:pt x="8" y="457"/>
                    <a:pt x="8" y="457"/>
                  </a:cubicBezTo>
                  <a:cubicBezTo>
                    <a:pt x="7" y="455"/>
                    <a:pt x="7" y="455"/>
                    <a:pt x="7" y="455"/>
                  </a:cubicBezTo>
                  <a:cubicBezTo>
                    <a:pt x="7" y="455"/>
                    <a:pt x="7" y="455"/>
                    <a:pt x="7" y="455"/>
                  </a:cubicBezTo>
                  <a:cubicBezTo>
                    <a:pt x="5" y="453"/>
                    <a:pt x="5" y="453"/>
                    <a:pt x="5" y="453"/>
                  </a:cubicBezTo>
                  <a:cubicBezTo>
                    <a:pt x="5" y="453"/>
                    <a:pt x="5" y="453"/>
                    <a:pt x="5" y="453"/>
                  </a:cubicBezTo>
                  <a:cubicBezTo>
                    <a:pt x="4" y="452"/>
                    <a:pt x="4" y="452"/>
                    <a:pt x="4" y="452"/>
                  </a:cubicBezTo>
                  <a:cubicBezTo>
                    <a:pt x="4" y="452"/>
                    <a:pt x="4" y="452"/>
                    <a:pt x="4" y="452"/>
                  </a:cubicBezTo>
                  <a:cubicBezTo>
                    <a:pt x="2" y="449"/>
                    <a:pt x="2" y="449"/>
                    <a:pt x="2" y="449"/>
                  </a:cubicBezTo>
                  <a:cubicBezTo>
                    <a:pt x="2" y="449"/>
                    <a:pt x="2" y="449"/>
                    <a:pt x="2" y="449"/>
                  </a:cubicBezTo>
                  <a:cubicBezTo>
                    <a:pt x="2" y="446"/>
                    <a:pt x="2" y="446"/>
                    <a:pt x="2" y="446"/>
                  </a:cubicBezTo>
                  <a:cubicBezTo>
                    <a:pt x="2" y="446"/>
                    <a:pt x="2" y="446"/>
                    <a:pt x="2" y="446"/>
                  </a:cubicBezTo>
                  <a:cubicBezTo>
                    <a:pt x="0" y="443"/>
                    <a:pt x="0" y="443"/>
                    <a:pt x="0" y="443"/>
                  </a:cubicBezTo>
                  <a:cubicBezTo>
                    <a:pt x="0" y="443"/>
                    <a:pt x="0" y="443"/>
                    <a:pt x="0" y="443"/>
                  </a:cubicBezTo>
                  <a:cubicBezTo>
                    <a:pt x="0" y="439"/>
                    <a:pt x="0" y="439"/>
                    <a:pt x="0" y="439"/>
                  </a:cubicBezTo>
                  <a:cubicBezTo>
                    <a:pt x="0" y="439"/>
                    <a:pt x="0" y="439"/>
                    <a:pt x="0" y="439"/>
                  </a:cubicBezTo>
                  <a:cubicBezTo>
                    <a:pt x="0" y="437"/>
                    <a:pt x="0" y="437"/>
                    <a:pt x="0" y="437"/>
                  </a:cubicBezTo>
                  <a:cubicBezTo>
                    <a:pt x="0" y="437"/>
                    <a:pt x="0" y="437"/>
                    <a:pt x="0" y="437"/>
                  </a:cubicBezTo>
                  <a:cubicBezTo>
                    <a:pt x="2" y="433"/>
                    <a:pt x="2" y="433"/>
                    <a:pt x="2" y="433"/>
                  </a:cubicBezTo>
                  <a:cubicBezTo>
                    <a:pt x="2" y="433"/>
                    <a:pt x="2" y="433"/>
                    <a:pt x="2" y="433"/>
                  </a:cubicBezTo>
                  <a:cubicBezTo>
                    <a:pt x="13" y="416"/>
                    <a:pt x="13" y="416"/>
                    <a:pt x="13" y="416"/>
                  </a:cubicBezTo>
                  <a:cubicBezTo>
                    <a:pt x="13" y="416"/>
                    <a:pt x="13" y="416"/>
                    <a:pt x="13" y="416"/>
                  </a:cubicBezTo>
                  <a:cubicBezTo>
                    <a:pt x="26" y="399"/>
                    <a:pt x="26" y="399"/>
                    <a:pt x="26" y="399"/>
                  </a:cubicBezTo>
                  <a:cubicBezTo>
                    <a:pt x="26" y="399"/>
                    <a:pt x="26" y="399"/>
                    <a:pt x="26" y="399"/>
                  </a:cubicBezTo>
                  <a:cubicBezTo>
                    <a:pt x="37" y="381"/>
                    <a:pt x="37" y="381"/>
                    <a:pt x="37" y="381"/>
                  </a:cubicBezTo>
                  <a:cubicBezTo>
                    <a:pt x="37" y="381"/>
                    <a:pt x="37" y="381"/>
                    <a:pt x="37" y="381"/>
                  </a:cubicBezTo>
                  <a:cubicBezTo>
                    <a:pt x="49" y="363"/>
                    <a:pt x="49" y="363"/>
                    <a:pt x="49" y="363"/>
                  </a:cubicBezTo>
                  <a:cubicBezTo>
                    <a:pt x="49" y="363"/>
                    <a:pt x="49" y="363"/>
                    <a:pt x="49" y="363"/>
                  </a:cubicBezTo>
                  <a:cubicBezTo>
                    <a:pt x="60" y="345"/>
                    <a:pt x="60" y="345"/>
                    <a:pt x="60" y="345"/>
                  </a:cubicBezTo>
                  <a:cubicBezTo>
                    <a:pt x="60" y="345"/>
                    <a:pt x="60" y="345"/>
                    <a:pt x="60" y="345"/>
                  </a:cubicBezTo>
                  <a:cubicBezTo>
                    <a:pt x="71" y="326"/>
                    <a:pt x="71" y="326"/>
                    <a:pt x="71" y="326"/>
                  </a:cubicBezTo>
                  <a:cubicBezTo>
                    <a:pt x="71" y="326"/>
                    <a:pt x="71" y="326"/>
                    <a:pt x="71" y="326"/>
                  </a:cubicBezTo>
                  <a:cubicBezTo>
                    <a:pt x="83" y="308"/>
                    <a:pt x="83" y="308"/>
                    <a:pt x="83" y="308"/>
                  </a:cubicBezTo>
                  <a:cubicBezTo>
                    <a:pt x="83" y="308"/>
                    <a:pt x="83" y="308"/>
                    <a:pt x="83" y="308"/>
                  </a:cubicBezTo>
                  <a:cubicBezTo>
                    <a:pt x="94" y="288"/>
                    <a:pt x="94" y="288"/>
                    <a:pt x="94" y="288"/>
                  </a:cubicBezTo>
                  <a:cubicBezTo>
                    <a:pt x="94" y="288"/>
                    <a:pt x="94" y="288"/>
                    <a:pt x="94" y="288"/>
                  </a:cubicBezTo>
                  <a:cubicBezTo>
                    <a:pt x="95" y="288"/>
                    <a:pt x="95" y="288"/>
                    <a:pt x="96" y="288"/>
                  </a:cubicBezTo>
                  <a:cubicBezTo>
                    <a:pt x="96" y="288"/>
                    <a:pt x="96" y="288"/>
                    <a:pt x="96" y="288"/>
                  </a:cubicBezTo>
                  <a:cubicBezTo>
                    <a:pt x="97" y="288"/>
                    <a:pt x="98" y="287"/>
                    <a:pt x="98" y="287"/>
                  </a:cubicBezTo>
                  <a:cubicBezTo>
                    <a:pt x="98" y="287"/>
                    <a:pt x="98" y="287"/>
                    <a:pt x="98" y="287"/>
                  </a:cubicBezTo>
                  <a:cubicBezTo>
                    <a:pt x="99" y="287"/>
                    <a:pt x="99" y="286"/>
                    <a:pt x="99" y="285"/>
                  </a:cubicBezTo>
                  <a:cubicBezTo>
                    <a:pt x="99" y="285"/>
                    <a:pt x="99" y="285"/>
                    <a:pt x="99" y="285"/>
                  </a:cubicBezTo>
                  <a:cubicBezTo>
                    <a:pt x="101" y="283"/>
                    <a:pt x="103" y="282"/>
                    <a:pt x="105" y="280"/>
                  </a:cubicBezTo>
                  <a:cubicBezTo>
                    <a:pt x="105" y="280"/>
                    <a:pt x="105" y="280"/>
                    <a:pt x="105" y="280"/>
                  </a:cubicBezTo>
                  <a:cubicBezTo>
                    <a:pt x="105" y="279"/>
                    <a:pt x="105" y="279"/>
                    <a:pt x="106" y="278"/>
                  </a:cubicBezTo>
                  <a:cubicBezTo>
                    <a:pt x="106" y="278"/>
                    <a:pt x="106" y="278"/>
                    <a:pt x="106" y="278"/>
                  </a:cubicBezTo>
                  <a:cubicBezTo>
                    <a:pt x="107" y="277"/>
                    <a:pt x="108" y="276"/>
                    <a:pt x="109" y="275"/>
                  </a:cubicBezTo>
                  <a:cubicBezTo>
                    <a:pt x="109" y="275"/>
                    <a:pt x="109" y="275"/>
                    <a:pt x="109" y="275"/>
                  </a:cubicBezTo>
                  <a:cubicBezTo>
                    <a:pt x="113" y="268"/>
                    <a:pt x="117" y="261"/>
                    <a:pt x="121" y="254"/>
                  </a:cubicBezTo>
                  <a:cubicBezTo>
                    <a:pt x="121" y="254"/>
                    <a:pt x="121" y="254"/>
                    <a:pt x="121" y="254"/>
                  </a:cubicBezTo>
                  <a:cubicBezTo>
                    <a:pt x="120" y="254"/>
                    <a:pt x="120" y="254"/>
                    <a:pt x="119" y="254"/>
                  </a:cubicBezTo>
                  <a:cubicBezTo>
                    <a:pt x="119" y="254"/>
                    <a:pt x="119" y="254"/>
                    <a:pt x="119" y="254"/>
                  </a:cubicBezTo>
                  <a:cubicBezTo>
                    <a:pt x="118" y="253"/>
                    <a:pt x="118" y="253"/>
                    <a:pt x="118" y="253"/>
                  </a:cubicBezTo>
                  <a:cubicBezTo>
                    <a:pt x="118" y="253"/>
                    <a:pt x="118" y="253"/>
                    <a:pt x="118" y="253"/>
                  </a:cubicBezTo>
                  <a:cubicBezTo>
                    <a:pt x="117" y="252"/>
                    <a:pt x="117" y="252"/>
                    <a:pt x="117" y="252"/>
                  </a:cubicBezTo>
                  <a:cubicBezTo>
                    <a:pt x="117" y="252"/>
                    <a:pt x="117" y="252"/>
                    <a:pt x="117" y="252"/>
                  </a:cubicBezTo>
                  <a:cubicBezTo>
                    <a:pt x="117" y="251"/>
                    <a:pt x="117" y="251"/>
                    <a:pt x="117" y="251"/>
                  </a:cubicBezTo>
                  <a:cubicBezTo>
                    <a:pt x="117" y="251"/>
                    <a:pt x="117" y="251"/>
                    <a:pt x="117" y="251"/>
                  </a:cubicBezTo>
                  <a:cubicBezTo>
                    <a:pt x="116" y="250"/>
                    <a:pt x="116" y="250"/>
                    <a:pt x="116" y="250"/>
                  </a:cubicBezTo>
                  <a:cubicBezTo>
                    <a:pt x="116" y="250"/>
                    <a:pt x="116" y="250"/>
                    <a:pt x="116" y="250"/>
                  </a:cubicBezTo>
                  <a:cubicBezTo>
                    <a:pt x="116" y="249"/>
                    <a:pt x="116" y="249"/>
                    <a:pt x="116" y="249"/>
                  </a:cubicBezTo>
                  <a:cubicBezTo>
                    <a:pt x="116" y="249"/>
                    <a:pt x="116" y="249"/>
                    <a:pt x="116" y="249"/>
                  </a:cubicBezTo>
                  <a:cubicBezTo>
                    <a:pt x="115" y="248"/>
                    <a:pt x="115" y="248"/>
                    <a:pt x="115" y="248"/>
                  </a:cubicBezTo>
                  <a:cubicBezTo>
                    <a:pt x="115" y="248"/>
                    <a:pt x="115" y="248"/>
                    <a:pt x="115" y="248"/>
                  </a:cubicBezTo>
                  <a:cubicBezTo>
                    <a:pt x="115" y="245"/>
                    <a:pt x="115" y="245"/>
                    <a:pt x="115" y="245"/>
                  </a:cubicBezTo>
                  <a:cubicBezTo>
                    <a:pt x="115" y="245"/>
                    <a:pt x="115" y="245"/>
                    <a:pt x="115" y="245"/>
                  </a:cubicBezTo>
                  <a:cubicBezTo>
                    <a:pt x="123" y="240"/>
                    <a:pt x="123" y="240"/>
                    <a:pt x="123" y="240"/>
                  </a:cubicBezTo>
                  <a:cubicBezTo>
                    <a:pt x="123" y="240"/>
                    <a:pt x="123" y="240"/>
                    <a:pt x="123" y="240"/>
                  </a:cubicBezTo>
                  <a:cubicBezTo>
                    <a:pt x="132" y="232"/>
                    <a:pt x="132" y="232"/>
                    <a:pt x="132" y="232"/>
                  </a:cubicBezTo>
                  <a:cubicBezTo>
                    <a:pt x="132" y="232"/>
                    <a:pt x="132" y="232"/>
                    <a:pt x="132" y="232"/>
                  </a:cubicBezTo>
                  <a:cubicBezTo>
                    <a:pt x="139" y="224"/>
                    <a:pt x="139" y="224"/>
                    <a:pt x="139" y="224"/>
                  </a:cubicBezTo>
                  <a:cubicBezTo>
                    <a:pt x="139" y="224"/>
                    <a:pt x="139" y="224"/>
                    <a:pt x="139" y="224"/>
                  </a:cubicBezTo>
                  <a:cubicBezTo>
                    <a:pt x="148" y="214"/>
                    <a:pt x="148" y="214"/>
                    <a:pt x="148" y="214"/>
                  </a:cubicBezTo>
                  <a:cubicBezTo>
                    <a:pt x="148" y="214"/>
                    <a:pt x="148" y="214"/>
                    <a:pt x="148" y="214"/>
                  </a:cubicBezTo>
                  <a:cubicBezTo>
                    <a:pt x="154" y="206"/>
                    <a:pt x="154" y="206"/>
                    <a:pt x="154" y="206"/>
                  </a:cubicBezTo>
                  <a:cubicBezTo>
                    <a:pt x="154" y="206"/>
                    <a:pt x="154" y="206"/>
                    <a:pt x="154" y="206"/>
                  </a:cubicBezTo>
                  <a:cubicBezTo>
                    <a:pt x="160" y="196"/>
                    <a:pt x="160" y="196"/>
                    <a:pt x="160" y="196"/>
                  </a:cubicBezTo>
                  <a:cubicBezTo>
                    <a:pt x="160" y="196"/>
                    <a:pt x="160" y="196"/>
                    <a:pt x="160" y="196"/>
                  </a:cubicBezTo>
                  <a:cubicBezTo>
                    <a:pt x="167" y="186"/>
                    <a:pt x="167" y="186"/>
                    <a:pt x="167" y="186"/>
                  </a:cubicBezTo>
                  <a:cubicBezTo>
                    <a:pt x="167" y="186"/>
                    <a:pt x="167" y="186"/>
                    <a:pt x="167" y="186"/>
                  </a:cubicBezTo>
                  <a:cubicBezTo>
                    <a:pt x="174" y="176"/>
                    <a:pt x="174" y="176"/>
                    <a:pt x="174" y="176"/>
                  </a:cubicBezTo>
                  <a:cubicBezTo>
                    <a:pt x="174" y="176"/>
                    <a:pt x="174" y="176"/>
                    <a:pt x="174" y="176"/>
                  </a:cubicBezTo>
                  <a:cubicBezTo>
                    <a:pt x="236" y="100"/>
                    <a:pt x="236" y="100"/>
                    <a:pt x="236" y="100"/>
                  </a:cubicBezTo>
                  <a:cubicBezTo>
                    <a:pt x="236" y="100"/>
                    <a:pt x="236" y="100"/>
                    <a:pt x="236" y="100"/>
                  </a:cubicBezTo>
                  <a:cubicBezTo>
                    <a:pt x="236" y="100"/>
                    <a:pt x="236" y="100"/>
                    <a:pt x="236" y="100"/>
                  </a:cubicBezTo>
                  <a:cubicBezTo>
                    <a:pt x="236" y="100"/>
                    <a:pt x="236" y="100"/>
                    <a:pt x="236" y="100"/>
                  </a:cubicBezTo>
                  <a:cubicBezTo>
                    <a:pt x="236" y="99"/>
                    <a:pt x="236" y="99"/>
                    <a:pt x="236" y="99"/>
                  </a:cubicBezTo>
                  <a:cubicBezTo>
                    <a:pt x="236" y="99"/>
                    <a:pt x="236" y="99"/>
                    <a:pt x="236" y="99"/>
                  </a:cubicBezTo>
                  <a:cubicBezTo>
                    <a:pt x="236" y="99"/>
                    <a:pt x="236" y="99"/>
                    <a:pt x="236" y="99"/>
                  </a:cubicBezTo>
                  <a:cubicBezTo>
                    <a:pt x="236" y="99"/>
                    <a:pt x="236" y="99"/>
                    <a:pt x="236" y="99"/>
                  </a:cubicBezTo>
                  <a:cubicBezTo>
                    <a:pt x="236" y="98"/>
                    <a:pt x="236" y="98"/>
                    <a:pt x="236" y="98"/>
                  </a:cubicBezTo>
                  <a:cubicBezTo>
                    <a:pt x="236" y="98"/>
                    <a:pt x="236" y="98"/>
                    <a:pt x="236" y="98"/>
                  </a:cubicBezTo>
                  <a:cubicBezTo>
                    <a:pt x="236" y="97"/>
                    <a:pt x="236" y="97"/>
                    <a:pt x="236" y="97"/>
                  </a:cubicBezTo>
                  <a:cubicBezTo>
                    <a:pt x="236" y="97"/>
                    <a:pt x="236" y="97"/>
                    <a:pt x="236" y="97"/>
                  </a:cubicBezTo>
                  <a:cubicBezTo>
                    <a:pt x="236" y="96"/>
                    <a:pt x="236" y="96"/>
                    <a:pt x="236" y="96"/>
                  </a:cubicBezTo>
                  <a:cubicBezTo>
                    <a:pt x="236" y="96"/>
                    <a:pt x="236" y="96"/>
                    <a:pt x="236" y="96"/>
                  </a:cubicBezTo>
                  <a:cubicBezTo>
                    <a:pt x="236" y="95"/>
                    <a:pt x="236" y="95"/>
                    <a:pt x="236" y="95"/>
                  </a:cubicBezTo>
                  <a:cubicBezTo>
                    <a:pt x="236" y="95"/>
                    <a:pt x="236" y="95"/>
                    <a:pt x="236" y="95"/>
                  </a:cubicBezTo>
                  <a:cubicBezTo>
                    <a:pt x="236" y="93"/>
                    <a:pt x="236" y="93"/>
                    <a:pt x="236" y="93"/>
                  </a:cubicBezTo>
                  <a:cubicBezTo>
                    <a:pt x="236" y="93"/>
                    <a:pt x="236" y="93"/>
                    <a:pt x="236" y="93"/>
                  </a:cubicBezTo>
                  <a:cubicBezTo>
                    <a:pt x="227" y="97"/>
                    <a:pt x="227" y="97"/>
                    <a:pt x="227" y="97"/>
                  </a:cubicBezTo>
                  <a:cubicBezTo>
                    <a:pt x="227" y="97"/>
                    <a:pt x="227" y="97"/>
                    <a:pt x="227" y="97"/>
                  </a:cubicBezTo>
                  <a:cubicBezTo>
                    <a:pt x="217" y="100"/>
                    <a:pt x="217" y="100"/>
                    <a:pt x="217" y="100"/>
                  </a:cubicBezTo>
                  <a:cubicBezTo>
                    <a:pt x="217" y="100"/>
                    <a:pt x="217" y="100"/>
                    <a:pt x="217" y="100"/>
                  </a:cubicBezTo>
                  <a:cubicBezTo>
                    <a:pt x="209" y="105"/>
                    <a:pt x="209" y="105"/>
                    <a:pt x="209" y="105"/>
                  </a:cubicBezTo>
                  <a:cubicBezTo>
                    <a:pt x="209" y="105"/>
                    <a:pt x="209" y="105"/>
                    <a:pt x="209" y="105"/>
                  </a:cubicBezTo>
                  <a:cubicBezTo>
                    <a:pt x="200" y="110"/>
                    <a:pt x="200" y="110"/>
                    <a:pt x="200" y="110"/>
                  </a:cubicBezTo>
                  <a:cubicBezTo>
                    <a:pt x="200" y="110"/>
                    <a:pt x="200" y="110"/>
                    <a:pt x="200" y="110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82" y="121"/>
                    <a:pt x="182" y="121"/>
                    <a:pt x="182" y="121"/>
                  </a:cubicBezTo>
                  <a:cubicBezTo>
                    <a:pt x="182" y="121"/>
                    <a:pt x="182" y="121"/>
                    <a:pt x="182" y="121"/>
                  </a:cubicBezTo>
                  <a:cubicBezTo>
                    <a:pt x="173" y="127"/>
                    <a:pt x="173" y="127"/>
                    <a:pt x="173" y="127"/>
                  </a:cubicBezTo>
                  <a:cubicBezTo>
                    <a:pt x="173" y="127"/>
                    <a:pt x="173" y="127"/>
                    <a:pt x="173" y="127"/>
                  </a:cubicBezTo>
                  <a:cubicBezTo>
                    <a:pt x="165" y="131"/>
                    <a:pt x="165" y="131"/>
                    <a:pt x="165" y="131"/>
                  </a:cubicBezTo>
                  <a:cubicBezTo>
                    <a:pt x="165" y="131"/>
                    <a:pt x="165" y="131"/>
                    <a:pt x="165" y="131"/>
                  </a:cubicBezTo>
                  <a:cubicBezTo>
                    <a:pt x="163" y="132"/>
                    <a:pt x="163" y="132"/>
                    <a:pt x="163" y="132"/>
                  </a:cubicBezTo>
                  <a:cubicBezTo>
                    <a:pt x="163" y="132"/>
                    <a:pt x="163" y="132"/>
                    <a:pt x="163" y="132"/>
                  </a:cubicBezTo>
                  <a:cubicBezTo>
                    <a:pt x="161" y="133"/>
                    <a:pt x="161" y="133"/>
                    <a:pt x="161" y="133"/>
                  </a:cubicBezTo>
                  <a:cubicBezTo>
                    <a:pt x="161" y="133"/>
                    <a:pt x="161" y="133"/>
                    <a:pt x="161" y="133"/>
                  </a:cubicBezTo>
                  <a:cubicBezTo>
                    <a:pt x="159" y="133"/>
                    <a:pt x="159" y="133"/>
                    <a:pt x="159" y="133"/>
                  </a:cubicBezTo>
                  <a:cubicBezTo>
                    <a:pt x="159" y="133"/>
                    <a:pt x="159" y="133"/>
                    <a:pt x="159" y="133"/>
                  </a:cubicBezTo>
                  <a:cubicBezTo>
                    <a:pt x="158" y="133"/>
                    <a:pt x="158" y="133"/>
                    <a:pt x="158" y="133"/>
                  </a:cubicBezTo>
                  <a:cubicBezTo>
                    <a:pt x="158" y="133"/>
                    <a:pt x="158" y="133"/>
                    <a:pt x="158" y="133"/>
                  </a:cubicBezTo>
                  <a:cubicBezTo>
                    <a:pt x="156" y="133"/>
                    <a:pt x="156" y="133"/>
                    <a:pt x="156" y="133"/>
                  </a:cubicBezTo>
                  <a:cubicBezTo>
                    <a:pt x="156" y="133"/>
                    <a:pt x="156" y="133"/>
                    <a:pt x="156" y="133"/>
                  </a:cubicBezTo>
                  <a:cubicBezTo>
                    <a:pt x="155" y="133"/>
                    <a:pt x="155" y="133"/>
                    <a:pt x="155" y="133"/>
                  </a:cubicBezTo>
                  <a:cubicBezTo>
                    <a:pt x="155" y="133"/>
                    <a:pt x="155" y="133"/>
                    <a:pt x="155" y="133"/>
                  </a:cubicBezTo>
                  <a:cubicBezTo>
                    <a:pt x="153" y="133"/>
                    <a:pt x="153" y="133"/>
                    <a:pt x="153" y="133"/>
                  </a:cubicBezTo>
                  <a:cubicBezTo>
                    <a:pt x="153" y="133"/>
                    <a:pt x="153" y="133"/>
                    <a:pt x="153" y="133"/>
                  </a:cubicBezTo>
                  <a:cubicBezTo>
                    <a:pt x="152" y="132"/>
                    <a:pt x="152" y="132"/>
                    <a:pt x="152" y="132"/>
                  </a:cubicBezTo>
                  <a:cubicBezTo>
                    <a:pt x="152" y="132"/>
                    <a:pt x="152" y="132"/>
                    <a:pt x="152" y="132"/>
                  </a:cubicBezTo>
                  <a:cubicBezTo>
                    <a:pt x="150" y="131"/>
                    <a:pt x="150" y="131"/>
                    <a:pt x="150" y="131"/>
                  </a:cubicBezTo>
                  <a:cubicBezTo>
                    <a:pt x="150" y="131"/>
                    <a:pt x="150" y="131"/>
                    <a:pt x="150" y="131"/>
                  </a:cubicBezTo>
                  <a:cubicBezTo>
                    <a:pt x="148" y="129"/>
                    <a:pt x="148" y="129"/>
                    <a:pt x="148" y="129"/>
                  </a:cubicBezTo>
                  <a:cubicBezTo>
                    <a:pt x="148" y="129"/>
                    <a:pt x="148" y="129"/>
                    <a:pt x="148" y="129"/>
                  </a:cubicBezTo>
                  <a:cubicBezTo>
                    <a:pt x="145" y="129"/>
                    <a:pt x="145" y="129"/>
                    <a:pt x="145" y="129"/>
                  </a:cubicBezTo>
                  <a:cubicBezTo>
                    <a:pt x="145" y="129"/>
                    <a:pt x="145" y="129"/>
                    <a:pt x="145" y="129"/>
                  </a:cubicBezTo>
                  <a:cubicBezTo>
                    <a:pt x="142" y="128"/>
                    <a:pt x="142" y="128"/>
                    <a:pt x="142" y="128"/>
                  </a:cubicBezTo>
                  <a:cubicBezTo>
                    <a:pt x="142" y="128"/>
                    <a:pt x="142" y="128"/>
                    <a:pt x="142" y="128"/>
                  </a:cubicBezTo>
                  <a:cubicBezTo>
                    <a:pt x="139" y="128"/>
                    <a:pt x="139" y="128"/>
                    <a:pt x="139" y="128"/>
                  </a:cubicBezTo>
                  <a:cubicBezTo>
                    <a:pt x="139" y="128"/>
                    <a:pt x="139" y="128"/>
                    <a:pt x="139" y="128"/>
                  </a:cubicBezTo>
                  <a:cubicBezTo>
                    <a:pt x="137" y="128"/>
                    <a:pt x="137" y="128"/>
                    <a:pt x="137" y="128"/>
                  </a:cubicBezTo>
                  <a:cubicBezTo>
                    <a:pt x="137" y="128"/>
                    <a:pt x="137" y="128"/>
                    <a:pt x="137" y="128"/>
                  </a:cubicBezTo>
                  <a:cubicBezTo>
                    <a:pt x="134" y="126"/>
                    <a:pt x="134" y="126"/>
                    <a:pt x="134" y="126"/>
                  </a:cubicBezTo>
                  <a:cubicBezTo>
                    <a:pt x="134" y="126"/>
                    <a:pt x="134" y="126"/>
                    <a:pt x="134" y="126"/>
                  </a:cubicBezTo>
                  <a:cubicBezTo>
                    <a:pt x="134" y="123"/>
                    <a:pt x="134" y="123"/>
                    <a:pt x="134" y="123"/>
                  </a:cubicBezTo>
                  <a:cubicBezTo>
                    <a:pt x="134" y="123"/>
                    <a:pt x="134" y="123"/>
                    <a:pt x="134" y="123"/>
                  </a:cubicBezTo>
                  <a:cubicBezTo>
                    <a:pt x="132" y="123"/>
                    <a:pt x="132" y="123"/>
                    <a:pt x="132" y="123"/>
                  </a:cubicBezTo>
                  <a:cubicBezTo>
                    <a:pt x="132" y="123"/>
                    <a:pt x="132" y="123"/>
                    <a:pt x="132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28" y="123"/>
                    <a:pt x="128" y="123"/>
                    <a:pt x="128" y="123"/>
                  </a:cubicBezTo>
                  <a:cubicBezTo>
                    <a:pt x="128" y="123"/>
                    <a:pt x="128" y="123"/>
                    <a:pt x="128" y="123"/>
                  </a:cubicBezTo>
                  <a:cubicBezTo>
                    <a:pt x="127" y="122"/>
                    <a:pt x="127" y="122"/>
                    <a:pt x="127" y="122"/>
                  </a:cubicBezTo>
                  <a:cubicBezTo>
                    <a:pt x="127" y="122"/>
                    <a:pt x="127" y="122"/>
                    <a:pt x="127" y="122"/>
                  </a:cubicBezTo>
                  <a:cubicBezTo>
                    <a:pt x="125" y="122"/>
                    <a:pt x="125" y="122"/>
                    <a:pt x="125" y="122"/>
                  </a:cubicBezTo>
                  <a:cubicBezTo>
                    <a:pt x="125" y="122"/>
                    <a:pt x="125" y="122"/>
                    <a:pt x="125" y="122"/>
                  </a:cubicBezTo>
                  <a:cubicBezTo>
                    <a:pt x="122" y="122"/>
                    <a:pt x="122" y="122"/>
                    <a:pt x="122" y="122"/>
                  </a:cubicBezTo>
                  <a:cubicBezTo>
                    <a:pt x="122" y="122"/>
                    <a:pt x="122" y="122"/>
                    <a:pt x="122" y="122"/>
                  </a:cubicBezTo>
                  <a:cubicBezTo>
                    <a:pt x="121" y="121"/>
                    <a:pt x="121" y="121"/>
                    <a:pt x="121" y="121"/>
                  </a:cubicBezTo>
                  <a:cubicBezTo>
                    <a:pt x="121" y="121"/>
                    <a:pt x="121" y="121"/>
                    <a:pt x="121" y="121"/>
                  </a:cubicBezTo>
                  <a:cubicBezTo>
                    <a:pt x="119" y="119"/>
                    <a:pt x="119" y="119"/>
                    <a:pt x="119" y="119"/>
                  </a:cubicBezTo>
                  <a:cubicBezTo>
                    <a:pt x="119" y="119"/>
                    <a:pt x="119" y="119"/>
                    <a:pt x="119" y="119"/>
                  </a:cubicBezTo>
                  <a:cubicBezTo>
                    <a:pt x="119" y="112"/>
                    <a:pt x="119" y="112"/>
                    <a:pt x="119" y="112"/>
                  </a:cubicBezTo>
                  <a:cubicBezTo>
                    <a:pt x="119" y="112"/>
                    <a:pt x="119" y="112"/>
                    <a:pt x="119" y="112"/>
                  </a:cubicBezTo>
                  <a:cubicBezTo>
                    <a:pt x="164" y="99"/>
                    <a:pt x="164" y="99"/>
                    <a:pt x="164" y="99"/>
                  </a:cubicBezTo>
                  <a:cubicBezTo>
                    <a:pt x="164" y="99"/>
                    <a:pt x="164" y="99"/>
                    <a:pt x="164" y="99"/>
                  </a:cubicBezTo>
                  <a:cubicBezTo>
                    <a:pt x="175" y="99"/>
                    <a:pt x="175" y="99"/>
                    <a:pt x="175" y="99"/>
                  </a:cubicBezTo>
                  <a:cubicBezTo>
                    <a:pt x="175" y="99"/>
                    <a:pt x="175" y="99"/>
                    <a:pt x="175" y="99"/>
                  </a:cubicBezTo>
                  <a:cubicBezTo>
                    <a:pt x="187" y="96"/>
                    <a:pt x="187" y="96"/>
                    <a:pt x="187" y="96"/>
                  </a:cubicBezTo>
                  <a:cubicBezTo>
                    <a:pt x="187" y="96"/>
                    <a:pt x="187" y="96"/>
                    <a:pt x="187" y="96"/>
                  </a:cubicBezTo>
                  <a:cubicBezTo>
                    <a:pt x="198" y="93"/>
                    <a:pt x="198" y="93"/>
                    <a:pt x="198" y="93"/>
                  </a:cubicBezTo>
                  <a:cubicBezTo>
                    <a:pt x="198" y="93"/>
                    <a:pt x="198" y="93"/>
                    <a:pt x="198" y="93"/>
                  </a:cubicBezTo>
                  <a:cubicBezTo>
                    <a:pt x="211" y="88"/>
                    <a:pt x="211" y="88"/>
                    <a:pt x="211" y="88"/>
                  </a:cubicBezTo>
                  <a:cubicBezTo>
                    <a:pt x="211" y="88"/>
                    <a:pt x="211" y="88"/>
                    <a:pt x="211" y="88"/>
                  </a:cubicBezTo>
                  <a:cubicBezTo>
                    <a:pt x="221" y="85"/>
                    <a:pt x="221" y="85"/>
                    <a:pt x="221" y="85"/>
                  </a:cubicBezTo>
                  <a:cubicBezTo>
                    <a:pt x="221" y="85"/>
                    <a:pt x="221" y="85"/>
                    <a:pt x="221" y="85"/>
                  </a:cubicBezTo>
                  <a:cubicBezTo>
                    <a:pt x="233" y="80"/>
                    <a:pt x="233" y="80"/>
                    <a:pt x="233" y="80"/>
                  </a:cubicBezTo>
                  <a:cubicBezTo>
                    <a:pt x="233" y="80"/>
                    <a:pt x="233" y="80"/>
                    <a:pt x="233" y="80"/>
                  </a:cubicBezTo>
                  <a:cubicBezTo>
                    <a:pt x="244" y="75"/>
                    <a:pt x="244" y="75"/>
                    <a:pt x="244" y="75"/>
                  </a:cubicBezTo>
                  <a:cubicBezTo>
                    <a:pt x="244" y="75"/>
                    <a:pt x="244" y="75"/>
                    <a:pt x="244" y="75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8" y="70"/>
                    <a:pt x="258" y="70"/>
                    <a:pt x="258" y="70"/>
                  </a:cubicBezTo>
                  <a:cubicBezTo>
                    <a:pt x="258" y="70"/>
                    <a:pt x="258" y="70"/>
                    <a:pt x="258" y="70"/>
                  </a:cubicBezTo>
                  <a:cubicBezTo>
                    <a:pt x="259" y="70"/>
                    <a:pt x="259" y="70"/>
                    <a:pt x="259" y="70"/>
                  </a:cubicBezTo>
                  <a:cubicBezTo>
                    <a:pt x="259" y="70"/>
                    <a:pt x="259" y="70"/>
                    <a:pt x="259" y="70"/>
                  </a:cubicBezTo>
                  <a:cubicBezTo>
                    <a:pt x="261" y="69"/>
                    <a:pt x="261" y="69"/>
                    <a:pt x="261" y="69"/>
                  </a:cubicBezTo>
                  <a:cubicBezTo>
                    <a:pt x="261" y="69"/>
                    <a:pt x="261" y="69"/>
                    <a:pt x="261" y="69"/>
                  </a:cubicBezTo>
                  <a:cubicBezTo>
                    <a:pt x="261" y="69"/>
                    <a:pt x="261" y="69"/>
                    <a:pt x="261" y="69"/>
                  </a:cubicBezTo>
                  <a:cubicBezTo>
                    <a:pt x="261" y="69"/>
                    <a:pt x="261" y="69"/>
                    <a:pt x="261" y="69"/>
                  </a:cubicBezTo>
                  <a:cubicBezTo>
                    <a:pt x="263" y="69"/>
                    <a:pt x="263" y="69"/>
                    <a:pt x="263" y="69"/>
                  </a:cubicBezTo>
                  <a:cubicBezTo>
                    <a:pt x="263" y="69"/>
                    <a:pt x="263" y="69"/>
                    <a:pt x="263" y="69"/>
                  </a:cubicBezTo>
                  <a:cubicBezTo>
                    <a:pt x="265" y="69"/>
                    <a:pt x="265" y="69"/>
                    <a:pt x="265" y="69"/>
                  </a:cubicBezTo>
                  <a:cubicBezTo>
                    <a:pt x="265" y="69"/>
                    <a:pt x="265" y="69"/>
                    <a:pt x="265" y="69"/>
                  </a:cubicBezTo>
                  <a:cubicBezTo>
                    <a:pt x="267" y="68"/>
                    <a:pt x="267" y="68"/>
                    <a:pt x="267" y="68"/>
                  </a:cubicBezTo>
                  <a:cubicBezTo>
                    <a:pt x="267" y="68"/>
                    <a:pt x="267" y="68"/>
                    <a:pt x="267" y="68"/>
                  </a:cubicBezTo>
                  <a:cubicBezTo>
                    <a:pt x="267" y="70"/>
                    <a:pt x="267" y="70"/>
                    <a:pt x="267" y="70"/>
                  </a:cubicBezTo>
                  <a:cubicBezTo>
                    <a:pt x="267" y="70"/>
                    <a:pt x="267" y="70"/>
                    <a:pt x="267" y="70"/>
                  </a:cubicBezTo>
                  <a:cubicBezTo>
                    <a:pt x="267" y="71"/>
                    <a:pt x="267" y="71"/>
                    <a:pt x="267" y="71"/>
                  </a:cubicBezTo>
                  <a:cubicBezTo>
                    <a:pt x="267" y="71"/>
                    <a:pt x="267" y="71"/>
                    <a:pt x="267" y="71"/>
                  </a:cubicBezTo>
                  <a:cubicBezTo>
                    <a:pt x="267" y="72"/>
                    <a:pt x="267" y="72"/>
                    <a:pt x="267" y="72"/>
                  </a:cubicBezTo>
                  <a:cubicBezTo>
                    <a:pt x="267" y="72"/>
                    <a:pt x="267" y="72"/>
                    <a:pt x="267" y="72"/>
                  </a:cubicBezTo>
                  <a:cubicBezTo>
                    <a:pt x="268" y="72"/>
                    <a:pt x="268" y="72"/>
                    <a:pt x="268" y="72"/>
                  </a:cubicBezTo>
                  <a:cubicBezTo>
                    <a:pt x="268" y="72"/>
                    <a:pt x="268" y="72"/>
                    <a:pt x="268" y="72"/>
                  </a:cubicBezTo>
                  <a:cubicBezTo>
                    <a:pt x="268" y="73"/>
                    <a:pt x="268" y="73"/>
                    <a:pt x="268" y="73"/>
                  </a:cubicBezTo>
                  <a:cubicBezTo>
                    <a:pt x="268" y="73"/>
                    <a:pt x="268" y="73"/>
                    <a:pt x="268" y="73"/>
                  </a:cubicBezTo>
                  <a:cubicBezTo>
                    <a:pt x="270" y="73"/>
                    <a:pt x="270" y="73"/>
                    <a:pt x="270" y="73"/>
                  </a:cubicBezTo>
                  <a:cubicBezTo>
                    <a:pt x="270" y="73"/>
                    <a:pt x="270" y="73"/>
                    <a:pt x="270" y="73"/>
                  </a:cubicBezTo>
                  <a:cubicBezTo>
                    <a:pt x="271" y="74"/>
                    <a:pt x="271" y="74"/>
                    <a:pt x="271" y="74"/>
                  </a:cubicBezTo>
                  <a:cubicBezTo>
                    <a:pt x="271" y="74"/>
                    <a:pt x="271" y="74"/>
                    <a:pt x="271" y="74"/>
                  </a:cubicBezTo>
                  <a:cubicBezTo>
                    <a:pt x="273" y="74"/>
                    <a:pt x="273" y="74"/>
                    <a:pt x="273" y="74"/>
                  </a:cubicBezTo>
                  <a:cubicBezTo>
                    <a:pt x="273" y="74"/>
                    <a:pt x="273" y="74"/>
                    <a:pt x="273" y="74"/>
                  </a:cubicBezTo>
                  <a:cubicBezTo>
                    <a:pt x="273" y="76"/>
                    <a:pt x="273" y="76"/>
                    <a:pt x="273" y="76"/>
                  </a:cubicBezTo>
                  <a:cubicBezTo>
                    <a:pt x="273" y="76"/>
                    <a:pt x="273" y="76"/>
                    <a:pt x="273" y="76"/>
                  </a:cubicBezTo>
                  <a:cubicBezTo>
                    <a:pt x="273" y="77"/>
                    <a:pt x="273" y="77"/>
                    <a:pt x="273" y="77"/>
                  </a:cubicBezTo>
                  <a:cubicBezTo>
                    <a:pt x="273" y="77"/>
                    <a:pt x="273" y="77"/>
                    <a:pt x="273" y="77"/>
                  </a:cubicBezTo>
                  <a:cubicBezTo>
                    <a:pt x="273" y="78"/>
                    <a:pt x="273" y="78"/>
                    <a:pt x="273" y="78"/>
                  </a:cubicBezTo>
                  <a:cubicBezTo>
                    <a:pt x="273" y="78"/>
                    <a:pt x="273" y="78"/>
                    <a:pt x="273" y="78"/>
                  </a:cubicBezTo>
                  <a:cubicBezTo>
                    <a:pt x="273" y="79"/>
                    <a:pt x="273" y="79"/>
                    <a:pt x="273" y="79"/>
                  </a:cubicBezTo>
                  <a:cubicBezTo>
                    <a:pt x="273" y="79"/>
                    <a:pt x="273" y="79"/>
                    <a:pt x="273" y="79"/>
                  </a:cubicBezTo>
                  <a:cubicBezTo>
                    <a:pt x="273" y="81"/>
                    <a:pt x="273" y="81"/>
                    <a:pt x="273" y="81"/>
                  </a:cubicBezTo>
                  <a:cubicBezTo>
                    <a:pt x="273" y="81"/>
                    <a:pt x="273" y="81"/>
                    <a:pt x="273" y="81"/>
                  </a:cubicBezTo>
                  <a:cubicBezTo>
                    <a:pt x="273" y="82"/>
                    <a:pt x="273" y="82"/>
                    <a:pt x="273" y="82"/>
                  </a:cubicBezTo>
                  <a:cubicBezTo>
                    <a:pt x="273" y="82"/>
                    <a:pt x="273" y="82"/>
                    <a:pt x="273" y="82"/>
                  </a:cubicBezTo>
                  <a:cubicBezTo>
                    <a:pt x="273" y="83"/>
                    <a:pt x="273" y="83"/>
                    <a:pt x="273" y="83"/>
                  </a:cubicBezTo>
                  <a:cubicBezTo>
                    <a:pt x="273" y="83"/>
                    <a:pt x="273" y="83"/>
                    <a:pt x="273" y="83"/>
                  </a:cubicBezTo>
                  <a:cubicBezTo>
                    <a:pt x="274" y="84"/>
                    <a:pt x="274" y="84"/>
                    <a:pt x="274" y="84"/>
                  </a:cubicBezTo>
                  <a:cubicBezTo>
                    <a:pt x="274" y="84"/>
                    <a:pt x="274" y="84"/>
                    <a:pt x="274" y="84"/>
                  </a:cubicBezTo>
                  <a:cubicBezTo>
                    <a:pt x="274" y="85"/>
                    <a:pt x="274" y="85"/>
                    <a:pt x="274" y="85"/>
                  </a:cubicBezTo>
                  <a:cubicBezTo>
                    <a:pt x="274" y="85"/>
                    <a:pt x="274" y="85"/>
                    <a:pt x="274" y="85"/>
                  </a:cubicBezTo>
                  <a:cubicBezTo>
                    <a:pt x="274" y="86"/>
                    <a:pt x="274" y="86"/>
                    <a:pt x="274" y="86"/>
                  </a:cubicBezTo>
                  <a:cubicBezTo>
                    <a:pt x="274" y="86"/>
                    <a:pt x="274" y="86"/>
                    <a:pt x="274" y="86"/>
                  </a:cubicBezTo>
                  <a:cubicBezTo>
                    <a:pt x="274" y="86"/>
                    <a:pt x="274" y="86"/>
                    <a:pt x="274" y="86"/>
                  </a:cubicBezTo>
                  <a:cubicBezTo>
                    <a:pt x="274" y="86"/>
                    <a:pt x="274" y="86"/>
                    <a:pt x="274" y="86"/>
                  </a:cubicBezTo>
                  <a:cubicBezTo>
                    <a:pt x="275" y="86"/>
                    <a:pt x="275" y="86"/>
                    <a:pt x="275" y="86"/>
                  </a:cubicBezTo>
                  <a:cubicBezTo>
                    <a:pt x="275" y="86"/>
                    <a:pt x="275" y="86"/>
                    <a:pt x="275" y="86"/>
                  </a:cubicBezTo>
                  <a:cubicBezTo>
                    <a:pt x="275" y="88"/>
                    <a:pt x="275" y="88"/>
                    <a:pt x="275" y="88"/>
                  </a:cubicBezTo>
                  <a:cubicBezTo>
                    <a:pt x="275" y="88"/>
                    <a:pt x="275" y="88"/>
                    <a:pt x="275" y="88"/>
                  </a:cubicBezTo>
                  <a:cubicBezTo>
                    <a:pt x="276" y="88"/>
                    <a:pt x="276" y="88"/>
                    <a:pt x="276" y="88"/>
                  </a:cubicBezTo>
                  <a:cubicBezTo>
                    <a:pt x="276" y="88"/>
                    <a:pt x="276" y="88"/>
                    <a:pt x="276" y="88"/>
                  </a:cubicBezTo>
                  <a:cubicBezTo>
                    <a:pt x="277" y="90"/>
                    <a:pt x="277" y="90"/>
                    <a:pt x="277" y="90"/>
                  </a:cubicBezTo>
                  <a:cubicBezTo>
                    <a:pt x="277" y="90"/>
                    <a:pt x="277" y="90"/>
                    <a:pt x="277" y="90"/>
                  </a:cubicBezTo>
                  <a:cubicBezTo>
                    <a:pt x="278" y="90"/>
                    <a:pt x="278" y="90"/>
                    <a:pt x="278" y="90"/>
                  </a:cubicBezTo>
                  <a:cubicBezTo>
                    <a:pt x="278" y="90"/>
                    <a:pt x="278" y="90"/>
                    <a:pt x="278" y="90"/>
                  </a:cubicBezTo>
                  <a:cubicBezTo>
                    <a:pt x="277" y="94"/>
                    <a:pt x="277" y="94"/>
                    <a:pt x="277" y="94"/>
                  </a:cubicBezTo>
                  <a:cubicBezTo>
                    <a:pt x="277" y="94"/>
                    <a:pt x="277" y="94"/>
                    <a:pt x="277" y="94"/>
                  </a:cubicBezTo>
                  <a:cubicBezTo>
                    <a:pt x="275" y="95"/>
                    <a:pt x="275" y="95"/>
                    <a:pt x="275" y="95"/>
                  </a:cubicBezTo>
                  <a:cubicBezTo>
                    <a:pt x="275" y="95"/>
                    <a:pt x="275" y="95"/>
                    <a:pt x="275" y="95"/>
                  </a:cubicBezTo>
                  <a:cubicBezTo>
                    <a:pt x="274" y="96"/>
                    <a:pt x="274" y="96"/>
                    <a:pt x="274" y="96"/>
                  </a:cubicBezTo>
                  <a:cubicBezTo>
                    <a:pt x="274" y="96"/>
                    <a:pt x="274" y="96"/>
                    <a:pt x="274" y="96"/>
                  </a:cubicBezTo>
                  <a:cubicBezTo>
                    <a:pt x="273" y="97"/>
                    <a:pt x="273" y="97"/>
                    <a:pt x="273" y="97"/>
                  </a:cubicBezTo>
                  <a:cubicBezTo>
                    <a:pt x="273" y="97"/>
                    <a:pt x="273" y="97"/>
                    <a:pt x="273" y="97"/>
                  </a:cubicBezTo>
                  <a:cubicBezTo>
                    <a:pt x="272" y="98"/>
                    <a:pt x="272" y="98"/>
                    <a:pt x="272" y="98"/>
                  </a:cubicBezTo>
                  <a:cubicBezTo>
                    <a:pt x="272" y="98"/>
                    <a:pt x="272" y="98"/>
                    <a:pt x="272" y="98"/>
                  </a:cubicBezTo>
                  <a:cubicBezTo>
                    <a:pt x="270" y="99"/>
                    <a:pt x="270" y="99"/>
                    <a:pt x="270" y="99"/>
                  </a:cubicBezTo>
                  <a:cubicBezTo>
                    <a:pt x="270" y="99"/>
                    <a:pt x="270" y="99"/>
                    <a:pt x="270" y="99"/>
                  </a:cubicBezTo>
                  <a:cubicBezTo>
                    <a:pt x="269" y="100"/>
                    <a:pt x="269" y="100"/>
                    <a:pt x="269" y="100"/>
                  </a:cubicBezTo>
                  <a:cubicBezTo>
                    <a:pt x="269" y="100"/>
                    <a:pt x="269" y="100"/>
                    <a:pt x="269" y="100"/>
                  </a:cubicBezTo>
                  <a:cubicBezTo>
                    <a:pt x="268" y="101"/>
                    <a:pt x="268" y="101"/>
                    <a:pt x="268" y="101"/>
                  </a:cubicBezTo>
                  <a:cubicBezTo>
                    <a:pt x="268" y="101"/>
                    <a:pt x="268" y="101"/>
                    <a:pt x="268" y="101"/>
                  </a:cubicBezTo>
                  <a:cubicBezTo>
                    <a:pt x="268" y="102"/>
                    <a:pt x="268" y="102"/>
                    <a:pt x="268" y="102"/>
                  </a:cubicBezTo>
                  <a:cubicBezTo>
                    <a:pt x="268" y="102"/>
                    <a:pt x="268" y="102"/>
                    <a:pt x="268" y="102"/>
                  </a:cubicBezTo>
                  <a:cubicBezTo>
                    <a:pt x="249" y="111"/>
                    <a:pt x="249" y="111"/>
                    <a:pt x="249" y="111"/>
                  </a:cubicBezTo>
                  <a:cubicBezTo>
                    <a:pt x="249" y="111"/>
                    <a:pt x="249" y="111"/>
                    <a:pt x="249" y="111"/>
                  </a:cubicBezTo>
                  <a:cubicBezTo>
                    <a:pt x="234" y="122"/>
                    <a:pt x="234" y="122"/>
                    <a:pt x="234" y="122"/>
                  </a:cubicBezTo>
                  <a:cubicBezTo>
                    <a:pt x="234" y="122"/>
                    <a:pt x="234" y="122"/>
                    <a:pt x="234" y="122"/>
                  </a:cubicBezTo>
                  <a:cubicBezTo>
                    <a:pt x="220" y="136"/>
                    <a:pt x="220" y="136"/>
                    <a:pt x="220" y="136"/>
                  </a:cubicBezTo>
                  <a:cubicBezTo>
                    <a:pt x="220" y="136"/>
                    <a:pt x="220" y="136"/>
                    <a:pt x="220" y="136"/>
                  </a:cubicBezTo>
                  <a:cubicBezTo>
                    <a:pt x="209" y="151"/>
                    <a:pt x="209" y="151"/>
                    <a:pt x="209" y="151"/>
                  </a:cubicBezTo>
                  <a:cubicBezTo>
                    <a:pt x="209" y="151"/>
                    <a:pt x="209" y="151"/>
                    <a:pt x="209" y="151"/>
                  </a:cubicBezTo>
                  <a:cubicBezTo>
                    <a:pt x="197" y="168"/>
                    <a:pt x="197" y="168"/>
                    <a:pt x="197" y="168"/>
                  </a:cubicBezTo>
                  <a:cubicBezTo>
                    <a:pt x="197" y="168"/>
                    <a:pt x="197" y="168"/>
                    <a:pt x="197" y="168"/>
                  </a:cubicBezTo>
                  <a:cubicBezTo>
                    <a:pt x="187" y="185"/>
                    <a:pt x="187" y="185"/>
                    <a:pt x="187" y="185"/>
                  </a:cubicBezTo>
                  <a:cubicBezTo>
                    <a:pt x="187" y="185"/>
                    <a:pt x="187" y="185"/>
                    <a:pt x="187" y="185"/>
                  </a:cubicBezTo>
                  <a:cubicBezTo>
                    <a:pt x="175" y="200"/>
                    <a:pt x="175" y="200"/>
                    <a:pt x="175" y="200"/>
                  </a:cubicBezTo>
                  <a:cubicBezTo>
                    <a:pt x="175" y="200"/>
                    <a:pt x="175" y="200"/>
                    <a:pt x="175" y="200"/>
                  </a:cubicBezTo>
                  <a:cubicBezTo>
                    <a:pt x="163" y="214"/>
                    <a:pt x="163" y="214"/>
                    <a:pt x="163" y="214"/>
                  </a:cubicBezTo>
                  <a:cubicBezTo>
                    <a:pt x="163" y="214"/>
                    <a:pt x="163" y="214"/>
                    <a:pt x="163" y="214"/>
                  </a:cubicBezTo>
                  <a:cubicBezTo>
                    <a:pt x="163" y="216"/>
                    <a:pt x="163" y="216"/>
                    <a:pt x="163" y="216"/>
                  </a:cubicBezTo>
                  <a:cubicBezTo>
                    <a:pt x="163" y="216"/>
                    <a:pt x="163" y="216"/>
                    <a:pt x="163" y="216"/>
                  </a:cubicBezTo>
                  <a:cubicBezTo>
                    <a:pt x="163" y="217"/>
                    <a:pt x="163" y="217"/>
                    <a:pt x="163" y="217"/>
                  </a:cubicBezTo>
                  <a:cubicBezTo>
                    <a:pt x="163" y="217"/>
                    <a:pt x="163" y="217"/>
                    <a:pt x="163" y="217"/>
                  </a:cubicBezTo>
                  <a:cubicBezTo>
                    <a:pt x="164" y="218"/>
                    <a:pt x="164" y="218"/>
                    <a:pt x="164" y="218"/>
                  </a:cubicBezTo>
                  <a:cubicBezTo>
                    <a:pt x="164" y="218"/>
                    <a:pt x="164" y="218"/>
                    <a:pt x="164" y="218"/>
                  </a:cubicBezTo>
                  <a:cubicBezTo>
                    <a:pt x="165" y="218"/>
                    <a:pt x="165" y="218"/>
                    <a:pt x="165" y="218"/>
                  </a:cubicBezTo>
                  <a:cubicBezTo>
                    <a:pt x="165" y="218"/>
                    <a:pt x="165" y="218"/>
                    <a:pt x="165" y="218"/>
                  </a:cubicBezTo>
                  <a:cubicBezTo>
                    <a:pt x="166" y="218"/>
                    <a:pt x="166" y="218"/>
                    <a:pt x="166" y="218"/>
                  </a:cubicBezTo>
                  <a:cubicBezTo>
                    <a:pt x="166" y="218"/>
                    <a:pt x="166" y="218"/>
                    <a:pt x="166" y="218"/>
                  </a:cubicBezTo>
                  <a:cubicBezTo>
                    <a:pt x="167" y="218"/>
                    <a:pt x="167" y="218"/>
                    <a:pt x="167" y="218"/>
                  </a:cubicBezTo>
                  <a:cubicBezTo>
                    <a:pt x="167" y="218"/>
                    <a:pt x="167" y="218"/>
                    <a:pt x="167" y="218"/>
                  </a:cubicBezTo>
                  <a:cubicBezTo>
                    <a:pt x="168" y="218"/>
                    <a:pt x="168" y="218"/>
                    <a:pt x="168" y="218"/>
                  </a:cubicBezTo>
                  <a:cubicBezTo>
                    <a:pt x="168" y="218"/>
                    <a:pt x="168" y="218"/>
                    <a:pt x="168" y="218"/>
                  </a:cubicBezTo>
                  <a:cubicBezTo>
                    <a:pt x="170" y="218"/>
                    <a:pt x="170" y="218"/>
                    <a:pt x="170" y="218"/>
                  </a:cubicBezTo>
                  <a:cubicBezTo>
                    <a:pt x="170" y="218"/>
                    <a:pt x="170" y="218"/>
                    <a:pt x="170" y="218"/>
                  </a:cubicBezTo>
                  <a:cubicBezTo>
                    <a:pt x="218" y="189"/>
                    <a:pt x="218" y="189"/>
                    <a:pt x="218" y="189"/>
                  </a:cubicBezTo>
                  <a:cubicBezTo>
                    <a:pt x="218" y="189"/>
                    <a:pt x="218" y="189"/>
                    <a:pt x="218" y="189"/>
                  </a:cubicBezTo>
                  <a:cubicBezTo>
                    <a:pt x="219" y="184"/>
                    <a:pt x="219" y="184"/>
                    <a:pt x="219" y="184"/>
                  </a:cubicBezTo>
                  <a:cubicBezTo>
                    <a:pt x="219" y="181"/>
                    <a:pt x="219" y="181"/>
                    <a:pt x="219" y="181"/>
                  </a:cubicBezTo>
                  <a:cubicBezTo>
                    <a:pt x="219" y="157"/>
                    <a:pt x="219" y="157"/>
                    <a:pt x="219" y="157"/>
                  </a:cubicBezTo>
                  <a:cubicBezTo>
                    <a:pt x="219" y="157"/>
                    <a:pt x="219" y="157"/>
                    <a:pt x="219" y="157"/>
                  </a:cubicBezTo>
                  <a:cubicBezTo>
                    <a:pt x="224" y="153"/>
                    <a:pt x="224" y="153"/>
                    <a:pt x="224" y="153"/>
                  </a:cubicBezTo>
                  <a:cubicBezTo>
                    <a:pt x="224" y="153"/>
                    <a:pt x="224" y="153"/>
                    <a:pt x="224" y="153"/>
                  </a:cubicBezTo>
                  <a:cubicBezTo>
                    <a:pt x="225" y="154"/>
                    <a:pt x="225" y="154"/>
                    <a:pt x="225" y="154"/>
                  </a:cubicBezTo>
                  <a:cubicBezTo>
                    <a:pt x="225" y="154"/>
                    <a:pt x="225" y="154"/>
                    <a:pt x="225" y="154"/>
                  </a:cubicBezTo>
                  <a:cubicBezTo>
                    <a:pt x="227" y="154"/>
                    <a:pt x="227" y="154"/>
                    <a:pt x="227" y="154"/>
                  </a:cubicBezTo>
                  <a:cubicBezTo>
                    <a:pt x="227" y="154"/>
                    <a:pt x="227" y="154"/>
                    <a:pt x="227" y="154"/>
                  </a:cubicBezTo>
                  <a:cubicBezTo>
                    <a:pt x="228" y="155"/>
                    <a:pt x="228" y="155"/>
                    <a:pt x="228" y="155"/>
                  </a:cubicBezTo>
                  <a:cubicBezTo>
                    <a:pt x="228" y="155"/>
                    <a:pt x="228" y="155"/>
                    <a:pt x="228" y="155"/>
                  </a:cubicBezTo>
                  <a:cubicBezTo>
                    <a:pt x="230" y="155"/>
                    <a:pt x="230" y="155"/>
                    <a:pt x="230" y="155"/>
                  </a:cubicBezTo>
                  <a:cubicBezTo>
                    <a:pt x="230" y="155"/>
                    <a:pt x="230" y="155"/>
                    <a:pt x="230" y="155"/>
                  </a:cubicBezTo>
                  <a:cubicBezTo>
                    <a:pt x="231" y="156"/>
                    <a:pt x="231" y="156"/>
                    <a:pt x="231" y="156"/>
                  </a:cubicBezTo>
                  <a:cubicBezTo>
                    <a:pt x="231" y="156"/>
                    <a:pt x="231" y="156"/>
                    <a:pt x="231" y="156"/>
                  </a:cubicBezTo>
                  <a:cubicBezTo>
                    <a:pt x="233" y="156"/>
                    <a:pt x="233" y="156"/>
                    <a:pt x="233" y="156"/>
                  </a:cubicBezTo>
                  <a:cubicBezTo>
                    <a:pt x="233" y="156"/>
                    <a:pt x="233" y="156"/>
                    <a:pt x="233" y="156"/>
                  </a:cubicBezTo>
                  <a:cubicBezTo>
                    <a:pt x="234" y="157"/>
                    <a:pt x="234" y="157"/>
                    <a:pt x="234" y="157"/>
                  </a:cubicBezTo>
                  <a:cubicBezTo>
                    <a:pt x="234" y="157"/>
                    <a:pt x="234" y="157"/>
                    <a:pt x="234" y="157"/>
                  </a:cubicBezTo>
                  <a:cubicBezTo>
                    <a:pt x="237" y="157"/>
                    <a:pt x="237" y="157"/>
                    <a:pt x="237" y="157"/>
                  </a:cubicBezTo>
                  <a:cubicBezTo>
                    <a:pt x="237" y="157"/>
                    <a:pt x="237" y="157"/>
                    <a:pt x="237" y="157"/>
                  </a:cubicBezTo>
                  <a:cubicBezTo>
                    <a:pt x="237" y="159"/>
                    <a:pt x="237" y="159"/>
                    <a:pt x="237" y="159"/>
                  </a:cubicBezTo>
                  <a:cubicBezTo>
                    <a:pt x="237" y="159"/>
                    <a:pt x="237" y="159"/>
                    <a:pt x="237" y="159"/>
                  </a:cubicBezTo>
                  <a:cubicBezTo>
                    <a:pt x="237" y="161"/>
                    <a:pt x="237" y="161"/>
                    <a:pt x="237" y="161"/>
                  </a:cubicBezTo>
                  <a:cubicBezTo>
                    <a:pt x="237" y="161"/>
                    <a:pt x="237" y="161"/>
                    <a:pt x="237" y="161"/>
                  </a:cubicBezTo>
                  <a:cubicBezTo>
                    <a:pt x="236" y="164"/>
                    <a:pt x="236" y="164"/>
                    <a:pt x="236" y="164"/>
                  </a:cubicBezTo>
                  <a:cubicBezTo>
                    <a:pt x="236" y="164"/>
                    <a:pt x="236" y="164"/>
                    <a:pt x="236" y="164"/>
                  </a:cubicBezTo>
                  <a:cubicBezTo>
                    <a:pt x="235" y="166"/>
                    <a:pt x="235" y="166"/>
                    <a:pt x="235" y="166"/>
                  </a:cubicBezTo>
                  <a:cubicBezTo>
                    <a:pt x="235" y="166"/>
                    <a:pt x="235" y="166"/>
                    <a:pt x="235" y="166"/>
                  </a:cubicBezTo>
                  <a:cubicBezTo>
                    <a:pt x="234" y="169"/>
                    <a:pt x="234" y="169"/>
                    <a:pt x="234" y="169"/>
                  </a:cubicBezTo>
                  <a:cubicBezTo>
                    <a:pt x="234" y="169"/>
                    <a:pt x="234" y="169"/>
                    <a:pt x="234" y="169"/>
                  </a:cubicBezTo>
                  <a:cubicBezTo>
                    <a:pt x="233" y="171"/>
                    <a:pt x="233" y="171"/>
                    <a:pt x="233" y="171"/>
                  </a:cubicBezTo>
                  <a:cubicBezTo>
                    <a:pt x="233" y="171"/>
                    <a:pt x="233" y="171"/>
                    <a:pt x="233" y="171"/>
                  </a:cubicBezTo>
                  <a:cubicBezTo>
                    <a:pt x="233" y="173"/>
                    <a:pt x="233" y="173"/>
                    <a:pt x="233" y="173"/>
                  </a:cubicBezTo>
                  <a:cubicBezTo>
                    <a:pt x="233" y="173"/>
                    <a:pt x="233" y="173"/>
                    <a:pt x="233" y="173"/>
                  </a:cubicBezTo>
                  <a:cubicBezTo>
                    <a:pt x="235" y="175"/>
                    <a:pt x="235" y="175"/>
                    <a:pt x="235" y="175"/>
                  </a:cubicBezTo>
                  <a:cubicBezTo>
                    <a:pt x="235" y="175"/>
                    <a:pt x="235" y="175"/>
                    <a:pt x="235" y="175"/>
                  </a:cubicBezTo>
                  <a:cubicBezTo>
                    <a:pt x="241" y="175"/>
                    <a:pt x="241" y="175"/>
                    <a:pt x="241" y="175"/>
                  </a:cubicBezTo>
                  <a:cubicBezTo>
                    <a:pt x="241" y="175"/>
                    <a:pt x="241" y="175"/>
                    <a:pt x="241" y="175"/>
                  </a:cubicBezTo>
                  <a:cubicBezTo>
                    <a:pt x="248" y="172"/>
                    <a:pt x="248" y="172"/>
                    <a:pt x="248" y="172"/>
                  </a:cubicBezTo>
                  <a:cubicBezTo>
                    <a:pt x="248" y="172"/>
                    <a:pt x="248" y="172"/>
                    <a:pt x="248" y="172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60" y="167"/>
                    <a:pt x="260" y="167"/>
                    <a:pt x="260" y="167"/>
                  </a:cubicBezTo>
                  <a:cubicBezTo>
                    <a:pt x="260" y="167"/>
                    <a:pt x="260" y="167"/>
                    <a:pt x="260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3" y="161"/>
                    <a:pt x="273" y="161"/>
                    <a:pt x="273" y="161"/>
                  </a:cubicBezTo>
                  <a:cubicBezTo>
                    <a:pt x="273" y="161"/>
                    <a:pt x="273" y="161"/>
                    <a:pt x="273" y="161"/>
                  </a:cubicBezTo>
                  <a:cubicBezTo>
                    <a:pt x="279" y="157"/>
                    <a:pt x="279" y="157"/>
                    <a:pt x="279" y="157"/>
                  </a:cubicBezTo>
                  <a:cubicBezTo>
                    <a:pt x="279" y="157"/>
                    <a:pt x="279" y="157"/>
                    <a:pt x="279" y="157"/>
                  </a:cubicBezTo>
                  <a:cubicBezTo>
                    <a:pt x="285" y="153"/>
                    <a:pt x="285" y="153"/>
                    <a:pt x="285" y="153"/>
                  </a:cubicBezTo>
                  <a:cubicBezTo>
                    <a:pt x="285" y="153"/>
                    <a:pt x="285" y="153"/>
                    <a:pt x="285" y="153"/>
                  </a:cubicBezTo>
                  <a:cubicBezTo>
                    <a:pt x="297" y="118"/>
                    <a:pt x="297" y="118"/>
                    <a:pt x="297" y="118"/>
                  </a:cubicBezTo>
                  <a:cubicBezTo>
                    <a:pt x="297" y="118"/>
                    <a:pt x="297" y="118"/>
                    <a:pt x="297" y="118"/>
                  </a:cubicBezTo>
                  <a:cubicBezTo>
                    <a:pt x="300" y="120"/>
                    <a:pt x="300" y="120"/>
                    <a:pt x="300" y="120"/>
                  </a:cubicBezTo>
                  <a:cubicBezTo>
                    <a:pt x="300" y="120"/>
                    <a:pt x="300" y="120"/>
                    <a:pt x="300" y="120"/>
                  </a:cubicBezTo>
                  <a:cubicBezTo>
                    <a:pt x="304" y="122"/>
                    <a:pt x="304" y="122"/>
                    <a:pt x="304" y="122"/>
                  </a:cubicBezTo>
                  <a:cubicBezTo>
                    <a:pt x="304" y="122"/>
                    <a:pt x="304" y="122"/>
                    <a:pt x="304" y="122"/>
                  </a:cubicBezTo>
                  <a:cubicBezTo>
                    <a:pt x="308" y="124"/>
                    <a:pt x="308" y="124"/>
                    <a:pt x="308" y="124"/>
                  </a:cubicBezTo>
                  <a:cubicBezTo>
                    <a:pt x="308" y="124"/>
                    <a:pt x="308" y="124"/>
                    <a:pt x="308" y="124"/>
                  </a:cubicBezTo>
                  <a:cubicBezTo>
                    <a:pt x="312" y="125"/>
                    <a:pt x="312" y="125"/>
                    <a:pt x="312" y="125"/>
                  </a:cubicBezTo>
                  <a:cubicBezTo>
                    <a:pt x="312" y="125"/>
                    <a:pt x="312" y="125"/>
                    <a:pt x="312" y="125"/>
                  </a:cubicBezTo>
                  <a:cubicBezTo>
                    <a:pt x="315" y="128"/>
                    <a:pt x="315" y="128"/>
                    <a:pt x="315" y="128"/>
                  </a:cubicBezTo>
                  <a:cubicBezTo>
                    <a:pt x="315" y="128"/>
                    <a:pt x="315" y="128"/>
                    <a:pt x="315" y="128"/>
                  </a:cubicBezTo>
                  <a:cubicBezTo>
                    <a:pt x="318" y="131"/>
                    <a:pt x="318" y="131"/>
                    <a:pt x="318" y="131"/>
                  </a:cubicBezTo>
                  <a:cubicBezTo>
                    <a:pt x="318" y="131"/>
                    <a:pt x="318" y="131"/>
                    <a:pt x="318" y="131"/>
                  </a:cubicBezTo>
                  <a:cubicBezTo>
                    <a:pt x="321" y="134"/>
                    <a:pt x="321" y="134"/>
                    <a:pt x="321" y="134"/>
                  </a:cubicBezTo>
                  <a:cubicBezTo>
                    <a:pt x="321" y="134"/>
                    <a:pt x="321" y="134"/>
                    <a:pt x="321" y="134"/>
                  </a:cubicBezTo>
                  <a:cubicBezTo>
                    <a:pt x="324" y="137"/>
                    <a:pt x="324" y="137"/>
                    <a:pt x="324" y="137"/>
                  </a:cubicBezTo>
                  <a:cubicBezTo>
                    <a:pt x="324" y="137"/>
                    <a:pt x="324" y="137"/>
                    <a:pt x="324" y="137"/>
                  </a:cubicBezTo>
                  <a:cubicBezTo>
                    <a:pt x="322" y="139"/>
                    <a:pt x="322" y="139"/>
                    <a:pt x="322" y="139"/>
                  </a:cubicBezTo>
                  <a:cubicBezTo>
                    <a:pt x="322" y="139"/>
                    <a:pt x="322" y="139"/>
                    <a:pt x="322" y="139"/>
                  </a:cubicBezTo>
                  <a:cubicBezTo>
                    <a:pt x="321" y="140"/>
                    <a:pt x="321" y="140"/>
                    <a:pt x="321" y="140"/>
                  </a:cubicBezTo>
                  <a:cubicBezTo>
                    <a:pt x="321" y="140"/>
                    <a:pt x="321" y="140"/>
                    <a:pt x="321" y="140"/>
                  </a:cubicBezTo>
                  <a:cubicBezTo>
                    <a:pt x="319" y="142"/>
                    <a:pt x="319" y="142"/>
                    <a:pt x="319" y="142"/>
                  </a:cubicBezTo>
                  <a:cubicBezTo>
                    <a:pt x="319" y="142"/>
                    <a:pt x="319" y="142"/>
                    <a:pt x="319" y="142"/>
                  </a:cubicBezTo>
                  <a:cubicBezTo>
                    <a:pt x="318" y="142"/>
                    <a:pt x="318" y="142"/>
                    <a:pt x="318" y="142"/>
                  </a:cubicBezTo>
                  <a:cubicBezTo>
                    <a:pt x="318" y="142"/>
                    <a:pt x="318" y="142"/>
                    <a:pt x="318" y="142"/>
                  </a:cubicBezTo>
                  <a:cubicBezTo>
                    <a:pt x="315" y="144"/>
                    <a:pt x="315" y="144"/>
                    <a:pt x="315" y="144"/>
                  </a:cubicBezTo>
                  <a:cubicBezTo>
                    <a:pt x="315" y="144"/>
                    <a:pt x="315" y="144"/>
                    <a:pt x="315" y="144"/>
                  </a:cubicBezTo>
                  <a:cubicBezTo>
                    <a:pt x="313" y="145"/>
                    <a:pt x="313" y="145"/>
                    <a:pt x="313" y="145"/>
                  </a:cubicBezTo>
                  <a:cubicBezTo>
                    <a:pt x="313" y="145"/>
                    <a:pt x="313" y="145"/>
                    <a:pt x="313" y="145"/>
                  </a:cubicBezTo>
                  <a:cubicBezTo>
                    <a:pt x="311" y="146"/>
                    <a:pt x="311" y="146"/>
                    <a:pt x="311" y="146"/>
                  </a:cubicBezTo>
                  <a:cubicBezTo>
                    <a:pt x="311" y="146"/>
                    <a:pt x="311" y="146"/>
                    <a:pt x="311" y="146"/>
                  </a:cubicBezTo>
                  <a:cubicBezTo>
                    <a:pt x="309" y="146"/>
                    <a:pt x="309" y="146"/>
                    <a:pt x="309" y="146"/>
                  </a:cubicBezTo>
                  <a:cubicBezTo>
                    <a:pt x="309" y="146"/>
                    <a:pt x="309" y="146"/>
                    <a:pt x="309" y="146"/>
                  </a:cubicBezTo>
                  <a:cubicBezTo>
                    <a:pt x="289" y="174"/>
                    <a:pt x="289" y="174"/>
                    <a:pt x="289" y="174"/>
                  </a:cubicBezTo>
                  <a:cubicBezTo>
                    <a:pt x="289" y="174"/>
                    <a:pt x="289" y="174"/>
                    <a:pt x="289" y="174"/>
                  </a:cubicBezTo>
                  <a:cubicBezTo>
                    <a:pt x="273" y="205"/>
                    <a:pt x="273" y="205"/>
                    <a:pt x="273" y="205"/>
                  </a:cubicBezTo>
                  <a:cubicBezTo>
                    <a:pt x="273" y="205"/>
                    <a:pt x="273" y="205"/>
                    <a:pt x="273" y="205"/>
                  </a:cubicBezTo>
                  <a:cubicBezTo>
                    <a:pt x="294" y="199"/>
                    <a:pt x="294" y="199"/>
                    <a:pt x="294" y="199"/>
                  </a:cubicBezTo>
                  <a:cubicBezTo>
                    <a:pt x="294" y="199"/>
                    <a:pt x="294" y="199"/>
                    <a:pt x="294" y="199"/>
                  </a:cubicBezTo>
                  <a:cubicBezTo>
                    <a:pt x="338" y="183"/>
                    <a:pt x="338" y="183"/>
                    <a:pt x="338" y="183"/>
                  </a:cubicBezTo>
                  <a:cubicBezTo>
                    <a:pt x="338" y="183"/>
                    <a:pt x="338" y="183"/>
                    <a:pt x="338" y="183"/>
                  </a:cubicBezTo>
                  <a:cubicBezTo>
                    <a:pt x="339" y="184"/>
                    <a:pt x="339" y="184"/>
                    <a:pt x="339" y="184"/>
                  </a:cubicBezTo>
                  <a:cubicBezTo>
                    <a:pt x="339" y="184"/>
                    <a:pt x="339" y="184"/>
                    <a:pt x="339" y="184"/>
                  </a:cubicBezTo>
                  <a:cubicBezTo>
                    <a:pt x="341" y="184"/>
                    <a:pt x="341" y="184"/>
                    <a:pt x="341" y="184"/>
                  </a:cubicBezTo>
                  <a:cubicBezTo>
                    <a:pt x="341" y="184"/>
                    <a:pt x="341" y="184"/>
                    <a:pt x="341" y="184"/>
                  </a:cubicBezTo>
                  <a:cubicBezTo>
                    <a:pt x="343" y="185"/>
                    <a:pt x="343" y="185"/>
                    <a:pt x="343" y="185"/>
                  </a:cubicBezTo>
                  <a:cubicBezTo>
                    <a:pt x="343" y="185"/>
                    <a:pt x="343" y="185"/>
                    <a:pt x="343" y="185"/>
                  </a:cubicBezTo>
                  <a:cubicBezTo>
                    <a:pt x="345" y="185"/>
                    <a:pt x="345" y="185"/>
                    <a:pt x="345" y="185"/>
                  </a:cubicBezTo>
                  <a:cubicBezTo>
                    <a:pt x="345" y="185"/>
                    <a:pt x="345" y="185"/>
                    <a:pt x="345" y="185"/>
                  </a:cubicBezTo>
                  <a:cubicBezTo>
                    <a:pt x="346" y="187"/>
                    <a:pt x="346" y="187"/>
                    <a:pt x="346" y="187"/>
                  </a:cubicBezTo>
                  <a:cubicBezTo>
                    <a:pt x="346" y="187"/>
                    <a:pt x="346" y="187"/>
                    <a:pt x="346" y="187"/>
                  </a:cubicBezTo>
                  <a:cubicBezTo>
                    <a:pt x="349" y="189"/>
                    <a:pt x="349" y="189"/>
                    <a:pt x="349" y="189"/>
                  </a:cubicBezTo>
                  <a:cubicBezTo>
                    <a:pt x="349" y="189"/>
                    <a:pt x="349" y="189"/>
                    <a:pt x="349" y="189"/>
                  </a:cubicBezTo>
                  <a:cubicBezTo>
                    <a:pt x="350" y="191"/>
                    <a:pt x="350" y="191"/>
                    <a:pt x="350" y="191"/>
                  </a:cubicBezTo>
                  <a:cubicBezTo>
                    <a:pt x="350" y="191"/>
                    <a:pt x="350" y="191"/>
                    <a:pt x="350" y="191"/>
                  </a:cubicBezTo>
                  <a:cubicBezTo>
                    <a:pt x="353" y="192"/>
                    <a:pt x="353" y="192"/>
                    <a:pt x="353" y="192"/>
                  </a:cubicBezTo>
                  <a:cubicBezTo>
                    <a:pt x="353" y="192"/>
                    <a:pt x="353" y="192"/>
                    <a:pt x="353" y="192"/>
                  </a:cubicBezTo>
                  <a:cubicBezTo>
                    <a:pt x="301" y="214"/>
                    <a:pt x="301" y="214"/>
                    <a:pt x="301" y="214"/>
                  </a:cubicBezTo>
                  <a:cubicBezTo>
                    <a:pt x="301" y="214"/>
                    <a:pt x="301" y="214"/>
                    <a:pt x="301" y="214"/>
                  </a:cubicBezTo>
                  <a:cubicBezTo>
                    <a:pt x="298" y="215"/>
                    <a:pt x="298" y="215"/>
                    <a:pt x="298" y="215"/>
                  </a:cubicBezTo>
                  <a:cubicBezTo>
                    <a:pt x="298" y="215"/>
                    <a:pt x="298" y="215"/>
                    <a:pt x="298" y="215"/>
                  </a:cubicBezTo>
                  <a:cubicBezTo>
                    <a:pt x="295" y="216"/>
                    <a:pt x="295" y="216"/>
                    <a:pt x="295" y="216"/>
                  </a:cubicBezTo>
                  <a:cubicBezTo>
                    <a:pt x="295" y="216"/>
                    <a:pt x="295" y="216"/>
                    <a:pt x="295" y="216"/>
                  </a:cubicBezTo>
                  <a:cubicBezTo>
                    <a:pt x="292" y="217"/>
                    <a:pt x="292" y="217"/>
                    <a:pt x="292" y="217"/>
                  </a:cubicBezTo>
                  <a:cubicBezTo>
                    <a:pt x="292" y="217"/>
                    <a:pt x="292" y="217"/>
                    <a:pt x="292" y="217"/>
                  </a:cubicBezTo>
                  <a:cubicBezTo>
                    <a:pt x="290" y="217"/>
                    <a:pt x="290" y="217"/>
                    <a:pt x="290" y="217"/>
                  </a:cubicBezTo>
                  <a:cubicBezTo>
                    <a:pt x="290" y="217"/>
                    <a:pt x="290" y="217"/>
                    <a:pt x="290" y="217"/>
                  </a:cubicBezTo>
                  <a:cubicBezTo>
                    <a:pt x="286" y="219"/>
                    <a:pt x="286" y="219"/>
                    <a:pt x="286" y="219"/>
                  </a:cubicBezTo>
                  <a:cubicBezTo>
                    <a:pt x="286" y="219"/>
                    <a:pt x="286" y="219"/>
                    <a:pt x="286" y="219"/>
                  </a:cubicBezTo>
                  <a:cubicBezTo>
                    <a:pt x="284" y="220"/>
                    <a:pt x="284" y="220"/>
                    <a:pt x="284" y="220"/>
                  </a:cubicBezTo>
                  <a:cubicBezTo>
                    <a:pt x="284" y="220"/>
                    <a:pt x="284" y="220"/>
                    <a:pt x="284" y="220"/>
                  </a:cubicBezTo>
                  <a:cubicBezTo>
                    <a:pt x="281" y="221"/>
                    <a:pt x="281" y="221"/>
                    <a:pt x="281" y="221"/>
                  </a:cubicBezTo>
                  <a:cubicBezTo>
                    <a:pt x="281" y="221"/>
                    <a:pt x="281" y="221"/>
                    <a:pt x="281" y="221"/>
                  </a:cubicBezTo>
                  <a:cubicBezTo>
                    <a:pt x="280" y="222"/>
                    <a:pt x="280" y="222"/>
                    <a:pt x="280" y="222"/>
                  </a:cubicBezTo>
                  <a:cubicBezTo>
                    <a:pt x="280" y="222"/>
                    <a:pt x="280" y="222"/>
                    <a:pt x="280" y="222"/>
                  </a:cubicBezTo>
                  <a:cubicBezTo>
                    <a:pt x="255" y="231"/>
                    <a:pt x="255" y="231"/>
                    <a:pt x="255" y="231"/>
                  </a:cubicBezTo>
                  <a:cubicBezTo>
                    <a:pt x="255" y="231"/>
                    <a:pt x="255" y="231"/>
                    <a:pt x="255" y="231"/>
                  </a:cubicBezTo>
                  <a:cubicBezTo>
                    <a:pt x="253" y="234"/>
                    <a:pt x="253" y="234"/>
                    <a:pt x="253" y="234"/>
                  </a:cubicBezTo>
                  <a:cubicBezTo>
                    <a:pt x="253" y="234"/>
                    <a:pt x="253" y="234"/>
                    <a:pt x="253" y="234"/>
                  </a:cubicBezTo>
                  <a:cubicBezTo>
                    <a:pt x="255" y="238"/>
                    <a:pt x="255" y="238"/>
                    <a:pt x="255" y="238"/>
                  </a:cubicBezTo>
                  <a:cubicBezTo>
                    <a:pt x="255" y="238"/>
                    <a:pt x="255" y="238"/>
                    <a:pt x="255" y="238"/>
                  </a:cubicBezTo>
                  <a:cubicBezTo>
                    <a:pt x="258" y="241"/>
                    <a:pt x="258" y="241"/>
                    <a:pt x="258" y="241"/>
                  </a:cubicBezTo>
                  <a:cubicBezTo>
                    <a:pt x="258" y="241"/>
                    <a:pt x="258" y="241"/>
                    <a:pt x="258" y="241"/>
                  </a:cubicBezTo>
                  <a:cubicBezTo>
                    <a:pt x="260" y="244"/>
                    <a:pt x="260" y="244"/>
                    <a:pt x="260" y="244"/>
                  </a:cubicBezTo>
                  <a:cubicBezTo>
                    <a:pt x="260" y="244"/>
                    <a:pt x="260" y="244"/>
                    <a:pt x="260" y="244"/>
                  </a:cubicBezTo>
                  <a:cubicBezTo>
                    <a:pt x="262" y="247"/>
                    <a:pt x="262" y="247"/>
                    <a:pt x="262" y="247"/>
                  </a:cubicBezTo>
                  <a:cubicBezTo>
                    <a:pt x="262" y="247"/>
                    <a:pt x="262" y="247"/>
                    <a:pt x="262" y="247"/>
                  </a:cubicBezTo>
                  <a:cubicBezTo>
                    <a:pt x="262" y="251"/>
                    <a:pt x="262" y="251"/>
                    <a:pt x="262" y="251"/>
                  </a:cubicBezTo>
                  <a:cubicBezTo>
                    <a:pt x="262" y="251"/>
                    <a:pt x="262" y="251"/>
                    <a:pt x="262" y="251"/>
                  </a:cubicBezTo>
                  <a:cubicBezTo>
                    <a:pt x="262" y="255"/>
                    <a:pt x="262" y="255"/>
                    <a:pt x="262" y="255"/>
                  </a:cubicBezTo>
                  <a:cubicBezTo>
                    <a:pt x="262" y="255"/>
                    <a:pt x="262" y="255"/>
                    <a:pt x="262" y="255"/>
                  </a:cubicBezTo>
                  <a:cubicBezTo>
                    <a:pt x="262" y="258"/>
                    <a:pt x="262" y="258"/>
                    <a:pt x="262" y="258"/>
                  </a:cubicBezTo>
                  <a:cubicBezTo>
                    <a:pt x="262" y="258"/>
                    <a:pt x="262" y="258"/>
                    <a:pt x="262" y="258"/>
                  </a:cubicBezTo>
                  <a:cubicBezTo>
                    <a:pt x="263" y="262"/>
                    <a:pt x="263" y="262"/>
                    <a:pt x="263" y="262"/>
                  </a:cubicBezTo>
                  <a:cubicBezTo>
                    <a:pt x="263" y="262"/>
                    <a:pt x="263" y="262"/>
                    <a:pt x="263" y="262"/>
                  </a:cubicBezTo>
                  <a:cubicBezTo>
                    <a:pt x="319" y="251"/>
                    <a:pt x="319" y="251"/>
                    <a:pt x="319" y="251"/>
                  </a:cubicBezTo>
                  <a:cubicBezTo>
                    <a:pt x="319" y="251"/>
                    <a:pt x="319" y="251"/>
                    <a:pt x="319" y="251"/>
                  </a:cubicBezTo>
                  <a:cubicBezTo>
                    <a:pt x="321" y="255"/>
                    <a:pt x="321" y="255"/>
                    <a:pt x="321" y="255"/>
                  </a:cubicBezTo>
                  <a:cubicBezTo>
                    <a:pt x="321" y="255"/>
                    <a:pt x="321" y="255"/>
                    <a:pt x="321" y="255"/>
                  </a:cubicBezTo>
                  <a:cubicBezTo>
                    <a:pt x="323" y="257"/>
                    <a:pt x="323" y="257"/>
                    <a:pt x="323" y="257"/>
                  </a:cubicBezTo>
                  <a:cubicBezTo>
                    <a:pt x="323" y="257"/>
                    <a:pt x="323" y="257"/>
                    <a:pt x="323" y="257"/>
                  </a:cubicBezTo>
                  <a:cubicBezTo>
                    <a:pt x="324" y="260"/>
                    <a:pt x="324" y="260"/>
                    <a:pt x="324" y="260"/>
                  </a:cubicBezTo>
                  <a:cubicBezTo>
                    <a:pt x="324" y="260"/>
                    <a:pt x="324" y="260"/>
                    <a:pt x="324" y="260"/>
                  </a:cubicBezTo>
                  <a:cubicBezTo>
                    <a:pt x="327" y="263"/>
                    <a:pt x="327" y="263"/>
                    <a:pt x="327" y="263"/>
                  </a:cubicBezTo>
                  <a:cubicBezTo>
                    <a:pt x="327" y="263"/>
                    <a:pt x="327" y="263"/>
                    <a:pt x="327" y="263"/>
                  </a:cubicBezTo>
                  <a:cubicBezTo>
                    <a:pt x="327" y="266"/>
                    <a:pt x="327" y="266"/>
                    <a:pt x="327" y="266"/>
                  </a:cubicBezTo>
                  <a:cubicBezTo>
                    <a:pt x="327" y="266"/>
                    <a:pt x="327" y="266"/>
                    <a:pt x="327" y="266"/>
                  </a:cubicBezTo>
                  <a:cubicBezTo>
                    <a:pt x="328" y="269"/>
                    <a:pt x="328" y="269"/>
                    <a:pt x="328" y="269"/>
                  </a:cubicBezTo>
                  <a:cubicBezTo>
                    <a:pt x="328" y="269"/>
                    <a:pt x="328" y="269"/>
                    <a:pt x="328" y="269"/>
                  </a:cubicBezTo>
                  <a:cubicBezTo>
                    <a:pt x="327" y="271"/>
                    <a:pt x="327" y="271"/>
                    <a:pt x="327" y="271"/>
                  </a:cubicBezTo>
                  <a:cubicBezTo>
                    <a:pt x="327" y="271"/>
                    <a:pt x="327" y="271"/>
                    <a:pt x="327" y="271"/>
                  </a:cubicBezTo>
                  <a:cubicBezTo>
                    <a:pt x="327" y="274"/>
                    <a:pt x="327" y="274"/>
                    <a:pt x="327" y="274"/>
                  </a:cubicBezTo>
                  <a:cubicBezTo>
                    <a:pt x="327" y="274"/>
                    <a:pt x="327" y="274"/>
                    <a:pt x="327" y="274"/>
                  </a:cubicBezTo>
                  <a:cubicBezTo>
                    <a:pt x="320" y="278"/>
                    <a:pt x="320" y="278"/>
                    <a:pt x="320" y="278"/>
                  </a:cubicBezTo>
                  <a:cubicBezTo>
                    <a:pt x="320" y="278"/>
                    <a:pt x="320" y="278"/>
                    <a:pt x="320" y="278"/>
                  </a:cubicBezTo>
                  <a:cubicBezTo>
                    <a:pt x="317" y="281"/>
                    <a:pt x="317" y="281"/>
                    <a:pt x="317" y="281"/>
                  </a:cubicBezTo>
                  <a:cubicBezTo>
                    <a:pt x="317" y="281"/>
                    <a:pt x="317" y="281"/>
                    <a:pt x="317" y="281"/>
                  </a:cubicBezTo>
                  <a:cubicBezTo>
                    <a:pt x="313" y="285"/>
                    <a:pt x="313" y="285"/>
                    <a:pt x="313" y="285"/>
                  </a:cubicBezTo>
                  <a:cubicBezTo>
                    <a:pt x="313" y="285"/>
                    <a:pt x="313" y="285"/>
                    <a:pt x="313" y="285"/>
                  </a:cubicBezTo>
                  <a:cubicBezTo>
                    <a:pt x="311" y="289"/>
                    <a:pt x="311" y="289"/>
                    <a:pt x="311" y="289"/>
                  </a:cubicBezTo>
                  <a:cubicBezTo>
                    <a:pt x="311" y="289"/>
                    <a:pt x="311" y="289"/>
                    <a:pt x="311" y="289"/>
                  </a:cubicBezTo>
                  <a:cubicBezTo>
                    <a:pt x="308" y="295"/>
                    <a:pt x="308" y="295"/>
                    <a:pt x="308" y="295"/>
                  </a:cubicBezTo>
                  <a:cubicBezTo>
                    <a:pt x="308" y="295"/>
                    <a:pt x="308" y="295"/>
                    <a:pt x="308" y="295"/>
                  </a:cubicBezTo>
                  <a:cubicBezTo>
                    <a:pt x="305" y="299"/>
                    <a:pt x="305" y="299"/>
                    <a:pt x="305" y="299"/>
                  </a:cubicBezTo>
                  <a:cubicBezTo>
                    <a:pt x="305" y="299"/>
                    <a:pt x="305" y="299"/>
                    <a:pt x="305" y="299"/>
                  </a:cubicBezTo>
                  <a:cubicBezTo>
                    <a:pt x="302" y="304"/>
                    <a:pt x="302" y="304"/>
                    <a:pt x="302" y="304"/>
                  </a:cubicBezTo>
                  <a:cubicBezTo>
                    <a:pt x="302" y="304"/>
                    <a:pt x="302" y="304"/>
                    <a:pt x="302" y="304"/>
                  </a:cubicBezTo>
                  <a:cubicBezTo>
                    <a:pt x="299" y="307"/>
                    <a:pt x="299" y="307"/>
                    <a:pt x="299" y="307"/>
                  </a:cubicBezTo>
                  <a:cubicBezTo>
                    <a:pt x="299" y="307"/>
                    <a:pt x="299" y="307"/>
                    <a:pt x="299" y="307"/>
                  </a:cubicBezTo>
                  <a:cubicBezTo>
                    <a:pt x="260" y="352"/>
                    <a:pt x="260" y="352"/>
                    <a:pt x="260" y="352"/>
                  </a:cubicBezTo>
                  <a:cubicBezTo>
                    <a:pt x="260" y="352"/>
                    <a:pt x="260" y="352"/>
                    <a:pt x="260" y="352"/>
                  </a:cubicBezTo>
                  <a:cubicBezTo>
                    <a:pt x="301" y="268"/>
                    <a:pt x="301" y="268"/>
                    <a:pt x="301" y="268"/>
                  </a:cubicBezTo>
                  <a:cubicBezTo>
                    <a:pt x="301" y="268"/>
                    <a:pt x="301" y="268"/>
                    <a:pt x="301" y="268"/>
                  </a:cubicBezTo>
                  <a:cubicBezTo>
                    <a:pt x="300" y="268"/>
                    <a:pt x="300" y="268"/>
                    <a:pt x="300" y="268"/>
                  </a:cubicBezTo>
                  <a:cubicBezTo>
                    <a:pt x="300" y="268"/>
                    <a:pt x="300" y="268"/>
                    <a:pt x="300" y="268"/>
                  </a:cubicBezTo>
                  <a:cubicBezTo>
                    <a:pt x="300" y="267"/>
                    <a:pt x="300" y="267"/>
                    <a:pt x="300" y="267"/>
                  </a:cubicBezTo>
                  <a:cubicBezTo>
                    <a:pt x="300" y="267"/>
                    <a:pt x="300" y="267"/>
                    <a:pt x="300" y="267"/>
                  </a:cubicBezTo>
                  <a:cubicBezTo>
                    <a:pt x="299" y="267"/>
                    <a:pt x="299" y="267"/>
                    <a:pt x="299" y="267"/>
                  </a:cubicBezTo>
                  <a:cubicBezTo>
                    <a:pt x="299" y="267"/>
                    <a:pt x="299" y="267"/>
                    <a:pt x="299" y="267"/>
                  </a:cubicBezTo>
                  <a:cubicBezTo>
                    <a:pt x="299" y="266"/>
                    <a:pt x="299" y="266"/>
                    <a:pt x="299" y="266"/>
                  </a:cubicBezTo>
                  <a:cubicBezTo>
                    <a:pt x="299" y="266"/>
                    <a:pt x="299" y="266"/>
                    <a:pt x="299" y="266"/>
                  </a:cubicBezTo>
                  <a:cubicBezTo>
                    <a:pt x="298" y="266"/>
                    <a:pt x="298" y="266"/>
                    <a:pt x="298" y="266"/>
                  </a:cubicBezTo>
                  <a:cubicBezTo>
                    <a:pt x="298" y="266"/>
                    <a:pt x="298" y="266"/>
                    <a:pt x="298" y="266"/>
                  </a:cubicBezTo>
                  <a:cubicBezTo>
                    <a:pt x="297" y="265"/>
                    <a:pt x="297" y="265"/>
                    <a:pt x="297" y="265"/>
                  </a:cubicBezTo>
                  <a:cubicBezTo>
                    <a:pt x="297" y="265"/>
                    <a:pt x="297" y="265"/>
                    <a:pt x="297" y="265"/>
                  </a:cubicBezTo>
                  <a:cubicBezTo>
                    <a:pt x="296" y="264"/>
                    <a:pt x="296" y="264"/>
                    <a:pt x="296" y="264"/>
                  </a:cubicBezTo>
                  <a:cubicBezTo>
                    <a:pt x="296" y="264"/>
                    <a:pt x="296" y="264"/>
                    <a:pt x="296" y="264"/>
                  </a:cubicBezTo>
                  <a:cubicBezTo>
                    <a:pt x="296" y="263"/>
                    <a:pt x="296" y="263"/>
                    <a:pt x="296" y="263"/>
                  </a:cubicBezTo>
                  <a:cubicBezTo>
                    <a:pt x="296" y="263"/>
                    <a:pt x="296" y="263"/>
                    <a:pt x="296" y="263"/>
                  </a:cubicBezTo>
                  <a:cubicBezTo>
                    <a:pt x="267" y="275"/>
                    <a:pt x="267" y="275"/>
                    <a:pt x="267" y="275"/>
                  </a:cubicBezTo>
                  <a:cubicBezTo>
                    <a:pt x="267" y="275"/>
                    <a:pt x="267" y="275"/>
                    <a:pt x="267" y="275"/>
                  </a:cubicBezTo>
                  <a:cubicBezTo>
                    <a:pt x="265" y="279"/>
                    <a:pt x="265" y="279"/>
                    <a:pt x="265" y="279"/>
                  </a:cubicBezTo>
                  <a:cubicBezTo>
                    <a:pt x="265" y="279"/>
                    <a:pt x="265" y="279"/>
                    <a:pt x="265" y="279"/>
                  </a:cubicBezTo>
                  <a:cubicBezTo>
                    <a:pt x="265" y="281"/>
                    <a:pt x="265" y="281"/>
                    <a:pt x="265" y="281"/>
                  </a:cubicBezTo>
                  <a:cubicBezTo>
                    <a:pt x="265" y="281"/>
                    <a:pt x="265" y="281"/>
                    <a:pt x="265" y="281"/>
                  </a:cubicBezTo>
                  <a:cubicBezTo>
                    <a:pt x="267" y="282"/>
                    <a:pt x="267" y="282"/>
                    <a:pt x="267" y="282"/>
                  </a:cubicBezTo>
                  <a:cubicBezTo>
                    <a:pt x="267" y="282"/>
                    <a:pt x="267" y="282"/>
                    <a:pt x="267" y="282"/>
                  </a:cubicBezTo>
                  <a:cubicBezTo>
                    <a:pt x="269" y="282"/>
                    <a:pt x="269" y="282"/>
                    <a:pt x="269" y="282"/>
                  </a:cubicBezTo>
                  <a:cubicBezTo>
                    <a:pt x="269" y="282"/>
                    <a:pt x="269" y="282"/>
                    <a:pt x="269" y="282"/>
                  </a:cubicBezTo>
                  <a:cubicBezTo>
                    <a:pt x="271" y="282"/>
                    <a:pt x="271" y="282"/>
                    <a:pt x="271" y="282"/>
                  </a:cubicBezTo>
                  <a:cubicBezTo>
                    <a:pt x="271" y="282"/>
                    <a:pt x="271" y="282"/>
                    <a:pt x="271" y="282"/>
                  </a:cubicBezTo>
                  <a:cubicBezTo>
                    <a:pt x="272" y="284"/>
                    <a:pt x="272" y="284"/>
                    <a:pt x="272" y="284"/>
                  </a:cubicBezTo>
                  <a:cubicBezTo>
                    <a:pt x="272" y="284"/>
                    <a:pt x="272" y="284"/>
                    <a:pt x="272" y="284"/>
                  </a:cubicBezTo>
                  <a:cubicBezTo>
                    <a:pt x="274" y="285"/>
                    <a:pt x="274" y="285"/>
                    <a:pt x="274" y="285"/>
                  </a:cubicBezTo>
                  <a:cubicBezTo>
                    <a:pt x="274" y="285"/>
                    <a:pt x="274" y="285"/>
                    <a:pt x="274" y="285"/>
                  </a:cubicBezTo>
                  <a:cubicBezTo>
                    <a:pt x="275" y="286"/>
                    <a:pt x="275" y="286"/>
                    <a:pt x="275" y="286"/>
                  </a:cubicBezTo>
                  <a:cubicBezTo>
                    <a:pt x="275" y="286"/>
                    <a:pt x="275" y="286"/>
                    <a:pt x="275" y="286"/>
                  </a:cubicBezTo>
                  <a:cubicBezTo>
                    <a:pt x="277" y="287"/>
                    <a:pt x="277" y="287"/>
                    <a:pt x="277" y="287"/>
                  </a:cubicBezTo>
                  <a:cubicBezTo>
                    <a:pt x="277" y="287"/>
                    <a:pt x="277" y="287"/>
                    <a:pt x="277" y="287"/>
                  </a:cubicBezTo>
                  <a:cubicBezTo>
                    <a:pt x="273" y="294"/>
                    <a:pt x="273" y="294"/>
                    <a:pt x="273" y="294"/>
                  </a:cubicBezTo>
                  <a:cubicBezTo>
                    <a:pt x="273" y="294"/>
                    <a:pt x="273" y="294"/>
                    <a:pt x="273" y="294"/>
                  </a:cubicBezTo>
                  <a:cubicBezTo>
                    <a:pt x="267" y="298"/>
                    <a:pt x="267" y="298"/>
                    <a:pt x="267" y="298"/>
                  </a:cubicBezTo>
                  <a:cubicBezTo>
                    <a:pt x="267" y="298"/>
                    <a:pt x="267" y="298"/>
                    <a:pt x="267" y="298"/>
                  </a:cubicBezTo>
                  <a:cubicBezTo>
                    <a:pt x="260" y="302"/>
                    <a:pt x="260" y="302"/>
                    <a:pt x="260" y="302"/>
                  </a:cubicBezTo>
                  <a:cubicBezTo>
                    <a:pt x="260" y="302"/>
                    <a:pt x="260" y="302"/>
                    <a:pt x="260" y="302"/>
                  </a:cubicBezTo>
                  <a:cubicBezTo>
                    <a:pt x="254" y="306"/>
                    <a:pt x="254" y="306"/>
                    <a:pt x="254" y="306"/>
                  </a:cubicBezTo>
                  <a:cubicBezTo>
                    <a:pt x="254" y="306"/>
                    <a:pt x="254" y="306"/>
                    <a:pt x="254" y="306"/>
                  </a:cubicBezTo>
                  <a:cubicBezTo>
                    <a:pt x="248" y="311"/>
                    <a:pt x="248" y="311"/>
                    <a:pt x="248" y="311"/>
                  </a:cubicBezTo>
                  <a:cubicBezTo>
                    <a:pt x="248" y="311"/>
                    <a:pt x="248" y="311"/>
                    <a:pt x="248" y="311"/>
                  </a:cubicBezTo>
                  <a:cubicBezTo>
                    <a:pt x="243" y="316"/>
                    <a:pt x="243" y="316"/>
                    <a:pt x="243" y="316"/>
                  </a:cubicBezTo>
                  <a:cubicBezTo>
                    <a:pt x="243" y="316"/>
                    <a:pt x="243" y="316"/>
                    <a:pt x="243" y="316"/>
                  </a:cubicBezTo>
                  <a:cubicBezTo>
                    <a:pt x="241" y="323"/>
                    <a:pt x="241" y="323"/>
                    <a:pt x="241" y="323"/>
                  </a:cubicBezTo>
                  <a:cubicBezTo>
                    <a:pt x="241" y="323"/>
                    <a:pt x="241" y="323"/>
                    <a:pt x="241" y="323"/>
                  </a:cubicBezTo>
                  <a:cubicBezTo>
                    <a:pt x="243" y="331"/>
                    <a:pt x="243" y="331"/>
                    <a:pt x="243" y="331"/>
                  </a:cubicBezTo>
                  <a:cubicBezTo>
                    <a:pt x="243" y="331"/>
                    <a:pt x="243" y="331"/>
                    <a:pt x="243" y="331"/>
                  </a:cubicBezTo>
                  <a:cubicBezTo>
                    <a:pt x="243" y="333"/>
                    <a:pt x="243" y="333"/>
                    <a:pt x="243" y="333"/>
                  </a:cubicBezTo>
                  <a:cubicBezTo>
                    <a:pt x="243" y="333"/>
                    <a:pt x="243" y="333"/>
                    <a:pt x="243" y="333"/>
                  </a:cubicBezTo>
                  <a:cubicBezTo>
                    <a:pt x="244" y="334"/>
                    <a:pt x="244" y="334"/>
                    <a:pt x="244" y="334"/>
                  </a:cubicBezTo>
                  <a:cubicBezTo>
                    <a:pt x="244" y="334"/>
                    <a:pt x="244" y="334"/>
                    <a:pt x="244" y="334"/>
                  </a:cubicBezTo>
                  <a:cubicBezTo>
                    <a:pt x="246" y="335"/>
                    <a:pt x="246" y="335"/>
                    <a:pt x="246" y="335"/>
                  </a:cubicBezTo>
                  <a:cubicBezTo>
                    <a:pt x="246" y="335"/>
                    <a:pt x="246" y="335"/>
                    <a:pt x="246" y="335"/>
                  </a:cubicBezTo>
                  <a:cubicBezTo>
                    <a:pt x="248" y="335"/>
                    <a:pt x="248" y="335"/>
                    <a:pt x="248" y="335"/>
                  </a:cubicBezTo>
                  <a:cubicBezTo>
                    <a:pt x="248" y="335"/>
                    <a:pt x="248" y="335"/>
                    <a:pt x="248" y="335"/>
                  </a:cubicBezTo>
                  <a:cubicBezTo>
                    <a:pt x="249" y="336"/>
                    <a:pt x="249" y="336"/>
                    <a:pt x="249" y="336"/>
                  </a:cubicBezTo>
                  <a:cubicBezTo>
                    <a:pt x="249" y="336"/>
                    <a:pt x="249" y="336"/>
                    <a:pt x="249" y="336"/>
                  </a:cubicBezTo>
                  <a:cubicBezTo>
                    <a:pt x="250" y="336"/>
                    <a:pt x="250" y="336"/>
                    <a:pt x="250" y="336"/>
                  </a:cubicBezTo>
                  <a:cubicBezTo>
                    <a:pt x="250" y="336"/>
                    <a:pt x="250" y="336"/>
                    <a:pt x="250" y="336"/>
                  </a:cubicBezTo>
                  <a:cubicBezTo>
                    <a:pt x="251" y="337"/>
                    <a:pt x="251" y="337"/>
                    <a:pt x="251" y="337"/>
                  </a:cubicBezTo>
                  <a:cubicBezTo>
                    <a:pt x="251" y="337"/>
                    <a:pt x="251" y="337"/>
                    <a:pt x="251" y="337"/>
                  </a:cubicBezTo>
                  <a:cubicBezTo>
                    <a:pt x="253" y="338"/>
                    <a:pt x="253" y="338"/>
                    <a:pt x="253" y="338"/>
                  </a:cubicBezTo>
                  <a:cubicBezTo>
                    <a:pt x="253" y="338"/>
                    <a:pt x="253" y="338"/>
                    <a:pt x="253" y="338"/>
                  </a:cubicBezTo>
                  <a:cubicBezTo>
                    <a:pt x="208" y="370"/>
                    <a:pt x="208" y="370"/>
                    <a:pt x="208" y="370"/>
                  </a:cubicBezTo>
                  <a:cubicBezTo>
                    <a:pt x="208" y="370"/>
                    <a:pt x="208" y="370"/>
                    <a:pt x="208" y="370"/>
                  </a:cubicBezTo>
                  <a:cubicBezTo>
                    <a:pt x="189" y="384"/>
                    <a:pt x="189" y="384"/>
                    <a:pt x="189" y="384"/>
                  </a:cubicBezTo>
                  <a:cubicBezTo>
                    <a:pt x="185" y="386"/>
                    <a:pt x="185" y="386"/>
                    <a:pt x="185" y="386"/>
                  </a:cubicBezTo>
                  <a:cubicBezTo>
                    <a:pt x="159" y="402"/>
                    <a:pt x="159" y="402"/>
                    <a:pt x="159" y="402"/>
                  </a:cubicBezTo>
                  <a:cubicBezTo>
                    <a:pt x="159" y="402"/>
                    <a:pt x="159" y="402"/>
                    <a:pt x="159" y="402"/>
                  </a:cubicBezTo>
                  <a:cubicBezTo>
                    <a:pt x="158" y="404"/>
                    <a:pt x="158" y="404"/>
                    <a:pt x="158" y="404"/>
                  </a:cubicBezTo>
                  <a:cubicBezTo>
                    <a:pt x="158" y="404"/>
                    <a:pt x="158" y="404"/>
                    <a:pt x="158" y="404"/>
                  </a:cubicBezTo>
                  <a:cubicBezTo>
                    <a:pt x="157" y="405"/>
                    <a:pt x="157" y="405"/>
                    <a:pt x="157" y="405"/>
                  </a:cubicBezTo>
                  <a:cubicBezTo>
                    <a:pt x="157" y="405"/>
                    <a:pt x="157" y="405"/>
                    <a:pt x="157" y="405"/>
                  </a:cubicBezTo>
                  <a:cubicBezTo>
                    <a:pt x="157" y="406"/>
                    <a:pt x="157" y="406"/>
                    <a:pt x="157" y="406"/>
                  </a:cubicBezTo>
                  <a:cubicBezTo>
                    <a:pt x="157" y="406"/>
                    <a:pt x="157" y="406"/>
                    <a:pt x="157" y="406"/>
                  </a:cubicBezTo>
                  <a:cubicBezTo>
                    <a:pt x="157" y="407"/>
                    <a:pt x="157" y="407"/>
                    <a:pt x="157" y="407"/>
                  </a:cubicBezTo>
                  <a:cubicBezTo>
                    <a:pt x="157" y="407"/>
                    <a:pt x="157" y="407"/>
                    <a:pt x="157" y="407"/>
                  </a:cubicBezTo>
                  <a:cubicBezTo>
                    <a:pt x="157" y="409"/>
                    <a:pt x="157" y="409"/>
                    <a:pt x="157" y="409"/>
                  </a:cubicBezTo>
                  <a:cubicBezTo>
                    <a:pt x="157" y="409"/>
                    <a:pt x="157" y="409"/>
                    <a:pt x="157" y="409"/>
                  </a:cubicBezTo>
                  <a:cubicBezTo>
                    <a:pt x="157" y="410"/>
                    <a:pt x="157" y="410"/>
                    <a:pt x="157" y="410"/>
                  </a:cubicBezTo>
                  <a:cubicBezTo>
                    <a:pt x="157" y="410"/>
                    <a:pt x="157" y="410"/>
                    <a:pt x="157" y="410"/>
                  </a:cubicBezTo>
                  <a:cubicBezTo>
                    <a:pt x="157" y="410"/>
                    <a:pt x="157" y="410"/>
                    <a:pt x="157" y="410"/>
                  </a:cubicBezTo>
                  <a:cubicBezTo>
                    <a:pt x="157" y="410"/>
                    <a:pt x="157" y="410"/>
                    <a:pt x="157" y="410"/>
                  </a:cubicBezTo>
                  <a:cubicBezTo>
                    <a:pt x="158" y="411"/>
                    <a:pt x="158" y="411"/>
                    <a:pt x="158" y="411"/>
                  </a:cubicBezTo>
                  <a:cubicBezTo>
                    <a:pt x="158" y="411"/>
                    <a:pt x="158" y="411"/>
                    <a:pt x="158" y="411"/>
                  </a:cubicBezTo>
                  <a:cubicBezTo>
                    <a:pt x="161" y="412"/>
                    <a:pt x="161" y="412"/>
                    <a:pt x="161" y="412"/>
                  </a:cubicBezTo>
                  <a:cubicBezTo>
                    <a:pt x="161" y="412"/>
                    <a:pt x="161" y="412"/>
                    <a:pt x="161" y="412"/>
                  </a:cubicBezTo>
                  <a:cubicBezTo>
                    <a:pt x="165" y="412"/>
                    <a:pt x="165" y="412"/>
                    <a:pt x="165" y="412"/>
                  </a:cubicBezTo>
                  <a:cubicBezTo>
                    <a:pt x="165" y="412"/>
                    <a:pt x="165" y="412"/>
                    <a:pt x="165" y="412"/>
                  </a:cubicBezTo>
                  <a:cubicBezTo>
                    <a:pt x="168" y="411"/>
                    <a:pt x="168" y="411"/>
                    <a:pt x="168" y="411"/>
                  </a:cubicBezTo>
                  <a:cubicBezTo>
                    <a:pt x="168" y="411"/>
                    <a:pt x="168" y="411"/>
                    <a:pt x="168" y="411"/>
                  </a:cubicBezTo>
                  <a:cubicBezTo>
                    <a:pt x="172" y="410"/>
                    <a:pt x="172" y="410"/>
                    <a:pt x="172" y="410"/>
                  </a:cubicBezTo>
                  <a:cubicBezTo>
                    <a:pt x="172" y="410"/>
                    <a:pt x="172" y="410"/>
                    <a:pt x="172" y="410"/>
                  </a:cubicBezTo>
                  <a:cubicBezTo>
                    <a:pt x="175" y="409"/>
                    <a:pt x="175" y="409"/>
                    <a:pt x="175" y="409"/>
                  </a:cubicBezTo>
                  <a:cubicBezTo>
                    <a:pt x="175" y="409"/>
                    <a:pt x="175" y="409"/>
                    <a:pt x="175" y="409"/>
                  </a:cubicBezTo>
                  <a:cubicBezTo>
                    <a:pt x="178" y="406"/>
                    <a:pt x="178" y="406"/>
                    <a:pt x="178" y="406"/>
                  </a:cubicBezTo>
                  <a:cubicBezTo>
                    <a:pt x="178" y="406"/>
                    <a:pt x="178" y="406"/>
                    <a:pt x="178" y="406"/>
                  </a:cubicBezTo>
                  <a:cubicBezTo>
                    <a:pt x="181" y="404"/>
                    <a:pt x="181" y="404"/>
                    <a:pt x="181" y="404"/>
                  </a:cubicBezTo>
                  <a:cubicBezTo>
                    <a:pt x="181" y="404"/>
                    <a:pt x="181" y="404"/>
                    <a:pt x="181" y="404"/>
                  </a:cubicBezTo>
                  <a:cubicBezTo>
                    <a:pt x="185" y="401"/>
                    <a:pt x="185" y="401"/>
                    <a:pt x="185" y="401"/>
                  </a:cubicBezTo>
                  <a:cubicBezTo>
                    <a:pt x="185" y="401"/>
                    <a:pt x="185" y="401"/>
                    <a:pt x="185" y="401"/>
                  </a:cubicBezTo>
                  <a:cubicBezTo>
                    <a:pt x="212" y="386"/>
                    <a:pt x="212" y="386"/>
                    <a:pt x="212" y="386"/>
                  </a:cubicBezTo>
                  <a:cubicBezTo>
                    <a:pt x="212" y="386"/>
                    <a:pt x="212" y="386"/>
                    <a:pt x="212" y="386"/>
                  </a:cubicBezTo>
                  <a:cubicBezTo>
                    <a:pt x="205" y="394"/>
                    <a:pt x="205" y="394"/>
                    <a:pt x="205" y="394"/>
                  </a:cubicBezTo>
                  <a:cubicBezTo>
                    <a:pt x="205" y="394"/>
                    <a:pt x="205" y="394"/>
                    <a:pt x="205" y="394"/>
                  </a:cubicBezTo>
                  <a:cubicBezTo>
                    <a:pt x="198" y="400"/>
                    <a:pt x="198" y="400"/>
                    <a:pt x="198" y="400"/>
                  </a:cubicBezTo>
                  <a:cubicBezTo>
                    <a:pt x="198" y="400"/>
                    <a:pt x="198" y="400"/>
                    <a:pt x="198" y="400"/>
                  </a:cubicBezTo>
                  <a:cubicBezTo>
                    <a:pt x="190" y="407"/>
                    <a:pt x="190" y="407"/>
                    <a:pt x="190" y="407"/>
                  </a:cubicBezTo>
                  <a:cubicBezTo>
                    <a:pt x="190" y="407"/>
                    <a:pt x="190" y="407"/>
                    <a:pt x="190" y="407"/>
                  </a:cubicBezTo>
                  <a:cubicBezTo>
                    <a:pt x="182" y="412"/>
                    <a:pt x="182" y="412"/>
                    <a:pt x="182" y="412"/>
                  </a:cubicBezTo>
                  <a:cubicBezTo>
                    <a:pt x="182" y="412"/>
                    <a:pt x="182" y="412"/>
                    <a:pt x="182" y="412"/>
                  </a:cubicBezTo>
                  <a:cubicBezTo>
                    <a:pt x="174" y="419"/>
                    <a:pt x="174" y="419"/>
                    <a:pt x="174" y="419"/>
                  </a:cubicBezTo>
                  <a:cubicBezTo>
                    <a:pt x="174" y="419"/>
                    <a:pt x="174" y="419"/>
                    <a:pt x="174" y="419"/>
                  </a:cubicBezTo>
                  <a:cubicBezTo>
                    <a:pt x="166" y="424"/>
                    <a:pt x="166" y="424"/>
                    <a:pt x="166" y="424"/>
                  </a:cubicBezTo>
                  <a:cubicBezTo>
                    <a:pt x="166" y="424"/>
                    <a:pt x="166" y="424"/>
                    <a:pt x="166" y="424"/>
                  </a:cubicBezTo>
                  <a:cubicBezTo>
                    <a:pt x="156" y="430"/>
                    <a:pt x="156" y="430"/>
                    <a:pt x="156" y="430"/>
                  </a:cubicBezTo>
                  <a:cubicBezTo>
                    <a:pt x="156" y="430"/>
                    <a:pt x="156" y="430"/>
                    <a:pt x="156" y="430"/>
                  </a:cubicBezTo>
                  <a:cubicBezTo>
                    <a:pt x="149" y="436"/>
                    <a:pt x="149" y="436"/>
                    <a:pt x="149" y="436"/>
                  </a:cubicBezTo>
                  <a:cubicBezTo>
                    <a:pt x="149" y="436"/>
                    <a:pt x="149" y="436"/>
                    <a:pt x="149" y="436"/>
                  </a:cubicBezTo>
                  <a:cubicBezTo>
                    <a:pt x="147" y="437"/>
                    <a:pt x="147" y="437"/>
                    <a:pt x="147" y="437"/>
                  </a:cubicBezTo>
                  <a:cubicBezTo>
                    <a:pt x="147" y="437"/>
                    <a:pt x="147" y="437"/>
                    <a:pt x="147" y="437"/>
                  </a:cubicBezTo>
                  <a:cubicBezTo>
                    <a:pt x="146" y="437"/>
                    <a:pt x="146" y="437"/>
                    <a:pt x="146" y="437"/>
                  </a:cubicBezTo>
                  <a:cubicBezTo>
                    <a:pt x="146" y="437"/>
                    <a:pt x="146" y="437"/>
                    <a:pt x="146" y="437"/>
                  </a:cubicBezTo>
                  <a:cubicBezTo>
                    <a:pt x="144" y="437"/>
                    <a:pt x="144" y="437"/>
                    <a:pt x="144" y="437"/>
                  </a:cubicBezTo>
                  <a:cubicBezTo>
                    <a:pt x="144" y="437"/>
                    <a:pt x="144" y="437"/>
                    <a:pt x="144" y="437"/>
                  </a:cubicBezTo>
                  <a:cubicBezTo>
                    <a:pt x="142" y="437"/>
                    <a:pt x="142" y="437"/>
                    <a:pt x="142" y="437"/>
                  </a:cubicBezTo>
                  <a:cubicBezTo>
                    <a:pt x="142" y="437"/>
                    <a:pt x="142" y="437"/>
                    <a:pt x="142" y="437"/>
                  </a:cubicBezTo>
                  <a:cubicBezTo>
                    <a:pt x="140" y="437"/>
                    <a:pt x="140" y="437"/>
                    <a:pt x="140" y="437"/>
                  </a:cubicBezTo>
                  <a:cubicBezTo>
                    <a:pt x="140" y="437"/>
                    <a:pt x="140" y="437"/>
                    <a:pt x="140" y="437"/>
                  </a:cubicBezTo>
                  <a:cubicBezTo>
                    <a:pt x="139" y="436"/>
                    <a:pt x="139" y="436"/>
                    <a:pt x="139" y="436"/>
                  </a:cubicBezTo>
                  <a:cubicBezTo>
                    <a:pt x="139" y="436"/>
                    <a:pt x="139" y="436"/>
                    <a:pt x="139" y="436"/>
                  </a:cubicBezTo>
                  <a:cubicBezTo>
                    <a:pt x="137" y="436"/>
                    <a:pt x="137" y="436"/>
                    <a:pt x="137" y="436"/>
                  </a:cubicBezTo>
                  <a:cubicBezTo>
                    <a:pt x="137" y="436"/>
                    <a:pt x="137" y="436"/>
                    <a:pt x="137" y="436"/>
                  </a:cubicBezTo>
                  <a:cubicBezTo>
                    <a:pt x="137" y="434"/>
                    <a:pt x="137" y="434"/>
                    <a:pt x="137" y="434"/>
                  </a:cubicBezTo>
                  <a:cubicBezTo>
                    <a:pt x="137" y="434"/>
                    <a:pt x="137" y="434"/>
                    <a:pt x="137" y="434"/>
                  </a:cubicBezTo>
                  <a:cubicBezTo>
                    <a:pt x="136" y="432"/>
                    <a:pt x="136" y="432"/>
                    <a:pt x="136" y="432"/>
                  </a:cubicBezTo>
                  <a:cubicBezTo>
                    <a:pt x="136" y="432"/>
                    <a:pt x="136" y="432"/>
                    <a:pt x="136" y="432"/>
                  </a:cubicBezTo>
                  <a:cubicBezTo>
                    <a:pt x="135" y="430"/>
                    <a:pt x="135" y="430"/>
                    <a:pt x="135" y="430"/>
                  </a:cubicBezTo>
                  <a:cubicBezTo>
                    <a:pt x="135" y="430"/>
                    <a:pt x="135" y="430"/>
                    <a:pt x="135" y="430"/>
                  </a:cubicBezTo>
                  <a:cubicBezTo>
                    <a:pt x="133" y="427"/>
                    <a:pt x="133" y="427"/>
                    <a:pt x="133" y="427"/>
                  </a:cubicBezTo>
                  <a:cubicBezTo>
                    <a:pt x="133" y="427"/>
                    <a:pt x="133" y="427"/>
                    <a:pt x="133" y="427"/>
                  </a:cubicBezTo>
                  <a:cubicBezTo>
                    <a:pt x="131" y="424"/>
                    <a:pt x="131" y="424"/>
                    <a:pt x="131" y="424"/>
                  </a:cubicBezTo>
                  <a:cubicBezTo>
                    <a:pt x="131" y="424"/>
                    <a:pt x="131" y="424"/>
                    <a:pt x="131" y="424"/>
                  </a:cubicBezTo>
                  <a:cubicBezTo>
                    <a:pt x="129" y="423"/>
                    <a:pt x="129" y="423"/>
                    <a:pt x="129" y="423"/>
                  </a:cubicBezTo>
                  <a:cubicBezTo>
                    <a:pt x="129" y="423"/>
                    <a:pt x="129" y="423"/>
                    <a:pt x="129" y="423"/>
                  </a:cubicBezTo>
                  <a:cubicBezTo>
                    <a:pt x="129" y="420"/>
                    <a:pt x="129" y="420"/>
                    <a:pt x="129" y="420"/>
                  </a:cubicBezTo>
                  <a:cubicBezTo>
                    <a:pt x="129" y="420"/>
                    <a:pt x="129" y="420"/>
                    <a:pt x="129" y="420"/>
                  </a:cubicBezTo>
                  <a:cubicBezTo>
                    <a:pt x="129" y="417"/>
                    <a:pt x="129" y="417"/>
                    <a:pt x="129" y="417"/>
                  </a:cubicBezTo>
                  <a:cubicBezTo>
                    <a:pt x="129" y="417"/>
                    <a:pt x="129" y="417"/>
                    <a:pt x="129" y="417"/>
                  </a:cubicBezTo>
                  <a:cubicBezTo>
                    <a:pt x="132" y="414"/>
                    <a:pt x="132" y="414"/>
                    <a:pt x="132" y="414"/>
                  </a:cubicBezTo>
                  <a:cubicBezTo>
                    <a:pt x="132" y="414"/>
                    <a:pt x="132" y="414"/>
                    <a:pt x="132" y="414"/>
                  </a:cubicBezTo>
                  <a:cubicBezTo>
                    <a:pt x="187" y="380"/>
                    <a:pt x="187" y="380"/>
                    <a:pt x="187" y="380"/>
                  </a:cubicBezTo>
                  <a:cubicBezTo>
                    <a:pt x="187" y="380"/>
                    <a:pt x="187" y="380"/>
                    <a:pt x="187" y="380"/>
                  </a:cubicBezTo>
                  <a:cubicBezTo>
                    <a:pt x="187" y="380"/>
                    <a:pt x="187" y="380"/>
                    <a:pt x="187" y="380"/>
                  </a:cubicBezTo>
                  <a:cubicBezTo>
                    <a:pt x="187" y="380"/>
                    <a:pt x="187" y="380"/>
                    <a:pt x="187" y="380"/>
                  </a:cubicBezTo>
                  <a:cubicBezTo>
                    <a:pt x="188" y="380"/>
                    <a:pt x="188" y="380"/>
                    <a:pt x="188" y="380"/>
                  </a:cubicBezTo>
                  <a:cubicBezTo>
                    <a:pt x="188" y="380"/>
                    <a:pt x="188" y="380"/>
                    <a:pt x="188" y="380"/>
                  </a:cubicBezTo>
                  <a:cubicBezTo>
                    <a:pt x="189" y="379"/>
                    <a:pt x="189" y="379"/>
                    <a:pt x="189" y="379"/>
                  </a:cubicBezTo>
                  <a:cubicBezTo>
                    <a:pt x="189" y="379"/>
                    <a:pt x="189" y="379"/>
                    <a:pt x="189" y="379"/>
                  </a:cubicBezTo>
                  <a:cubicBezTo>
                    <a:pt x="191" y="378"/>
                    <a:pt x="191" y="378"/>
                    <a:pt x="191" y="378"/>
                  </a:cubicBezTo>
                  <a:cubicBezTo>
                    <a:pt x="191" y="378"/>
                    <a:pt x="191" y="378"/>
                    <a:pt x="191" y="378"/>
                  </a:cubicBezTo>
                  <a:cubicBezTo>
                    <a:pt x="191" y="378"/>
                    <a:pt x="191" y="378"/>
                    <a:pt x="191" y="378"/>
                  </a:cubicBezTo>
                  <a:cubicBezTo>
                    <a:pt x="191" y="378"/>
                    <a:pt x="191" y="378"/>
                    <a:pt x="191" y="378"/>
                  </a:cubicBezTo>
                  <a:cubicBezTo>
                    <a:pt x="193" y="376"/>
                    <a:pt x="193" y="376"/>
                    <a:pt x="193" y="376"/>
                  </a:cubicBezTo>
                  <a:cubicBezTo>
                    <a:pt x="193" y="376"/>
                    <a:pt x="193" y="376"/>
                    <a:pt x="193" y="376"/>
                  </a:cubicBezTo>
                  <a:cubicBezTo>
                    <a:pt x="194" y="376"/>
                    <a:pt x="194" y="376"/>
                    <a:pt x="194" y="376"/>
                  </a:cubicBezTo>
                  <a:cubicBezTo>
                    <a:pt x="194" y="376"/>
                    <a:pt x="194" y="376"/>
                    <a:pt x="194" y="376"/>
                  </a:cubicBezTo>
                  <a:cubicBezTo>
                    <a:pt x="196" y="374"/>
                    <a:pt x="196" y="374"/>
                    <a:pt x="196" y="374"/>
                  </a:cubicBezTo>
                  <a:cubicBezTo>
                    <a:pt x="196" y="374"/>
                    <a:pt x="196" y="374"/>
                    <a:pt x="196" y="374"/>
                  </a:cubicBezTo>
                  <a:cubicBezTo>
                    <a:pt x="196" y="374"/>
                    <a:pt x="196" y="374"/>
                    <a:pt x="196" y="374"/>
                  </a:cubicBezTo>
                  <a:cubicBezTo>
                    <a:pt x="196" y="374"/>
                    <a:pt x="196" y="374"/>
                    <a:pt x="196" y="374"/>
                  </a:cubicBezTo>
                  <a:cubicBezTo>
                    <a:pt x="196" y="372"/>
                    <a:pt x="196" y="372"/>
                    <a:pt x="196" y="372"/>
                  </a:cubicBezTo>
                  <a:cubicBezTo>
                    <a:pt x="196" y="372"/>
                    <a:pt x="196" y="372"/>
                    <a:pt x="196" y="372"/>
                  </a:cubicBezTo>
                  <a:cubicBezTo>
                    <a:pt x="196" y="372"/>
                    <a:pt x="196" y="372"/>
                    <a:pt x="196" y="372"/>
                  </a:cubicBezTo>
                  <a:cubicBezTo>
                    <a:pt x="196" y="372"/>
                    <a:pt x="196" y="372"/>
                    <a:pt x="196" y="372"/>
                  </a:cubicBezTo>
                  <a:cubicBezTo>
                    <a:pt x="197" y="370"/>
                    <a:pt x="197" y="370"/>
                    <a:pt x="197" y="370"/>
                  </a:cubicBezTo>
                  <a:cubicBezTo>
                    <a:pt x="197" y="370"/>
                    <a:pt x="197" y="370"/>
                    <a:pt x="197" y="370"/>
                  </a:cubicBezTo>
                  <a:cubicBezTo>
                    <a:pt x="196" y="369"/>
                    <a:pt x="196" y="369"/>
                    <a:pt x="196" y="369"/>
                  </a:cubicBezTo>
                  <a:cubicBezTo>
                    <a:pt x="196" y="369"/>
                    <a:pt x="196" y="369"/>
                    <a:pt x="196" y="369"/>
                  </a:cubicBezTo>
                  <a:cubicBezTo>
                    <a:pt x="196" y="367"/>
                    <a:pt x="196" y="367"/>
                    <a:pt x="196" y="367"/>
                  </a:cubicBezTo>
                  <a:cubicBezTo>
                    <a:pt x="196" y="367"/>
                    <a:pt x="196" y="367"/>
                    <a:pt x="196" y="367"/>
                  </a:cubicBezTo>
                  <a:cubicBezTo>
                    <a:pt x="196" y="367"/>
                    <a:pt x="196" y="367"/>
                    <a:pt x="196" y="367"/>
                  </a:cubicBezTo>
                  <a:cubicBezTo>
                    <a:pt x="196" y="367"/>
                    <a:pt x="196" y="367"/>
                    <a:pt x="196" y="367"/>
                  </a:cubicBezTo>
                  <a:cubicBezTo>
                    <a:pt x="196" y="365"/>
                    <a:pt x="196" y="365"/>
                    <a:pt x="196" y="365"/>
                  </a:cubicBezTo>
                  <a:cubicBezTo>
                    <a:pt x="196" y="365"/>
                    <a:pt x="196" y="365"/>
                    <a:pt x="196" y="365"/>
                  </a:cubicBezTo>
                  <a:cubicBezTo>
                    <a:pt x="191" y="365"/>
                    <a:pt x="191" y="365"/>
                    <a:pt x="191" y="365"/>
                  </a:cubicBezTo>
                  <a:cubicBezTo>
                    <a:pt x="191" y="365"/>
                    <a:pt x="191" y="365"/>
                    <a:pt x="191" y="365"/>
                  </a:cubicBezTo>
                  <a:cubicBezTo>
                    <a:pt x="189" y="363"/>
                    <a:pt x="189" y="363"/>
                    <a:pt x="189" y="363"/>
                  </a:cubicBezTo>
                  <a:cubicBezTo>
                    <a:pt x="189" y="363"/>
                    <a:pt x="189" y="363"/>
                    <a:pt x="189" y="363"/>
                  </a:cubicBezTo>
                  <a:cubicBezTo>
                    <a:pt x="186" y="361"/>
                    <a:pt x="186" y="361"/>
                    <a:pt x="186" y="361"/>
                  </a:cubicBezTo>
                  <a:cubicBezTo>
                    <a:pt x="186" y="361"/>
                    <a:pt x="186" y="361"/>
                    <a:pt x="186" y="361"/>
                  </a:cubicBezTo>
                  <a:cubicBezTo>
                    <a:pt x="185" y="358"/>
                    <a:pt x="185" y="358"/>
                    <a:pt x="185" y="358"/>
                  </a:cubicBezTo>
                  <a:cubicBezTo>
                    <a:pt x="185" y="358"/>
                    <a:pt x="185" y="358"/>
                    <a:pt x="185" y="358"/>
                  </a:cubicBezTo>
                  <a:cubicBezTo>
                    <a:pt x="183" y="355"/>
                    <a:pt x="183" y="355"/>
                    <a:pt x="183" y="355"/>
                  </a:cubicBezTo>
                  <a:cubicBezTo>
                    <a:pt x="183" y="355"/>
                    <a:pt x="183" y="355"/>
                    <a:pt x="183" y="355"/>
                  </a:cubicBezTo>
                  <a:cubicBezTo>
                    <a:pt x="182" y="353"/>
                    <a:pt x="182" y="353"/>
                    <a:pt x="182" y="353"/>
                  </a:cubicBezTo>
                  <a:cubicBezTo>
                    <a:pt x="182" y="353"/>
                    <a:pt x="182" y="353"/>
                    <a:pt x="182" y="353"/>
                  </a:cubicBezTo>
                  <a:cubicBezTo>
                    <a:pt x="182" y="351"/>
                    <a:pt x="182" y="350"/>
                    <a:pt x="181" y="349"/>
                  </a:cubicBezTo>
                  <a:cubicBezTo>
                    <a:pt x="181" y="349"/>
                    <a:pt x="181" y="349"/>
                    <a:pt x="181" y="349"/>
                  </a:cubicBezTo>
                  <a:cubicBezTo>
                    <a:pt x="181" y="348"/>
                    <a:pt x="181" y="346"/>
                    <a:pt x="180" y="345"/>
                  </a:cubicBezTo>
                  <a:cubicBezTo>
                    <a:pt x="180" y="345"/>
                    <a:pt x="180" y="345"/>
                    <a:pt x="180" y="345"/>
                  </a:cubicBezTo>
                  <a:cubicBezTo>
                    <a:pt x="179" y="341"/>
                    <a:pt x="178" y="338"/>
                    <a:pt x="177" y="334"/>
                  </a:cubicBezTo>
                  <a:cubicBezTo>
                    <a:pt x="177" y="334"/>
                    <a:pt x="177" y="334"/>
                    <a:pt x="177" y="334"/>
                  </a:cubicBezTo>
                  <a:cubicBezTo>
                    <a:pt x="177" y="326"/>
                    <a:pt x="178" y="319"/>
                    <a:pt x="178" y="311"/>
                  </a:cubicBezTo>
                  <a:cubicBezTo>
                    <a:pt x="178" y="311"/>
                    <a:pt x="178" y="311"/>
                    <a:pt x="178" y="311"/>
                  </a:cubicBezTo>
                  <a:cubicBezTo>
                    <a:pt x="180" y="308"/>
                    <a:pt x="181" y="304"/>
                    <a:pt x="182" y="300"/>
                  </a:cubicBezTo>
                  <a:cubicBezTo>
                    <a:pt x="182" y="300"/>
                    <a:pt x="182" y="300"/>
                    <a:pt x="182" y="300"/>
                  </a:cubicBezTo>
                  <a:cubicBezTo>
                    <a:pt x="184" y="297"/>
                    <a:pt x="185" y="293"/>
                    <a:pt x="187" y="290"/>
                  </a:cubicBezTo>
                  <a:cubicBezTo>
                    <a:pt x="187" y="290"/>
                    <a:pt x="187" y="290"/>
                    <a:pt x="187" y="290"/>
                  </a:cubicBezTo>
                  <a:cubicBezTo>
                    <a:pt x="189" y="287"/>
                    <a:pt x="191" y="283"/>
                    <a:pt x="193" y="280"/>
                  </a:cubicBezTo>
                  <a:cubicBezTo>
                    <a:pt x="193" y="280"/>
                    <a:pt x="193" y="280"/>
                    <a:pt x="193" y="280"/>
                  </a:cubicBezTo>
                  <a:cubicBezTo>
                    <a:pt x="195" y="276"/>
                    <a:pt x="197" y="273"/>
                    <a:pt x="199" y="269"/>
                  </a:cubicBezTo>
                  <a:cubicBezTo>
                    <a:pt x="199" y="269"/>
                    <a:pt x="199" y="269"/>
                    <a:pt x="199" y="269"/>
                  </a:cubicBezTo>
                  <a:cubicBezTo>
                    <a:pt x="207" y="259"/>
                    <a:pt x="207" y="259"/>
                    <a:pt x="207" y="259"/>
                  </a:cubicBezTo>
                  <a:cubicBezTo>
                    <a:pt x="207" y="259"/>
                    <a:pt x="207" y="259"/>
                    <a:pt x="207" y="259"/>
                  </a:cubicBezTo>
                  <a:cubicBezTo>
                    <a:pt x="194" y="268"/>
                    <a:pt x="181" y="276"/>
                    <a:pt x="168" y="284"/>
                  </a:cubicBezTo>
                  <a:cubicBezTo>
                    <a:pt x="168" y="284"/>
                    <a:pt x="168" y="284"/>
                    <a:pt x="168" y="284"/>
                  </a:cubicBezTo>
                  <a:cubicBezTo>
                    <a:pt x="163" y="288"/>
                    <a:pt x="160" y="289"/>
                    <a:pt x="154" y="285"/>
                  </a:cubicBezTo>
                  <a:cubicBezTo>
                    <a:pt x="154" y="285"/>
                    <a:pt x="154" y="285"/>
                    <a:pt x="154" y="285"/>
                  </a:cubicBezTo>
                  <a:cubicBezTo>
                    <a:pt x="153" y="285"/>
                    <a:pt x="152" y="285"/>
                    <a:pt x="151" y="285"/>
                  </a:cubicBezTo>
                  <a:cubicBezTo>
                    <a:pt x="151" y="285"/>
                    <a:pt x="151" y="285"/>
                    <a:pt x="151" y="285"/>
                  </a:cubicBezTo>
                  <a:cubicBezTo>
                    <a:pt x="150" y="285"/>
                    <a:pt x="150" y="284"/>
                    <a:pt x="149" y="283"/>
                  </a:cubicBezTo>
                  <a:cubicBezTo>
                    <a:pt x="149" y="283"/>
                    <a:pt x="149" y="283"/>
                    <a:pt x="149" y="283"/>
                  </a:cubicBezTo>
                  <a:cubicBezTo>
                    <a:pt x="148" y="283"/>
                    <a:pt x="147" y="282"/>
                    <a:pt x="146" y="282"/>
                  </a:cubicBezTo>
                  <a:cubicBezTo>
                    <a:pt x="146" y="282"/>
                    <a:pt x="146" y="282"/>
                    <a:pt x="146" y="282"/>
                  </a:cubicBezTo>
                  <a:cubicBezTo>
                    <a:pt x="145" y="281"/>
                    <a:pt x="145" y="280"/>
                    <a:pt x="145" y="279"/>
                  </a:cubicBezTo>
                  <a:cubicBezTo>
                    <a:pt x="145" y="279"/>
                    <a:pt x="145" y="279"/>
                    <a:pt x="145" y="279"/>
                  </a:cubicBezTo>
                  <a:cubicBezTo>
                    <a:pt x="142" y="278"/>
                    <a:pt x="140" y="276"/>
                    <a:pt x="138" y="274"/>
                  </a:cubicBezTo>
                  <a:cubicBezTo>
                    <a:pt x="138" y="274"/>
                    <a:pt x="138" y="274"/>
                    <a:pt x="138" y="274"/>
                  </a:cubicBezTo>
                  <a:cubicBezTo>
                    <a:pt x="138" y="274"/>
                    <a:pt x="137" y="273"/>
                    <a:pt x="136" y="273"/>
                  </a:cubicBezTo>
                  <a:cubicBezTo>
                    <a:pt x="136" y="273"/>
                    <a:pt x="136" y="273"/>
                    <a:pt x="136" y="273"/>
                  </a:cubicBezTo>
                  <a:cubicBezTo>
                    <a:pt x="136" y="273"/>
                    <a:pt x="135" y="273"/>
                    <a:pt x="134" y="272"/>
                  </a:cubicBezTo>
                  <a:cubicBezTo>
                    <a:pt x="134" y="272"/>
                    <a:pt x="134" y="272"/>
                    <a:pt x="134" y="272"/>
                  </a:cubicBezTo>
                  <a:cubicBezTo>
                    <a:pt x="133" y="272"/>
                    <a:pt x="133" y="272"/>
                    <a:pt x="132" y="271"/>
                  </a:cubicBezTo>
                  <a:cubicBezTo>
                    <a:pt x="132" y="271"/>
                    <a:pt x="132" y="271"/>
                    <a:pt x="132" y="271"/>
                  </a:cubicBezTo>
                  <a:cubicBezTo>
                    <a:pt x="132" y="271"/>
                    <a:pt x="131" y="270"/>
                    <a:pt x="131" y="269"/>
                  </a:cubicBezTo>
                  <a:cubicBezTo>
                    <a:pt x="131" y="269"/>
                    <a:pt x="131" y="269"/>
                    <a:pt x="131" y="269"/>
                  </a:cubicBezTo>
                  <a:cubicBezTo>
                    <a:pt x="130" y="270"/>
                    <a:pt x="129" y="270"/>
                    <a:pt x="128" y="270"/>
                  </a:cubicBezTo>
                  <a:cubicBezTo>
                    <a:pt x="128" y="270"/>
                    <a:pt x="128" y="270"/>
                    <a:pt x="128" y="270"/>
                  </a:cubicBezTo>
                  <a:cubicBezTo>
                    <a:pt x="127" y="271"/>
                    <a:pt x="126" y="271"/>
                    <a:pt x="126" y="271"/>
                  </a:cubicBezTo>
                  <a:cubicBezTo>
                    <a:pt x="126" y="271"/>
                    <a:pt x="126" y="271"/>
                    <a:pt x="126" y="271"/>
                  </a:cubicBezTo>
                  <a:cubicBezTo>
                    <a:pt x="125" y="272"/>
                    <a:pt x="125" y="273"/>
                    <a:pt x="125" y="273"/>
                  </a:cubicBezTo>
                  <a:cubicBezTo>
                    <a:pt x="125" y="273"/>
                    <a:pt x="125" y="273"/>
                    <a:pt x="125" y="273"/>
                  </a:cubicBezTo>
                  <a:cubicBezTo>
                    <a:pt x="124" y="274"/>
                    <a:pt x="124" y="274"/>
                    <a:pt x="123" y="275"/>
                  </a:cubicBezTo>
                  <a:cubicBezTo>
                    <a:pt x="123" y="275"/>
                    <a:pt x="123" y="275"/>
                    <a:pt x="123" y="275"/>
                  </a:cubicBezTo>
                  <a:cubicBezTo>
                    <a:pt x="123" y="276"/>
                    <a:pt x="123" y="277"/>
                    <a:pt x="122" y="278"/>
                  </a:cubicBezTo>
                  <a:cubicBezTo>
                    <a:pt x="122" y="278"/>
                    <a:pt x="122" y="278"/>
                    <a:pt x="122" y="278"/>
                  </a:cubicBezTo>
                  <a:cubicBezTo>
                    <a:pt x="122" y="279"/>
                    <a:pt x="122" y="279"/>
                    <a:pt x="122" y="280"/>
                  </a:cubicBezTo>
                  <a:cubicBezTo>
                    <a:pt x="122" y="280"/>
                    <a:pt x="122" y="280"/>
                    <a:pt x="122" y="280"/>
                  </a:cubicBezTo>
                  <a:cubicBezTo>
                    <a:pt x="121" y="280"/>
                    <a:pt x="120" y="280"/>
                    <a:pt x="119" y="281"/>
                  </a:cubicBezTo>
                  <a:cubicBezTo>
                    <a:pt x="119" y="281"/>
                    <a:pt x="119" y="281"/>
                    <a:pt x="119" y="281"/>
                  </a:cubicBezTo>
                  <a:cubicBezTo>
                    <a:pt x="119" y="281"/>
                    <a:pt x="119" y="281"/>
                    <a:pt x="118" y="281"/>
                  </a:cubicBezTo>
                  <a:cubicBezTo>
                    <a:pt x="118" y="281"/>
                    <a:pt x="118" y="281"/>
                    <a:pt x="118" y="281"/>
                  </a:cubicBezTo>
                  <a:cubicBezTo>
                    <a:pt x="94" y="324"/>
                    <a:pt x="94" y="324"/>
                    <a:pt x="94" y="324"/>
                  </a:cubicBezTo>
                  <a:cubicBezTo>
                    <a:pt x="94" y="324"/>
                    <a:pt x="94" y="324"/>
                    <a:pt x="94" y="324"/>
                  </a:cubicBezTo>
                  <a:cubicBezTo>
                    <a:pt x="63" y="378"/>
                    <a:pt x="63" y="378"/>
                    <a:pt x="63" y="378"/>
                  </a:cubicBezTo>
                  <a:cubicBezTo>
                    <a:pt x="63" y="378"/>
                    <a:pt x="63" y="378"/>
                    <a:pt x="63" y="378"/>
                  </a:cubicBezTo>
                  <a:cubicBezTo>
                    <a:pt x="20" y="459"/>
                    <a:pt x="20" y="459"/>
                    <a:pt x="20" y="459"/>
                  </a:cubicBezTo>
                  <a:lnTo>
                    <a:pt x="19" y="460"/>
                  </a:lnTo>
                  <a:close/>
                  <a:moveTo>
                    <a:pt x="1093" y="454"/>
                  </a:moveTo>
                  <a:cubicBezTo>
                    <a:pt x="1090" y="452"/>
                    <a:pt x="1090" y="452"/>
                    <a:pt x="1090" y="452"/>
                  </a:cubicBezTo>
                  <a:cubicBezTo>
                    <a:pt x="1090" y="452"/>
                    <a:pt x="1090" y="452"/>
                    <a:pt x="1090" y="452"/>
                  </a:cubicBezTo>
                  <a:cubicBezTo>
                    <a:pt x="1088" y="450"/>
                    <a:pt x="1088" y="450"/>
                    <a:pt x="1088" y="450"/>
                  </a:cubicBezTo>
                  <a:cubicBezTo>
                    <a:pt x="1088" y="450"/>
                    <a:pt x="1088" y="450"/>
                    <a:pt x="1088" y="450"/>
                  </a:cubicBezTo>
                  <a:cubicBezTo>
                    <a:pt x="1086" y="447"/>
                    <a:pt x="1086" y="447"/>
                    <a:pt x="1086" y="447"/>
                  </a:cubicBezTo>
                  <a:cubicBezTo>
                    <a:pt x="1086" y="447"/>
                    <a:pt x="1086" y="447"/>
                    <a:pt x="1086" y="447"/>
                  </a:cubicBezTo>
                  <a:cubicBezTo>
                    <a:pt x="1086" y="443"/>
                    <a:pt x="1086" y="443"/>
                    <a:pt x="1086" y="443"/>
                  </a:cubicBezTo>
                  <a:cubicBezTo>
                    <a:pt x="1086" y="443"/>
                    <a:pt x="1086" y="443"/>
                    <a:pt x="1086" y="443"/>
                  </a:cubicBezTo>
                  <a:cubicBezTo>
                    <a:pt x="1086" y="440"/>
                    <a:pt x="1086" y="440"/>
                    <a:pt x="1086" y="440"/>
                  </a:cubicBezTo>
                  <a:cubicBezTo>
                    <a:pt x="1086" y="440"/>
                    <a:pt x="1086" y="440"/>
                    <a:pt x="1086" y="440"/>
                  </a:cubicBezTo>
                  <a:cubicBezTo>
                    <a:pt x="1086" y="436"/>
                    <a:pt x="1086" y="436"/>
                    <a:pt x="1086" y="436"/>
                  </a:cubicBezTo>
                  <a:cubicBezTo>
                    <a:pt x="1086" y="436"/>
                    <a:pt x="1086" y="436"/>
                    <a:pt x="1086" y="436"/>
                  </a:cubicBezTo>
                  <a:cubicBezTo>
                    <a:pt x="1086" y="433"/>
                    <a:pt x="1086" y="433"/>
                    <a:pt x="1086" y="433"/>
                  </a:cubicBezTo>
                  <a:cubicBezTo>
                    <a:pt x="1086" y="433"/>
                    <a:pt x="1086" y="433"/>
                    <a:pt x="1086" y="433"/>
                  </a:cubicBezTo>
                  <a:cubicBezTo>
                    <a:pt x="1089" y="428"/>
                    <a:pt x="1089" y="428"/>
                    <a:pt x="1089" y="428"/>
                  </a:cubicBezTo>
                  <a:cubicBezTo>
                    <a:pt x="1089" y="428"/>
                    <a:pt x="1089" y="428"/>
                    <a:pt x="1089" y="428"/>
                  </a:cubicBezTo>
                  <a:cubicBezTo>
                    <a:pt x="1095" y="425"/>
                    <a:pt x="1095" y="425"/>
                    <a:pt x="1095" y="425"/>
                  </a:cubicBezTo>
                  <a:cubicBezTo>
                    <a:pt x="1095" y="425"/>
                    <a:pt x="1095" y="425"/>
                    <a:pt x="1095" y="425"/>
                  </a:cubicBezTo>
                  <a:cubicBezTo>
                    <a:pt x="1102" y="421"/>
                    <a:pt x="1102" y="421"/>
                    <a:pt x="1102" y="421"/>
                  </a:cubicBezTo>
                  <a:cubicBezTo>
                    <a:pt x="1102" y="421"/>
                    <a:pt x="1102" y="421"/>
                    <a:pt x="1102" y="421"/>
                  </a:cubicBezTo>
                  <a:cubicBezTo>
                    <a:pt x="1109" y="417"/>
                    <a:pt x="1109" y="417"/>
                    <a:pt x="1109" y="417"/>
                  </a:cubicBezTo>
                  <a:cubicBezTo>
                    <a:pt x="1109" y="417"/>
                    <a:pt x="1109" y="417"/>
                    <a:pt x="1109" y="417"/>
                  </a:cubicBezTo>
                  <a:cubicBezTo>
                    <a:pt x="1115" y="411"/>
                    <a:pt x="1115" y="411"/>
                    <a:pt x="1115" y="411"/>
                  </a:cubicBezTo>
                  <a:cubicBezTo>
                    <a:pt x="1115" y="411"/>
                    <a:pt x="1115" y="411"/>
                    <a:pt x="1115" y="411"/>
                  </a:cubicBezTo>
                  <a:cubicBezTo>
                    <a:pt x="1121" y="407"/>
                    <a:pt x="1121" y="407"/>
                    <a:pt x="1121" y="407"/>
                  </a:cubicBezTo>
                  <a:cubicBezTo>
                    <a:pt x="1121" y="407"/>
                    <a:pt x="1121" y="407"/>
                    <a:pt x="1121" y="407"/>
                  </a:cubicBezTo>
                  <a:cubicBezTo>
                    <a:pt x="1128" y="402"/>
                    <a:pt x="1128" y="402"/>
                    <a:pt x="1128" y="402"/>
                  </a:cubicBezTo>
                  <a:cubicBezTo>
                    <a:pt x="1128" y="402"/>
                    <a:pt x="1128" y="402"/>
                    <a:pt x="1128" y="402"/>
                  </a:cubicBezTo>
                  <a:cubicBezTo>
                    <a:pt x="1134" y="398"/>
                    <a:pt x="1134" y="398"/>
                    <a:pt x="1134" y="398"/>
                  </a:cubicBezTo>
                  <a:cubicBezTo>
                    <a:pt x="1134" y="398"/>
                    <a:pt x="1134" y="398"/>
                    <a:pt x="1134" y="398"/>
                  </a:cubicBezTo>
                  <a:cubicBezTo>
                    <a:pt x="1142" y="394"/>
                    <a:pt x="1142" y="394"/>
                    <a:pt x="1142" y="394"/>
                  </a:cubicBezTo>
                  <a:cubicBezTo>
                    <a:pt x="1142" y="394"/>
                    <a:pt x="1142" y="394"/>
                    <a:pt x="1142" y="394"/>
                  </a:cubicBezTo>
                  <a:cubicBezTo>
                    <a:pt x="1169" y="374"/>
                    <a:pt x="1169" y="374"/>
                    <a:pt x="1169" y="374"/>
                  </a:cubicBezTo>
                  <a:cubicBezTo>
                    <a:pt x="1169" y="374"/>
                    <a:pt x="1169" y="374"/>
                    <a:pt x="1169" y="374"/>
                  </a:cubicBezTo>
                  <a:cubicBezTo>
                    <a:pt x="1171" y="371"/>
                    <a:pt x="1171" y="371"/>
                    <a:pt x="1171" y="371"/>
                  </a:cubicBezTo>
                  <a:cubicBezTo>
                    <a:pt x="1171" y="371"/>
                    <a:pt x="1171" y="371"/>
                    <a:pt x="1171" y="371"/>
                  </a:cubicBezTo>
                  <a:cubicBezTo>
                    <a:pt x="1174" y="367"/>
                    <a:pt x="1174" y="367"/>
                    <a:pt x="1174" y="367"/>
                  </a:cubicBezTo>
                  <a:cubicBezTo>
                    <a:pt x="1174" y="367"/>
                    <a:pt x="1174" y="367"/>
                    <a:pt x="1174" y="367"/>
                  </a:cubicBezTo>
                  <a:cubicBezTo>
                    <a:pt x="1177" y="364"/>
                    <a:pt x="1177" y="364"/>
                    <a:pt x="1177" y="364"/>
                  </a:cubicBezTo>
                  <a:cubicBezTo>
                    <a:pt x="1177" y="364"/>
                    <a:pt x="1177" y="364"/>
                    <a:pt x="1177" y="364"/>
                  </a:cubicBezTo>
                  <a:cubicBezTo>
                    <a:pt x="1180" y="358"/>
                    <a:pt x="1180" y="358"/>
                    <a:pt x="1180" y="358"/>
                  </a:cubicBezTo>
                  <a:cubicBezTo>
                    <a:pt x="1180" y="358"/>
                    <a:pt x="1180" y="358"/>
                    <a:pt x="1180" y="358"/>
                  </a:cubicBezTo>
                  <a:cubicBezTo>
                    <a:pt x="1182" y="354"/>
                    <a:pt x="1182" y="354"/>
                    <a:pt x="1182" y="354"/>
                  </a:cubicBezTo>
                  <a:cubicBezTo>
                    <a:pt x="1182" y="354"/>
                    <a:pt x="1182" y="354"/>
                    <a:pt x="1182" y="354"/>
                  </a:cubicBezTo>
                  <a:cubicBezTo>
                    <a:pt x="1184" y="349"/>
                    <a:pt x="1184" y="349"/>
                    <a:pt x="1184" y="349"/>
                  </a:cubicBezTo>
                  <a:cubicBezTo>
                    <a:pt x="1184" y="349"/>
                    <a:pt x="1184" y="349"/>
                    <a:pt x="1184" y="349"/>
                  </a:cubicBezTo>
                  <a:cubicBezTo>
                    <a:pt x="1183" y="344"/>
                    <a:pt x="1183" y="344"/>
                    <a:pt x="1183" y="344"/>
                  </a:cubicBezTo>
                  <a:cubicBezTo>
                    <a:pt x="1183" y="344"/>
                    <a:pt x="1183" y="344"/>
                    <a:pt x="1183" y="344"/>
                  </a:cubicBezTo>
                  <a:cubicBezTo>
                    <a:pt x="1183" y="338"/>
                    <a:pt x="1183" y="338"/>
                    <a:pt x="1183" y="338"/>
                  </a:cubicBezTo>
                  <a:cubicBezTo>
                    <a:pt x="1183" y="338"/>
                    <a:pt x="1183" y="338"/>
                    <a:pt x="1183" y="338"/>
                  </a:cubicBezTo>
                  <a:cubicBezTo>
                    <a:pt x="1177" y="338"/>
                    <a:pt x="1177" y="338"/>
                    <a:pt x="1177" y="338"/>
                  </a:cubicBezTo>
                  <a:cubicBezTo>
                    <a:pt x="1177" y="338"/>
                    <a:pt x="1177" y="338"/>
                    <a:pt x="1177" y="338"/>
                  </a:cubicBezTo>
                  <a:cubicBezTo>
                    <a:pt x="1175" y="340"/>
                    <a:pt x="1175" y="340"/>
                    <a:pt x="1175" y="340"/>
                  </a:cubicBezTo>
                  <a:cubicBezTo>
                    <a:pt x="1175" y="340"/>
                    <a:pt x="1175" y="340"/>
                    <a:pt x="1175" y="340"/>
                  </a:cubicBezTo>
                  <a:cubicBezTo>
                    <a:pt x="1174" y="343"/>
                    <a:pt x="1174" y="343"/>
                    <a:pt x="1174" y="343"/>
                  </a:cubicBezTo>
                  <a:cubicBezTo>
                    <a:pt x="1174" y="343"/>
                    <a:pt x="1174" y="343"/>
                    <a:pt x="1174" y="343"/>
                  </a:cubicBezTo>
                  <a:cubicBezTo>
                    <a:pt x="1172" y="345"/>
                    <a:pt x="1172" y="345"/>
                    <a:pt x="1172" y="345"/>
                  </a:cubicBezTo>
                  <a:cubicBezTo>
                    <a:pt x="1172" y="345"/>
                    <a:pt x="1172" y="345"/>
                    <a:pt x="1172" y="345"/>
                  </a:cubicBezTo>
                  <a:cubicBezTo>
                    <a:pt x="1171" y="347"/>
                    <a:pt x="1171" y="347"/>
                    <a:pt x="1171" y="347"/>
                  </a:cubicBezTo>
                  <a:cubicBezTo>
                    <a:pt x="1171" y="347"/>
                    <a:pt x="1171" y="347"/>
                    <a:pt x="1171" y="347"/>
                  </a:cubicBezTo>
                  <a:cubicBezTo>
                    <a:pt x="1168" y="349"/>
                    <a:pt x="1168" y="349"/>
                    <a:pt x="1168" y="349"/>
                  </a:cubicBezTo>
                  <a:cubicBezTo>
                    <a:pt x="1168" y="349"/>
                    <a:pt x="1168" y="349"/>
                    <a:pt x="1168" y="349"/>
                  </a:cubicBezTo>
                  <a:cubicBezTo>
                    <a:pt x="1166" y="350"/>
                    <a:pt x="1166" y="350"/>
                    <a:pt x="1166" y="350"/>
                  </a:cubicBezTo>
                  <a:cubicBezTo>
                    <a:pt x="1166" y="350"/>
                    <a:pt x="1166" y="350"/>
                    <a:pt x="1166" y="350"/>
                  </a:cubicBezTo>
                  <a:cubicBezTo>
                    <a:pt x="1162" y="352"/>
                    <a:pt x="1162" y="352"/>
                    <a:pt x="1162" y="352"/>
                  </a:cubicBezTo>
                  <a:cubicBezTo>
                    <a:pt x="1162" y="352"/>
                    <a:pt x="1162" y="352"/>
                    <a:pt x="1162" y="352"/>
                  </a:cubicBezTo>
                  <a:cubicBezTo>
                    <a:pt x="1160" y="353"/>
                    <a:pt x="1160" y="353"/>
                    <a:pt x="1160" y="353"/>
                  </a:cubicBezTo>
                  <a:cubicBezTo>
                    <a:pt x="1160" y="353"/>
                    <a:pt x="1160" y="353"/>
                    <a:pt x="1160" y="353"/>
                  </a:cubicBezTo>
                  <a:cubicBezTo>
                    <a:pt x="1158" y="353"/>
                    <a:pt x="1158" y="353"/>
                    <a:pt x="1158" y="353"/>
                  </a:cubicBezTo>
                  <a:cubicBezTo>
                    <a:pt x="1158" y="353"/>
                    <a:pt x="1158" y="353"/>
                    <a:pt x="1158" y="353"/>
                  </a:cubicBezTo>
                  <a:cubicBezTo>
                    <a:pt x="1156" y="353"/>
                    <a:pt x="1156" y="353"/>
                    <a:pt x="1156" y="353"/>
                  </a:cubicBezTo>
                  <a:cubicBezTo>
                    <a:pt x="1156" y="353"/>
                    <a:pt x="1156" y="353"/>
                    <a:pt x="1156" y="353"/>
                  </a:cubicBezTo>
                  <a:cubicBezTo>
                    <a:pt x="1154" y="353"/>
                    <a:pt x="1154" y="353"/>
                    <a:pt x="1154" y="353"/>
                  </a:cubicBezTo>
                  <a:cubicBezTo>
                    <a:pt x="1154" y="353"/>
                    <a:pt x="1154" y="353"/>
                    <a:pt x="1154" y="353"/>
                  </a:cubicBezTo>
                  <a:cubicBezTo>
                    <a:pt x="1153" y="353"/>
                    <a:pt x="1153" y="353"/>
                    <a:pt x="1153" y="353"/>
                  </a:cubicBezTo>
                  <a:cubicBezTo>
                    <a:pt x="1153" y="353"/>
                    <a:pt x="1153" y="353"/>
                    <a:pt x="1153" y="353"/>
                  </a:cubicBezTo>
                  <a:cubicBezTo>
                    <a:pt x="1151" y="353"/>
                    <a:pt x="1151" y="353"/>
                    <a:pt x="1151" y="353"/>
                  </a:cubicBezTo>
                  <a:cubicBezTo>
                    <a:pt x="1151" y="353"/>
                    <a:pt x="1151" y="353"/>
                    <a:pt x="1151" y="353"/>
                  </a:cubicBezTo>
                  <a:cubicBezTo>
                    <a:pt x="1149" y="353"/>
                    <a:pt x="1149" y="353"/>
                    <a:pt x="1149" y="353"/>
                  </a:cubicBezTo>
                  <a:cubicBezTo>
                    <a:pt x="1149" y="353"/>
                    <a:pt x="1149" y="353"/>
                    <a:pt x="1149" y="353"/>
                  </a:cubicBezTo>
                  <a:cubicBezTo>
                    <a:pt x="1147" y="353"/>
                    <a:pt x="1147" y="353"/>
                    <a:pt x="1147" y="353"/>
                  </a:cubicBezTo>
                  <a:cubicBezTo>
                    <a:pt x="1147" y="353"/>
                    <a:pt x="1147" y="353"/>
                    <a:pt x="1147" y="353"/>
                  </a:cubicBezTo>
                  <a:cubicBezTo>
                    <a:pt x="1146" y="352"/>
                    <a:pt x="1146" y="352"/>
                    <a:pt x="1146" y="352"/>
                  </a:cubicBezTo>
                  <a:cubicBezTo>
                    <a:pt x="1146" y="352"/>
                    <a:pt x="1146" y="352"/>
                    <a:pt x="1146" y="352"/>
                  </a:cubicBezTo>
                  <a:cubicBezTo>
                    <a:pt x="1145" y="352"/>
                    <a:pt x="1145" y="352"/>
                    <a:pt x="1145" y="352"/>
                  </a:cubicBezTo>
                  <a:cubicBezTo>
                    <a:pt x="1145" y="352"/>
                    <a:pt x="1145" y="352"/>
                    <a:pt x="1145" y="352"/>
                  </a:cubicBezTo>
                  <a:cubicBezTo>
                    <a:pt x="1143" y="351"/>
                    <a:pt x="1143" y="351"/>
                    <a:pt x="1143" y="351"/>
                  </a:cubicBezTo>
                  <a:cubicBezTo>
                    <a:pt x="1143" y="351"/>
                    <a:pt x="1143" y="351"/>
                    <a:pt x="1143" y="351"/>
                  </a:cubicBezTo>
                  <a:cubicBezTo>
                    <a:pt x="1142" y="350"/>
                    <a:pt x="1142" y="350"/>
                    <a:pt x="1142" y="350"/>
                  </a:cubicBezTo>
                  <a:cubicBezTo>
                    <a:pt x="1142" y="350"/>
                    <a:pt x="1142" y="350"/>
                    <a:pt x="1142" y="350"/>
                  </a:cubicBezTo>
                  <a:cubicBezTo>
                    <a:pt x="1142" y="348"/>
                    <a:pt x="1142" y="348"/>
                    <a:pt x="1142" y="348"/>
                  </a:cubicBezTo>
                  <a:cubicBezTo>
                    <a:pt x="1142" y="348"/>
                    <a:pt x="1142" y="348"/>
                    <a:pt x="1142" y="348"/>
                  </a:cubicBezTo>
                  <a:cubicBezTo>
                    <a:pt x="1142" y="347"/>
                    <a:pt x="1142" y="347"/>
                    <a:pt x="1142" y="347"/>
                  </a:cubicBezTo>
                  <a:cubicBezTo>
                    <a:pt x="1142" y="347"/>
                    <a:pt x="1142" y="347"/>
                    <a:pt x="1142" y="347"/>
                  </a:cubicBezTo>
                  <a:cubicBezTo>
                    <a:pt x="1142" y="345"/>
                    <a:pt x="1142" y="345"/>
                    <a:pt x="1142" y="345"/>
                  </a:cubicBezTo>
                  <a:cubicBezTo>
                    <a:pt x="1142" y="345"/>
                    <a:pt x="1142" y="345"/>
                    <a:pt x="1142" y="345"/>
                  </a:cubicBezTo>
                  <a:cubicBezTo>
                    <a:pt x="1142" y="343"/>
                    <a:pt x="1142" y="343"/>
                    <a:pt x="1142" y="343"/>
                  </a:cubicBezTo>
                  <a:cubicBezTo>
                    <a:pt x="1142" y="343"/>
                    <a:pt x="1142" y="343"/>
                    <a:pt x="1142" y="343"/>
                  </a:cubicBezTo>
                  <a:cubicBezTo>
                    <a:pt x="1142" y="341"/>
                    <a:pt x="1142" y="341"/>
                    <a:pt x="1142" y="341"/>
                  </a:cubicBezTo>
                  <a:cubicBezTo>
                    <a:pt x="1142" y="341"/>
                    <a:pt x="1142" y="341"/>
                    <a:pt x="1142" y="341"/>
                  </a:cubicBezTo>
                  <a:cubicBezTo>
                    <a:pt x="1170" y="322"/>
                    <a:pt x="1170" y="322"/>
                    <a:pt x="1170" y="322"/>
                  </a:cubicBezTo>
                  <a:cubicBezTo>
                    <a:pt x="1170" y="322"/>
                    <a:pt x="1170" y="322"/>
                    <a:pt x="1170" y="322"/>
                  </a:cubicBezTo>
                  <a:cubicBezTo>
                    <a:pt x="1169" y="322"/>
                    <a:pt x="1169" y="322"/>
                    <a:pt x="1169" y="322"/>
                  </a:cubicBezTo>
                  <a:cubicBezTo>
                    <a:pt x="1169" y="322"/>
                    <a:pt x="1169" y="322"/>
                    <a:pt x="1169" y="322"/>
                  </a:cubicBezTo>
                  <a:cubicBezTo>
                    <a:pt x="1168" y="320"/>
                    <a:pt x="1168" y="320"/>
                    <a:pt x="1168" y="320"/>
                  </a:cubicBezTo>
                  <a:cubicBezTo>
                    <a:pt x="1168" y="320"/>
                    <a:pt x="1168" y="320"/>
                    <a:pt x="1168" y="320"/>
                  </a:cubicBezTo>
                  <a:cubicBezTo>
                    <a:pt x="1168" y="319"/>
                    <a:pt x="1168" y="319"/>
                    <a:pt x="1168" y="319"/>
                  </a:cubicBezTo>
                  <a:cubicBezTo>
                    <a:pt x="1168" y="319"/>
                    <a:pt x="1168" y="319"/>
                    <a:pt x="1168" y="319"/>
                  </a:cubicBezTo>
                  <a:cubicBezTo>
                    <a:pt x="1168" y="317"/>
                    <a:pt x="1168" y="317"/>
                    <a:pt x="1168" y="317"/>
                  </a:cubicBezTo>
                  <a:cubicBezTo>
                    <a:pt x="1168" y="317"/>
                    <a:pt x="1168" y="317"/>
                    <a:pt x="1168" y="317"/>
                  </a:cubicBezTo>
                  <a:cubicBezTo>
                    <a:pt x="1168" y="316"/>
                    <a:pt x="1168" y="316"/>
                    <a:pt x="1168" y="316"/>
                  </a:cubicBezTo>
                  <a:cubicBezTo>
                    <a:pt x="1168" y="316"/>
                    <a:pt x="1168" y="316"/>
                    <a:pt x="1168" y="316"/>
                  </a:cubicBezTo>
                  <a:cubicBezTo>
                    <a:pt x="1168" y="314"/>
                    <a:pt x="1168" y="314"/>
                    <a:pt x="1168" y="314"/>
                  </a:cubicBezTo>
                  <a:cubicBezTo>
                    <a:pt x="1168" y="314"/>
                    <a:pt x="1168" y="314"/>
                    <a:pt x="1168" y="314"/>
                  </a:cubicBezTo>
                  <a:cubicBezTo>
                    <a:pt x="1168" y="312"/>
                    <a:pt x="1168" y="312"/>
                    <a:pt x="1168" y="312"/>
                  </a:cubicBezTo>
                  <a:cubicBezTo>
                    <a:pt x="1168" y="312"/>
                    <a:pt x="1168" y="312"/>
                    <a:pt x="1168" y="312"/>
                  </a:cubicBezTo>
                  <a:cubicBezTo>
                    <a:pt x="1170" y="310"/>
                    <a:pt x="1170" y="310"/>
                    <a:pt x="1170" y="310"/>
                  </a:cubicBezTo>
                  <a:cubicBezTo>
                    <a:pt x="1170" y="310"/>
                    <a:pt x="1170" y="310"/>
                    <a:pt x="1170" y="310"/>
                  </a:cubicBezTo>
                  <a:cubicBezTo>
                    <a:pt x="1171" y="310"/>
                    <a:pt x="1171" y="310"/>
                    <a:pt x="1171" y="310"/>
                  </a:cubicBezTo>
                  <a:cubicBezTo>
                    <a:pt x="1171" y="310"/>
                    <a:pt x="1171" y="310"/>
                    <a:pt x="1171" y="310"/>
                  </a:cubicBezTo>
                  <a:cubicBezTo>
                    <a:pt x="1172" y="308"/>
                    <a:pt x="1172" y="308"/>
                    <a:pt x="1172" y="308"/>
                  </a:cubicBezTo>
                  <a:cubicBezTo>
                    <a:pt x="1172" y="308"/>
                    <a:pt x="1172" y="308"/>
                    <a:pt x="1172" y="308"/>
                  </a:cubicBezTo>
                  <a:cubicBezTo>
                    <a:pt x="1173" y="306"/>
                    <a:pt x="1173" y="306"/>
                    <a:pt x="1173" y="306"/>
                  </a:cubicBezTo>
                  <a:cubicBezTo>
                    <a:pt x="1173" y="306"/>
                    <a:pt x="1173" y="306"/>
                    <a:pt x="1173" y="306"/>
                  </a:cubicBezTo>
                  <a:cubicBezTo>
                    <a:pt x="1175" y="303"/>
                    <a:pt x="1175" y="303"/>
                    <a:pt x="1175" y="303"/>
                  </a:cubicBezTo>
                  <a:cubicBezTo>
                    <a:pt x="1175" y="303"/>
                    <a:pt x="1175" y="303"/>
                    <a:pt x="1175" y="303"/>
                  </a:cubicBezTo>
                  <a:cubicBezTo>
                    <a:pt x="1174" y="301"/>
                    <a:pt x="1174" y="301"/>
                    <a:pt x="1174" y="301"/>
                  </a:cubicBezTo>
                  <a:cubicBezTo>
                    <a:pt x="1174" y="301"/>
                    <a:pt x="1174" y="301"/>
                    <a:pt x="1174" y="301"/>
                  </a:cubicBezTo>
                  <a:cubicBezTo>
                    <a:pt x="1174" y="298"/>
                    <a:pt x="1174" y="298"/>
                    <a:pt x="1174" y="298"/>
                  </a:cubicBezTo>
                  <a:cubicBezTo>
                    <a:pt x="1174" y="298"/>
                    <a:pt x="1174" y="298"/>
                    <a:pt x="1174" y="298"/>
                  </a:cubicBezTo>
                  <a:cubicBezTo>
                    <a:pt x="1174" y="296"/>
                    <a:pt x="1174" y="296"/>
                    <a:pt x="1174" y="296"/>
                  </a:cubicBezTo>
                  <a:cubicBezTo>
                    <a:pt x="1174" y="296"/>
                    <a:pt x="1174" y="296"/>
                    <a:pt x="1174" y="296"/>
                  </a:cubicBezTo>
                  <a:cubicBezTo>
                    <a:pt x="1174" y="294"/>
                    <a:pt x="1174" y="294"/>
                    <a:pt x="1174" y="294"/>
                  </a:cubicBezTo>
                  <a:cubicBezTo>
                    <a:pt x="1174" y="294"/>
                    <a:pt x="1174" y="294"/>
                    <a:pt x="1174" y="294"/>
                  </a:cubicBezTo>
                  <a:cubicBezTo>
                    <a:pt x="1172" y="294"/>
                    <a:pt x="1172" y="294"/>
                    <a:pt x="1172" y="294"/>
                  </a:cubicBezTo>
                  <a:cubicBezTo>
                    <a:pt x="1172" y="294"/>
                    <a:pt x="1172" y="294"/>
                    <a:pt x="1172" y="294"/>
                  </a:cubicBezTo>
                  <a:cubicBezTo>
                    <a:pt x="1170" y="294"/>
                    <a:pt x="1170" y="294"/>
                    <a:pt x="1170" y="294"/>
                  </a:cubicBezTo>
                  <a:cubicBezTo>
                    <a:pt x="1170" y="294"/>
                    <a:pt x="1170" y="294"/>
                    <a:pt x="1170" y="294"/>
                  </a:cubicBezTo>
                  <a:cubicBezTo>
                    <a:pt x="1168" y="294"/>
                    <a:pt x="1168" y="294"/>
                    <a:pt x="1168" y="294"/>
                  </a:cubicBezTo>
                  <a:cubicBezTo>
                    <a:pt x="1168" y="294"/>
                    <a:pt x="1168" y="294"/>
                    <a:pt x="1168" y="294"/>
                  </a:cubicBezTo>
                  <a:cubicBezTo>
                    <a:pt x="1166" y="294"/>
                    <a:pt x="1166" y="294"/>
                    <a:pt x="1166" y="294"/>
                  </a:cubicBezTo>
                  <a:cubicBezTo>
                    <a:pt x="1166" y="294"/>
                    <a:pt x="1166" y="294"/>
                    <a:pt x="1166" y="294"/>
                  </a:cubicBezTo>
                  <a:cubicBezTo>
                    <a:pt x="1165" y="294"/>
                    <a:pt x="1165" y="294"/>
                    <a:pt x="1165" y="294"/>
                  </a:cubicBezTo>
                  <a:cubicBezTo>
                    <a:pt x="1165" y="294"/>
                    <a:pt x="1165" y="294"/>
                    <a:pt x="1165" y="294"/>
                  </a:cubicBezTo>
                  <a:cubicBezTo>
                    <a:pt x="1162" y="294"/>
                    <a:pt x="1162" y="294"/>
                    <a:pt x="1162" y="294"/>
                  </a:cubicBezTo>
                  <a:cubicBezTo>
                    <a:pt x="1162" y="294"/>
                    <a:pt x="1162" y="294"/>
                    <a:pt x="1162" y="294"/>
                  </a:cubicBezTo>
                  <a:cubicBezTo>
                    <a:pt x="1160" y="294"/>
                    <a:pt x="1160" y="294"/>
                    <a:pt x="1160" y="294"/>
                  </a:cubicBezTo>
                  <a:cubicBezTo>
                    <a:pt x="1160" y="294"/>
                    <a:pt x="1160" y="294"/>
                    <a:pt x="1160" y="294"/>
                  </a:cubicBezTo>
                  <a:cubicBezTo>
                    <a:pt x="1159" y="293"/>
                    <a:pt x="1159" y="293"/>
                    <a:pt x="1159" y="293"/>
                  </a:cubicBezTo>
                  <a:cubicBezTo>
                    <a:pt x="1159" y="293"/>
                    <a:pt x="1159" y="293"/>
                    <a:pt x="1159" y="293"/>
                  </a:cubicBezTo>
                  <a:cubicBezTo>
                    <a:pt x="1157" y="295"/>
                    <a:pt x="1157" y="295"/>
                    <a:pt x="1157" y="295"/>
                  </a:cubicBezTo>
                  <a:cubicBezTo>
                    <a:pt x="1157" y="295"/>
                    <a:pt x="1157" y="295"/>
                    <a:pt x="1157" y="295"/>
                  </a:cubicBezTo>
                  <a:cubicBezTo>
                    <a:pt x="1156" y="295"/>
                    <a:pt x="1156" y="295"/>
                    <a:pt x="1156" y="295"/>
                  </a:cubicBezTo>
                  <a:cubicBezTo>
                    <a:pt x="1156" y="295"/>
                    <a:pt x="1156" y="295"/>
                    <a:pt x="1156" y="295"/>
                  </a:cubicBezTo>
                  <a:cubicBezTo>
                    <a:pt x="1155" y="296"/>
                    <a:pt x="1155" y="296"/>
                    <a:pt x="1155" y="296"/>
                  </a:cubicBezTo>
                  <a:cubicBezTo>
                    <a:pt x="1155" y="296"/>
                    <a:pt x="1155" y="296"/>
                    <a:pt x="1155" y="296"/>
                  </a:cubicBezTo>
                  <a:cubicBezTo>
                    <a:pt x="1155" y="296"/>
                    <a:pt x="1155" y="296"/>
                    <a:pt x="1155" y="296"/>
                  </a:cubicBezTo>
                  <a:cubicBezTo>
                    <a:pt x="1155" y="296"/>
                    <a:pt x="1155" y="296"/>
                    <a:pt x="1155" y="296"/>
                  </a:cubicBezTo>
                  <a:cubicBezTo>
                    <a:pt x="1153" y="298"/>
                    <a:pt x="1153" y="298"/>
                    <a:pt x="1153" y="298"/>
                  </a:cubicBezTo>
                  <a:cubicBezTo>
                    <a:pt x="1153" y="298"/>
                    <a:pt x="1153" y="298"/>
                    <a:pt x="1153" y="298"/>
                  </a:cubicBezTo>
                  <a:cubicBezTo>
                    <a:pt x="1152" y="299"/>
                    <a:pt x="1152" y="299"/>
                    <a:pt x="1152" y="299"/>
                  </a:cubicBezTo>
                  <a:cubicBezTo>
                    <a:pt x="1152" y="299"/>
                    <a:pt x="1152" y="299"/>
                    <a:pt x="1152" y="299"/>
                  </a:cubicBezTo>
                  <a:cubicBezTo>
                    <a:pt x="1151" y="299"/>
                    <a:pt x="1151" y="299"/>
                    <a:pt x="1151" y="299"/>
                  </a:cubicBezTo>
                  <a:cubicBezTo>
                    <a:pt x="1151" y="299"/>
                    <a:pt x="1151" y="299"/>
                    <a:pt x="1151" y="299"/>
                  </a:cubicBezTo>
                  <a:cubicBezTo>
                    <a:pt x="1150" y="299"/>
                    <a:pt x="1150" y="299"/>
                    <a:pt x="1150" y="299"/>
                  </a:cubicBezTo>
                  <a:cubicBezTo>
                    <a:pt x="1150" y="299"/>
                    <a:pt x="1150" y="299"/>
                    <a:pt x="1150" y="299"/>
                  </a:cubicBezTo>
                  <a:cubicBezTo>
                    <a:pt x="1153" y="295"/>
                    <a:pt x="1153" y="295"/>
                    <a:pt x="1153" y="295"/>
                  </a:cubicBezTo>
                  <a:cubicBezTo>
                    <a:pt x="1153" y="295"/>
                    <a:pt x="1153" y="295"/>
                    <a:pt x="1153" y="295"/>
                  </a:cubicBezTo>
                  <a:cubicBezTo>
                    <a:pt x="1158" y="289"/>
                    <a:pt x="1158" y="289"/>
                    <a:pt x="1158" y="289"/>
                  </a:cubicBezTo>
                  <a:cubicBezTo>
                    <a:pt x="1158" y="289"/>
                    <a:pt x="1158" y="289"/>
                    <a:pt x="1158" y="289"/>
                  </a:cubicBezTo>
                  <a:cubicBezTo>
                    <a:pt x="1165" y="284"/>
                    <a:pt x="1165" y="284"/>
                    <a:pt x="1165" y="284"/>
                  </a:cubicBezTo>
                  <a:cubicBezTo>
                    <a:pt x="1165" y="284"/>
                    <a:pt x="1165" y="284"/>
                    <a:pt x="1165" y="284"/>
                  </a:cubicBezTo>
                  <a:cubicBezTo>
                    <a:pt x="1172" y="280"/>
                    <a:pt x="1172" y="280"/>
                    <a:pt x="1172" y="280"/>
                  </a:cubicBezTo>
                  <a:cubicBezTo>
                    <a:pt x="1172" y="280"/>
                    <a:pt x="1172" y="280"/>
                    <a:pt x="1172" y="280"/>
                  </a:cubicBezTo>
                  <a:cubicBezTo>
                    <a:pt x="1178" y="276"/>
                    <a:pt x="1178" y="276"/>
                    <a:pt x="1178" y="276"/>
                  </a:cubicBezTo>
                  <a:cubicBezTo>
                    <a:pt x="1178" y="276"/>
                    <a:pt x="1178" y="276"/>
                    <a:pt x="1178" y="276"/>
                  </a:cubicBezTo>
                  <a:cubicBezTo>
                    <a:pt x="1185" y="272"/>
                    <a:pt x="1185" y="272"/>
                    <a:pt x="1185" y="272"/>
                  </a:cubicBezTo>
                  <a:cubicBezTo>
                    <a:pt x="1185" y="272"/>
                    <a:pt x="1185" y="272"/>
                    <a:pt x="1185" y="272"/>
                  </a:cubicBezTo>
                  <a:cubicBezTo>
                    <a:pt x="1192" y="268"/>
                    <a:pt x="1192" y="268"/>
                    <a:pt x="1192" y="268"/>
                  </a:cubicBezTo>
                  <a:cubicBezTo>
                    <a:pt x="1192" y="268"/>
                    <a:pt x="1192" y="268"/>
                    <a:pt x="1192" y="268"/>
                  </a:cubicBezTo>
                  <a:cubicBezTo>
                    <a:pt x="1199" y="262"/>
                    <a:pt x="1199" y="262"/>
                    <a:pt x="1199" y="262"/>
                  </a:cubicBezTo>
                  <a:cubicBezTo>
                    <a:pt x="1199" y="262"/>
                    <a:pt x="1199" y="262"/>
                    <a:pt x="1199" y="262"/>
                  </a:cubicBezTo>
                  <a:cubicBezTo>
                    <a:pt x="1203" y="259"/>
                    <a:pt x="1203" y="259"/>
                    <a:pt x="1203" y="259"/>
                  </a:cubicBezTo>
                  <a:cubicBezTo>
                    <a:pt x="1203" y="259"/>
                    <a:pt x="1203" y="259"/>
                    <a:pt x="1203" y="259"/>
                  </a:cubicBezTo>
                  <a:cubicBezTo>
                    <a:pt x="1208" y="256"/>
                    <a:pt x="1208" y="256"/>
                    <a:pt x="1208" y="256"/>
                  </a:cubicBezTo>
                  <a:cubicBezTo>
                    <a:pt x="1208" y="256"/>
                    <a:pt x="1208" y="256"/>
                    <a:pt x="1208" y="256"/>
                  </a:cubicBezTo>
                  <a:cubicBezTo>
                    <a:pt x="1212" y="254"/>
                    <a:pt x="1212" y="254"/>
                    <a:pt x="1212" y="254"/>
                  </a:cubicBezTo>
                  <a:cubicBezTo>
                    <a:pt x="1212" y="254"/>
                    <a:pt x="1212" y="254"/>
                    <a:pt x="1212" y="254"/>
                  </a:cubicBezTo>
                  <a:cubicBezTo>
                    <a:pt x="1217" y="249"/>
                    <a:pt x="1217" y="249"/>
                    <a:pt x="1217" y="249"/>
                  </a:cubicBezTo>
                  <a:cubicBezTo>
                    <a:pt x="1217" y="249"/>
                    <a:pt x="1217" y="249"/>
                    <a:pt x="1217" y="249"/>
                  </a:cubicBezTo>
                  <a:cubicBezTo>
                    <a:pt x="1220" y="245"/>
                    <a:pt x="1220" y="245"/>
                    <a:pt x="1220" y="245"/>
                  </a:cubicBezTo>
                  <a:cubicBezTo>
                    <a:pt x="1220" y="245"/>
                    <a:pt x="1220" y="245"/>
                    <a:pt x="1220" y="245"/>
                  </a:cubicBezTo>
                  <a:cubicBezTo>
                    <a:pt x="1223" y="240"/>
                    <a:pt x="1223" y="240"/>
                    <a:pt x="1223" y="240"/>
                  </a:cubicBezTo>
                  <a:cubicBezTo>
                    <a:pt x="1223" y="240"/>
                    <a:pt x="1223" y="240"/>
                    <a:pt x="1223" y="240"/>
                  </a:cubicBezTo>
                  <a:cubicBezTo>
                    <a:pt x="1225" y="234"/>
                    <a:pt x="1225" y="234"/>
                    <a:pt x="1225" y="234"/>
                  </a:cubicBezTo>
                  <a:cubicBezTo>
                    <a:pt x="1225" y="234"/>
                    <a:pt x="1225" y="234"/>
                    <a:pt x="1225" y="234"/>
                  </a:cubicBezTo>
                  <a:cubicBezTo>
                    <a:pt x="1226" y="228"/>
                    <a:pt x="1226" y="228"/>
                    <a:pt x="1226" y="228"/>
                  </a:cubicBezTo>
                  <a:cubicBezTo>
                    <a:pt x="1226" y="228"/>
                    <a:pt x="1226" y="228"/>
                    <a:pt x="1226" y="228"/>
                  </a:cubicBezTo>
                  <a:cubicBezTo>
                    <a:pt x="1225" y="228"/>
                    <a:pt x="1225" y="228"/>
                    <a:pt x="1225" y="228"/>
                  </a:cubicBezTo>
                  <a:cubicBezTo>
                    <a:pt x="1225" y="228"/>
                    <a:pt x="1225" y="228"/>
                    <a:pt x="1225" y="228"/>
                  </a:cubicBezTo>
                  <a:cubicBezTo>
                    <a:pt x="1225" y="226"/>
                    <a:pt x="1225" y="226"/>
                    <a:pt x="1225" y="226"/>
                  </a:cubicBezTo>
                  <a:cubicBezTo>
                    <a:pt x="1225" y="226"/>
                    <a:pt x="1225" y="226"/>
                    <a:pt x="1225" y="226"/>
                  </a:cubicBezTo>
                  <a:cubicBezTo>
                    <a:pt x="1222" y="223"/>
                    <a:pt x="1221" y="222"/>
                    <a:pt x="1218" y="220"/>
                  </a:cubicBezTo>
                  <a:cubicBezTo>
                    <a:pt x="1218" y="220"/>
                    <a:pt x="1218" y="220"/>
                    <a:pt x="1218" y="220"/>
                  </a:cubicBezTo>
                  <a:cubicBezTo>
                    <a:pt x="1217" y="218"/>
                    <a:pt x="1217" y="218"/>
                    <a:pt x="1217" y="218"/>
                  </a:cubicBezTo>
                  <a:cubicBezTo>
                    <a:pt x="1217" y="218"/>
                    <a:pt x="1217" y="218"/>
                    <a:pt x="1217" y="218"/>
                  </a:cubicBezTo>
                  <a:cubicBezTo>
                    <a:pt x="1213" y="218"/>
                    <a:pt x="1213" y="218"/>
                    <a:pt x="1213" y="218"/>
                  </a:cubicBezTo>
                  <a:cubicBezTo>
                    <a:pt x="1213" y="218"/>
                    <a:pt x="1213" y="218"/>
                    <a:pt x="1213" y="218"/>
                  </a:cubicBezTo>
                  <a:cubicBezTo>
                    <a:pt x="1206" y="224"/>
                    <a:pt x="1206" y="224"/>
                    <a:pt x="1206" y="224"/>
                  </a:cubicBezTo>
                  <a:cubicBezTo>
                    <a:pt x="1206" y="224"/>
                    <a:pt x="1206" y="224"/>
                    <a:pt x="1206" y="224"/>
                  </a:cubicBezTo>
                  <a:cubicBezTo>
                    <a:pt x="1200" y="229"/>
                    <a:pt x="1200" y="229"/>
                    <a:pt x="1200" y="229"/>
                  </a:cubicBezTo>
                  <a:cubicBezTo>
                    <a:pt x="1200" y="229"/>
                    <a:pt x="1200" y="229"/>
                    <a:pt x="1200" y="229"/>
                  </a:cubicBezTo>
                  <a:cubicBezTo>
                    <a:pt x="1194" y="237"/>
                    <a:pt x="1194" y="237"/>
                    <a:pt x="1194" y="237"/>
                  </a:cubicBezTo>
                  <a:cubicBezTo>
                    <a:pt x="1194" y="237"/>
                    <a:pt x="1194" y="237"/>
                    <a:pt x="1194" y="237"/>
                  </a:cubicBezTo>
                  <a:cubicBezTo>
                    <a:pt x="1189" y="243"/>
                    <a:pt x="1189" y="243"/>
                    <a:pt x="1189" y="243"/>
                  </a:cubicBezTo>
                  <a:cubicBezTo>
                    <a:pt x="1189" y="243"/>
                    <a:pt x="1189" y="243"/>
                    <a:pt x="1189" y="243"/>
                  </a:cubicBezTo>
                  <a:cubicBezTo>
                    <a:pt x="1181" y="248"/>
                    <a:pt x="1181" y="248"/>
                    <a:pt x="1181" y="248"/>
                  </a:cubicBezTo>
                  <a:cubicBezTo>
                    <a:pt x="1181" y="248"/>
                    <a:pt x="1181" y="248"/>
                    <a:pt x="1181" y="248"/>
                  </a:cubicBezTo>
                  <a:cubicBezTo>
                    <a:pt x="1175" y="252"/>
                    <a:pt x="1175" y="252"/>
                    <a:pt x="1175" y="252"/>
                  </a:cubicBezTo>
                  <a:cubicBezTo>
                    <a:pt x="1175" y="252"/>
                    <a:pt x="1175" y="252"/>
                    <a:pt x="1175" y="252"/>
                  </a:cubicBezTo>
                  <a:cubicBezTo>
                    <a:pt x="1168" y="253"/>
                    <a:pt x="1168" y="253"/>
                    <a:pt x="1168" y="253"/>
                  </a:cubicBezTo>
                  <a:cubicBezTo>
                    <a:pt x="1168" y="253"/>
                    <a:pt x="1168" y="253"/>
                    <a:pt x="1168" y="253"/>
                  </a:cubicBezTo>
                  <a:cubicBezTo>
                    <a:pt x="1159" y="250"/>
                    <a:pt x="1159" y="250"/>
                    <a:pt x="1159" y="250"/>
                  </a:cubicBezTo>
                  <a:cubicBezTo>
                    <a:pt x="1159" y="250"/>
                    <a:pt x="1159" y="250"/>
                    <a:pt x="1159" y="250"/>
                  </a:cubicBezTo>
                  <a:cubicBezTo>
                    <a:pt x="1159" y="247"/>
                    <a:pt x="1159" y="247"/>
                    <a:pt x="1159" y="247"/>
                  </a:cubicBezTo>
                  <a:cubicBezTo>
                    <a:pt x="1159" y="247"/>
                    <a:pt x="1159" y="247"/>
                    <a:pt x="1159" y="247"/>
                  </a:cubicBezTo>
                  <a:cubicBezTo>
                    <a:pt x="1160" y="244"/>
                    <a:pt x="1160" y="244"/>
                    <a:pt x="1160" y="244"/>
                  </a:cubicBezTo>
                  <a:cubicBezTo>
                    <a:pt x="1160" y="244"/>
                    <a:pt x="1160" y="244"/>
                    <a:pt x="1160" y="244"/>
                  </a:cubicBezTo>
                  <a:cubicBezTo>
                    <a:pt x="1160" y="241"/>
                    <a:pt x="1160" y="241"/>
                    <a:pt x="1160" y="241"/>
                  </a:cubicBezTo>
                  <a:cubicBezTo>
                    <a:pt x="1160" y="241"/>
                    <a:pt x="1160" y="241"/>
                    <a:pt x="1160" y="241"/>
                  </a:cubicBezTo>
                  <a:cubicBezTo>
                    <a:pt x="1162" y="237"/>
                    <a:pt x="1162" y="237"/>
                    <a:pt x="1162" y="237"/>
                  </a:cubicBezTo>
                  <a:cubicBezTo>
                    <a:pt x="1162" y="237"/>
                    <a:pt x="1162" y="237"/>
                    <a:pt x="1162" y="237"/>
                  </a:cubicBezTo>
                  <a:cubicBezTo>
                    <a:pt x="1162" y="234"/>
                    <a:pt x="1162" y="234"/>
                    <a:pt x="1162" y="234"/>
                  </a:cubicBezTo>
                  <a:cubicBezTo>
                    <a:pt x="1162" y="234"/>
                    <a:pt x="1162" y="234"/>
                    <a:pt x="1162" y="234"/>
                  </a:cubicBezTo>
                  <a:cubicBezTo>
                    <a:pt x="1164" y="230"/>
                    <a:pt x="1164" y="230"/>
                    <a:pt x="1164" y="230"/>
                  </a:cubicBezTo>
                  <a:cubicBezTo>
                    <a:pt x="1164" y="230"/>
                    <a:pt x="1164" y="230"/>
                    <a:pt x="1164" y="230"/>
                  </a:cubicBezTo>
                  <a:cubicBezTo>
                    <a:pt x="1162" y="227"/>
                    <a:pt x="1162" y="227"/>
                    <a:pt x="1162" y="227"/>
                  </a:cubicBezTo>
                  <a:cubicBezTo>
                    <a:pt x="1162" y="227"/>
                    <a:pt x="1162" y="227"/>
                    <a:pt x="1162" y="227"/>
                  </a:cubicBezTo>
                  <a:cubicBezTo>
                    <a:pt x="1162" y="223"/>
                    <a:pt x="1162" y="223"/>
                    <a:pt x="1162" y="223"/>
                  </a:cubicBezTo>
                  <a:cubicBezTo>
                    <a:pt x="1162" y="223"/>
                    <a:pt x="1162" y="223"/>
                    <a:pt x="1162" y="223"/>
                  </a:cubicBezTo>
                  <a:cubicBezTo>
                    <a:pt x="1137" y="232"/>
                    <a:pt x="1137" y="232"/>
                    <a:pt x="1137" y="232"/>
                  </a:cubicBezTo>
                  <a:cubicBezTo>
                    <a:pt x="1137" y="232"/>
                    <a:pt x="1137" y="232"/>
                    <a:pt x="1137" y="232"/>
                  </a:cubicBezTo>
                  <a:cubicBezTo>
                    <a:pt x="1106" y="254"/>
                    <a:pt x="1106" y="254"/>
                    <a:pt x="1106" y="254"/>
                  </a:cubicBezTo>
                  <a:cubicBezTo>
                    <a:pt x="1106" y="254"/>
                    <a:pt x="1106" y="254"/>
                    <a:pt x="1106" y="254"/>
                  </a:cubicBezTo>
                  <a:cubicBezTo>
                    <a:pt x="1099" y="256"/>
                    <a:pt x="1099" y="256"/>
                    <a:pt x="1099" y="256"/>
                  </a:cubicBezTo>
                  <a:cubicBezTo>
                    <a:pt x="1099" y="256"/>
                    <a:pt x="1099" y="256"/>
                    <a:pt x="1099" y="256"/>
                  </a:cubicBezTo>
                  <a:cubicBezTo>
                    <a:pt x="1093" y="256"/>
                    <a:pt x="1093" y="256"/>
                    <a:pt x="1093" y="256"/>
                  </a:cubicBezTo>
                  <a:cubicBezTo>
                    <a:pt x="1093" y="256"/>
                    <a:pt x="1093" y="256"/>
                    <a:pt x="1093" y="256"/>
                  </a:cubicBezTo>
                  <a:cubicBezTo>
                    <a:pt x="1088" y="256"/>
                    <a:pt x="1088" y="256"/>
                    <a:pt x="1088" y="256"/>
                  </a:cubicBezTo>
                  <a:cubicBezTo>
                    <a:pt x="1088" y="256"/>
                    <a:pt x="1088" y="256"/>
                    <a:pt x="1088" y="256"/>
                  </a:cubicBezTo>
                  <a:cubicBezTo>
                    <a:pt x="1082" y="253"/>
                    <a:pt x="1082" y="253"/>
                    <a:pt x="1082" y="253"/>
                  </a:cubicBezTo>
                  <a:cubicBezTo>
                    <a:pt x="1082" y="253"/>
                    <a:pt x="1082" y="253"/>
                    <a:pt x="1082" y="253"/>
                  </a:cubicBezTo>
                  <a:cubicBezTo>
                    <a:pt x="1076" y="251"/>
                    <a:pt x="1076" y="251"/>
                    <a:pt x="1076" y="251"/>
                  </a:cubicBezTo>
                  <a:cubicBezTo>
                    <a:pt x="1076" y="251"/>
                    <a:pt x="1076" y="251"/>
                    <a:pt x="1076" y="251"/>
                  </a:cubicBezTo>
                  <a:cubicBezTo>
                    <a:pt x="1071" y="248"/>
                    <a:pt x="1071" y="248"/>
                    <a:pt x="1071" y="248"/>
                  </a:cubicBezTo>
                  <a:cubicBezTo>
                    <a:pt x="1071" y="248"/>
                    <a:pt x="1071" y="248"/>
                    <a:pt x="1071" y="248"/>
                  </a:cubicBezTo>
                  <a:cubicBezTo>
                    <a:pt x="1066" y="245"/>
                    <a:pt x="1066" y="245"/>
                    <a:pt x="1066" y="245"/>
                  </a:cubicBezTo>
                  <a:cubicBezTo>
                    <a:pt x="1066" y="245"/>
                    <a:pt x="1066" y="245"/>
                    <a:pt x="1066" y="245"/>
                  </a:cubicBezTo>
                  <a:cubicBezTo>
                    <a:pt x="1060" y="242"/>
                    <a:pt x="1060" y="242"/>
                    <a:pt x="1060" y="242"/>
                  </a:cubicBezTo>
                  <a:cubicBezTo>
                    <a:pt x="1060" y="242"/>
                    <a:pt x="1060" y="242"/>
                    <a:pt x="1060" y="242"/>
                  </a:cubicBezTo>
                  <a:cubicBezTo>
                    <a:pt x="1058" y="241"/>
                    <a:pt x="1058" y="241"/>
                    <a:pt x="1058" y="241"/>
                  </a:cubicBezTo>
                  <a:cubicBezTo>
                    <a:pt x="1058" y="241"/>
                    <a:pt x="1058" y="241"/>
                    <a:pt x="1058" y="241"/>
                  </a:cubicBezTo>
                  <a:cubicBezTo>
                    <a:pt x="1058" y="239"/>
                    <a:pt x="1058" y="239"/>
                    <a:pt x="1058" y="239"/>
                  </a:cubicBezTo>
                  <a:cubicBezTo>
                    <a:pt x="1058" y="239"/>
                    <a:pt x="1058" y="239"/>
                    <a:pt x="1058" y="239"/>
                  </a:cubicBezTo>
                  <a:cubicBezTo>
                    <a:pt x="1056" y="238"/>
                    <a:pt x="1056" y="238"/>
                    <a:pt x="1056" y="238"/>
                  </a:cubicBezTo>
                  <a:cubicBezTo>
                    <a:pt x="1056" y="238"/>
                    <a:pt x="1056" y="238"/>
                    <a:pt x="1056" y="238"/>
                  </a:cubicBezTo>
                  <a:cubicBezTo>
                    <a:pt x="1056" y="235"/>
                    <a:pt x="1056" y="235"/>
                    <a:pt x="1056" y="235"/>
                  </a:cubicBezTo>
                  <a:cubicBezTo>
                    <a:pt x="1056" y="235"/>
                    <a:pt x="1056" y="235"/>
                    <a:pt x="1056" y="235"/>
                  </a:cubicBezTo>
                  <a:cubicBezTo>
                    <a:pt x="1055" y="234"/>
                    <a:pt x="1055" y="234"/>
                    <a:pt x="1055" y="234"/>
                  </a:cubicBezTo>
                  <a:cubicBezTo>
                    <a:pt x="1055" y="234"/>
                    <a:pt x="1055" y="234"/>
                    <a:pt x="1055" y="234"/>
                  </a:cubicBezTo>
                  <a:cubicBezTo>
                    <a:pt x="1055" y="232"/>
                    <a:pt x="1055" y="232"/>
                    <a:pt x="1055" y="232"/>
                  </a:cubicBezTo>
                  <a:cubicBezTo>
                    <a:pt x="1055" y="232"/>
                    <a:pt x="1055" y="232"/>
                    <a:pt x="1055" y="232"/>
                  </a:cubicBezTo>
                  <a:cubicBezTo>
                    <a:pt x="1055" y="230"/>
                    <a:pt x="1055" y="230"/>
                    <a:pt x="1055" y="230"/>
                  </a:cubicBezTo>
                  <a:cubicBezTo>
                    <a:pt x="1055" y="230"/>
                    <a:pt x="1055" y="230"/>
                    <a:pt x="1055" y="230"/>
                  </a:cubicBezTo>
                  <a:cubicBezTo>
                    <a:pt x="1055" y="228"/>
                    <a:pt x="1055" y="228"/>
                    <a:pt x="1055" y="228"/>
                  </a:cubicBezTo>
                  <a:cubicBezTo>
                    <a:pt x="1055" y="228"/>
                    <a:pt x="1055" y="228"/>
                    <a:pt x="1055" y="228"/>
                  </a:cubicBezTo>
                  <a:cubicBezTo>
                    <a:pt x="1058" y="229"/>
                    <a:pt x="1058" y="229"/>
                    <a:pt x="1058" y="229"/>
                  </a:cubicBezTo>
                  <a:cubicBezTo>
                    <a:pt x="1058" y="229"/>
                    <a:pt x="1058" y="229"/>
                    <a:pt x="1058" y="229"/>
                  </a:cubicBezTo>
                  <a:cubicBezTo>
                    <a:pt x="1063" y="229"/>
                    <a:pt x="1063" y="229"/>
                    <a:pt x="1063" y="229"/>
                  </a:cubicBezTo>
                  <a:cubicBezTo>
                    <a:pt x="1063" y="229"/>
                    <a:pt x="1063" y="229"/>
                    <a:pt x="1063" y="229"/>
                  </a:cubicBezTo>
                  <a:cubicBezTo>
                    <a:pt x="1067" y="229"/>
                    <a:pt x="1067" y="229"/>
                    <a:pt x="1067" y="229"/>
                  </a:cubicBezTo>
                  <a:cubicBezTo>
                    <a:pt x="1067" y="229"/>
                    <a:pt x="1067" y="229"/>
                    <a:pt x="1067" y="229"/>
                  </a:cubicBezTo>
                  <a:cubicBezTo>
                    <a:pt x="1072" y="229"/>
                    <a:pt x="1072" y="229"/>
                    <a:pt x="1072" y="229"/>
                  </a:cubicBezTo>
                  <a:cubicBezTo>
                    <a:pt x="1072" y="229"/>
                    <a:pt x="1072" y="229"/>
                    <a:pt x="1072" y="229"/>
                  </a:cubicBezTo>
                  <a:cubicBezTo>
                    <a:pt x="1076" y="229"/>
                    <a:pt x="1076" y="229"/>
                    <a:pt x="1076" y="229"/>
                  </a:cubicBezTo>
                  <a:cubicBezTo>
                    <a:pt x="1076" y="229"/>
                    <a:pt x="1076" y="229"/>
                    <a:pt x="1076" y="229"/>
                  </a:cubicBezTo>
                  <a:cubicBezTo>
                    <a:pt x="1081" y="229"/>
                    <a:pt x="1081" y="229"/>
                    <a:pt x="1081" y="229"/>
                  </a:cubicBezTo>
                  <a:cubicBezTo>
                    <a:pt x="1081" y="229"/>
                    <a:pt x="1081" y="229"/>
                    <a:pt x="1081" y="229"/>
                  </a:cubicBezTo>
                  <a:cubicBezTo>
                    <a:pt x="1086" y="229"/>
                    <a:pt x="1086" y="229"/>
                    <a:pt x="1086" y="229"/>
                  </a:cubicBezTo>
                  <a:cubicBezTo>
                    <a:pt x="1086" y="229"/>
                    <a:pt x="1086" y="229"/>
                    <a:pt x="1086" y="229"/>
                  </a:cubicBezTo>
                  <a:cubicBezTo>
                    <a:pt x="1092" y="227"/>
                    <a:pt x="1092" y="227"/>
                    <a:pt x="1092" y="227"/>
                  </a:cubicBezTo>
                  <a:cubicBezTo>
                    <a:pt x="1092" y="227"/>
                    <a:pt x="1092" y="227"/>
                    <a:pt x="1092" y="227"/>
                  </a:cubicBezTo>
                  <a:cubicBezTo>
                    <a:pt x="1098" y="227"/>
                    <a:pt x="1098" y="227"/>
                    <a:pt x="1098" y="227"/>
                  </a:cubicBezTo>
                  <a:cubicBezTo>
                    <a:pt x="1098" y="227"/>
                    <a:pt x="1098" y="227"/>
                    <a:pt x="1098" y="227"/>
                  </a:cubicBezTo>
                  <a:cubicBezTo>
                    <a:pt x="1105" y="227"/>
                    <a:pt x="1105" y="227"/>
                    <a:pt x="1105" y="227"/>
                  </a:cubicBezTo>
                  <a:cubicBezTo>
                    <a:pt x="1105" y="227"/>
                    <a:pt x="1105" y="227"/>
                    <a:pt x="1105" y="227"/>
                  </a:cubicBezTo>
                  <a:cubicBezTo>
                    <a:pt x="1111" y="227"/>
                    <a:pt x="1111" y="227"/>
                    <a:pt x="1111" y="227"/>
                  </a:cubicBezTo>
                  <a:cubicBezTo>
                    <a:pt x="1111" y="227"/>
                    <a:pt x="1111" y="227"/>
                    <a:pt x="1111" y="227"/>
                  </a:cubicBezTo>
                  <a:cubicBezTo>
                    <a:pt x="1118" y="225"/>
                    <a:pt x="1118" y="225"/>
                    <a:pt x="1118" y="225"/>
                  </a:cubicBezTo>
                  <a:cubicBezTo>
                    <a:pt x="1118" y="225"/>
                    <a:pt x="1118" y="225"/>
                    <a:pt x="1118" y="225"/>
                  </a:cubicBezTo>
                  <a:cubicBezTo>
                    <a:pt x="1124" y="224"/>
                    <a:pt x="1124" y="224"/>
                    <a:pt x="1124" y="224"/>
                  </a:cubicBezTo>
                  <a:cubicBezTo>
                    <a:pt x="1124" y="224"/>
                    <a:pt x="1124" y="224"/>
                    <a:pt x="1124" y="224"/>
                  </a:cubicBezTo>
                  <a:cubicBezTo>
                    <a:pt x="1131" y="222"/>
                    <a:pt x="1131" y="222"/>
                    <a:pt x="1131" y="222"/>
                  </a:cubicBezTo>
                  <a:cubicBezTo>
                    <a:pt x="1131" y="222"/>
                    <a:pt x="1131" y="222"/>
                    <a:pt x="1131" y="222"/>
                  </a:cubicBezTo>
                  <a:cubicBezTo>
                    <a:pt x="1137" y="219"/>
                    <a:pt x="1137" y="219"/>
                    <a:pt x="1137" y="219"/>
                  </a:cubicBezTo>
                  <a:cubicBezTo>
                    <a:pt x="1137" y="219"/>
                    <a:pt x="1137" y="219"/>
                    <a:pt x="1137" y="219"/>
                  </a:cubicBezTo>
                  <a:cubicBezTo>
                    <a:pt x="1143" y="215"/>
                    <a:pt x="1143" y="215"/>
                    <a:pt x="1143" y="215"/>
                  </a:cubicBezTo>
                  <a:cubicBezTo>
                    <a:pt x="1143" y="215"/>
                    <a:pt x="1143" y="215"/>
                    <a:pt x="1143" y="215"/>
                  </a:cubicBezTo>
                  <a:cubicBezTo>
                    <a:pt x="1199" y="192"/>
                    <a:pt x="1199" y="192"/>
                    <a:pt x="1199" y="192"/>
                  </a:cubicBezTo>
                  <a:cubicBezTo>
                    <a:pt x="1199" y="192"/>
                    <a:pt x="1199" y="192"/>
                    <a:pt x="1199" y="192"/>
                  </a:cubicBezTo>
                  <a:cubicBezTo>
                    <a:pt x="1197" y="191"/>
                    <a:pt x="1197" y="191"/>
                    <a:pt x="1197" y="191"/>
                  </a:cubicBezTo>
                  <a:cubicBezTo>
                    <a:pt x="1197" y="191"/>
                    <a:pt x="1197" y="191"/>
                    <a:pt x="1197" y="191"/>
                  </a:cubicBezTo>
                  <a:cubicBezTo>
                    <a:pt x="1196" y="189"/>
                    <a:pt x="1196" y="189"/>
                    <a:pt x="1196" y="189"/>
                  </a:cubicBezTo>
                  <a:cubicBezTo>
                    <a:pt x="1196" y="189"/>
                    <a:pt x="1196" y="189"/>
                    <a:pt x="1196" y="189"/>
                  </a:cubicBezTo>
                  <a:cubicBezTo>
                    <a:pt x="1194" y="188"/>
                    <a:pt x="1194" y="188"/>
                    <a:pt x="1194" y="188"/>
                  </a:cubicBezTo>
                  <a:cubicBezTo>
                    <a:pt x="1194" y="188"/>
                    <a:pt x="1194" y="188"/>
                    <a:pt x="1194" y="188"/>
                  </a:cubicBezTo>
                  <a:cubicBezTo>
                    <a:pt x="1193" y="186"/>
                    <a:pt x="1193" y="186"/>
                    <a:pt x="1193" y="186"/>
                  </a:cubicBezTo>
                  <a:cubicBezTo>
                    <a:pt x="1193" y="186"/>
                    <a:pt x="1193" y="186"/>
                    <a:pt x="1193" y="186"/>
                  </a:cubicBezTo>
                  <a:cubicBezTo>
                    <a:pt x="1191" y="185"/>
                    <a:pt x="1191" y="185"/>
                    <a:pt x="1191" y="185"/>
                  </a:cubicBezTo>
                  <a:cubicBezTo>
                    <a:pt x="1191" y="185"/>
                    <a:pt x="1191" y="185"/>
                    <a:pt x="1191" y="185"/>
                  </a:cubicBezTo>
                  <a:cubicBezTo>
                    <a:pt x="1189" y="184"/>
                    <a:pt x="1189" y="184"/>
                    <a:pt x="1189" y="184"/>
                  </a:cubicBezTo>
                  <a:cubicBezTo>
                    <a:pt x="1189" y="184"/>
                    <a:pt x="1189" y="184"/>
                    <a:pt x="1189" y="184"/>
                  </a:cubicBezTo>
                  <a:cubicBezTo>
                    <a:pt x="1187" y="183"/>
                    <a:pt x="1187" y="183"/>
                    <a:pt x="1187" y="183"/>
                  </a:cubicBezTo>
                  <a:cubicBezTo>
                    <a:pt x="1187" y="183"/>
                    <a:pt x="1187" y="183"/>
                    <a:pt x="1187" y="183"/>
                  </a:cubicBezTo>
                  <a:cubicBezTo>
                    <a:pt x="1184" y="181"/>
                    <a:pt x="1184" y="181"/>
                    <a:pt x="1184" y="181"/>
                  </a:cubicBezTo>
                  <a:cubicBezTo>
                    <a:pt x="1184" y="181"/>
                    <a:pt x="1184" y="181"/>
                    <a:pt x="1184" y="181"/>
                  </a:cubicBezTo>
                  <a:cubicBezTo>
                    <a:pt x="1181" y="180"/>
                    <a:pt x="1181" y="180"/>
                    <a:pt x="1181" y="180"/>
                  </a:cubicBezTo>
                  <a:cubicBezTo>
                    <a:pt x="1181" y="180"/>
                    <a:pt x="1181" y="180"/>
                    <a:pt x="1181" y="180"/>
                  </a:cubicBezTo>
                  <a:cubicBezTo>
                    <a:pt x="1181" y="177"/>
                    <a:pt x="1181" y="177"/>
                    <a:pt x="1181" y="177"/>
                  </a:cubicBezTo>
                  <a:cubicBezTo>
                    <a:pt x="1181" y="177"/>
                    <a:pt x="1181" y="177"/>
                    <a:pt x="1181" y="177"/>
                  </a:cubicBezTo>
                  <a:cubicBezTo>
                    <a:pt x="1181" y="174"/>
                    <a:pt x="1181" y="174"/>
                    <a:pt x="1181" y="174"/>
                  </a:cubicBezTo>
                  <a:cubicBezTo>
                    <a:pt x="1181" y="174"/>
                    <a:pt x="1181" y="174"/>
                    <a:pt x="1181" y="174"/>
                  </a:cubicBezTo>
                  <a:cubicBezTo>
                    <a:pt x="1181" y="171"/>
                    <a:pt x="1181" y="171"/>
                    <a:pt x="1181" y="171"/>
                  </a:cubicBezTo>
                  <a:cubicBezTo>
                    <a:pt x="1181" y="171"/>
                    <a:pt x="1181" y="171"/>
                    <a:pt x="1181" y="171"/>
                  </a:cubicBezTo>
                  <a:cubicBezTo>
                    <a:pt x="1180" y="168"/>
                    <a:pt x="1180" y="168"/>
                    <a:pt x="1180" y="168"/>
                  </a:cubicBezTo>
                  <a:cubicBezTo>
                    <a:pt x="1180" y="168"/>
                    <a:pt x="1180" y="168"/>
                    <a:pt x="1180" y="168"/>
                  </a:cubicBezTo>
                  <a:cubicBezTo>
                    <a:pt x="1180" y="164"/>
                    <a:pt x="1180" y="164"/>
                    <a:pt x="1180" y="164"/>
                  </a:cubicBezTo>
                  <a:cubicBezTo>
                    <a:pt x="1180" y="164"/>
                    <a:pt x="1180" y="164"/>
                    <a:pt x="1180" y="164"/>
                  </a:cubicBezTo>
                  <a:cubicBezTo>
                    <a:pt x="1179" y="161"/>
                    <a:pt x="1179" y="161"/>
                    <a:pt x="1179" y="161"/>
                  </a:cubicBezTo>
                  <a:cubicBezTo>
                    <a:pt x="1179" y="161"/>
                    <a:pt x="1179" y="161"/>
                    <a:pt x="1179" y="161"/>
                  </a:cubicBezTo>
                  <a:cubicBezTo>
                    <a:pt x="1179" y="158"/>
                    <a:pt x="1179" y="158"/>
                    <a:pt x="1179" y="158"/>
                  </a:cubicBezTo>
                  <a:cubicBezTo>
                    <a:pt x="1179" y="158"/>
                    <a:pt x="1179" y="158"/>
                    <a:pt x="1179" y="158"/>
                  </a:cubicBezTo>
                  <a:cubicBezTo>
                    <a:pt x="1175" y="158"/>
                    <a:pt x="1175" y="158"/>
                    <a:pt x="1175" y="158"/>
                  </a:cubicBezTo>
                  <a:cubicBezTo>
                    <a:pt x="1175" y="158"/>
                    <a:pt x="1175" y="158"/>
                    <a:pt x="1175" y="158"/>
                  </a:cubicBezTo>
                  <a:cubicBezTo>
                    <a:pt x="1171" y="162"/>
                    <a:pt x="1171" y="162"/>
                    <a:pt x="1171" y="162"/>
                  </a:cubicBezTo>
                  <a:cubicBezTo>
                    <a:pt x="1171" y="162"/>
                    <a:pt x="1171" y="162"/>
                    <a:pt x="1171" y="162"/>
                  </a:cubicBezTo>
                  <a:cubicBezTo>
                    <a:pt x="1168" y="165"/>
                    <a:pt x="1168" y="165"/>
                    <a:pt x="1168" y="165"/>
                  </a:cubicBezTo>
                  <a:cubicBezTo>
                    <a:pt x="1168" y="165"/>
                    <a:pt x="1168" y="165"/>
                    <a:pt x="1168" y="165"/>
                  </a:cubicBezTo>
                  <a:cubicBezTo>
                    <a:pt x="1164" y="168"/>
                    <a:pt x="1164" y="168"/>
                    <a:pt x="1164" y="168"/>
                  </a:cubicBezTo>
                  <a:cubicBezTo>
                    <a:pt x="1164" y="168"/>
                    <a:pt x="1164" y="168"/>
                    <a:pt x="1164" y="168"/>
                  </a:cubicBezTo>
                  <a:cubicBezTo>
                    <a:pt x="1159" y="170"/>
                    <a:pt x="1159" y="170"/>
                    <a:pt x="1159" y="170"/>
                  </a:cubicBezTo>
                  <a:cubicBezTo>
                    <a:pt x="1159" y="170"/>
                    <a:pt x="1159" y="170"/>
                    <a:pt x="1159" y="170"/>
                  </a:cubicBezTo>
                  <a:cubicBezTo>
                    <a:pt x="1154" y="171"/>
                    <a:pt x="1154" y="171"/>
                    <a:pt x="1154" y="171"/>
                  </a:cubicBezTo>
                  <a:cubicBezTo>
                    <a:pt x="1154" y="171"/>
                    <a:pt x="1154" y="171"/>
                    <a:pt x="1154" y="171"/>
                  </a:cubicBezTo>
                  <a:cubicBezTo>
                    <a:pt x="1150" y="171"/>
                    <a:pt x="1150" y="171"/>
                    <a:pt x="1150" y="171"/>
                  </a:cubicBezTo>
                  <a:cubicBezTo>
                    <a:pt x="1150" y="171"/>
                    <a:pt x="1150" y="171"/>
                    <a:pt x="1150" y="171"/>
                  </a:cubicBezTo>
                  <a:cubicBezTo>
                    <a:pt x="1146" y="171"/>
                    <a:pt x="1146" y="171"/>
                    <a:pt x="1146" y="171"/>
                  </a:cubicBezTo>
                  <a:cubicBezTo>
                    <a:pt x="1146" y="171"/>
                    <a:pt x="1146" y="171"/>
                    <a:pt x="1146" y="171"/>
                  </a:cubicBezTo>
                  <a:cubicBezTo>
                    <a:pt x="1141" y="169"/>
                    <a:pt x="1141" y="169"/>
                    <a:pt x="1141" y="169"/>
                  </a:cubicBezTo>
                  <a:cubicBezTo>
                    <a:pt x="1141" y="169"/>
                    <a:pt x="1141" y="169"/>
                    <a:pt x="1141" y="169"/>
                  </a:cubicBezTo>
                  <a:cubicBezTo>
                    <a:pt x="1140" y="166"/>
                    <a:pt x="1140" y="166"/>
                    <a:pt x="1140" y="166"/>
                  </a:cubicBezTo>
                  <a:cubicBezTo>
                    <a:pt x="1140" y="166"/>
                    <a:pt x="1140" y="166"/>
                    <a:pt x="1140" y="166"/>
                  </a:cubicBezTo>
                  <a:cubicBezTo>
                    <a:pt x="1139" y="162"/>
                    <a:pt x="1139" y="162"/>
                    <a:pt x="1139" y="162"/>
                  </a:cubicBezTo>
                  <a:cubicBezTo>
                    <a:pt x="1139" y="162"/>
                    <a:pt x="1139" y="162"/>
                    <a:pt x="1139" y="162"/>
                  </a:cubicBezTo>
                  <a:cubicBezTo>
                    <a:pt x="1137" y="159"/>
                    <a:pt x="1137" y="159"/>
                    <a:pt x="1137" y="159"/>
                  </a:cubicBezTo>
                  <a:cubicBezTo>
                    <a:pt x="1137" y="159"/>
                    <a:pt x="1137" y="159"/>
                    <a:pt x="1137" y="159"/>
                  </a:cubicBezTo>
                  <a:cubicBezTo>
                    <a:pt x="1136" y="155"/>
                    <a:pt x="1136" y="155"/>
                    <a:pt x="1136" y="155"/>
                  </a:cubicBezTo>
                  <a:cubicBezTo>
                    <a:pt x="1136" y="155"/>
                    <a:pt x="1136" y="155"/>
                    <a:pt x="1136" y="155"/>
                  </a:cubicBezTo>
                  <a:cubicBezTo>
                    <a:pt x="1134" y="151"/>
                    <a:pt x="1134" y="151"/>
                    <a:pt x="1134" y="151"/>
                  </a:cubicBezTo>
                  <a:cubicBezTo>
                    <a:pt x="1134" y="151"/>
                    <a:pt x="1134" y="151"/>
                    <a:pt x="1134" y="151"/>
                  </a:cubicBezTo>
                  <a:cubicBezTo>
                    <a:pt x="1134" y="147"/>
                    <a:pt x="1134" y="147"/>
                    <a:pt x="1134" y="147"/>
                  </a:cubicBezTo>
                  <a:cubicBezTo>
                    <a:pt x="1134" y="147"/>
                    <a:pt x="1134" y="147"/>
                    <a:pt x="1134" y="147"/>
                  </a:cubicBezTo>
                  <a:cubicBezTo>
                    <a:pt x="1135" y="144"/>
                    <a:pt x="1135" y="144"/>
                    <a:pt x="1135" y="144"/>
                  </a:cubicBezTo>
                  <a:cubicBezTo>
                    <a:pt x="1135" y="144"/>
                    <a:pt x="1135" y="144"/>
                    <a:pt x="1135" y="144"/>
                  </a:cubicBezTo>
                  <a:cubicBezTo>
                    <a:pt x="1139" y="141"/>
                    <a:pt x="1139" y="141"/>
                    <a:pt x="1139" y="141"/>
                  </a:cubicBezTo>
                  <a:cubicBezTo>
                    <a:pt x="1139" y="141"/>
                    <a:pt x="1139" y="141"/>
                    <a:pt x="1139" y="141"/>
                  </a:cubicBezTo>
                  <a:cubicBezTo>
                    <a:pt x="1139" y="143"/>
                    <a:pt x="1139" y="143"/>
                    <a:pt x="1139" y="143"/>
                  </a:cubicBezTo>
                  <a:cubicBezTo>
                    <a:pt x="1139" y="143"/>
                    <a:pt x="1139" y="143"/>
                    <a:pt x="1139" y="143"/>
                  </a:cubicBezTo>
                  <a:cubicBezTo>
                    <a:pt x="1140" y="144"/>
                    <a:pt x="1140" y="144"/>
                    <a:pt x="1140" y="144"/>
                  </a:cubicBezTo>
                  <a:cubicBezTo>
                    <a:pt x="1140" y="144"/>
                    <a:pt x="1140" y="144"/>
                    <a:pt x="1140" y="144"/>
                  </a:cubicBezTo>
                  <a:cubicBezTo>
                    <a:pt x="1141" y="146"/>
                    <a:pt x="1141" y="146"/>
                    <a:pt x="1141" y="146"/>
                  </a:cubicBezTo>
                  <a:cubicBezTo>
                    <a:pt x="1141" y="146"/>
                    <a:pt x="1141" y="146"/>
                    <a:pt x="1141" y="146"/>
                  </a:cubicBezTo>
                  <a:cubicBezTo>
                    <a:pt x="1145" y="147"/>
                    <a:pt x="1145" y="147"/>
                    <a:pt x="1145" y="147"/>
                  </a:cubicBezTo>
                  <a:cubicBezTo>
                    <a:pt x="1145" y="147"/>
                    <a:pt x="1145" y="147"/>
                    <a:pt x="1145" y="147"/>
                  </a:cubicBezTo>
                  <a:cubicBezTo>
                    <a:pt x="1147" y="148"/>
                    <a:pt x="1147" y="148"/>
                    <a:pt x="1147" y="148"/>
                  </a:cubicBezTo>
                  <a:cubicBezTo>
                    <a:pt x="1147" y="148"/>
                    <a:pt x="1147" y="148"/>
                    <a:pt x="1147" y="148"/>
                  </a:cubicBezTo>
                  <a:cubicBezTo>
                    <a:pt x="1150" y="149"/>
                    <a:pt x="1150" y="149"/>
                    <a:pt x="1150" y="149"/>
                  </a:cubicBezTo>
                  <a:cubicBezTo>
                    <a:pt x="1150" y="149"/>
                    <a:pt x="1150" y="149"/>
                    <a:pt x="1150" y="149"/>
                  </a:cubicBezTo>
                  <a:cubicBezTo>
                    <a:pt x="1152" y="149"/>
                    <a:pt x="1152" y="149"/>
                    <a:pt x="1152" y="149"/>
                  </a:cubicBezTo>
                  <a:cubicBezTo>
                    <a:pt x="1152" y="149"/>
                    <a:pt x="1152" y="149"/>
                    <a:pt x="1152" y="149"/>
                  </a:cubicBezTo>
                  <a:cubicBezTo>
                    <a:pt x="1155" y="148"/>
                    <a:pt x="1155" y="148"/>
                    <a:pt x="1155" y="148"/>
                  </a:cubicBezTo>
                  <a:cubicBezTo>
                    <a:pt x="1155" y="148"/>
                    <a:pt x="1155" y="148"/>
                    <a:pt x="1155" y="148"/>
                  </a:cubicBezTo>
                  <a:cubicBezTo>
                    <a:pt x="1158" y="147"/>
                    <a:pt x="1158" y="147"/>
                    <a:pt x="1158" y="147"/>
                  </a:cubicBezTo>
                  <a:cubicBezTo>
                    <a:pt x="1158" y="147"/>
                    <a:pt x="1158" y="147"/>
                    <a:pt x="1158" y="147"/>
                  </a:cubicBezTo>
                  <a:cubicBezTo>
                    <a:pt x="1161" y="146"/>
                    <a:pt x="1161" y="146"/>
                    <a:pt x="1161" y="146"/>
                  </a:cubicBezTo>
                  <a:cubicBezTo>
                    <a:pt x="1161" y="146"/>
                    <a:pt x="1161" y="146"/>
                    <a:pt x="1161" y="146"/>
                  </a:cubicBezTo>
                  <a:cubicBezTo>
                    <a:pt x="1165" y="145"/>
                    <a:pt x="1165" y="145"/>
                    <a:pt x="1165" y="145"/>
                  </a:cubicBezTo>
                  <a:cubicBezTo>
                    <a:pt x="1165" y="145"/>
                    <a:pt x="1165" y="145"/>
                    <a:pt x="1165" y="145"/>
                  </a:cubicBezTo>
                  <a:cubicBezTo>
                    <a:pt x="1169" y="143"/>
                    <a:pt x="1169" y="143"/>
                    <a:pt x="1169" y="143"/>
                  </a:cubicBezTo>
                  <a:cubicBezTo>
                    <a:pt x="1169" y="143"/>
                    <a:pt x="1169" y="143"/>
                    <a:pt x="1169" y="143"/>
                  </a:cubicBezTo>
                  <a:cubicBezTo>
                    <a:pt x="1171" y="142"/>
                    <a:pt x="1171" y="142"/>
                    <a:pt x="1171" y="142"/>
                  </a:cubicBezTo>
                  <a:cubicBezTo>
                    <a:pt x="1171" y="142"/>
                    <a:pt x="1171" y="142"/>
                    <a:pt x="1171" y="142"/>
                  </a:cubicBezTo>
                  <a:cubicBezTo>
                    <a:pt x="1174" y="140"/>
                    <a:pt x="1174" y="140"/>
                    <a:pt x="1174" y="140"/>
                  </a:cubicBezTo>
                  <a:cubicBezTo>
                    <a:pt x="1174" y="140"/>
                    <a:pt x="1174" y="140"/>
                    <a:pt x="1174" y="140"/>
                  </a:cubicBezTo>
                  <a:cubicBezTo>
                    <a:pt x="1176" y="138"/>
                    <a:pt x="1176" y="138"/>
                    <a:pt x="1176" y="138"/>
                  </a:cubicBezTo>
                  <a:cubicBezTo>
                    <a:pt x="1176" y="138"/>
                    <a:pt x="1176" y="138"/>
                    <a:pt x="1176" y="138"/>
                  </a:cubicBezTo>
                  <a:cubicBezTo>
                    <a:pt x="1179" y="133"/>
                    <a:pt x="1179" y="133"/>
                    <a:pt x="1179" y="133"/>
                  </a:cubicBezTo>
                  <a:cubicBezTo>
                    <a:pt x="1179" y="133"/>
                    <a:pt x="1179" y="133"/>
                    <a:pt x="1179" y="133"/>
                  </a:cubicBezTo>
                  <a:cubicBezTo>
                    <a:pt x="1178" y="101"/>
                    <a:pt x="1178" y="101"/>
                    <a:pt x="1178" y="101"/>
                  </a:cubicBezTo>
                  <a:cubicBezTo>
                    <a:pt x="1178" y="99"/>
                    <a:pt x="1178" y="99"/>
                    <a:pt x="1178" y="99"/>
                  </a:cubicBezTo>
                  <a:cubicBezTo>
                    <a:pt x="1179" y="73"/>
                    <a:pt x="1179" y="73"/>
                    <a:pt x="1179" y="73"/>
                  </a:cubicBezTo>
                  <a:cubicBezTo>
                    <a:pt x="1179" y="73"/>
                    <a:pt x="1179" y="73"/>
                    <a:pt x="1179" y="73"/>
                  </a:cubicBezTo>
                  <a:cubicBezTo>
                    <a:pt x="1181" y="75"/>
                    <a:pt x="1181" y="75"/>
                    <a:pt x="1181" y="75"/>
                  </a:cubicBezTo>
                  <a:cubicBezTo>
                    <a:pt x="1181" y="75"/>
                    <a:pt x="1181" y="75"/>
                    <a:pt x="1181" y="75"/>
                  </a:cubicBezTo>
                  <a:cubicBezTo>
                    <a:pt x="1184" y="77"/>
                    <a:pt x="1184" y="77"/>
                    <a:pt x="1184" y="77"/>
                  </a:cubicBezTo>
                  <a:cubicBezTo>
                    <a:pt x="1184" y="77"/>
                    <a:pt x="1184" y="77"/>
                    <a:pt x="1184" y="77"/>
                  </a:cubicBezTo>
                  <a:cubicBezTo>
                    <a:pt x="1187" y="79"/>
                    <a:pt x="1187" y="79"/>
                    <a:pt x="1187" y="79"/>
                  </a:cubicBezTo>
                  <a:cubicBezTo>
                    <a:pt x="1187" y="79"/>
                    <a:pt x="1187" y="79"/>
                    <a:pt x="1187" y="79"/>
                  </a:cubicBezTo>
                  <a:cubicBezTo>
                    <a:pt x="1190" y="80"/>
                    <a:pt x="1190" y="80"/>
                    <a:pt x="1190" y="80"/>
                  </a:cubicBezTo>
                  <a:cubicBezTo>
                    <a:pt x="1190" y="80"/>
                    <a:pt x="1190" y="80"/>
                    <a:pt x="1190" y="80"/>
                  </a:cubicBezTo>
                  <a:cubicBezTo>
                    <a:pt x="1192" y="83"/>
                    <a:pt x="1192" y="83"/>
                    <a:pt x="1192" y="83"/>
                  </a:cubicBezTo>
                  <a:cubicBezTo>
                    <a:pt x="1192" y="83"/>
                    <a:pt x="1192" y="83"/>
                    <a:pt x="1192" y="83"/>
                  </a:cubicBezTo>
                  <a:cubicBezTo>
                    <a:pt x="1195" y="85"/>
                    <a:pt x="1195" y="85"/>
                    <a:pt x="1195" y="85"/>
                  </a:cubicBezTo>
                  <a:cubicBezTo>
                    <a:pt x="1195" y="85"/>
                    <a:pt x="1195" y="85"/>
                    <a:pt x="1195" y="85"/>
                  </a:cubicBezTo>
                  <a:cubicBezTo>
                    <a:pt x="1198" y="87"/>
                    <a:pt x="1198" y="87"/>
                    <a:pt x="1198" y="87"/>
                  </a:cubicBezTo>
                  <a:cubicBezTo>
                    <a:pt x="1198" y="87"/>
                    <a:pt x="1198" y="87"/>
                    <a:pt x="1198" y="87"/>
                  </a:cubicBezTo>
                  <a:cubicBezTo>
                    <a:pt x="1201" y="89"/>
                    <a:pt x="1201" y="89"/>
                    <a:pt x="1201" y="89"/>
                  </a:cubicBezTo>
                  <a:cubicBezTo>
                    <a:pt x="1201" y="89"/>
                    <a:pt x="1201" y="89"/>
                    <a:pt x="1201" y="89"/>
                  </a:cubicBezTo>
                  <a:cubicBezTo>
                    <a:pt x="1204" y="97"/>
                    <a:pt x="1204" y="97"/>
                    <a:pt x="1204" y="97"/>
                  </a:cubicBezTo>
                  <a:cubicBezTo>
                    <a:pt x="1204" y="97"/>
                    <a:pt x="1204" y="97"/>
                    <a:pt x="1204" y="97"/>
                  </a:cubicBezTo>
                  <a:cubicBezTo>
                    <a:pt x="1206" y="103"/>
                    <a:pt x="1206" y="103"/>
                    <a:pt x="1206" y="103"/>
                  </a:cubicBezTo>
                  <a:cubicBezTo>
                    <a:pt x="1206" y="103"/>
                    <a:pt x="1206" y="103"/>
                    <a:pt x="1206" y="103"/>
                  </a:cubicBezTo>
                  <a:cubicBezTo>
                    <a:pt x="1204" y="111"/>
                    <a:pt x="1204" y="111"/>
                    <a:pt x="1204" y="111"/>
                  </a:cubicBezTo>
                  <a:cubicBezTo>
                    <a:pt x="1204" y="111"/>
                    <a:pt x="1204" y="111"/>
                    <a:pt x="1204" y="111"/>
                  </a:cubicBezTo>
                  <a:cubicBezTo>
                    <a:pt x="1203" y="118"/>
                    <a:pt x="1203" y="118"/>
                    <a:pt x="1203" y="118"/>
                  </a:cubicBezTo>
                  <a:cubicBezTo>
                    <a:pt x="1203" y="118"/>
                    <a:pt x="1203" y="118"/>
                    <a:pt x="1203" y="118"/>
                  </a:cubicBezTo>
                  <a:cubicBezTo>
                    <a:pt x="1201" y="127"/>
                    <a:pt x="1201" y="127"/>
                    <a:pt x="1201" y="127"/>
                  </a:cubicBezTo>
                  <a:cubicBezTo>
                    <a:pt x="1201" y="127"/>
                    <a:pt x="1201" y="127"/>
                    <a:pt x="1201" y="127"/>
                  </a:cubicBezTo>
                  <a:cubicBezTo>
                    <a:pt x="1201" y="134"/>
                    <a:pt x="1201" y="134"/>
                    <a:pt x="1201" y="134"/>
                  </a:cubicBezTo>
                  <a:cubicBezTo>
                    <a:pt x="1201" y="134"/>
                    <a:pt x="1201" y="134"/>
                    <a:pt x="1201" y="134"/>
                  </a:cubicBezTo>
                  <a:cubicBezTo>
                    <a:pt x="1202" y="141"/>
                    <a:pt x="1202" y="141"/>
                    <a:pt x="1202" y="141"/>
                  </a:cubicBezTo>
                  <a:cubicBezTo>
                    <a:pt x="1202" y="141"/>
                    <a:pt x="1202" y="141"/>
                    <a:pt x="1202" y="141"/>
                  </a:cubicBezTo>
                  <a:cubicBezTo>
                    <a:pt x="1207" y="146"/>
                    <a:pt x="1207" y="146"/>
                    <a:pt x="1207" y="146"/>
                  </a:cubicBezTo>
                  <a:cubicBezTo>
                    <a:pt x="1207" y="146"/>
                    <a:pt x="1207" y="146"/>
                    <a:pt x="1207" y="146"/>
                  </a:cubicBezTo>
                  <a:cubicBezTo>
                    <a:pt x="1211" y="145"/>
                    <a:pt x="1211" y="145"/>
                    <a:pt x="1211" y="145"/>
                  </a:cubicBezTo>
                  <a:cubicBezTo>
                    <a:pt x="1211" y="145"/>
                    <a:pt x="1211" y="145"/>
                    <a:pt x="1211" y="145"/>
                  </a:cubicBezTo>
                  <a:cubicBezTo>
                    <a:pt x="1213" y="142"/>
                    <a:pt x="1213" y="142"/>
                    <a:pt x="1213" y="142"/>
                  </a:cubicBezTo>
                  <a:cubicBezTo>
                    <a:pt x="1213" y="142"/>
                    <a:pt x="1213" y="142"/>
                    <a:pt x="1213" y="142"/>
                  </a:cubicBezTo>
                  <a:cubicBezTo>
                    <a:pt x="1215" y="139"/>
                    <a:pt x="1215" y="139"/>
                    <a:pt x="1215" y="139"/>
                  </a:cubicBezTo>
                  <a:cubicBezTo>
                    <a:pt x="1215" y="139"/>
                    <a:pt x="1215" y="139"/>
                    <a:pt x="1215" y="139"/>
                  </a:cubicBezTo>
                  <a:cubicBezTo>
                    <a:pt x="1216" y="136"/>
                    <a:pt x="1216" y="136"/>
                    <a:pt x="1216" y="136"/>
                  </a:cubicBezTo>
                  <a:cubicBezTo>
                    <a:pt x="1216" y="136"/>
                    <a:pt x="1216" y="136"/>
                    <a:pt x="1216" y="136"/>
                  </a:cubicBezTo>
                  <a:cubicBezTo>
                    <a:pt x="1217" y="131"/>
                    <a:pt x="1217" y="131"/>
                    <a:pt x="1217" y="131"/>
                  </a:cubicBezTo>
                  <a:cubicBezTo>
                    <a:pt x="1217" y="131"/>
                    <a:pt x="1217" y="131"/>
                    <a:pt x="1217" y="131"/>
                  </a:cubicBezTo>
                  <a:cubicBezTo>
                    <a:pt x="1216" y="128"/>
                    <a:pt x="1216" y="128"/>
                    <a:pt x="1216" y="128"/>
                  </a:cubicBezTo>
                  <a:cubicBezTo>
                    <a:pt x="1216" y="128"/>
                    <a:pt x="1216" y="128"/>
                    <a:pt x="1216" y="128"/>
                  </a:cubicBezTo>
                  <a:cubicBezTo>
                    <a:pt x="1216" y="123"/>
                    <a:pt x="1216" y="123"/>
                    <a:pt x="1216" y="123"/>
                  </a:cubicBezTo>
                  <a:cubicBezTo>
                    <a:pt x="1216" y="123"/>
                    <a:pt x="1216" y="123"/>
                    <a:pt x="1216" y="123"/>
                  </a:cubicBezTo>
                  <a:cubicBezTo>
                    <a:pt x="1216" y="119"/>
                    <a:pt x="1216" y="119"/>
                    <a:pt x="1216" y="119"/>
                  </a:cubicBezTo>
                  <a:cubicBezTo>
                    <a:pt x="1216" y="119"/>
                    <a:pt x="1216" y="119"/>
                    <a:pt x="1216" y="119"/>
                  </a:cubicBezTo>
                  <a:cubicBezTo>
                    <a:pt x="1216" y="114"/>
                    <a:pt x="1216" y="114"/>
                    <a:pt x="1216" y="114"/>
                  </a:cubicBezTo>
                  <a:cubicBezTo>
                    <a:pt x="1216" y="114"/>
                    <a:pt x="1216" y="114"/>
                    <a:pt x="1216" y="114"/>
                  </a:cubicBezTo>
                  <a:cubicBezTo>
                    <a:pt x="1217" y="115"/>
                    <a:pt x="1217" y="115"/>
                    <a:pt x="1217" y="115"/>
                  </a:cubicBezTo>
                  <a:cubicBezTo>
                    <a:pt x="1217" y="115"/>
                    <a:pt x="1217" y="115"/>
                    <a:pt x="1217" y="115"/>
                  </a:cubicBezTo>
                  <a:cubicBezTo>
                    <a:pt x="1218" y="115"/>
                    <a:pt x="1218" y="115"/>
                    <a:pt x="1218" y="115"/>
                  </a:cubicBezTo>
                  <a:cubicBezTo>
                    <a:pt x="1218" y="115"/>
                    <a:pt x="1218" y="115"/>
                    <a:pt x="1218" y="115"/>
                  </a:cubicBezTo>
                  <a:cubicBezTo>
                    <a:pt x="1219" y="116"/>
                    <a:pt x="1219" y="116"/>
                    <a:pt x="1219" y="116"/>
                  </a:cubicBezTo>
                  <a:cubicBezTo>
                    <a:pt x="1219" y="116"/>
                    <a:pt x="1219" y="116"/>
                    <a:pt x="1219" y="116"/>
                  </a:cubicBezTo>
                  <a:cubicBezTo>
                    <a:pt x="1221" y="116"/>
                    <a:pt x="1221" y="116"/>
                    <a:pt x="1221" y="116"/>
                  </a:cubicBezTo>
                  <a:cubicBezTo>
                    <a:pt x="1221" y="116"/>
                    <a:pt x="1221" y="116"/>
                    <a:pt x="1221" y="116"/>
                  </a:cubicBezTo>
                  <a:cubicBezTo>
                    <a:pt x="1222" y="118"/>
                    <a:pt x="1222" y="118"/>
                    <a:pt x="1222" y="118"/>
                  </a:cubicBezTo>
                  <a:cubicBezTo>
                    <a:pt x="1222" y="118"/>
                    <a:pt x="1222" y="118"/>
                    <a:pt x="1222" y="118"/>
                  </a:cubicBezTo>
                  <a:cubicBezTo>
                    <a:pt x="1225" y="118"/>
                    <a:pt x="1225" y="118"/>
                    <a:pt x="1225" y="118"/>
                  </a:cubicBezTo>
                  <a:cubicBezTo>
                    <a:pt x="1225" y="118"/>
                    <a:pt x="1225" y="118"/>
                    <a:pt x="1225" y="118"/>
                  </a:cubicBezTo>
                  <a:cubicBezTo>
                    <a:pt x="1225" y="119"/>
                    <a:pt x="1225" y="119"/>
                    <a:pt x="1225" y="119"/>
                  </a:cubicBezTo>
                  <a:cubicBezTo>
                    <a:pt x="1225" y="119"/>
                    <a:pt x="1225" y="119"/>
                    <a:pt x="1225" y="119"/>
                  </a:cubicBezTo>
                  <a:cubicBezTo>
                    <a:pt x="1229" y="119"/>
                    <a:pt x="1229" y="119"/>
                    <a:pt x="1229" y="119"/>
                  </a:cubicBezTo>
                  <a:cubicBezTo>
                    <a:pt x="1229" y="119"/>
                    <a:pt x="1229" y="119"/>
                    <a:pt x="1229" y="119"/>
                  </a:cubicBezTo>
                  <a:cubicBezTo>
                    <a:pt x="1234" y="117"/>
                    <a:pt x="1234" y="117"/>
                    <a:pt x="1234" y="117"/>
                  </a:cubicBezTo>
                  <a:cubicBezTo>
                    <a:pt x="1234" y="117"/>
                    <a:pt x="1234" y="117"/>
                    <a:pt x="1234" y="117"/>
                  </a:cubicBezTo>
                  <a:cubicBezTo>
                    <a:pt x="1245" y="102"/>
                    <a:pt x="1245" y="102"/>
                    <a:pt x="1245" y="102"/>
                  </a:cubicBezTo>
                  <a:cubicBezTo>
                    <a:pt x="1245" y="102"/>
                    <a:pt x="1245" y="102"/>
                    <a:pt x="1245" y="102"/>
                  </a:cubicBezTo>
                  <a:cubicBezTo>
                    <a:pt x="1225" y="151"/>
                    <a:pt x="1225" y="151"/>
                    <a:pt x="1225" y="151"/>
                  </a:cubicBezTo>
                  <a:cubicBezTo>
                    <a:pt x="1225" y="151"/>
                    <a:pt x="1225" y="151"/>
                    <a:pt x="1225" y="151"/>
                  </a:cubicBezTo>
                  <a:cubicBezTo>
                    <a:pt x="1222" y="152"/>
                    <a:pt x="1222" y="152"/>
                    <a:pt x="1222" y="152"/>
                  </a:cubicBezTo>
                  <a:cubicBezTo>
                    <a:pt x="1222" y="152"/>
                    <a:pt x="1222" y="152"/>
                    <a:pt x="1222" y="152"/>
                  </a:cubicBezTo>
                  <a:cubicBezTo>
                    <a:pt x="1220" y="153"/>
                    <a:pt x="1220" y="153"/>
                    <a:pt x="1220" y="153"/>
                  </a:cubicBezTo>
                  <a:cubicBezTo>
                    <a:pt x="1220" y="153"/>
                    <a:pt x="1220" y="153"/>
                    <a:pt x="1220" y="153"/>
                  </a:cubicBezTo>
                  <a:cubicBezTo>
                    <a:pt x="1218" y="153"/>
                    <a:pt x="1218" y="153"/>
                    <a:pt x="1218" y="153"/>
                  </a:cubicBezTo>
                  <a:cubicBezTo>
                    <a:pt x="1218" y="153"/>
                    <a:pt x="1218" y="153"/>
                    <a:pt x="1218" y="153"/>
                  </a:cubicBezTo>
                  <a:cubicBezTo>
                    <a:pt x="1217" y="153"/>
                    <a:pt x="1217" y="153"/>
                    <a:pt x="1217" y="153"/>
                  </a:cubicBezTo>
                  <a:cubicBezTo>
                    <a:pt x="1217" y="153"/>
                    <a:pt x="1217" y="153"/>
                    <a:pt x="1217" y="153"/>
                  </a:cubicBezTo>
                  <a:cubicBezTo>
                    <a:pt x="1215" y="153"/>
                    <a:pt x="1215" y="153"/>
                    <a:pt x="1215" y="153"/>
                  </a:cubicBezTo>
                  <a:cubicBezTo>
                    <a:pt x="1215" y="153"/>
                    <a:pt x="1215" y="153"/>
                    <a:pt x="1215" y="153"/>
                  </a:cubicBezTo>
                  <a:cubicBezTo>
                    <a:pt x="1214" y="153"/>
                    <a:pt x="1214" y="153"/>
                    <a:pt x="1214" y="153"/>
                  </a:cubicBezTo>
                  <a:cubicBezTo>
                    <a:pt x="1214" y="153"/>
                    <a:pt x="1214" y="153"/>
                    <a:pt x="1214" y="153"/>
                  </a:cubicBezTo>
                  <a:cubicBezTo>
                    <a:pt x="1212" y="153"/>
                    <a:pt x="1212" y="153"/>
                    <a:pt x="1212" y="153"/>
                  </a:cubicBezTo>
                  <a:cubicBezTo>
                    <a:pt x="1212" y="153"/>
                    <a:pt x="1212" y="153"/>
                    <a:pt x="1212" y="153"/>
                  </a:cubicBezTo>
                  <a:cubicBezTo>
                    <a:pt x="1211" y="153"/>
                    <a:pt x="1211" y="153"/>
                    <a:pt x="1211" y="153"/>
                  </a:cubicBezTo>
                  <a:cubicBezTo>
                    <a:pt x="1211" y="153"/>
                    <a:pt x="1211" y="153"/>
                    <a:pt x="1211" y="153"/>
                  </a:cubicBezTo>
                  <a:cubicBezTo>
                    <a:pt x="1207" y="157"/>
                    <a:pt x="1207" y="157"/>
                    <a:pt x="1207" y="157"/>
                  </a:cubicBezTo>
                  <a:cubicBezTo>
                    <a:pt x="1207" y="157"/>
                    <a:pt x="1207" y="157"/>
                    <a:pt x="1207" y="157"/>
                  </a:cubicBezTo>
                  <a:cubicBezTo>
                    <a:pt x="1204" y="161"/>
                    <a:pt x="1204" y="161"/>
                    <a:pt x="1204" y="161"/>
                  </a:cubicBezTo>
                  <a:cubicBezTo>
                    <a:pt x="1204" y="161"/>
                    <a:pt x="1204" y="161"/>
                    <a:pt x="1204" y="161"/>
                  </a:cubicBezTo>
                  <a:cubicBezTo>
                    <a:pt x="1203" y="166"/>
                    <a:pt x="1203" y="166"/>
                    <a:pt x="1203" y="166"/>
                  </a:cubicBezTo>
                  <a:cubicBezTo>
                    <a:pt x="1203" y="166"/>
                    <a:pt x="1203" y="166"/>
                    <a:pt x="1203" y="166"/>
                  </a:cubicBezTo>
                  <a:cubicBezTo>
                    <a:pt x="1203" y="171"/>
                    <a:pt x="1203" y="171"/>
                    <a:pt x="1203" y="171"/>
                  </a:cubicBezTo>
                  <a:cubicBezTo>
                    <a:pt x="1203" y="171"/>
                    <a:pt x="1203" y="171"/>
                    <a:pt x="1203" y="171"/>
                  </a:cubicBezTo>
                  <a:cubicBezTo>
                    <a:pt x="1202" y="176"/>
                    <a:pt x="1202" y="176"/>
                    <a:pt x="1202" y="176"/>
                  </a:cubicBezTo>
                  <a:cubicBezTo>
                    <a:pt x="1202" y="176"/>
                    <a:pt x="1202" y="176"/>
                    <a:pt x="1202" y="176"/>
                  </a:cubicBezTo>
                  <a:cubicBezTo>
                    <a:pt x="1202" y="181"/>
                    <a:pt x="1202" y="181"/>
                    <a:pt x="1202" y="181"/>
                  </a:cubicBezTo>
                  <a:cubicBezTo>
                    <a:pt x="1202" y="181"/>
                    <a:pt x="1202" y="181"/>
                    <a:pt x="1202" y="181"/>
                  </a:cubicBezTo>
                  <a:cubicBezTo>
                    <a:pt x="1203" y="185"/>
                    <a:pt x="1203" y="185"/>
                    <a:pt x="1203" y="185"/>
                  </a:cubicBezTo>
                  <a:cubicBezTo>
                    <a:pt x="1203" y="185"/>
                    <a:pt x="1203" y="185"/>
                    <a:pt x="1203" y="185"/>
                  </a:cubicBezTo>
                  <a:cubicBezTo>
                    <a:pt x="1206" y="188"/>
                    <a:pt x="1206" y="188"/>
                    <a:pt x="1206" y="188"/>
                  </a:cubicBezTo>
                  <a:cubicBezTo>
                    <a:pt x="1206" y="188"/>
                    <a:pt x="1206" y="188"/>
                    <a:pt x="1206" y="188"/>
                  </a:cubicBezTo>
                  <a:cubicBezTo>
                    <a:pt x="1246" y="170"/>
                    <a:pt x="1246" y="170"/>
                    <a:pt x="1246" y="170"/>
                  </a:cubicBezTo>
                  <a:cubicBezTo>
                    <a:pt x="1246" y="170"/>
                    <a:pt x="1246" y="170"/>
                    <a:pt x="1246" y="170"/>
                  </a:cubicBezTo>
                  <a:cubicBezTo>
                    <a:pt x="1262" y="66"/>
                    <a:pt x="1262" y="66"/>
                    <a:pt x="1262" y="66"/>
                  </a:cubicBezTo>
                  <a:cubicBezTo>
                    <a:pt x="1262" y="66"/>
                    <a:pt x="1262" y="66"/>
                    <a:pt x="1262" y="66"/>
                  </a:cubicBezTo>
                  <a:cubicBezTo>
                    <a:pt x="1260" y="63"/>
                    <a:pt x="1260" y="63"/>
                    <a:pt x="1260" y="63"/>
                  </a:cubicBezTo>
                  <a:cubicBezTo>
                    <a:pt x="1260" y="63"/>
                    <a:pt x="1260" y="63"/>
                    <a:pt x="1260" y="63"/>
                  </a:cubicBezTo>
                  <a:cubicBezTo>
                    <a:pt x="1259" y="60"/>
                    <a:pt x="1259" y="60"/>
                    <a:pt x="1259" y="60"/>
                  </a:cubicBezTo>
                  <a:cubicBezTo>
                    <a:pt x="1259" y="60"/>
                    <a:pt x="1259" y="60"/>
                    <a:pt x="1259" y="60"/>
                  </a:cubicBezTo>
                  <a:cubicBezTo>
                    <a:pt x="1258" y="58"/>
                    <a:pt x="1258" y="58"/>
                    <a:pt x="1258" y="58"/>
                  </a:cubicBezTo>
                  <a:cubicBezTo>
                    <a:pt x="1258" y="58"/>
                    <a:pt x="1258" y="58"/>
                    <a:pt x="1258" y="58"/>
                  </a:cubicBezTo>
                  <a:cubicBezTo>
                    <a:pt x="1258" y="54"/>
                    <a:pt x="1258" y="54"/>
                    <a:pt x="1258" y="54"/>
                  </a:cubicBezTo>
                  <a:cubicBezTo>
                    <a:pt x="1258" y="54"/>
                    <a:pt x="1258" y="54"/>
                    <a:pt x="1258" y="54"/>
                  </a:cubicBezTo>
                  <a:cubicBezTo>
                    <a:pt x="1257" y="51"/>
                    <a:pt x="1257" y="51"/>
                    <a:pt x="1257" y="51"/>
                  </a:cubicBezTo>
                  <a:cubicBezTo>
                    <a:pt x="1257" y="51"/>
                    <a:pt x="1257" y="51"/>
                    <a:pt x="1257" y="51"/>
                  </a:cubicBezTo>
                  <a:cubicBezTo>
                    <a:pt x="1257" y="47"/>
                    <a:pt x="1257" y="47"/>
                    <a:pt x="1257" y="47"/>
                  </a:cubicBezTo>
                  <a:cubicBezTo>
                    <a:pt x="1257" y="47"/>
                    <a:pt x="1257" y="47"/>
                    <a:pt x="1257" y="47"/>
                  </a:cubicBezTo>
                  <a:cubicBezTo>
                    <a:pt x="1257" y="44"/>
                    <a:pt x="1257" y="44"/>
                    <a:pt x="1257" y="44"/>
                  </a:cubicBezTo>
                  <a:cubicBezTo>
                    <a:pt x="1257" y="44"/>
                    <a:pt x="1257" y="44"/>
                    <a:pt x="1257" y="44"/>
                  </a:cubicBezTo>
                  <a:cubicBezTo>
                    <a:pt x="1260" y="40"/>
                    <a:pt x="1260" y="40"/>
                    <a:pt x="1260" y="40"/>
                  </a:cubicBezTo>
                  <a:cubicBezTo>
                    <a:pt x="1260" y="40"/>
                    <a:pt x="1260" y="40"/>
                    <a:pt x="1260" y="40"/>
                  </a:cubicBezTo>
                  <a:cubicBezTo>
                    <a:pt x="1262" y="41"/>
                    <a:pt x="1262" y="41"/>
                    <a:pt x="1262" y="41"/>
                  </a:cubicBezTo>
                  <a:cubicBezTo>
                    <a:pt x="1262" y="41"/>
                    <a:pt x="1262" y="41"/>
                    <a:pt x="1262" y="41"/>
                  </a:cubicBezTo>
                  <a:cubicBezTo>
                    <a:pt x="1264" y="40"/>
                    <a:pt x="1264" y="40"/>
                    <a:pt x="1264" y="40"/>
                  </a:cubicBezTo>
                  <a:cubicBezTo>
                    <a:pt x="1264" y="40"/>
                    <a:pt x="1264" y="40"/>
                    <a:pt x="1264" y="40"/>
                  </a:cubicBezTo>
                  <a:cubicBezTo>
                    <a:pt x="1268" y="40"/>
                    <a:pt x="1268" y="40"/>
                    <a:pt x="1268" y="40"/>
                  </a:cubicBezTo>
                  <a:cubicBezTo>
                    <a:pt x="1268" y="40"/>
                    <a:pt x="1268" y="40"/>
                    <a:pt x="1268" y="40"/>
                  </a:cubicBezTo>
                  <a:cubicBezTo>
                    <a:pt x="1271" y="38"/>
                    <a:pt x="1271" y="38"/>
                    <a:pt x="1271" y="38"/>
                  </a:cubicBezTo>
                  <a:cubicBezTo>
                    <a:pt x="1271" y="38"/>
                    <a:pt x="1271" y="38"/>
                    <a:pt x="1271" y="38"/>
                  </a:cubicBezTo>
                  <a:cubicBezTo>
                    <a:pt x="1273" y="38"/>
                    <a:pt x="1273" y="38"/>
                    <a:pt x="1273" y="38"/>
                  </a:cubicBezTo>
                  <a:cubicBezTo>
                    <a:pt x="1273" y="38"/>
                    <a:pt x="1273" y="38"/>
                    <a:pt x="1273" y="38"/>
                  </a:cubicBezTo>
                  <a:cubicBezTo>
                    <a:pt x="1276" y="37"/>
                    <a:pt x="1276" y="37"/>
                    <a:pt x="1276" y="37"/>
                  </a:cubicBezTo>
                  <a:cubicBezTo>
                    <a:pt x="1276" y="37"/>
                    <a:pt x="1276" y="37"/>
                    <a:pt x="1276" y="37"/>
                  </a:cubicBezTo>
                  <a:cubicBezTo>
                    <a:pt x="1279" y="37"/>
                    <a:pt x="1279" y="37"/>
                    <a:pt x="1279" y="37"/>
                  </a:cubicBezTo>
                  <a:cubicBezTo>
                    <a:pt x="1279" y="37"/>
                    <a:pt x="1279" y="37"/>
                    <a:pt x="1279" y="37"/>
                  </a:cubicBezTo>
                  <a:cubicBezTo>
                    <a:pt x="1282" y="38"/>
                    <a:pt x="1282" y="38"/>
                    <a:pt x="1282" y="38"/>
                  </a:cubicBezTo>
                  <a:cubicBezTo>
                    <a:pt x="1282" y="38"/>
                    <a:pt x="1282" y="38"/>
                    <a:pt x="1282" y="38"/>
                  </a:cubicBezTo>
                  <a:cubicBezTo>
                    <a:pt x="1282" y="54"/>
                    <a:pt x="1282" y="54"/>
                    <a:pt x="1282" y="54"/>
                  </a:cubicBezTo>
                  <a:cubicBezTo>
                    <a:pt x="1282" y="54"/>
                    <a:pt x="1282" y="54"/>
                    <a:pt x="1282" y="54"/>
                  </a:cubicBezTo>
                  <a:cubicBezTo>
                    <a:pt x="1280" y="69"/>
                    <a:pt x="1280" y="69"/>
                    <a:pt x="1280" y="69"/>
                  </a:cubicBezTo>
                  <a:cubicBezTo>
                    <a:pt x="1280" y="69"/>
                    <a:pt x="1280" y="69"/>
                    <a:pt x="1280" y="69"/>
                  </a:cubicBezTo>
                  <a:cubicBezTo>
                    <a:pt x="1276" y="84"/>
                    <a:pt x="1276" y="84"/>
                    <a:pt x="1276" y="84"/>
                  </a:cubicBezTo>
                  <a:cubicBezTo>
                    <a:pt x="1276" y="84"/>
                    <a:pt x="1276" y="84"/>
                    <a:pt x="1276" y="84"/>
                  </a:cubicBezTo>
                  <a:cubicBezTo>
                    <a:pt x="1273" y="99"/>
                    <a:pt x="1273" y="99"/>
                    <a:pt x="1273" y="99"/>
                  </a:cubicBezTo>
                  <a:cubicBezTo>
                    <a:pt x="1273" y="99"/>
                    <a:pt x="1273" y="99"/>
                    <a:pt x="1273" y="99"/>
                  </a:cubicBezTo>
                  <a:cubicBezTo>
                    <a:pt x="1268" y="114"/>
                    <a:pt x="1268" y="114"/>
                    <a:pt x="1268" y="114"/>
                  </a:cubicBezTo>
                  <a:cubicBezTo>
                    <a:pt x="1268" y="114"/>
                    <a:pt x="1268" y="114"/>
                    <a:pt x="1268" y="114"/>
                  </a:cubicBezTo>
                  <a:cubicBezTo>
                    <a:pt x="1264" y="129"/>
                    <a:pt x="1264" y="129"/>
                    <a:pt x="1264" y="129"/>
                  </a:cubicBezTo>
                  <a:cubicBezTo>
                    <a:pt x="1264" y="129"/>
                    <a:pt x="1264" y="129"/>
                    <a:pt x="1264" y="129"/>
                  </a:cubicBezTo>
                  <a:cubicBezTo>
                    <a:pt x="1261" y="144"/>
                    <a:pt x="1261" y="144"/>
                    <a:pt x="1261" y="144"/>
                  </a:cubicBezTo>
                  <a:cubicBezTo>
                    <a:pt x="1261" y="144"/>
                    <a:pt x="1261" y="144"/>
                    <a:pt x="1261" y="144"/>
                  </a:cubicBezTo>
                  <a:cubicBezTo>
                    <a:pt x="1260" y="159"/>
                    <a:pt x="1260" y="159"/>
                    <a:pt x="1260" y="159"/>
                  </a:cubicBezTo>
                  <a:cubicBezTo>
                    <a:pt x="1260" y="159"/>
                    <a:pt x="1260" y="159"/>
                    <a:pt x="1260" y="159"/>
                  </a:cubicBezTo>
                  <a:cubicBezTo>
                    <a:pt x="1263" y="161"/>
                    <a:pt x="1263" y="161"/>
                    <a:pt x="1263" y="161"/>
                  </a:cubicBezTo>
                  <a:cubicBezTo>
                    <a:pt x="1263" y="161"/>
                    <a:pt x="1263" y="161"/>
                    <a:pt x="1263" y="161"/>
                  </a:cubicBezTo>
                  <a:cubicBezTo>
                    <a:pt x="1303" y="152"/>
                    <a:pt x="1303" y="152"/>
                    <a:pt x="1303" y="152"/>
                  </a:cubicBezTo>
                  <a:cubicBezTo>
                    <a:pt x="1303" y="152"/>
                    <a:pt x="1303" y="152"/>
                    <a:pt x="1303" y="152"/>
                  </a:cubicBezTo>
                  <a:cubicBezTo>
                    <a:pt x="1320" y="176"/>
                    <a:pt x="1320" y="176"/>
                    <a:pt x="1320" y="176"/>
                  </a:cubicBezTo>
                  <a:cubicBezTo>
                    <a:pt x="1320" y="176"/>
                    <a:pt x="1320" y="176"/>
                    <a:pt x="1320" y="176"/>
                  </a:cubicBezTo>
                  <a:cubicBezTo>
                    <a:pt x="1311" y="174"/>
                    <a:pt x="1311" y="174"/>
                    <a:pt x="1311" y="174"/>
                  </a:cubicBezTo>
                  <a:cubicBezTo>
                    <a:pt x="1311" y="174"/>
                    <a:pt x="1311" y="174"/>
                    <a:pt x="1311" y="174"/>
                  </a:cubicBezTo>
                  <a:cubicBezTo>
                    <a:pt x="1301" y="172"/>
                    <a:pt x="1301" y="172"/>
                    <a:pt x="1301" y="172"/>
                  </a:cubicBezTo>
                  <a:cubicBezTo>
                    <a:pt x="1301" y="172"/>
                    <a:pt x="1301" y="172"/>
                    <a:pt x="1301" y="172"/>
                  </a:cubicBezTo>
                  <a:cubicBezTo>
                    <a:pt x="1292" y="171"/>
                    <a:pt x="1292" y="171"/>
                    <a:pt x="1292" y="171"/>
                  </a:cubicBezTo>
                  <a:cubicBezTo>
                    <a:pt x="1292" y="171"/>
                    <a:pt x="1292" y="171"/>
                    <a:pt x="1292" y="171"/>
                  </a:cubicBezTo>
                  <a:cubicBezTo>
                    <a:pt x="1283" y="170"/>
                    <a:pt x="1283" y="170"/>
                    <a:pt x="1283" y="170"/>
                  </a:cubicBezTo>
                  <a:cubicBezTo>
                    <a:pt x="1283" y="170"/>
                    <a:pt x="1283" y="170"/>
                    <a:pt x="1283" y="170"/>
                  </a:cubicBezTo>
                  <a:cubicBezTo>
                    <a:pt x="1274" y="171"/>
                    <a:pt x="1274" y="171"/>
                    <a:pt x="1274" y="171"/>
                  </a:cubicBezTo>
                  <a:cubicBezTo>
                    <a:pt x="1274" y="171"/>
                    <a:pt x="1274" y="171"/>
                    <a:pt x="1274" y="171"/>
                  </a:cubicBezTo>
                  <a:cubicBezTo>
                    <a:pt x="1264" y="172"/>
                    <a:pt x="1264" y="172"/>
                    <a:pt x="1264" y="172"/>
                  </a:cubicBezTo>
                  <a:cubicBezTo>
                    <a:pt x="1264" y="172"/>
                    <a:pt x="1264" y="172"/>
                    <a:pt x="1264" y="172"/>
                  </a:cubicBezTo>
                  <a:cubicBezTo>
                    <a:pt x="1255" y="175"/>
                    <a:pt x="1255" y="175"/>
                    <a:pt x="1255" y="175"/>
                  </a:cubicBezTo>
                  <a:cubicBezTo>
                    <a:pt x="1255" y="175"/>
                    <a:pt x="1255" y="175"/>
                    <a:pt x="1255" y="175"/>
                  </a:cubicBezTo>
                  <a:cubicBezTo>
                    <a:pt x="1248" y="180"/>
                    <a:pt x="1248" y="180"/>
                    <a:pt x="1248" y="180"/>
                  </a:cubicBezTo>
                  <a:cubicBezTo>
                    <a:pt x="1248" y="180"/>
                    <a:pt x="1248" y="180"/>
                    <a:pt x="1248" y="180"/>
                  </a:cubicBezTo>
                  <a:cubicBezTo>
                    <a:pt x="1182" y="213"/>
                    <a:pt x="1182" y="213"/>
                    <a:pt x="1182" y="213"/>
                  </a:cubicBezTo>
                  <a:cubicBezTo>
                    <a:pt x="1182" y="213"/>
                    <a:pt x="1182" y="213"/>
                    <a:pt x="1182" y="213"/>
                  </a:cubicBezTo>
                  <a:cubicBezTo>
                    <a:pt x="1181" y="215"/>
                    <a:pt x="1181" y="215"/>
                    <a:pt x="1181" y="215"/>
                  </a:cubicBezTo>
                  <a:cubicBezTo>
                    <a:pt x="1181" y="215"/>
                    <a:pt x="1181" y="215"/>
                    <a:pt x="1181" y="215"/>
                  </a:cubicBezTo>
                  <a:cubicBezTo>
                    <a:pt x="1181" y="217"/>
                    <a:pt x="1181" y="217"/>
                    <a:pt x="1181" y="217"/>
                  </a:cubicBezTo>
                  <a:cubicBezTo>
                    <a:pt x="1181" y="217"/>
                    <a:pt x="1181" y="217"/>
                    <a:pt x="1181" y="217"/>
                  </a:cubicBezTo>
                  <a:cubicBezTo>
                    <a:pt x="1181" y="219"/>
                    <a:pt x="1181" y="219"/>
                    <a:pt x="1181" y="219"/>
                  </a:cubicBezTo>
                  <a:cubicBezTo>
                    <a:pt x="1181" y="219"/>
                    <a:pt x="1181" y="219"/>
                    <a:pt x="1181" y="219"/>
                  </a:cubicBezTo>
                  <a:cubicBezTo>
                    <a:pt x="1181" y="221"/>
                    <a:pt x="1181" y="221"/>
                    <a:pt x="1181" y="221"/>
                  </a:cubicBezTo>
                  <a:cubicBezTo>
                    <a:pt x="1181" y="221"/>
                    <a:pt x="1181" y="221"/>
                    <a:pt x="1181" y="221"/>
                  </a:cubicBezTo>
                  <a:cubicBezTo>
                    <a:pt x="1181" y="224"/>
                    <a:pt x="1181" y="224"/>
                    <a:pt x="1181" y="224"/>
                  </a:cubicBezTo>
                  <a:cubicBezTo>
                    <a:pt x="1181" y="224"/>
                    <a:pt x="1181" y="224"/>
                    <a:pt x="1181" y="224"/>
                  </a:cubicBezTo>
                  <a:cubicBezTo>
                    <a:pt x="1181" y="226"/>
                    <a:pt x="1181" y="226"/>
                    <a:pt x="1181" y="226"/>
                  </a:cubicBezTo>
                  <a:cubicBezTo>
                    <a:pt x="1181" y="226"/>
                    <a:pt x="1181" y="226"/>
                    <a:pt x="1181" y="226"/>
                  </a:cubicBezTo>
                  <a:cubicBezTo>
                    <a:pt x="1181" y="228"/>
                    <a:pt x="1181" y="228"/>
                    <a:pt x="1181" y="228"/>
                  </a:cubicBezTo>
                  <a:cubicBezTo>
                    <a:pt x="1181" y="228"/>
                    <a:pt x="1181" y="228"/>
                    <a:pt x="1181" y="228"/>
                  </a:cubicBezTo>
                  <a:cubicBezTo>
                    <a:pt x="1183" y="229"/>
                    <a:pt x="1183" y="229"/>
                    <a:pt x="1183" y="229"/>
                  </a:cubicBezTo>
                  <a:cubicBezTo>
                    <a:pt x="1183" y="229"/>
                    <a:pt x="1183" y="229"/>
                    <a:pt x="1183" y="229"/>
                  </a:cubicBezTo>
                  <a:cubicBezTo>
                    <a:pt x="1188" y="229"/>
                    <a:pt x="1188" y="229"/>
                    <a:pt x="1188" y="229"/>
                  </a:cubicBezTo>
                  <a:cubicBezTo>
                    <a:pt x="1188" y="229"/>
                    <a:pt x="1188" y="229"/>
                    <a:pt x="1188" y="229"/>
                  </a:cubicBezTo>
                  <a:cubicBezTo>
                    <a:pt x="1225" y="204"/>
                    <a:pt x="1225" y="204"/>
                    <a:pt x="1225" y="204"/>
                  </a:cubicBezTo>
                  <a:cubicBezTo>
                    <a:pt x="1225" y="204"/>
                    <a:pt x="1225" y="204"/>
                    <a:pt x="1225" y="204"/>
                  </a:cubicBezTo>
                  <a:cubicBezTo>
                    <a:pt x="1229" y="204"/>
                    <a:pt x="1229" y="204"/>
                    <a:pt x="1229" y="204"/>
                  </a:cubicBezTo>
                  <a:cubicBezTo>
                    <a:pt x="1229" y="204"/>
                    <a:pt x="1229" y="204"/>
                    <a:pt x="1229" y="204"/>
                  </a:cubicBezTo>
                  <a:cubicBezTo>
                    <a:pt x="1233" y="203"/>
                    <a:pt x="1233" y="203"/>
                    <a:pt x="1233" y="203"/>
                  </a:cubicBezTo>
                  <a:cubicBezTo>
                    <a:pt x="1233" y="203"/>
                    <a:pt x="1233" y="203"/>
                    <a:pt x="1233" y="203"/>
                  </a:cubicBezTo>
                  <a:cubicBezTo>
                    <a:pt x="1237" y="203"/>
                    <a:pt x="1237" y="203"/>
                    <a:pt x="1237" y="203"/>
                  </a:cubicBezTo>
                  <a:cubicBezTo>
                    <a:pt x="1237" y="203"/>
                    <a:pt x="1237" y="203"/>
                    <a:pt x="1237" y="203"/>
                  </a:cubicBezTo>
                  <a:cubicBezTo>
                    <a:pt x="1242" y="202"/>
                    <a:pt x="1242" y="202"/>
                    <a:pt x="1242" y="202"/>
                  </a:cubicBezTo>
                  <a:cubicBezTo>
                    <a:pt x="1242" y="202"/>
                    <a:pt x="1242" y="202"/>
                    <a:pt x="1242" y="202"/>
                  </a:cubicBezTo>
                  <a:cubicBezTo>
                    <a:pt x="1245" y="203"/>
                    <a:pt x="1245" y="203"/>
                    <a:pt x="1245" y="203"/>
                  </a:cubicBezTo>
                  <a:cubicBezTo>
                    <a:pt x="1245" y="203"/>
                    <a:pt x="1245" y="203"/>
                    <a:pt x="1245" y="203"/>
                  </a:cubicBezTo>
                  <a:cubicBezTo>
                    <a:pt x="1251" y="204"/>
                    <a:pt x="1251" y="204"/>
                    <a:pt x="1251" y="204"/>
                  </a:cubicBezTo>
                  <a:cubicBezTo>
                    <a:pt x="1251" y="204"/>
                    <a:pt x="1251" y="204"/>
                    <a:pt x="1251" y="204"/>
                  </a:cubicBezTo>
                  <a:cubicBezTo>
                    <a:pt x="1254" y="206"/>
                    <a:pt x="1254" y="206"/>
                    <a:pt x="1254" y="206"/>
                  </a:cubicBezTo>
                  <a:cubicBezTo>
                    <a:pt x="1254" y="206"/>
                    <a:pt x="1254" y="206"/>
                    <a:pt x="1254" y="206"/>
                  </a:cubicBezTo>
                  <a:cubicBezTo>
                    <a:pt x="1259" y="207"/>
                    <a:pt x="1259" y="207"/>
                    <a:pt x="1259" y="207"/>
                  </a:cubicBezTo>
                  <a:cubicBezTo>
                    <a:pt x="1259" y="207"/>
                    <a:pt x="1259" y="207"/>
                    <a:pt x="1259" y="207"/>
                  </a:cubicBezTo>
                  <a:cubicBezTo>
                    <a:pt x="1244" y="229"/>
                    <a:pt x="1237" y="234"/>
                    <a:pt x="1237" y="235"/>
                  </a:cubicBezTo>
                  <a:cubicBezTo>
                    <a:pt x="1237" y="235"/>
                    <a:pt x="1237" y="235"/>
                    <a:pt x="1237" y="235"/>
                  </a:cubicBezTo>
                  <a:cubicBezTo>
                    <a:pt x="1237" y="236"/>
                    <a:pt x="1237" y="236"/>
                    <a:pt x="1237" y="236"/>
                  </a:cubicBezTo>
                  <a:cubicBezTo>
                    <a:pt x="1234" y="239"/>
                    <a:pt x="1234" y="239"/>
                    <a:pt x="1234" y="239"/>
                  </a:cubicBezTo>
                  <a:cubicBezTo>
                    <a:pt x="1232" y="241"/>
                    <a:pt x="1232" y="241"/>
                    <a:pt x="1232" y="241"/>
                  </a:cubicBezTo>
                  <a:cubicBezTo>
                    <a:pt x="1232" y="241"/>
                    <a:pt x="1232" y="241"/>
                    <a:pt x="1232" y="241"/>
                  </a:cubicBezTo>
                  <a:cubicBezTo>
                    <a:pt x="1231" y="242"/>
                    <a:pt x="1231" y="242"/>
                    <a:pt x="1231" y="242"/>
                  </a:cubicBezTo>
                  <a:cubicBezTo>
                    <a:pt x="1231" y="242"/>
                    <a:pt x="1231" y="242"/>
                    <a:pt x="1231" y="242"/>
                  </a:cubicBezTo>
                  <a:cubicBezTo>
                    <a:pt x="1230" y="243"/>
                    <a:pt x="1230" y="243"/>
                    <a:pt x="1230" y="243"/>
                  </a:cubicBezTo>
                  <a:cubicBezTo>
                    <a:pt x="1230" y="243"/>
                    <a:pt x="1230" y="243"/>
                    <a:pt x="1230" y="243"/>
                  </a:cubicBezTo>
                  <a:cubicBezTo>
                    <a:pt x="1230" y="243"/>
                    <a:pt x="1230" y="243"/>
                    <a:pt x="1230" y="243"/>
                  </a:cubicBezTo>
                  <a:cubicBezTo>
                    <a:pt x="1230" y="243"/>
                    <a:pt x="1230" y="243"/>
                    <a:pt x="1230" y="243"/>
                  </a:cubicBezTo>
                  <a:cubicBezTo>
                    <a:pt x="1230" y="245"/>
                    <a:pt x="1230" y="245"/>
                    <a:pt x="1230" y="245"/>
                  </a:cubicBezTo>
                  <a:cubicBezTo>
                    <a:pt x="1230" y="245"/>
                    <a:pt x="1230" y="245"/>
                    <a:pt x="1230" y="245"/>
                  </a:cubicBezTo>
                  <a:cubicBezTo>
                    <a:pt x="1230" y="246"/>
                    <a:pt x="1230" y="246"/>
                    <a:pt x="1230" y="246"/>
                  </a:cubicBezTo>
                  <a:cubicBezTo>
                    <a:pt x="1230" y="246"/>
                    <a:pt x="1230" y="246"/>
                    <a:pt x="1230" y="246"/>
                  </a:cubicBezTo>
                  <a:cubicBezTo>
                    <a:pt x="1230" y="248"/>
                    <a:pt x="1230" y="248"/>
                    <a:pt x="1230" y="248"/>
                  </a:cubicBezTo>
                  <a:cubicBezTo>
                    <a:pt x="1230" y="248"/>
                    <a:pt x="1230" y="248"/>
                    <a:pt x="1230" y="248"/>
                  </a:cubicBezTo>
                  <a:cubicBezTo>
                    <a:pt x="1230" y="249"/>
                    <a:pt x="1230" y="249"/>
                    <a:pt x="1230" y="249"/>
                  </a:cubicBezTo>
                  <a:cubicBezTo>
                    <a:pt x="1230" y="249"/>
                    <a:pt x="1230" y="249"/>
                    <a:pt x="1230" y="249"/>
                  </a:cubicBezTo>
                  <a:cubicBezTo>
                    <a:pt x="1230" y="251"/>
                    <a:pt x="1230" y="251"/>
                    <a:pt x="1230" y="251"/>
                  </a:cubicBezTo>
                  <a:cubicBezTo>
                    <a:pt x="1230" y="251"/>
                    <a:pt x="1230" y="251"/>
                    <a:pt x="1230" y="251"/>
                  </a:cubicBezTo>
                  <a:cubicBezTo>
                    <a:pt x="1231" y="252"/>
                    <a:pt x="1231" y="252"/>
                    <a:pt x="1231" y="252"/>
                  </a:cubicBezTo>
                  <a:cubicBezTo>
                    <a:pt x="1231" y="252"/>
                    <a:pt x="1231" y="252"/>
                    <a:pt x="1231" y="252"/>
                  </a:cubicBezTo>
                  <a:cubicBezTo>
                    <a:pt x="1232" y="253"/>
                    <a:pt x="1232" y="253"/>
                    <a:pt x="1232" y="253"/>
                  </a:cubicBezTo>
                  <a:cubicBezTo>
                    <a:pt x="1232" y="253"/>
                    <a:pt x="1232" y="253"/>
                    <a:pt x="1232" y="253"/>
                  </a:cubicBezTo>
                  <a:cubicBezTo>
                    <a:pt x="1233" y="253"/>
                    <a:pt x="1233" y="253"/>
                    <a:pt x="1233" y="253"/>
                  </a:cubicBezTo>
                  <a:cubicBezTo>
                    <a:pt x="1233" y="253"/>
                    <a:pt x="1233" y="253"/>
                    <a:pt x="1233" y="253"/>
                  </a:cubicBezTo>
                  <a:cubicBezTo>
                    <a:pt x="1233" y="255"/>
                    <a:pt x="1233" y="255"/>
                    <a:pt x="1233" y="255"/>
                  </a:cubicBezTo>
                  <a:cubicBezTo>
                    <a:pt x="1233" y="255"/>
                    <a:pt x="1233" y="255"/>
                    <a:pt x="1233" y="255"/>
                  </a:cubicBezTo>
                  <a:cubicBezTo>
                    <a:pt x="1235" y="256"/>
                    <a:pt x="1235" y="256"/>
                    <a:pt x="1235" y="256"/>
                  </a:cubicBezTo>
                  <a:cubicBezTo>
                    <a:pt x="1235" y="256"/>
                    <a:pt x="1235" y="256"/>
                    <a:pt x="1235" y="256"/>
                  </a:cubicBezTo>
                  <a:cubicBezTo>
                    <a:pt x="1235" y="256"/>
                    <a:pt x="1235" y="256"/>
                    <a:pt x="1235" y="256"/>
                  </a:cubicBezTo>
                  <a:cubicBezTo>
                    <a:pt x="1235" y="256"/>
                    <a:pt x="1235" y="256"/>
                    <a:pt x="1235" y="256"/>
                  </a:cubicBezTo>
                  <a:cubicBezTo>
                    <a:pt x="1237" y="257"/>
                    <a:pt x="1237" y="257"/>
                    <a:pt x="1237" y="257"/>
                  </a:cubicBezTo>
                  <a:cubicBezTo>
                    <a:pt x="1237" y="257"/>
                    <a:pt x="1237" y="257"/>
                    <a:pt x="1237" y="257"/>
                  </a:cubicBezTo>
                  <a:cubicBezTo>
                    <a:pt x="1236" y="263"/>
                    <a:pt x="1236" y="263"/>
                    <a:pt x="1236" y="263"/>
                  </a:cubicBezTo>
                  <a:cubicBezTo>
                    <a:pt x="1236" y="263"/>
                    <a:pt x="1236" y="263"/>
                    <a:pt x="1236" y="263"/>
                  </a:cubicBezTo>
                  <a:cubicBezTo>
                    <a:pt x="1234" y="266"/>
                    <a:pt x="1234" y="266"/>
                    <a:pt x="1234" y="266"/>
                  </a:cubicBezTo>
                  <a:cubicBezTo>
                    <a:pt x="1234" y="266"/>
                    <a:pt x="1234" y="266"/>
                    <a:pt x="1234" y="266"/>
                  </a:cubicBezTo>
                  <a:cubicBezTo>
                    <a:pt x="1232" y="267"/>
                    <a:pt x="1232" y="267"/>
                    <a:pt x="1232" y="267"/>
                  </a:cubicBezTo>
                  <a:cubicBezTo>
                    <a:pt x="1232" y="267"/>
                    <a:pt x="1232" y="267"/>
                    <a:pt x="1232" y="267"/>
                  </a:cubicBezTo>
                  <a:cubicBezTo>
                    <a:pt x="1230" y="269"/>
                    <a:pt x="1230" y="269"/>
                    <a:pt x="1230" y="269"/>
                  </a:cubicBezTo>
                  <a:cubicBezTo>
                    <a:pt x="1230" y="269"/>
                    <a:pt x="1230" y="269"/>
                    <a:pt x="1230" y="269"/>
                  </a:cubicBezTo>
                  <a:cubicBezTo>
                    <a:pt x="1229" y="269"/>
                    <a:pt x="1229" y="269"/>
                    <a:pt x="1229" y="269"/>
                  </a:cubicBezTo>
                  <a:cubicBezTo>
                    <a:pt x="1229" y="269"/>
                    <a:pt x="1229" y="269"/>
                    <a:pt x="1229" y="269"/>
                  </a:cubicBezTo>
                  <a:cubicBezTo>
                    <a:pt x="1225" y="271"/>
                    <a:pt x="1225" y="271"/>
                    <a:pt x="1225" y="271"/>
                  </a:cubicBezTo>
                  <a:cubicBezTo>
                    <a:pt x="1225" y="271"/>
                    <a:pt x="1225" y="271"/>
                    <a:pt x="1225" y="271"/>
                  </a:cubicBezTo>
                  <a:cubicBezTo>
                    <a:pt x="1223" y="272"/>
                    <a:pt x="1223" y="272"/>
                    <a:pt x="1223" y="272"/>
                  </a:cubicBezTo>
                  <a:cubicBezTo>
                    <a:pt x="1223" y="272"/>
                    <a:pt x="1223" y="272"/>
                    <a:pt x="1223" y="272"/>
                  </a:cubicBezTo>
                  <a:cubicBezTo>
                    <a:pt x="1221" y="274"/>
                    <a:pt x="1221" y="274"/>
                    <a:pt x="1221" y="274"/>
                  </a:cubicBezTo>
                  <a:cubicBezTo>
                    <a:pt x="1221" y="274"/>
                    <a:pt x="1221" y="274"/>
                    <a:pt x="1221" y="274"/>
                  </a:cubicBezTo>
                  <a:cubicBezTo>
                    <a:pt x="1219" y="275"/>
                    <a:pt x="1219" y="275"/>
                    <a:pt x="1219" y="275"/>
                  </a:cubicBezTo>
                  <a:cubicBezTo>
                    <a:pt x="1219" y="275"/>
                    <a:pt x="1219" y="275"/>
                    <a:pt x="1219" y="275"/>
                  </a:cubicBezTo>
                  <a:cubicBezTo>
                    <a:pt x="1217" y="278"/>
                    <a:pt x="1217" y="278"/>
                    <a:pt x="1217" y="278"/>
                  </a:cubicBezTo>
                  <a:cubicBezTo>
                    <a:pt x="1217" y="278"/>
                    <a:pt x="1217" y="278"/>
                    <a:pt x="1217" y="278"/>
                  </a:cubicBezTo>
                  <a:cubicBezTo>
                    <a:pt x="1218" y="280"/>
                    <a:pt x="1218" y="280"/>
                    <a:pt x="1218" y="280"/>
                  </a:cubicBezTo>
                  <a:cubicBezTo>
                    <a:pt x="1218" y="280"/>
                    <a:pt x="1218" y="280"/>
                    <a:pt x="1218" y="280"/>
                  </a:cubicBezTo>
                  <a:cubicBezTo>
                    <a:pt x="1218" y="282"/>
                    <a:pt x="1218" y="282"/>
                    <a:pt x="1218" y="282"/>
                  </a:cubicBezTo>
                  <a:cubicBezTo>
                    <a:pt x="1218" y="282"/>
                    <a:pt x="1218" y="282"/>
                    <a:pt x="1218" y="282"/>
                  </a:cubicBezTo>
                  <a:cubicBezTo>
                    <a:pt x="1221" y="282"/>
                    <a:pt x="1221" y="282"/>
                    <a:pt x="1221" y="282"/>
                  </a:cubicBezTo>
                  <a:cubicBezTo>
                    <a:pt x="1221" y="282"/>
                    <a:pt x="1221" y="282"/>
                    <a:pt x="1221" y="282"/>
                  </a:cubicBezTo>
                  <a:cubicBezTo>
                    <a:pt x="1222" y="284"/>
                    <a:pt x="1222" y="284"/>
                    <a:pt x="1222" y="284"/>
                  </a:cubicBezTo>
                  <a:cubicBezTo>
                    <a:pt x="1222" y="284"/>
                    <a:pt x="1222" y="284"/>
                    <a:pt x="1222" y="284"/>
                  </a:cubicBezTo>
                  <a:cubicBezTo>
                    <a:pt x="1225" y="285"/>
                    <a:pt x="1225" y="285"/>
                    <a:pt x="1225" y="285"/>
                  </a:cubicBezTo>
                  <a:cubicBezTo>
                    <a:pt x="1225" y="285"/>
                    <a:pt x="1225" y="285"/>
                    <a:pt x="1225" y="285"/>
                  </a:cubicBezTo>
                  <a:cubicBezTo>
                    <a:pt x="1226" y="286"/>
                    <a:pt x="1226" y="286"/>
                    <a:pt x="1226" y="286"/>
                  </a:cubicBezTo>
                  <a:cubicBezTo>
                    <a:pt x="1226" y="286"/>
                    <a:pt x="1226" y="286"/>
                    <a:pt x="1226" y="286"/>
                  </a:cubicBezTo>
                  <a:cubicBezTo>
                    <a:pt x="1230" y="287"/>
                    <a:pt x="1230" y="287"/>
                    <a:pt x="1230" y="287"/>
                  </a:cubicBezTo>
                  <a:cubicBezTo>
                    <a:pt x="1230" y="287"/>
                    <a:pt x="1230" y="287"/>
                    <a:pt x="1230" y="287"/>
                  </a:cubicBezTo>
                  <a:cubicBezTo>
                    <a:pt x="1230" y="289"/>
                    <a:pt x="1230" y="289"/>
                    <a:pt x="1230" y="289"/>
                  </a:cubicBezTo>
                  <a:cubicBezTo>
                    <a:pt x="1230" y="289"/>
                    <a:pt x="1230" y="289"/>
                    <a:pt x="1230" y="289"/>
                  </a:cubicBezTo>
                  <a:cubicBezTo>
                    <a:pt x="1230" y="290"/>
                    <a:pt x="1230" y="290"/>
                    <a:pt x="1230" y="290"/>
                  </a:cubicBezTo>
                  <a:cubicBezTo>
                    <a:pt x="1230" y="290"/>
                    <a:pt x="1230" y="290"/>
                    <a:pt x="1230" y="290"/>
                  </a:cubicBezTo>
                  <a:cubicBezTo>
                    <a:pt x="1230" y="291"/>
                    <a:pt x="1230" y="291"/>
                    <a:pt x="1230" y="291"/>
                  </a:cubicBezTo>
                  <a:cubicBezTo>
                    <a:pt x="1230" y="291"/>
                    <a:pt x="1230" y="291"/>
                    <a:pt x="1230" y="291"/>
                  </a:cubicBezTo>
                  <a:cubicBezTo>
                    <a:pt x="1231" y="292"/>
                    <a:pt x="1231" y="292"/>
                    <a:pt x="1231" y="292"/>
                  </a:cubicBezTo>
                  <a:cubicBezTo>
                    <a:pt x="1231" y="292"/>
                    <a:pt x="1231" y="292"/>
                    <a:pt x="1231" y="292"/>
                  </a:cubicBezTo>
                  <a:cubicBezTo>
                    <a:pt x="1231" y="294"/>
                    <a:pt x="1231" y="294"/>
                    <a:pt x="1231" y="294"/>
                  </a:cubicBezTo>
                  <a:cubicBezTo>
                    <a:pt x="1231" y="294"/>
                    <a:pt x="1231" y="294"/>
                    <a:pt x="1231" y="294"/>
                  </a:cubicBezTo>
                  <a:cubicBezTo>
                    <a:pt x="1231" y="295"/>
                    <a:pt x="1231" y="295"/>
                    <a:pt x="1231" y="295"/>
                  </a:cubicBezTo>
                  <a:cubicBezTo>
                    <a:pt x="1231" y="295"/>
                    <a:pt x="1231" y="295"/>
                    <a:pt x="1231" y="295"/>
                  </a:cubicBezTo>
                  <a:cubicBezTo>
                    <a:pt x="1231" y="295"/>
                    <a:pt x="1231" y="295"/>
                    <a:pt x="1231" y="295"/>
                  </a:cubicBezTo>
                  <a:cubicBezTo>
                    <a:pt x="1231" y="295"/>
                    <a:pt x="1231" y="295"/>
                    <a:pt x="1231" y="295"/>
                  </a:cubicBezTo>
                  <a:cubicBezTo>
                    <a:pt x="1231" y="296"/>
                    <a:pt x="1231" y="296"/>
                    <a:pt x="1231" y="296"/>
                  </a:cubicBezTo>
                  <a:cubicBezTo>
                    <a:pt x="1231" y="296"/>
                    <a:pt x="1231" y="296"/>
                    <a:pt x="1231" y="296"/>
                  </a:cubicBezTo>
                  <a:cubicBezTo>
                    <a:pt x="1225" y="298"/>
                    <a:pt x="1225" y="298"/>
                    <a:pt x="1225" y="298"/>
                  </a:cubicBezTo>
                  <a:cubicBezTo>
                    <a:pt x="1225" y="298"/>
                    <a:pt x="1225" y="298"/>
                    <a:pt x="1225" y="298"/>
                  </a:cubicBezTo>
                  <a:cubicBezTo>
                    <a:pt x="1223" y="301"/>
                    <a:pt x="1223" y="301"/>
                    <a:pt x="1223" y="301"/>
                  </a:cubicBezTo>
                  <a:cubicBezTo>
                    <a:pt x="1223" y="301"/>
                    <a:pt x="1223" y="301"/>
                    <a:pt x="1223" y="301"/>
                  </a:cubicBezTo>
                  <a:cubicBezTo>
                    <a:pt x="1223" y="302"/>
                    <a:pt x="1223" y="302"/>
                    <a:pt x="1223" y="302"/>
                  </a:cubicBezTo>
                  <a:cubicBezTo>
                    <a:pt x="1223" y="302"/>
                    <a:pt x="1223" y="302"/>
                    <a:pt x="1223" y="302"/>
                  </a:cubicBezTo>
                  <a:cubicBezTo>
                    <a:pt x="1225" y="305"/>
                    <a:pt x="1225" y="305"/>
                    <a:pt x="1225" y="305"/>
                  </a:cubicBezTo>
                  <a:cubicBezTo>
                    <a:pt x="1225" y="305"/>
                    <a:pt x="1225" y="305"/>
                    <a:pt x="1225" y="305"/>
                  </a:cubicBezTo>
                  <a:cubicBezTo>
                    <a:pt x="1225" y="306"/>
                    <a:pt x="1225" y="306"/>
                    <a:pt x="1225" y="306"/>
                  </a:cubicBezTo>
                  <a:cubicBezTo>
                    <a:pt x="1225" y="306"/>
                    <a:pt x="1225" y="306"/>
                    <a:pt x="1225" y="306"/>
                  </a:cubicBezTo>
                  <a:cubicBezTo>
                    <a:pt x="1226" y="309"/>
                    <a:pt x="1226" y="309"/>
                    <a:pt x="1226" y="309"/>
                  </a:cubicBezTo>
                  <a:cubicBezTo>
                    <a:pt x="1226" y="309"/>
                    <a:pt x="1226" y="309"/>
                    <a:pt x="1226" y="309"/>
                  </a:cubicBezTo>
                  <a:cubicBezTo>
                    <a:pt x="1227" y="310"/>
                    <a:pt x="1227" y="310"/>
                    <a:pt x="1227" y="310"/>
                  </a:cubicBezTo>
                  <a:cubicBezTo>
                    <a:pt x="1227" y="310"/>
                    <a:pt x="1227" y="310"/>
                    <a:pt x="1227" y="310"/>
                  </a:cubicBezTo>
                  <a:cubicBezTo>
                    <a:pt x="1227" y="312"/>
                    <a:pt x="1227" y="312"/>
                    <a:pt x="1227" y="312"/>
                  </a:cubicBezTo>
                  <a:cubicBezTo>
                    <a:pt x="1227" y="312"/>
                    <a:pt x="1227" y="312"/>
                    <a:pt x="1227" y="312"/>
                  </a:cubicBezTo>
                  <a:cubicBezTo>
                    <a:pt x="1227" y="313"/>
                    <a:pt x="1227" y="313"/>
                    <a:pt x="1227" y="313"/>
                  </a:cubicBezTo>
                  <a:cubicBezTo>
                    <a:pt x="1227" y="313"/>
                    <a:pt x="1227" y="313"/>
                    <a:pt x="1227" y="313"/>
                  </a:cubicBezTo>
                  <a:cubicBezTo>
                    <a:pt x="1225" y="316"/>
                    <a:pt x="1225" y="316"/>
                    <a:pt x="1225" y="316"/>
                  </a:cubicBezTo>
                  <a:cubicBezTo>
                    <a:pt x="1225" y="316"/>
                    <a:pt x="1225" y="316"/>
                    <a:pt x="1225" y="316"/>
                  </a:cubicBezTo>
                  <a:cubicBezTo>
                    <a:pt x="1222" y="317"/>
                    <a:pt x="1222" y="317"/>
                    <a:pt x="1222" y="317"/>
                  </a:cubicBezTo>
                  <a:cubicBezTo>
                    <a:pt x="1222" y="317"/>
                    <a:pt x="1222" y="317"/>
                    <a:pt x="1222" y="317"/>
                  </a:cubicBezTo>
                  <a:cubicBezTo>
                    <a:pt x="1220" y="318"/>
                    <a:pt x="1220" y="318"/>
                    <a:pt x="1220" y="318"/>
                  </a:cubicBezTo>
                  <a:cubicBezTo>
                    <a:pt x="1220" y="318"/>
                    <a:pt x="1220" y="318"/>
                    <a:pt x="1220" y="318"/>
                  </a:cubicBezTo>
                  <a:cubicBezTo>
                    <a:pt x="1218" y="318"/>
                    <a:pt x="1218" y="318"/>
                    <a:pt x="1218" y="318"/>
                  </a:cubicBezTo>
                  <a:cubicBezTo>
                    <a:pt x="1218" y="318"/>
                    <a:pt x="1218" y="318"/>
                    <a:pt x="1218" y="318"/>
                  </a:cubicBezTo>
                  <a:cubicBezTo>
                    <a:pt x="1215" y="319"/>
                    <a:pt x="1215" y="319"/>
                    <a:pt x="1215" y="319"/>
                  </a:cubicBezTo>
                  <a:cubicBezTo>
                    <a:pt x="1215" y="319"/>
                    <a:pt x="1215" y="319"/>
                    <a:pt x="1215" y="319"/>
                  </a:cubicBezTo>
                  <a:cubicBezTo>
                    <a:pt x="1213" y="320"/>
                    <a:pt x="1213" y="320"/>
                    <a:pt x="1213" y="320"/>
                  </a:cubicBezTo>
                  <a:cubicBezTo>
                    <a:pt x="1213" y="320"/>
                    <a:pt x="1213" y="320"/>
                    <a:pt x="1213" y="320"/>
                  </a:cubicBezTo>
                  <a:cubicBezTo>
                    <a:pt x="1210" y="321"/>
                    <a:pt x="1210" y="321"/>
                    <a:pt x="1210" y="321"/>
                  </a:cubicBezTo>
                  <a:cubicBezTo>
                    <a:pt x="1210" y="321"/>
                    <a:pt x="1210" y="321"/>
                    <a:pt x="1210" y="321"/>
                  </a:cubicBezTo>
                  <a:cubicBezTo>
                    <a:pt x="1209" y="322"/>
                    <a:pt x="1209" y="322"/>
                    <a:pt x="1209" y="322"/>
                  </a:cubicBezTo>
                  <a:cubicBezTo>
                    <a:pt x="1209" y="322"/>
                    <a:pt x="1209" y="322"/>
                    <a:pt x="1209" y="322"/>
                  </a:cubicBezTo>
                  <a:cubicBezTo>
                    <a:pt x="1207" y="406"/>
                    <a:pt x="1207" y="406"/>
                    <a:pt x="1207" y="406"/>
                  </a:cubicBezTo>
                  <a:cubicBezTo>
                    <a:pt x="1207" y="406"/>
                    <a:pt x="1207" y="406"/>
                    <a:pt x="1207" y="406"/>
                  </a:cubicBezTo>
                  <a:cubicBezTo>
                    <a:pt x="1199" y="407"/>
                    <a:pt x="1199" y="407"/>
                    <a:pt x="1199" y="407"/>
                  </a:cubicBezTo>
                  <a:cubicBezTo>
                    <a:pt x="1199" y="407"/>
                    <a:pt x="1199" y="407"/>
                    <a:pt x="1199" y="407"/>
                  </a:cubicBezTo>
                  <a:cubicBezTo>
                    <a:pt x="1195" y="404"/>
                    <a:pt x="1195" y="404"/>
                    <a:pt x="1195" y="404"/>
                  </a:cubicBezTo>
                  <a:cubicBezTo>
                    <a:pt x="1195" y="404"/>
                    <a:pt x="1195" y="404"/>
                    <a:pt x="1195" y="404"/>
                  </a:cubicBezTo>
                  <a:cubicBezTo>
                    <a:pt x="1192" y="400"/>
                    <a:pt x="1192" y="400"/>
                    <a:pt x="1192" y="400"/>
                  </a:cubicBezTo>
                  <a:cubicBezTo>
                    <a:pt x="1192" y="400"/>
                    <a:pt x="1192" y="400"/>
                    <a:pt x="1192" y="400"/>
                  </a:cubicBezTo>
                  <a:cubicBezTo>
                    <a:pt x="1187" y="398"/>
                    <a:pt x="1187" y="398"/>
                    <a:pt x="1187" y="398"/>
                  </a:cubicBezTo>
                  <a:cubicBezTo>
                    <a:pt x="1187" y="398"/>
                    <a:pt x="1187" y="398"/>
                    <a:pt x="1187" y="398"/>
                  </a:cubicBezTo>
                  <a:cubicBezTo>
                    <a:pt x="1182" y="396"/>
                    <a:pt x="1182" y="396"/>
                    <a:pt x="1182" y="396"/>
                  </a:cubicBezTo>
                  <a:cubicBezTo>
                    <a:pt x="1182" y="396"/>
                    <a:pt x="1182" y="396"/>
                    <a:pt x="1182" y="396"/>
                  </a:cubicBezTo>
                  <a:cubicBezTo>
                    <a:pt x="1176" y="396"/>
                    <a:pt x="1176" y="396"/>
                    <a:pt x="1176" y="396"/>
                  </a:cubicBezTo>
                  <a:cubicBezTo>
                    <a:pt x="1176" y="396"/>
                    <a:pt x="1176" y="396"/>
                    <a:pt x="1176" y="396"/>
                  </a:cubicBezTo>
                  <a:cubicBezTo>
                    <a:pt x="1171" y="394"/>
                    <a:pt x="1171" y="394"/>
                    <a:pt x="1171" y="394"/>
                  </a:cubicBezTo>
                  <a:cubicBezTo>
                    <a:pt x="1171" y="394"/>
                    <a:pt x="1171" y="394"/>
                    <a:pt x="1171" y="394"/>
                  </a:cubicBezTo>
                  <a:cubicBezTo>
                    <a:pt x="1166" y="392"/>
                    <a:pt x="1166" y="392"/>
                    <a:pt x="1166" y="392"/>
                  </a:cubicBezTo>
                  <a:cubicBezTo>
                    <a:pt x="1166" y="392"/>
                    <a:pt x="1166" y="392"/>
                    <a:pt x="1166" y="392"/>
                  </a:cubicBezTo>
                  <a:cubicBezTo>
                    <a:pt x="1161" y="389"/>
                    <a:pt x="1161" y="389"/>
                    <a:pt x="1161" y="389"/>
                  </a:cubicBezTo>
                  <a:cubicBezTo>
                    <a:pt x="1161" y="389"/>
                    <a:pt x="1161" y="389"/>
                    <a:pt x="1161" y="389"/>
                  </a:cubicBezTo>
                  <a:cubicBezTo>
                    <a:pt x="1155" y="390"/>
                    <a:pt x="1155" y="390"/>
                    <a:pt x="1155" y="390"/>
                  </a:cubicBezTo>
                  <a:cubicBezTo>
                    <a:pt x="1155" y="390"/>
                    <a:pt x="1155" y="390"/>
                    <a:pt x="1155" y="390"/>
                  </a:cubicBezTo>
                  <a:cubicBezTo>
                    <a:pt x="1132" y="409"/>
                    <a:pt x="1132" y="409"/>
                    <a:pt x="1132" y="409"/>
                  </a:cubicBezTo>
                  <a:cubicBezTo>
                    <a:pt x="1132" y="409"/>
                    <a:pt x="1132" y="409"/>
                    <a:pt x="1132" y="409"/>
                  </a:cubicBezTo>
                  <a:cubicBezTo>
                    <a:pt x="1124" y="414"/>
                    <a:pt x="1124" y="414"/>
                    <a:pt x="1124" y="414"/>
                  </a:cubicBezTo>
                  <a:cubicBezTo>
                    <a:pt x="1124" y="414"/>
                    <a:pt x="1124" y="414"/>
                    <a:pt x="1124" y="414"/>
                  </a:cubicBezTo>
                  <a:cubicBezTo>
                    <a:pt x="1120" y="420"/>
                    <a:pt x="1120" y="420"/>
                    <a:pt x="1120" y="420"/>
                  </a:cubicBezTo>
                  <a:cubicBezTo>
                    <a:pt x="1120" y="420"/>
                    <a:pt x="1120" y="420"/>
                    <a:pt x="1120" y="420"/>
                  </a:cubicBezTo>
                  <a:cubicBezTo>
                    <a:pt x="1117" y="426"/>
                    <a:pt x="1117" y="426"/>
                    <a:pt x="1117" y="426"/>
                  </a:cubicBezTo>
                  <a:cubicBezTo>
                    <a:pt x="1117" y="426"/>
                    <a:pt x="1117" y="426"/>
                    <a:pt x="1117" y="426"/>
                  </a:cubicBezTo>
                  <a:cubicBezTo>
                    <a:pt x="1114" y="432"/>
                    <a:pt x="1114" y="432"/>
                    <a:pt x="1114" y="432"/>
                  </a:cubicBezTo>
                  <a:cubicBezTo>
                    <a:pt x="1114" y="432"/>
                    <a:pt x="1114" y="432"/>
                    <a:pt x="1114" y="432"/>
                  </a:cubicBezTo>
                  <a:cubicBezTo>
                    <a:pt x="1110" y="439"/>
                    <a:pt x="1110" y="439"/>
                    <a:pt x="1110" y="439"/>
                  </a:cubicBezTo>
                  <a:cubicBezTo>
                    <a:pt x="1110" y="439"/>
                    <a:pt x="1110" y="439"/>
                    <a:pt x="1110" y="439"/>
                  </a:cubicBezTo>
                  <a:cubicBezTo>
                    <a:pt x="1106" y="445"/>
                    <a:pt x="1106" y="445"/>
                    <a:pt x="1106" y="445"/>
                  </a:cubicBezTo>
                  <a:cubicBezTo>
                    <a:pt x="1106" y="445"/>
                    <a:pt x="1106" y="445"/>
                    <a:pt x="1106" y="445"/>
                  </a:cubicBezTo>
                  <a:cubicBezTo>
                    <a:pt x="1101" y="451"/>
                    <a:pt x="1101" y="451"/>
                    <a:pt x="1101" y="451"/>
                  </a:cubicBezTo>
                  <a:cubicBezTo>
                    <a:pt x="1101" y="451"/>
                    <a:pt x="1101" y="451"/>
                    <a:pt x="1101" y="451"/>
                  </a:cubicBezTo>
                  <a:cubicBezTo>
                    <a:pt x="1096" y="454"/>
                    <a:pt x="1096" y="454"/>
                    <a:pt x="1096" y="454"/>
                  </a:cubicBezTo>
                  <a:lnTo>
                    <a:pt x="1093" y="454"/>
                  </a:lnTo>
                  <a:close/>
                  <a:moveTo>
                    <a:pt x="425" y="424"/>
                  </a:moveTo>
                  <a:cubicBezTo>
                    <a:pt x="422" y="424"/>
                    <a:pt x="422" y="424"/>
                    <a:pt x="422" y="424"/>
                  </a:cubicBezTo>
                  <a:cubicBezTo>
                    <a:pt x="422" y="424"/>
                    <a:pt x="422" y="424"/>
                    <a:pt x="422" y="424"/>
                  </a:cubicBezTo>
                  <a:cubicBezTo>
                    <a:pt x="421" y="424"/>
                    <a:pt x="421" y="424"/>
                    <a:pt x="421" y="424"/>
                  </a:cubicBezTo>
                  <a:cubicBezTo>
                    <a:pt x="421" y="424"/>
                    <a:pt x="421" y="424"/>
                    <a:pt x="421" y="424"/>
                  </a:cubicBezTo>
                  <a:cubicBezTo>
                    <a:pt x="419" y="424"/>
                    <a:pt x="419" y="424"/>
                    <a:pt x="419" y="424"/>
                  </a:cubicBezTo>
                  <a:cubicBezTo>
                    <a:pt x="419" y="424"/>
                    <a:pt x="419" y="424"/>
                    <a:pt x="419" y="424"/>
                  </a:cubicBezTo>
                  <a:cubicBezTo>
                    <a:pt x="418" y="423"/>
                    <a:pt x="418" y="423"/>
                    <a:pt x="418" y="423"/>
                  </a:cubicBezTo>
                  <a:cubicBezTo>
                    <a:pt x="418" y="423"/>
                    <a:pt x="418" y="423"/>
                    <a:pt x="418" y="423"/>
                  </a:cubicBezTo>
                  <a:cubicBezTo>
                    <a:pt x="416" y="423"/>
                    <a:pt x="416" y="423"/>
                    <a:pt x="416" y="423"/>
                  </a:cubicBezTo>
                  <a:cubicBezTo>
                    <a:pt x="416" y="423"/>
                    <a:pt x="416" y="423"/>
                    <a:pt x="416" y="423"/>
                  </a:cubicBezTo>
                  <a:cubicBezTo>
                    <a:pt x="415" y="421"/>
                    <a:pt x="415" y="421"/>
                    <a:pt x="415" y="421"/>
                  </a:cubicBezTo>
                  <a:cubicBezTo>
                    <a:pt x="415" y="421"/>
                    <a:pt x="415" y="421"/>
                    <a:pt x="415" y="421"/>
                  </a:cubicBezTo>
                  <a:cubicBezTo>
                    <a:pt x="413" y="420"/>
                    <a:pt x="413" y="420"/>
                    <a:pt x="413" y="420"/>
                  </a:cubicBezTo>
                  <a:cubicBezTo>
                    <a:pt x="413" y="420"/>
                    <a:pt x="413" y="420"/>
                    <a:pt x="413" y="420"/>
                  </a:cubicBezTo>
                  <a:cubicBezTo>
                    <a:pt x="412" y="418"/>
                    <a:pt x="412" y="418"/>
                    <a:pt x="412" y="418"/>
                  </a:cubicBezTo>
                  <a:cubicBezTo>
                    <a:pt x="412" y="418"/>
                    <a:pt x="412" y="418"/>
                    <a:pt x="412" y="418"/>
                  </a:cubicBezTo>
                  <a:cubicBezTo>
                    <a:pt x="411" y="417"/>
                    <a:pt x="411" y="417"/>
                    <a:pt x="411" y="417"/>
                  </a:cubicBezTo>
                  <a:cubicBezTo>
                    <a:pt x="411" y="417"/>
                    <a:pt x="411" y="417"/>
                    <a:pt x="411" y="417"/>
                  </a:cubicBezTo>
                  <a:cubicBezTo>
                    <a:pt x="410" y="416"/>
                    <a:pt x="410" y="416"/>
                    <a:pt x="410" y="416"/>
                  </a:cubicBezTo>
                  <a:cubicBezTo>
                    <a:pt x="410" y="416"/>
                    <a:pt x="410" y="416"/>
                    <a:pt x="410" y="416"/>
                  </a:cubicBezTo>
                  <a:cubicBezTo>
                    <a:pt x="409" y="415"/>
                    <a:pt x="409" y="415"/>
                    <a:pt x="409" y="415"/>
                  </a:cubicBezTo>
                  <a:cubicBezTo>
                    <a:pt x="409" y="415"/>
                    <a:pt x="409" y="415"/>
                    <a:pt x="409" y="415"/>
                  </a:cubicBezTo>
                  <a:cubicBezTo>
                    <a:pt x="409" y="414"/>
                    <a:pt x="409" y="414"/>
                    <a:pt x="409" y="414"/>
                  </a:cubicBezTo>
                  <a:cubicBezTo>
                    <a:pt x="409" y="414"/>
                    <a:pt x="409" y="414"/>
                    <a:pt x="409" y="414"/>
                  </a:cubicBezTo>
                  <a:cubicBezTo>
                    <a:pt x="406" y="413"/>
                    <a:pt x="406" y="413"/>
                    <a:pt x="406" y="413"/>
                  </a:cubicBezTo>
                  <a:cubicBezTo>
                    <a:pt x="406" y="413"/>
                    <a:pt x="406" y="413"/>
                    <a:pt x="406" y="413"/>
                  </a:cubicBezTo>
                  <a:cubicBezTo>
                    <a:pt x="405" y="412"/>
                    <a:pt x="405" y="412"/>
                    <a:pt x="405" y="412"/>
                  </a:cubicBezTo>
                  <a:cubicBezTo>
                    <a:pt x="405" y="412"/>
                    <a:pt x="405" y="412"/>
                    <a:pt x="405" y="412"/>
                  </a:cubicBezTo>
                  <a:cubicBezTo>
                    <a:pt x="404" y="411"/>
                    <a:pt x="404" y="411"/>
                    <a:pt x="404" y="411"/>
                  </a:cubicBezTo>
                  <a:cubicBezTo>
                    <a:pt x="404" y="411"/>
                    <a:pt x="404" y="411"/>
                    <a:pt x="404" y="411"/>
                  </a:cubicBezTo>
                  <a:cubicBezTo>
                    <a:pt x="403" y="410"/>
                    <a:pt x="403" y="410"/>
                    <a:pt x="403" y="410"/>
                  </a:cubicBezTo>
                  <a:cubicBezTo>
                    <a:pt x="403" y="410"/>
                    <a:pt x="403" y="410"/>
                    <a:pt x="403" y="410"/>
                  </a:cubicBezTo>
                  <a:cubicBezTo>
                    <a:pt x="402" y="410"/>
                    <a:pt x="402" y="410"/>
                    <a:pt x="402" y="410"/>
                  </a:cubicBezTo>
                  <a:cubicBezTo>
                    <a:pt x="402" y="410"/>
                    <a:pt x="402" y="410"/>
                    <a:pt x="402" y="410"/>
                  </a:cubicBezTo>
                  <a:cubicBezTo>
                    <a:pt x="402" y="410"/>
                    <a:pt x="402" y="410"/>
                    <a:pt x="402" y="410"/>
                  </a:cubicBezTo>
                  <a:cubicBezTo>
                    <a:pt x="402" y="410"/>
                    <a:pt x="402" y="410"/>
                    <a:pt x="402" y="410"/>
                  </a:cubicBezTo>
                  <a:cubicBezTo>
                    <a:pt x="401" y="409"/>
                    <a:pt x="401" y="409"/>
                    <a:pt x="401" y="409"/>
                  </a:cubicBezTo>
                  <a:cubicBezTo>
                    <a:pt x="401" y="409"/>
                    <a:pt x="401" y="409"/>
                    <a:pt x="401" y="409"/>
                  </a:cubicBezTo>
                  <a:cubicBezTo>
                    <a:pt x="401" y="408"/>
                    <a:pt x="401" y="408"/>
                    <a:pt x="401" y="408"/>
                  </a:cubicBezTo>
                  <a:cubicBezTo>
                    <a:pt x="401" y="408"/>
                    <a:pt x="401" y="408"/>
                    <a:pt x="401" y="408"/>
                  </a:cubicBezTo>
                  <a:cubicBezTo>
                    <a:pt x="400" y="408"/>
                    <a:pt x="400" y="408"/>
                    <a:pt x="400" y="408"/>
                  </a:cubicBezTo>
                  <a:cubicBezTo>
                    <a:pt x="400" y="408"/>
                    <a:pt x="400" y="408"/>
                    <a:pt x="400" y="408"/>
                  </a:cubicBezTo>
                  <a:cubicBezTo>
                    <a:pt x="400" y="407"/>
                    <a:pt x="400" y="407"/>
                    <a:pt x="400" y="407"/>
                  </a:cubicBezTo>
                  <a:cubicBezTo>
                    <a:pt x="400" y="407"/>
                    <a:pt x="400" y="407"/>
                    <a:pt x="400" y="407"/>
                  </a:cubicBezTo>
                  <a:cubicBezTo>
                    <a:pt x="400" y="406"/>
                    <a:pt x="400" y="406"/>
                    <a:pt x="400" y="406"/>
                  </a:cubicBezTo>
                  <a:cubicBezTo>
                    <a:pt x="400" y="406"/>
                    <a:pt x="400" y="406"/>
                    <a:pt x="400" y="406"/>
                  </a:cubicBezTo>
                  <a:cubicBezTo>
                    <a:pt x="400" y="404"/>
                    <a:pt x="400" y="404"/>
                    <a:pt x="400" y="404"/>
                  </a:cubicBezTo>
                  <a:cubicBezTo>
                    <a:pt x="400" y="404"/>
                    <a:pt x="400" y="404"/>
                    <a:pt x="400" y="404"/>
                  </a:cubicBezTo>
                  <a:cubicBezTo>
                    <a:pt x="402" y="397"/>
                    <a:pt x="402" y="397"/>
                    <a:pt x="402" y="397"/>
                  </a:cubicBezTo>
                  <a:cubicBezTo>
                    <a:pt x="402" y="397"/>
                    <a:pt x="402" y="397"/>
                    <a:pt x="402" y="397"/>
                  </a:cubicBezTo>
                  <a:cubicBezTo>
                    <a:pt x="406" y="400"/>
                    <a:pt x="406" y="400"/>
                    <a:pt x="406" y="400"/>
                  </a:cubicBezTo>
                  <a:cubicBezTo>
                    <a:pt x="406" y="400"/>
                    <a:pt x="406" y="400"/>
                    <a:pt x="406" y="400"/>
                  </a:cubicBezTo>
                  <a:cubicBezTo>
                    <a:pt x="412" y="401"/>
                    <a:pt x="412" y="401"/>
                    <a:pt x="412" y="401"/>
                  </a:cubicBezTo>
                  <a:cubicBezTo>
                    <a:pt x="412" y="401"/>
                    <a:pt x="412" y="401"/>
                    <a:pt x="412" y="401"/>
                  </a:cubicBezTo>
                  <a:cubicBezTo>
                    <a:pt x="417" y="401"/>
                    <a:pt x="417" y="401"/>
                    <a:pt x="417" y="401"/>
                  </a:cubicBezTo>
                  <a:cubicBezTo>
                    <a:pt x="417" y="401"/>
                    <a:pt x="417" y="401"/>
                    <a:pt x="417" y="401"/>
                  </a:cubicBezTo>
                  <a:cubicBezTo>
                    <a:pt x="422" y="399"/>
                    <a:pt x="422" y="399"/>
                    <a:pt x="422" y="399"/>
                  </a:cubicBezTo>
                  <a:cubicBezTo>
                    <a:pt x="422" y="399"/>
                    <a:pt x="422" y="399"/>
                    <a:pt x="422" y="399"/>
                  </a:cubicBezTo>
                  <a:cubicBezTo>
                    <a:pt x="428" y="398"/>
                    <a:pt x="428" y="398"/>
                    <a:pt x="428" y="398"/>
                  </a:cubicBezTo>
                  <a:cubicBezTo>
                    <a:pt x="428" y="398"/>
                    <a:pt x="428" y="398"/>
                    <a:pt x="428" y="398"/>
                  </a:cubicBezTo>
                  <a:cubicBezTo>
                    <a:pt x="433" y="396"/>
                    <a:pt x="433" y="396"/>
                    <a:pt x="433" y="396"/>
                  </a:cubicBezTo>
                  <a:cubicBezTo>
                    <a:pt x="433" y="396"/>
                    <a:pt x="433" y="396"/>
                    <a:pt x="433" y="396"/>
                  </a:cubicBezTo>
                  <a:cubicBezTo>
                    <a:pt x="438" y="395"/>
                    <a:pt x="438" y="395"/>
                    <a:pt x="438" y="395"/>
                  </a:cubicBezTo>
                  <a:cubicBezTo>
                    <a:pt x="438" y="395"/>
                    <a:pt x="438" y="395"/>
                    <a:pt x="438" y="395"/>
                  </a:cubicBezTo>
                  <a:cubicBezTo>
                    <a:pt x="443" y="392"/>
                    <a:pt x="443" y="392"/>
                    <a:pt x="443" y="392"/>
                  </a:cubicBezTo>
                  <a:cubicBezTo>
                    <a:pt x="443" y="392"/>
                    <a:pt x="443" y="392"/>
                    <a:pt x="443" y="392"/>
                  </a:cubicBezTo>
                  <a:cubicBezTo>
                    <a:pt x="448" y="389"/>
                    <a:pt x="448" y="389"/>
                    <a:pt x="448" y="389"/>
                  </a:cubicBezTo>
                  <a:cubicBezTo>
                    <a:pt x="448" y="389"/>
                    <a:pt x="448" y="389"/>
                    <a:pt x="448" y="389"/>
                  </a:cubicBezTo>
                  <a:cubicBezTo>
                    <a:pt x="454" y="385"/>
                    <a:pt x="454" y="385"/>
                    <a:pt x="454" y="385"/>
                  </a:cubicBezTo>
                  <a:cubicBezTo>
                    <a:pt x="454" y="385"/>
                    <a:pt x="454" y="385"/>
                    <a:pt x="454" y="385"/>
                  </a:cubicBezTo>
                  <a:cubicBezTo>
                    <a:pt x="459" y="381"/>
                    <a:pt x="459" y="381"/>
                    <a:pt x="459" y="381"/>
                  </a:cubicBezTo>
                  <a:cubicBezTo>
                    <a:pt x="459" y="381"/>
                    <a:pt x="459" y="381"/>
                    <a:pt x="459" y="381"/>
                  </a:cubicBezTo>
                  <a:cubicBezTo>
                    <a:pt x="464" y="377"/>
                    <a:pt x="464" y="377"/>
                    <a:pt x="464" y="377"/>
                  </a:cubicBezTo>
                  <a:cubicBezTo>
                    <a:pt x="464" y="377"/>
                    <a:pt x="464" y="377"/>
                    <a:pt x="464" y="377"/>
                  </a:cubicBezTo>
                  <a:cubicBezTo>
                    <a:pt x="468" y="372"/>
                    <a:pt x="468" y="372"/>
                    <a:pt x="468" y="372"/>
                  </a:cubicBezTo>
                  <a:cubicBezTo>
                    <a:pt x="468" y="372"/>
                    <a:pt x="468" y="372"/>
                    <a:pt x="468" y="372"/>
                  </a:cubicBezTo>
                  <a:cubicBezTo>
                    <a:pt x="474" y="367"/>
                    <a:pt x="474" y="367"/>
                    <a:pt x="474" y="367"/>
                  </a:cubicBezTo>
                  <a:cubicBezTo>
                    <a:pt x="474" y="367"/>
                    <a:pt x="474" y="367"/>
                    <a:pt x="474" y="367"/>
                  </a:cubicBezTo>
                  <a:cubicBezTo>
                    <a:pt x="478" y="363"/>
                    <a:pt x="478" y="363"/>
                    <a:pt x="478" y="363"/>
                  </a:cubicBezTo>
                  <a:cubicBezTo>
                    <a:pt x="478" y="363"/>
                    <a:pt x="478" y="363"/>
                    <a:pt x="478" y="363"/>
                  </a:cubicBezTo>
                  <a:cubicBezTo>
                    <a:pt x="483" y="357"/>
                    <a:pt x="483" y="357"/>
                    <a:pt x="483" y="357"/>
                  </a:cubicBezTo>
                  <a:cubicBezTo>
                    <a:pt x="483" y="357"/>
                    <a:pt x="483" y="357"/>
                    <a:pt x="483" y="357"/>
                  </a:cubicBezTo>
                  <a:cubicBezTo>
                    <a:pt x="486" y="359"/>
                    <a:pt x="486" y="359"/>
                    <a:pt x="486" y="359"/>
                  </a:cubicBezTo>
                  <a:cubicBezTo>
                    <a:pt x="486" y="359"/>
                    <a:pt x="486" y="359"/>
                    <a:pt x="486" y="359"/>
                  </a:cubicBezTo>
                  <a:cubicBezTo>
                    <a:pt x="481" y="367"/>
                    <a:pt x="481" y="367"/>
                    <a:pt x="481" y="367"/>
                  </a:cubicBezTo>
                  <a:cubicBezTo>
                    <a:pt x="481" y="367"/>
                    <a:pt x="481" y="367"/>
                    <a:pt x="481" y="367"/>
                  </a:cubicBezTo>
                  <a:cubicBezTo>
                    <a:pt x="476" y="374"/>
                    <a:pt x="476" y="374"/>
                    <a:pt x="476" y="374"/>
                  </a:cubicBezTo>
                  <a:cubicBezTo>
                    <a:pt x="476" y="374"/>
                    <a:pt x="476" y="374"/>
                    <a:pt x="476" y="374"/>
                  </a:cubicBezTo>
                  <a:cubicBezTo>
                    <a:pt x="470" y="381"/>
                    <a:pt x="470" y="381"/>
                    <a:pt x="470" y="381"/>
                  </a:cubicBezTo>
                  <a:cubicBezTo>
                    <a:pt x="470" y="381"/>
                    <a:pt x="470" y="381"/>
                    <a:pt x="470" y="381"/>
                  </a:cubicBezTo>
                  <a:cubicBezTo>
                    <a:pt x="463" y="388"/>
                    <a:pt x="463" y="388"/>
                    <a:pt x="463" y="388"/>
                  </a:cubicBezTo>
                  <a:cubicBezTo>
                    <a:pt x="463" y="388"/>
                    <a:pt x="463" y="388"/>
                    <a:pt x="463" y="388"/>
                  </a:cubicBezTo>
                  <a:cubicBezTo>
                    <a:pt x="457" y="396"/>
                    <a:pt x="457" y="396"/>
                    <a:pt x="457" y="396"/>
                  </a:cubicBezTo>
                  <a:cubicBezTo>
                    <a:pt x="457" y="396"/>
                    <a:pt x="457" y="396"/>
                    <a:pt x="457" y="396"/>
                  </a:cubicBezTo>
                  <a:cubicBezTo>
                    <a:pt x="451" y="403"/>
                    <a:pt x="451" y="403"/>
                    <a:pt x="451" y="403"/>
                  </a:cubicBezTo>
                  <a:cubicBezTo>
                    <a:pt x="451" y="403"/>
                    <a:pt x="451" y="403"/>
                    <a:pt x="451" y="403"/>
                  </a:cubicBezTo>
                  <a:cubicBezTo>
                    <a:pt x="444" y="411"/>
                    <a:pt x="444" y="411"/>
                    <a:pt x="444" y="411"/>
                  </a:cubicBezTo>
                  <a:cubicBezTo>
                    <a:pt x="444" y="411"/>
                    <a:pt x="444" y="411"/>
                    <a:pt x="444" y="411"/>
                  </a:cubicBezTo>
                  <a:cubicBezTo>
                    <a:pt x="441" y="419"/>
                    <a:pt x="441" y="419"/>
                    <a:pt x="441" y="419"/>
                  </a:cubicBezTo>
                  <a:cubicBezTo>
                    <a:pt x="441" y="419"/>
                    <a:pt x="441" y="419"/>
                    <a:pt x="441" y="419"/>
                  </a:cubicBezTo>
                  <a:cubicBezTo>
                    <a:pt x="438" y="420"/>
                    <a:pt x="438" y="420"/>
                    <a:pt x="438" y="420"/>
                  </a:cubicBezTo>
                  <a:cubicBezTo>
                    <a:pt x="438" y="420"/>
                    <a:pt x="438" y="420"/>
                    <a:pt x="438" y="420"/>
                  </a:cubicBezTo>
                  <a:cubicBezTo>
                    <a:pt x="436" y="421"/>
                    <a:pt x="436" y="421"/>
                    <a:pt x="436" y="421"/>
                  </a:cubicBezTo>
                  <a:cubicBezTo>
                    <a:pt x="436" y="421"/>
                    <a:pt x="436" y="421"/>
                    <a:pt x="436" y="421"/>
                  </a:cubicBezTo>
                  <a:cubicBezTo>
                    <a:pt x="434" y="422"/>
                    <a:pt x="434" y="422"/>
                    <a:pt x="434" y="422"/>
                  </a:cubicBezTo>
                  <a:cubicBezTo>
                    <a:pt x="434" y="422"/>
                    <a:pt x="434" y="422"/>
                    <a:pt x="434" y="422"/>
                  </a:cubicBezTo>
                  <a:cubicBezTo>
                    <a:pt x="433" y="422"/>
                    <a:pt x="433" y="422"/>
                    <a:pt x="433" y="422"/>
                  </a:cubicBezTo>
                  <a:cubicBezTo>
                    <a:pt x="433" y="422"/>
                    <a:pt x="433" y="422"/>
                    <a:pt x="433" y="422"/>
                  </a:cubicBezTo>
                  <a:cubicBezTo>
                    <a:pt x="431" y="423"/>
                    <a:pt x="431" y="423"/>
                    <a:pt x="431" y="423"/>
                  </a:cubicBezTo>
                  <a:cubicBezTo>
                    <a:pt x="431" y="423"/>
                    <a:pt x="431" y="423"/>
                    <a:pt x="431" y="423"/>
                  </a:cubicBezTo>
                  <a:cubicBezTo>
                    <a:pt x="429" y="424"/>
                    <a:pt x="429" y="424"/>
                    <a:pt x="429" y="424"/>
                  </a:cubicBezTo>
                  <a:cubicBezTo>
                    <a:pt x="429" y="424"/>
                    <a:pt x="429" y="424"/>
                    <a:pt x="429" y="424"/>
                  </a:cubicBezTo>
                  <a:cubicBezTo>
                    <a:pt x="426" y="424"/>
                    <a:pt x="426" y="424"/>
                    <a:pt x="426" y="424"/>
                  </a:cubicBezTo>
                  <a:cubicBezTo>
                    <a:pt x="426" y="424"/>
                    <a:pt x="426" y="424"/>
                    <a:pt x="426" y="424"/>
                  </a:cubicBezTo>
                  <a:cubicBezTo>
                    <a:pt x="425" y="424"/>
                    <a:pt x="425" y="424"/>
                    <a:pt x="425" y="424"/>
                  </a:cubicBezTo>
                  <a:close/>
                  <a:moveTo>
                    <a:pt x="1686" y="419"/>
                  </a:moveTo>
                  <a:cubicBezTo>
                    <a:pt x="1683" y="419"/>
                    <a:pt x="1683" y="419"/>
                    <a:pt x="1683" y="419"/>
                  </a:cubicBezTo>
                  <a:cubicBezTo>
                    <a:pt x="1683" y="419"/>
                    <a:pt x="1683" y="419"/>
                    <a:pt x="1683" y="419"/>
                  </a:cubicBezTo>
                  <a:cubicBezTo>
                    <a:pt x="1681" y="418"/>
                    <a:pt x="1681" y="418"/>
                    <a:pt x="1681" y="418"/>
                  </a:cubicBezTo>
                  <a:cubicBezTo>
                    <a:pt x="1681" y="418"/>
                    <a:pt x="1681" y="418"/>
                    <a:pt x="1681" y="418"/>
                  </a:cubicBezTo>
                  <a:cubicBezTo>
                    <a:pt x="1678" y="417"/>
                    <a:pt x="1678" y="417"/>
                    <a:pt x="1678" y="417"/>
                  </a:cubicBezTo>
                  <a:cubicBezTo>
                    <a:pt x="1678" y="417"/>
                    <a:pt x="1678" y="417"/>
                    <a:pt x="1678" y="417"/>
                  </a:cubicBezTo>
                  <a:cubicBezTo>
                    <a:pt x="1677" y="415"/>
                    <a:pt x="1677" y="415"/>
                    <a:pt x="1677" y="415"/>
                  </a:cubicBezTo>
                  <a:cubicBezTo>
                    <a:pt x="1677" y="415"/>
                    <a:pt x="1677" y="415"/>
                    <a:pt x="1677" y="415"/>
                  </a:cubicBezTo>
                  <a:cubicBezTo>
                    <a:pt x="1673" y="414"/>
                    <a:pt x="1673" y="414"/>
                    <a:pt x="1673" y="414"/>
                  </a:cubicBezTo>
                  <a:cubicBezTo>
                    <a:pt x="1673" y="414"/>
                    <a:pt x="1673" y="414"/>
                    <a:pt x="1673" y="414"/>
                  </a:cubicBezTo>
                  <a:cubicBezTo>
                    <a:pt x="1671" y="412"/>
                    <a:pt x="1671" y="412"/>
                    <a:pt x="1671" y="412"/>
                  </a:cubicBezTo>
                  <a:cubicBezTo>
                    <a:pt x="1671" y="412"/>
                    <a:pt x="1671" y="412"/>
                    <a:pt x="1671" y="412"/>
                  </a:cubicBezTo>
                  <a:cubicBezTo>
                    <a:pt x="1668" y="411"/>
                    <a:pt x="1668" y="411"/>
                    <a:pt x="1668" y="411"/>
                  </a:cubicBezTo>
                  <a:cubicBezTo>
                    <a:pt x="1668" y="411"/>
                    <a:pt x="1668" y="411"/>
                    <a:pt x="1668" y="411"/>
                  </a:cubicBezTo>
                  <a:cubicBezTo>
                    <a:pt x="1665" y="410"/>
                    <a:pt x="1665" y="410"/>
                    <a:pt x="1665" y="410"/>
                  </a:cubicBezTo>
                  <a:cubicBezTo>
                    <a:pt x="1665" y="410"/>
                    <a:pt x="1665" y="410"/>
                    <a:pt x="1665" y="410"/>
                  </a:cubicBezTo>
                  <a:cubicBezTo>
                    <a:pt x="1662" y="349"/>
                    <a:pt x="1662" y="349"/>
                    <a:pt x="1662" y="349"/>
                  </a:cubicBezTo>
                  <a:cubicBezTo>
                    <a:pt x="1662" y="349"/>
                    <a:pt x="1662" y="349"/>
                    <a:pt x="1662" y="349"/>
                  </a:cubicBezTo>
                  <a:cubicBezTo>
                    <a:pt x="1662" y="349"/>
                    <a:pt x="1662" y="349"/>
                    <a:pt x="1662" y="349"/>
                  </a:cubicBezTo>
                  <a:cubicBezTo>
                    <a:pt x="1662" y="349"/>
                    <a:pt x="1662" y="349"/>
                    <a:pt x="1662" y="349"/>
                  </a:cubicBezTo>
                  <a:cubicBezTo>
                    <a:pt x="1662" y="348"/>
                    <a:pt x="1662" y="348"/>
                    <a:pt x="1662" y="348"/>
                  </a:cubicBezTo>
                  <a:cubicBezTo>
                    <a:pt x="1662" y="348"/>
                    <a:pt x="1662" y="348"/>
                    <a:pt x="1662" y="348"/>
                  </a:cubicBezTo>
                  <a:cubicBezTo>
                    <a:pt x="1663" y="348"/>
                    <a:pt x="1663" y="348"/>
                    <a:pt x="1663" y="348"/>
                  </a:cubicBezTo>
                  <a:cubicBezTo>
                    <a:pt x="1663" y="348"/>
                    <a:pt x="1663" y="348"/>
                    <a:pt x="1663" y="348"/>
                  </a:cubicBezTo>
                  <a:cubicBezTo>
                    <a:pt x="1665" y="347"/>
                    <a:pt x="1665" y="347"/>
                    <a:pt x="1665" y="347"/>
                  </a:cubicBezTo>
                  <a:cubicBezTo>
                    <a:pt x="1665" y="347"/>
                    <a:pt x="1665" y="347"/>
                    <a:pt x="1665" y="347"/>
                  </a:cubicBezTo>
                  <a:cubicBezTo>
                    <a:pt x="1666" y="348"/>
                    <a:pt x="1666" y="348"/>
                    <a:pt x="1666" y="348"/>
                  </a:cubicBezTo>
                  <a:cubicBezTo>
                    <a:pt x="1666" y="348"/>
                    <a:pt x="1666" y="348"/>
                    <a:pt x="1666" y="348"/>
                  </a:cubicBezTo>
                  <a:cubicBezTo>
                    <a:pt x="1668" y="348"/>
                    <a:pt x="1668" y="348"/>
                    <a:pt x="1668" y="348"/>
                  </a:cubicBezTo>
                  <a:cubicBezTo>
                    <a:pt x="1668" y="348"/>
                    <a:pt x="1668" y="348"/>
                    <a:pt x="1668" y="348"/>
                  </a:cubicBezTo>
                  <a:cubicBezTo>
                    <a:pt x="1669" y="348"/>
                    <a:pt x="1669" y="348"/>
                    <a:pt x="1669" y="348"/>
                  </a:cubicBezTo>
                  <a:cubicBezTo>
                    <a:pt x="1669" y="348"/>
                    <a:pt x="1669" y="348"/>
                    <a:pt x="1669" y="348"/>
                  </a:cubicBezTo>
                  <a:cubicBezTo>
                    <a:pt x="1671" y="348"/>
                    <a:pt x="1671" y="348"/>
                    <a:pt x="1671" y="348"/>
                  </a:cubicBezTo>
                  <a:cubicBezTo>
                    <a:pt x="1671" y="348"/>
                    <a:pt x="1671" y="348"/>
                    <a:pt x="1671" y="348"/>
                  </a:cubicBezTo>
                  <a:cubicBezTo>
                    <a:pt x="1673" y="357"/>
                    <a:pt x="1673" y="357"/>
                    <a:pt x="1673" y="357"/>
                  </a:cubicBezTo>
                  <a:cubicBezTo>
                    <a:pt x="1673" y="357"/>
                    <a:pt x="1673" y="357"/>
                    <a:pt x="1673" y="357"/>
                  </a:cubicBezTo>
                  <a:cubicBezTo>
                    <a:pt x="1679" y="366"/>
                    <a:pt x="1679" y="366"/>
                    <a:pt x="1679" y="366"/>
                  </a:cubicBezTo>
                  <a:cubicBezTo>
                    <a:pt x="1679" y="366"/>
                    <a:pt x="1679" y="366"/>
                    <a:pt x="1679" y="366"/>
                  </a:cubicBezTo>
                  <a:cubicBezTo>
                    <a:pt x="1684" y="374"/>
                    <a:pt x="1684" y="374"/>
                    <a:pt x="1684" y="374"/>
                  </a:cubicBezTo>
                  <a:cubicBezTo>
                    <a:pt x="1684" y="374"/>
                    <a:pt x="1684" y="374"/>
                    <a:pt x="1684" y="374"/>
                  </a:cubicBezTo>
                  <a:cubicBezTo>
                    <a:pt x="1689" y="382"/>
                    <a:pt x="1689" y="382"/>
                    <a:pt x="1689" y="382"/>
                  </a:cubicBezTo>
                  <a:cubicBezTo>
                    <a:pt x="1689" y="382"/>
                    <a:pt x="1689" y="382"/>
                    <a:pt x="1689" y="382"/>
                  </a:cubicBezTo>
                  <a:cubicBezTo>
                    <a:pt x="1693" y="391"/>
                    <a:pt x="1693" y="391"/>
                    <a:pt x="1693" y="391"/>
                  </a:cubicBezTo>
                  <a:cubicBezTo>
                    <a:pt x="1693" y="391"/>
                    <a:pt x="1693" y="391"/>
                    <a:pt x="1693" y="391"/>
                  </a:cubicBezTo>
                  <a:cubicBezTo>
                    <a:pt x="1696" y="399"/>
                    <a:pt x="1696" y="399"/>
                    <a:pt x="1696" y="399"/>
                  </a:cubicBezTo>
                  <a:cubicBezTo>
                    <a:pt x="1696" y="399"/>
                    <a:pt x="1696" y="399"/>
                    <a:pt x="1696" y="399"/>
                  </a:cubicBezTo>
                  <a:cubicBezTo>
                    <a:pt x="1696" y="408"/>
                    <a:pt x="1696" y="408"/>
                    <a:pt x="1696" y="408"/>
                  </a:cubicBezTo>
                  <a:cubicBezTo>
                    <a:pt x="1696" y="408"/>
                    <a:pt x="1696" y="408"/>
                    <a:pt x="1696" y="408"/>
                  </a:cubicBezTo>
                  <a:cubicBezTo>
                    <a:pt x="1695" y="415"/>
                    <a:pt x="1695" y="415"/>
                    <a:pt x="1695" y="415"/>
                  </a:cubicBezTo>
                  <a:cubicBezTo>
                    <a:pt x="1695" y="415"/>
                    <a:pt x="1695" y="415"/>
                    <a:pt x="1695" y="415"/>
                  </a:cubicBezTo>
                  <a:cubicBezTo>
                    <a:pt x="1693" y="416"/>
                    <a:pt x="1693" y="416"/>
                    <a:pt x="1693" y="416"/>
                  </a:cubicBezTo>
                  <a:cubicBezTo>
                    <a:pt x="1693" y="416"/>
                    <a:pt x="1693" y="416"/>
                    <a:pt x="1693" y="416"/>
                  </a:cubicBezTo>
                  <a:cubicBezTo>
                    <a:pt x="1692" y="417"/>
                    <a:pt x="1692" y="417"/>
                    <a:pt x="1692" y="417"/>
                  </a:cubicBezTo>
                  <a:cubicBezTo>
                    <a:pt x="1692" y="417"/>
                    <a:pt x="1692" y="417"/>
                    <a:pt x="1692" y="417"/>
                  </a:cubicBezTo>
                  <a:cubicBezTo>
                    <a:pt x="1691" y="417"/>
                    <a:pt x="1691" y="417"/>
                    <a:pt x="1691" y="417"/>
                  </a:cubicBezTo>
                  <a:cubicBezTo>
                    <a:pt x="1691" y="417"/>
                    <a:pt x="1691" y="417"/>
                    <a:pt x="1691" y="417"/>
                  </a:cubicBezTo>
                  <a:cubicBezTo>
                    <a:pt x="1691" y="417"/>
                    <a:pt x="1691" y="417"/>
                    <a:pt x="1691" y="417"/>
                  </a:cubicBezTo>
                  <a:cubicBezTo>
                    <a:pt x="1691" y="417"/>
                    <a:pt x="1691" y="417"/>
                    <a:pt x="1691" y="417"/>
                  </a:cubicBezTo>
                  <a:cubicBezTo>
                    <a:pt x="1689" y="418"/>
                    <a:pt x="1689" y="418"/>
                    <a:pt x="1689" y="418"/>
                  </a:cubicBezTo>
                  <a:cubicBezTo>
                    <a:pt x="1689" y="418"/>
                    <a:pt x="1689" y="418"/>
                    <a:pt x="1689" y="418"/>
                  </a:cubicBezTo>
                  <a:cubicBezTo>
                    <a:pt x="1688" y="419"/>
                    <a:pt x="1688" y="419"/>
                    <a:pt x="1688" y="419"/>
                  </a:cubicBezTo>
                  <a:cubicBezTo>
                    <a:pt x="1688" y="419"/>
                    <a:pt x="1688" y="419"/>
                    <a:pt x="1688" y="419"/>
                  </a:cubicBezTo>
                  <a:cubicBezTo>
                    <a:pt x="1687" y="419"/>
                    <a:pt x="1687" y="419"/>
                    <a:pt x="1687" y="419"/>
                  </a:cubicBezTo>
                  <a:cubicBezTo>
                    <a:pt x="1687" y="419"/>
                    <a:pt x="1687" y="419"/>
                    <a:pt x="1687" y="419"/>
                  </a:cubicBezTo>
                  <a:cubicBezTo>
                    <a:pt x="1686" y="419"/>
                    <a:pt x="1686" y="419"/>
                    <a:pt x="1686" y="419"/>
                  </a:cubicBezTo>
                  <a:close/>
                  <a:moveTo>
                    <a:pt x="573" y="412"/>
                  </a:moveTo>
                  <a:cubicBezTo>
                    <a:pt x="574" y="413"/>
                    <a:pt x="574" y="413"/>
                    <a:pt x="574" y="413"/>
                  </a:cubicBezTo>
                  <a:cubicBezTo>
                    <a:pt x="574" y="413"/>
                    <a:pt x="574" y="413"/>
                    <a:pt x="574" y="413"/>
                  </a:cubicBezTo>
                  <a:cubicBezTo>
                    <a:pt x="575" y="413"/>
                    <a:pt x="575" y="413"/>
                    <a:pt x="575" y="413"/>
                  </a:cubicBezTo>
                  <a:cubicBezTo>
                    <a:pt x="575" y="413"/>
                    <a:pt x="575" y="413"/>
                    <a:pt x="575" y="413"/>
                  </a:cubicBezTo>
                  <a:cubicBezTo>
                    <a:pt x="576" y="412"/>
                    <a:pt x="576" y="412"/>
                    <a:pt x="576" y="412"/>
                  </a:cubicBezTo>
                  <a:cubicBezTo>
                    <a:pt x="576" y="412"/>
                    <a:pt x="576" y="412"/>
                    <a:pt x="576" y="412"/>
                  </a:cubicBezTo>
                  <a:cubicBezTo>
                    <a:pt x="578" y="411"/>
                    <a:pt x="578" y="411"/>
                    <a:pt x="578" y="411"/>
                  </a:cubicBezTo>
                  <a:cubicBezTo>
                    <a:pt x="578" y="411"/>
                    <a:pt x="578" y="411"/>
                    <a:pt x="578" y="411"/>
                  </a:cubicBezTo>
                  <a:cubicBezTo>
                    <a:pt x="579" y="411"/>
                    <a:pt x="579" y="411"/>
                    <a:pt x="579" y="411"/>
                  </a:cubicBezTo>
                  <a:cubicBezTo>
                    <a:pt x="579" y="411"/>
                    <a:pt x="579" y="411"/>
                    <a:pt x="579" y="411"/>
                  </a:cubicBezTo>
                  <a:cubicBezTo>
                    <a:pt x="580" y="410"/>
                    <a:pt x="580" y="410"/>
                    <a:pt x="580" y="410"/>
                  </a:cubicBezTo>
                  <a:cubicBezTo>
                    <a:pt x="580" y="410"/>
                    <a:pt x="580" y="410"/>
                    <a:pt x="580" y="410"/>
                  </a:cubicBezTo>
                  <a:cubicBezTo>
                    <a:pt x="581" y="410"/>
                    <a:pt x="581" y="410"/>
                    <a:pt x="581" y="410"/>
                  </a:cubicBezTo>
                  <a:cubicBezTo>
                    <a:pt x="581" y="410"/>
                    <a:pt x="581" y="410"/>
                    <a:pt x="581" y="410"/>
                  </a:cubicBezTo>
                  <a:cubicBezTo>
                    <a:pt x="582" y="410"/>
                    <a:pt x="582" y="410"/>
                    <a:pt x="582" y="410"/>
                  </a:cubicBezTo>
                  <a:cubicBezTo>
                    <a:pt x="582" y="410"/>
                    <a:pt x="582" y="410"/>
                    <a:pt x="582" y="410"/>
                  </a:cubicBezTo>
                  <a:cubicBezTo>
                    <a:pt x="581" y="393"/>
                    <a:pt x="581" y="393"/>
                    <a:pt x="581" y="393"/>
                  </a:cubicBezTo>
                  <a:cubicBezTo>
                    <a:pt x="581" y="393"/>
                    <a:pt x="581" y="393"/>
                    <a:pt x="581" y="393"/>
                  </a:cubicBezTo>
                  <a:cubicBezTo>
                    <a:pt x="580" y="376"/>
                    <a:pt x="580" y="376"/>
                    <a:pt x="580" y="376"/>
                  </a:cubicBezTo>
                  <a:cubicBezTo>
                    <a:pt x="580" y="376"/>
                    <a:pt x="580" y="376"/>
                    <a:pt x="580" y="376"/>
                  </a:cubicBezTo>
                  <a:cubicBezTo>
                    <a:pt x="578" y="359"/>
                    <a:pt x="578" y="359"/>
                    <a:pt x="578" y="359"/>
                  </a:cubicBezTo>
                  <a:cubicBezTo>
                    <a:pt x="578" y="359"/>
                    <a:pt x="578" y="359"/>
                    <a:pt x="578" y="359"/>
                  </a:cubicBezTo>
                  <a:cubicBezTo>
                    <a:pt x="576" y="341"/>
                    <a:pt x="576" y="341"/>
                    <a:pt x="576" y="341"/>
                  </a:cubicBezTo>
                  <a:cubicBezTo>
                    <a:pt x="576" y="341"/>
                    <a:pt x="576" y="341"/>
                    <a:pt x="576" y="341"/>
                  </a:cubicBezTo>
                  <a:cubicBezTo>
                    <a:pt x="573" y="324"/>
                    <a:pt x="573" y="324"/>
                    <a:pt x="573" y="324"/>
                  </a:cubicBezTo>
                  <a:cubicBezTo>
                    <a:pt x="573" y="324"/>
                    <a:pt x="573" y="324"/>
                    <a:pt x="573" y="324"/>
                  </a:cubicBezTo>
                  <a:cubicBezTo>
                    <a:pt x="571" y="308"/>
                    <a:pt x="571" y="308"/>
                    <a:pt x="571" y="308"/>
                  </a:cubicBezTo>
                  <a:cubicBezTo>
                    <a:pt x="571" y="308"/>
                    <a:pt x="571" y="308"/>
                    <a:pt x="571" y="308"/>
                  </a:cubicBezTo>
                  <a:cubicBezTo>
                    <a:pt x="570" y="291"/>
                    <a:pt x="570" y="291"/>
                    <a:pt x="570" y="291"/>
                  </a:cubicBezTo>
                  <a:cubicBezTo>
                    <a:pt x="570" y="291"/>
                    <a:pt x="570" y="291"/>
                    <a:pt x="570" y="291"/>
                  </a:cubicBezTo>
                  <a:cubicBezTo>
                    <a:pt x="574" y="274"/>
                    <a:pt x="574" y="274"/>
                    <a:pt x="574" y="274"/>
                  </a:cubicBezTo>
                  <a:cubicBezTo>
                    <a:pt x="574" y="274"/>
                    <a:pt x="574" y="274"/>
                    <a:pt x="574" y="274"/>
                  </a:cubicBezTo>
                  <a:cubicBezTo>
                    <a:pt x="588" y="259"/>
                    <a:pt x="588" y="259"/>
                    <a:pt x="588" y="259"/>
                  </a:cubicBezTo>
                  <a:cubicBezTo>
                    <a:pt x="588" y="259"/>
                    <a:pt x="588" y="259"/>
                    <a:pt x="588" y="259"/>
                  </a:cubicBezTo>
                  <a:cubicBezTo>
                    <a:pt x="589" y="256"/>
                    <a:pt x="589" y="256"/>
                    <a:pt x="589" y="256"/>
                  </a:cubicBezTo>
                  <a:cubicBezTo>
                    <a:pt x="589" y="256"/>
                    <a:pt x="589" y="256"/>
                    <a:pt x="589" y="256"/>
                  </a:cubicBezTo>
                  <a:cubicBezTo>
                    <a:pt x="592" y="253"/>
                    <a:pt x="592" y="253"/>
                    <a:pt x="592" y="253"/>
                  </a:cubicBezTo>
                  <a:cubicBezTo>
                    <a:pt x="592" y="253"/>
                    <a:pt x="592" y="253"/>
                    <a:pt x="592" y="253"/>
                  </a:cubicBezTo>
                  <a:cubicBezTo>
                    <a:pt x="593" y="250"/>
                    <a:pt x="593" y="250"/>
                    <a:pt x="593" y="250"/>
                  </a:cubicBezTo>
                  <a:cubicBezTo>
                    <a:pt x="593" y="250"/>
                    <a:pt x="593" y="250"/>
                    <a:pt x="593" y="250"/>
                  </a:cubicBezTo>
                  <a:cubicBezTo>
                    <a:pt x="595" y="245"/>
                    <a:pt x="595" y="245"/>
                    <a:pt x="595" y="245"/>
                  </a:cubicBezTo>
                  <a:cubicBezTo>
                    <a:pt x="595" y="245"/>
                    <a:pt x="595" y="245"/>
                    <a:pt x="595" y="245"/>
                  </a:cubicBezTo>
                  <a:cubicBezTo>
                    <a:pt x="595" y="242"/>
                    <a:pt x="595" y="242"/>
                    <a:pt x="595" y="242"/>
                  </a:cubicBezTo>
                  <a:cubicBezTo>
                    <a:pt x="595" y="242"/>
                    <a:pt x="595" y="242"/>
                    <a:pt x="595" y="242"/>
                  </a:cubicBezTo>
                  <a:cubicBezTo>
                    <a:pt x="595" y="238"/>
                    <a:pt x="595" y="238"/>
                    <a:pt x="595" y="238"/>
                  </a:cubicBezTo>
                  <a:cubicBezTo>
                    <a:pt x="595" y="238"/>
                    <a:pt x="595" y="238"/>
                    <a:pt x="595" y="238"/>
                  </a:cubicBezTo>
                  <a:cubicBezTo>
                    <a:pt x="593" y="234"/>
                    <a:pt x="593" y="234"/>
                    <a:pt x="593" y="234"/>
                  </a:cubicBezTo>
                  <a:cubicBezTo>
                    <a:pt x="593" y="234"/>
                    <a:pt x="593" y="234"/>
                    <a:pt x="593" y="234"/>
                  </a:cubicBezTo>
                  <a:cubicBezTo>
                    <a:pt x="593" y="229"/>
                    <a:pt x="593" y="229"/>
                    <a:pt x="593" y="229"/>
                  </a:cubicBezTo>
                  <a:cubicBezTo>
                    <a:pt x="593" y="229"/>
                    <a:pt x="593" y="229"/>
                    <a:pt x="593" y="229"/>
                  </a:cubicBezTo>
                  <a:cubicBezTo>
                    <a:pt x="591" y="229"/>
                    <a:pt x="591" y="229"/>
                    <a:pt x="591" y="229"/>
                  </a:cubicBezTo>
                  <a:cubicBezTo>
                    <a:pt x="591" y="229"/>
                    <a:pt x="591" y="229"/>
                    <a:pt x="591" y="229"/>
                  </a:cubicBezTo>
                  <a:cubicBezTo>
                    <a:pt x="588" y="230"/>
                    <a:pt x="588" y="230"/>
                    <a:pt x="588" y="230"/>
                  </a:cubicBezTo>
                  <a:cubicBezTo>
                    <a:pt x="588" y="230"/>
                    <a:pt x="588" y="230"/>
                    <a:pt x="588" y="230"/>
                  </a:cubicBezTo>
                  <a:cubicBezTo>
                    <a:pt x="588" y="231"/>
                    <a:pt x="588" y="231"/>
                    <a:pt x="588" y="231"/>
                  </a:cubicBezTo>
                  <a:cubicBezTo>
                    <a:pt x="588" y="231"/>
                    <a:pt x="588" y="231"/>
                    <a:pt x="588" y="231"/>
                  </a:cubicBezTo>
                  <a:cubicBezTo>
                    <a:pt x="588" y="233"/>
                    <a:pt x="588" y="233"/>
                    <a:pt x="588" y="233"/>
                  </a:cubicBezTo>
                  <a:cubicBezTo>
                    <a:pt x="588" y="233"/>
                    <a:pt x="588" y="233"/>
                    <a:pt x="588" y="233"/>
                  </a:cubicBezTo>
                  <a:cubicBezTo>
                    <a:pt x="589" y="234"/>
                    <a:pt x="589" y="234"/>
                    <a:pt x="589" y="234"/>
                  </a:cubicBezTo>
                  <a:cubicBezTo>
                    <a:pt x="589" y="234"/>
                    <a:pt x="589" y="234"/>
                    <a:pt x="589" y="234"/>
                  </a:cubicBezTo>
                  <a:cubicBezTo>
                    <a:pt x="589" y="236"/>
                    <a:pt x="589" y="236"/>
                    <a:pt x="589" y="236"/>
                  </a:cubicBezTo>
                  <a:cubicBezTo>
                    <a:pt x="589" y="236"/>
                    <a:pt x="589" y="236"/>
                    <a:pt x="589" y="236"/>
                  </a:cubicBezTo>
                  <a:cubicBezTo>
                    <a:pt x="591" y="236"/>
                    <a:pt x="591" y="236"/>
                    <a:pt x="591" y="236"/>
                  </a:cubicBezTo>
                  <a:cubicBezTo>
                    <a:pt x="591" y="236"/>
                    <a:pt x="591" y="236"/>
                    <a:pt x="591" y="236"/>
                  </a:cubicBezTo>
                  <a:cubicBezTo>
                    <a:pt x="591" y="238"/>
                    <a:pt x="591" y="238"/>
                    <a:pt x="591" y="238"/>
                  </a:cubicBezTo>
                  <a:cubicBezTo>
                    <a:pt x="591" y="238"/>
                    <a:pt x="591" y="238"/>
                    <a:pt x="591" y="238"/>
                  </a:cubicBezTo>
                  <a:cubicBezTo>
                    <a:pt x="591" y="238"/>
                    <a:pt x="591" y="238"/>
                    <a:pt x="591" y="238"/>
                  </a:cubicBezTo>
                  <a:cubicBezTo>
                    <a:pt x="591" y="238"/>
                    <a:pt x="591" y="238"/>
                    <a:pt x="591" y="238"/>
                  </a:cubicBezTo>
                  <a:cubicBezTo>
                    <a:pt x="587" y="242"/>
                    <a:pt x="587" y="242"/>
                    <a:pt x="587" y="242"/>
                  </a:cubicBezTo>
                  <a:cubicBezTo>
                    <a:pt x="587" y="242"/>
                    <a:pt x="587" y="242"/>
                    <a:pt x="587" y="242"/>
                  </a:cubicBezTo>
                  <a:cubicBezTo>
                    <a:pt x="586" y="244"/>
                    <a:pt x="586" y="244"/>
                    <a:pt x="586" y="244"/>
                  </a:cubicBezTo>
                  <a:cubicBezTo>
                    <a:pt x="586" y="244"/>
                    <a:pt x="586" y="244"/>
                    <a:pt x="586" y="244"/>
                  </a:cubicBezTo>
                  <a:cubicBezTo>
                    <a:pt x="583" y="247"/>
                    <a:pt x="583" y="247"/>
                    <a:pt x="583" y="247"/>
                  </a:cubicBezTo>
                  <a:cubicBezTo>
                    <a:pt x="583" y="247"/>
                    <a:pt x="583" y="247"/>
                    <a:pt x="583" y="247"/>
                  </a:cubicBezTo>
                  <a:cubicBezTo>
                    <a:pt x="582" y="250"/>
                    <a:pt x="582" y="250"/>
                    <a:pt x="582" y="250"/>
                  </a:cubicBezTo>
                  <a:cubicBezTo>
                    <a:pt x="582" y="250"/>
                    <a:pt x="582" y="250"/>
                    <a:pt x="582" y="250"/>
                  </a:cubicBezTo>
                  <a:cubicBezTo>
                    <a:pt x="580" y="253"/>
                    <a:pt x="580" y="253"/>
                    <a:pt x="580" y="253"/>
                  </a:cubicBezTo>
                  <a:cubicBezTo>
                    <a:pt x="580" y="253"/>
                    <a:pt x="580" y="253"/>
                    <a:pt x="580" y="253"/>
                  </a:cubicBezTo>
                  <a:cubicBezTo>
                    <a:pt x="578" y="255"/>
                    <a:pt x="578" y="255"/>
                    <a:pt x="578" y="255"/>
                  </a:cubicBezTo>
                  <a:cubicBezTo>
                    <a:pt x="578" y="255"/>
                    <a:pt x="578" y="255"/>
                    <a:pt x="578" y="255"/>
                  </a:cubicBezTo>
                  <a:cubicBezTo>
                    <a:pt x="575" y="256"/>
                    <a:pt x="575" y="256"/>
                    <a:pt x="575" y="256"/>
                  </a:cubicBezTo>
                  <a:cubicBezTo>
                    <a:pt x="575" y="256"/>
                    <a:pt x="575" y="256"/>
                    <a:pt x="575" y="256"/>
                  </a:cubicBezTo>
                  <a:cubicBezTo>
                    <a:pt x="573" y="256"/>
                    <a:pt x="573" y="256"/>
                    <a:pt x="573" y="256"/>
                  </a:cubicBezTo>
                  <a:cubicBezTo>
                    <a:pt x="573" y="256"/>
                    <a:pt x="573" y="256"/>
                    <a:pt x="573" y="256"/>
                  </a:cubicBezTo>
                  <a:cubicBezTo>
                    <a:pt x="569" y="255"/>
                    <a:pt x="569" y="255"/>
                    <a:pt x="569" y="255"/>
                  </a:cubicBezTo>
                  <a:cubicBezTo>
                    <a:pt x="569" y="255"/>
                    <a:pt x="569" y="255"/>
                    <a:pt x="569" y="255"/>
                  </a:cubicBezTo>
                  <a:cubicBezTo>
                    <a:pt x="571" y="227"/>
                    <a:pt x="571" y="227"/>
                    <a:pt x="571" y="227"/>
                  </a:cubicBezTo>
                  <a:cubicBezTo>
                    <a:pt x="571" y="227"/>
                    <a:pt x="571" y="227"/>
                    <a:pt x="571" y="227"/>
                  </a:cubicBezTo>
                  <a:cubicBezTo>
                    <a:pt x="593" y="205"/>
                    <a:pt x="593" y="205"/>
                    <a:pt x="593" y="205"/>
                  </a:cubicBezTo>
                  <a:cubicBezTo>
                    <a:pt x="593" y="205"/>
                    <a:pt x="593" y="205"/>
                    <a:pt x="593" y="205"/>
                  </a:cubicBezTo>
                  <a:cubicBezTo>
                    <a:pt x="619" y="183"/>
                    <a:pt x="619" y="183"/>
                    <a:pt x="619" y="183"/>
                  </a:cubicBezTo>
                  <a:cubicBezTo>
                    <a:pt x="619" y="183"/>
                    <a:pt x="619" y="183"/>
                    <a:pt x="619" y="183"/>
                  </a:cubicBezTo>
                  <a:cubicBezTo>
                    <a:pt x="647" y="156"/>
                    <a:pt x="647" y="156"/>
                    <a:pt x="647" y="156"/>
                  </a:cubicBezTo>
                  <a:cubicBezTo>
                    <a:pt x="647" y="156"/>
                    <a:pt x="647" y="156"/>
                    <a:pt x="647" y="156"/>
                  </a:cubicBezTo>
                  <a:cubicBezTo>
                    <a:pt x="646" y="153"/>
                    <a:pt x="646" y="153"/>
                    <a:pt x="646" y="153"/>
                  </a:cubicBezTo>
                  <a:cubicBezTo>
                    <a:pt x="646" y="153"/>
                    <a:pt x="646" y="153"/>
                    <a:pt x="646" y="153"/>
                  </a:cubicBezTo>
                  <a:cubicBezTo>
                    <a:pt x="646" y="150"/>
                    <a:pt x="646" y="150"/>
                    <a:pt x="646" y="150"/>
                  </a:cubicBezTo>
                  <a:cubicBezTo>
                    <a:pt x="646" y="150"/>
                    <a:pt x="646" y="150"/>
                    <a:pt x="646" y="150"/>
                  </a:cubicBezTo>
                  <a:cubicBezTo>
                    <a:pt x="645" y="147"/>
                    <a:pt x="645" y="147"/>
                    <a:pt x="645" y="147"/>
                  </a:cubicBezTo>
                  <a:cubicBezTo>
                    <a:pt x="645" y="147"/>
                    <a:pt x="645" y="147"/>
                    <a:pt x="645" y="147"/>
                  </a:cubicBezTo>
                  <a:cubicBezTo>
                    <a:pt x="645" y="143"/>
                    <a:pt x="645" y="143"/>
                    <a:pt x="645" y="143"/>
                  </a:cubicBezTo>
                  <a:cubicBezTo>
                    <a:pt x="645" y="143"/>
                    <a:pt x="645" y="143"/>
                    <a:pt x="645" y="143"/>
                  </a:cubicBezTo>
                  <a:cubicBezTo>
                    <a:pt x="643" y="142"/>
                    <a:pt x="643" y="142"/>
                    <a:pt x="643" y="142"/>
                  </a:cubicBezTo>
                  <a:cubicBezTo>
                    <a:pt x="643" y="142"/>
                    <a:pt x="643" y="142"/>
                    <a:pt x="643" y="142"/>
                  </a:cubicBezTo>
                  <a:cubicBezTo>
                    <a:pt x="641" y="139"/>
                    <a:pt x="641" y="139"/>
                    <a:pt x="641" y="139"/>
                  </a:cubicBezTo>
                  <a:cubicBezTo>
                    <a:pt x="641" y="139"/>
                    <a:pt x="641" y="139"/>
                    <a:pt x="641" y="139"/>
                  </a:cubicBezTo>
                  <a:cubicBezTo>
                    <a:pt x="639" y="137"/>
                    <a:pt x="639" y="137"/>
                    <a:pt x="639" y="137"/>
                  </a:cubicBezTo>
                  <a:cubicBezTo>
                    <a:pt x="639" y="137"/>
                    <a:pt x="639" y="137"/>
                    <a:pt x="639" y="137"/>
                  </a:cubicBezTo>
                  <a:cubicBezTo>
                    <a:pt x="637" y="135"/>
                    <a:pt x="637" y="135"/>
                    <a:pt x="637" y="135"/>
                  </a:cubicBezTo>
                  <a:cubicBezTo>
                    <a:pt x="637" y="135"/>
                    <a:pt x="637" y="135"/>
                    <a:pt x="637" y="135"/>
                  </a:cubicBezTo>
                  <a:cubicBezTo>
                    <a:pt x="627" y="134"/>
                    <a:pt x="627" y="134"/>
                    <a:pt x="627" y="134"/>
                  </a:cubicBezTo>
                  <a:cubicBezTo>
                    <a:pt x="627" y="134"/>
                    <a:pt x="627" y="134"/>
                    <a:pt x="627" y="134"/>
                  </a:cubicBezTo>
                  <a:cubicBezTo>
                    <a:pt x="620" y="134"/>
                    <a:pt x="620" y="134"/>
                    <a:pt x="620" y="134"/>
                  </a:cubicBezTo>
                  <a:cubicBezTo>
                    <a:pt x="620" y="134"/>
                    <a:pt x="620" y="134"/>
                    <a:pt x="620" y="134"/>
                  </a:cubicBezTo>
                  <a:cubicBezTo>
                    <a:pt x="614" y="138"/>
                    <a:pt x="614" y="138"/>
                    <a:pt x="614" y="138"/>
                  </a:cubicBezTo>
                  <a:cubicBezTo>
                    <a:pt x="614" y="138"/>
                    <a:pt x="614" y="138"/>
                    <a:pt x="614" y="138"/>
                  </a:cubicBezTo>
                  <a:cubicBezTo>
                    <a:pt x="607" y="142"/>
                    <a:pt x="607" y="142"/>
                    <a:pt x="607" y="142"/>
                  </a:cubicBezTo>
                  <a:cubicBezTo>
                    <a:pt x="607" y="142"/>
                    <a:pt x="607" y="142"/>
                    <a:pt x="607" y="142"/>
                  </a:cubicBezTo>
                  <a:cubicBezTo>
                    <a:pt x="601" y="146"/>
                    <a:pt x="601" y="146"/>
                    <a:pt x="601" y="146"/>
                  </a:cubicBezTo>
                  <a:cubicBezTo>
                    <a:pt x="601" y="146"/>
                    <a:pt x="601" y="146"/>
                    <a:pt x="601" y="146"/>
                  </a:cubicBezTo>
                  <a:cubicBezTo>
                    <a:pt x="596" y="151"/>
                    <a:pt x="596" y="151"/>
                    <a:pt x="596" y="151"/>
                  </a:cubicBezTo>
                  <a:cubicBezTo>
                    <a:pt x="596" y="151"/>
                    <a:pt x="596" y="151"/>
                    <a:pt x="596" y="151"/>
                  </a:cubicBezTo>
                  <a:cubicBezTo>
                    <a:pt x="589" y="156"/>
                    <a:pt x="589" y="156"/>
                    <a:pt x="589" y="156"/>
                  </a:cubicBezTo>
                  <a:cubicBezTo>
                    <a:pt x="589" y="156"/>
                    <a:pt x="589" y="156"/>
                    <a:pt x="589" y="156"/>
                  </a:cubicBezTo>
                  <a:cubicBezTo>
                    <a:pt x="583" y="157"/>
                    <a:pt x="583" y="157"/>
                    <a:pt x="583" y="157"/>
                  </a:cubicBezTo>
                  <a:cubicBezTo>
                    <a:pt x="583" y="157"/>
                    <a:pt x="583" y="157"/>
                    <a:pt x="583" y="157"/>
                  </a:cubicBezTo>
                  <a:cubicBezTo>
                    <a:pt x="580" y="157"/>
                    <a:pt x="580" y="157"/>
                    <a:pt x="580" y="157"/>
                  </a:cubicBezTo>
                  <a:cubicBezTo>
                    <a:pt x="580" y="157"/>
                    <a:pt x="580" y="157"/>
                    <a:pt x="580" y="157"/>
                  </a:cubicBezTo>
                  <a:cubicBezTo>
                    <a:pt x="580" y="154"/>
                    <a:pt x="580" y="154"/>
                    <a:pt x="580" y="154"/>
                  </a:cubicBezTo>
                  <a:cubicBezTo>
                    <a:pt x="580" y="154"/>
                    <a:pt x="580" y="154"/>
                    <a:pt x="580" y="154"/>
                  </a:cubicBezTo>
                  <a:cubicBezTo>
                    <a:pt x="579" y="152"/>
                    <a:pt x="579" y="152"/>
                    <a:pt x="579" y="152"/>
                  </a:cubicBezTo>
                  <a:cubicBezTo>
                    <a:pt x="579" y="152"/>
                    <a:pt x="579" y="152"/>
                    <a:pt x="579" y="152"/>
                  </a:cubicBezTo>
                  <a:cubicBezTo>
                    <a:pt x="580" y="149"/>
                    <a:pt x="580" y="149"/>
                    <a:pt x="580" y="149"/>
                  </a:cubicBezTo>
                  <a:cubicBezTo>
                    <a:pt x="580" y="149"/>
                    <a:pt x="580" y="149"/>
                    <a:pt x="580" y="149"/>
                  </a:cubicBezTo>
                  <a:cubicBezTo>
                    <a:pt x="580" y="147"/>
                    <a:pt x="580" y="147"/>
                    <a:pt x="580" y="147"/>
                  </a:cubicBezTo>
                  <a:cubicBezTo>
                    <a:pt x="580" y="147"/>
                    <a:pt x="580" y="147"/>
                    <a:pt x="580" y="147"/>
                  </a:cubicBezTo>
                  <a:cubicBezTo>
                    <a:pt x="580" y="145"/>
                    <a:pt x="580" y="145"/>
                    <a:pt x="580" y="145"/>
                  </a:cubicBezTo>
                  <a:cubicBezTo>
                    <a:pt x="580" y="145"/>
                    <a:pt x="580" y="145"/>
                    <a:pt x="580" y="145"/>
                  </a:cubicBezTo>
                  <a:cubicBezTo>
                    <a:pt x="581" y="143"/>
                    <a:pt x="581" y="143"/>
                    <a:pt x="581" y="143"/>
                  </a:cubicBezTo>
                  <a:cubicBezTo>
                    <a:pt x="581" y="143"/>
                    <a:pt x="581" y="143"/>
                    <a:pt x="581" y="143"/>
                  </a:cubicBezTo>
                  <a:cubicBezTo>
                    <a:pt x="583" y="141"/>
                    <a:pt x="583" y="141"/>
                    <a:pt x="583" y="141"/>
                  </a:cubicBezTo>
                  <a:cubicBezTo>
                    <a:pt x="583" y="141"/>
                    <a:pt x="583" y="141"/>
                    <a:pt x="583" y="141"/>
                  </a:cubicBezTo>
                  <a:cubicBezTo>
                    <a:pt x="623" y="107"/>
                    <a:pt x="623" y="107"/>
                    <a:pt x="623" y="107"/>
                  </a:cubicBezTo>
                  <a:cubicBezTo>
                    <a:pt x="623" y="107"/>
                    <a:pt x="623" y="107"/>
                    <a:pt x="623" y="107"/>
                  </a:cubicBezTo>
                  <a:cubicBezTo>
                    <a:pt x="625" y="107"/>
                    <a:pt x="625" y="107"/>
                    <a:pt x="625" y="107"/>
                  </a:cubicBezTo>
                  <a:cubicBezTo>
                    <a:pt x="625" y="107"/>
                    <a:pt x="625" y="107"/>
                    <a:pt x="625" y="107"/>
                  </a:cubicBezTo>
                  <a:cubicBezTo>
                    <a:pt x="627" y="106"/>
                    <a:pt x="627" y="106"/>
                    <a:pt x="627" y="106"/>
                  </a:cubicBezTo>
                  <a:cubicBezTo>
                    <a:pt x="627" y="106"/>
                    <a:pt x="627" y="106"/>
                    <a:pt x="627" y="106"/>
                  </a:cubicBezTo>
                  <a:cubicBezTo>
                    <a:pt x="629" y="106"/>
                    <a:pt x="629" y="106"/>
                    <a:pt x="629" y="106"/>
                  </a:cubicBezTo>
                  <a:cubicBezTo>
                    <a:pt x="629" y="106"/>
                    <a:pt x="629" y="106"/>
                    <a:pt x="629" y="106"/>
                  </a:cubicBezTo>
                  <a:cubicBezTo>
                    <a:pt x="631" y="105"/>
                    <a:pt x="631" y="105"/>
                    <a:pt x="631" y="105"/>
                  </a:cubicBezTo>
                  <a:cubicBezTo>
                    <a:pt x="631" y="105"/>
                    <a:pt x="631" y="105"/>
                    <a:pt x="631" y="105"/>
                  </a:cubicBezTo>
                  <a:cubicBezTo>
                    <a:pt x="634" y="105"/>
                    <a:pt x="634" y="105"/>
                    <a:pt x="634" y="105"/>
                  </a:cubicBezTo>
                  <a:cubicBezTo>
                    <a:pt x="634" y="105"/>
                    <a:pt x="634" y="105"/>
                    <a:pt x="634" y="105"/>
                  </a:cubicBezTo>
                  <a:cubicBezTo>
                    <a:pt x="636" y="104"/>
                    <a:pt x="636" y="104"/>
                    <a:pt x="636" y="104"/>
                  </a:cubicBezTo>
                  <a:cubicBezTo>
                    <a:pt x="636" y="104"/>
                    <a:pt x="636" y="104"/>
                    <a:pt x="636" y="104"/>
                  </a:cubicBezTo>
                  <a:cubicBezTo>
                    <a:pt x="638" y="104"/>
                    <a:pt x="638" y="104"/>
                    <a:pt x="638" y="104"/>
                  </a:cubicBezTo>
                  <a:cubicBezTo>
                    <a:pt x="638" y="104"/>
                    <a:pt x="638" y="104"/>
                    <a:pt x="638" y="104"/>
                  </a:cubicBezTo>
                  <a:cubicBezTo>
                    <a:pt x="641" y="103"/>
                    <a:pt x="641" y="103"/>
                    <a:pt x="641" y="103"/>
                  </a:cubicBezTo>
                  <a:cubicBezTo>
                    <a:pt x="641" y="103"/>
                    <a:pt x="641" y="103"/>
                    <a:pt x="641" y="103"/>
                  </a:cubicBezTo>
                  <a:cubicBezTo>
                    <a:pt x="642" y="100"/>
                    <a:pt x="642" y="100"/>
                    <a:pt x="642" y="100"/>
                  </a:cubicBezTo>
                  <a:cubicBezTo>
                    <a:pt x="642" y="100"/>
                    <a:pt x="642" y="100"/>
                    <a:pt x="642" y="100"/>
                  </a:cubicBezTo>
                  <a:cubicBezTo>
                    <a:pt x="640" y="99"/>
                    <a:pt x="640" y="99"/>
                    <a:pt x="640" y="99"/>
                  </a:cubicBezTo>
                  <a:cubicBezTo>
                    <a:pt x="640" y="99"/>
                    <a:pt x="640" y="99"/>
                    <a:pt x="640" y="99"/>
                  </a:cubicBezTo>
                  <a:cubicBezTo>
                    <a:pt x="639" y="99"/>
                    <a:pt x="639" y="99"/>
                    <a:pt x="639" y="99"/>
                  </a:cubicBezTo>
                  <a:cubicBezTo>
                    <a:pt x="639" y="99"/>
                    <a:pt x="639" y="99"/>
                    <a:pt x="639" y="99"/>
                  </a:cubicBezTo>
                  <a:cubicBezTo>
                    <a:pt x="638" y="98"/>
                    <a:pt x="638" y="98"/>
                    <a:pt x="638" y="98"/>
                  </a:cubicBezTo>
                  <a:cubicBezTo>
                    <a:pt x="638" y="98"/>
                    <a:pt x="638" y="98"/>
                    <a:pt x="638" y="98"/>
                  </a:cubicBezTo>
                  <a:cubicBezTo>
                    <a:pt x="637" y="97"/>
                    <a:pt x="637" y="97"/>
                    <a:pt x="637" y="97"/>
                  </a:cubicBezTo>
                  <a:cubicBezTo>
                    <a:pt x="637" y="97"/>
                    <a:pt x="637" y="97"/>
                    <a:pt x="637" y="97"/>
                  </a:cubicBezTo>
                  <a:cubicBezTo>
                    <a:pt x="635" y="96"/>
                    <a:pt x="635" y="96"/>
                    <a:pt x="635" y="96"/>
                  </a:cubicBezTo>
                  <a:cubicBezTo>
                    <a:pt x="635" y="96"/>
                    <a:pt x="635" y="96"/>
                    <a:pt x="635" y="96"/>
                  </a:cubicBezTo>
                  <a:cubicBezTo>
                    <a:pt x="634" y="95"/>
                    <a:pt x="634" y="95"/>
                    <a:pt x="634" y="95"/>
                  </a:cubicBezTo>
                  <a:cubicBezTo>
                    <a:pt x="634" y="95"/>
                    <a:pt x="634" y="95"/>
                    <a:pt x="634" y="95"/>
                  </a:cubicBezTo>
                  <a:cubicBezTo>
                    <a:pt x="633" y="94"/>
                    <a:pt x="633" y="94"/>
                    <a:pt x="633" y="94"/>
                  </a:cubicBezTo>
                  <a:cubicBezTo>
                    <a:pt x="633" y="94"/>
                    <a:pt x="633" y="94"/>
                    <a:pt x="633" y="94"/>
                  </a:cubicBezTo>
                  <a:cubicBezTo>
                    <a:pt x="631" y="92"/>
                    <a:pt x="631" y="92"/>
                    <a:pt x="631" y="92"/>
                  </a:cubicBezTo>
                  <a:cubicBezTo>
                    <a:pt x="631" y="92"/>
                    <a:pt x="631" y="92"/>
                    <a:pt x="631" y="92"/>
                  </a:cubicBezTo>
                  <a:cubicBezTo>
                    <a:pt x="587" y="110"/>
                    <a:pt x="587" y="110"/>
                    <a:pt x="587" y="110"/>
                  </a:cubicBezTo>
                  <a:cubicBezTo>
                    <a:pt x="587" y="110"/>
                    <a:pt x="587" y="110"/>
                    <a:pt x="587" y="110"/>
                  </a:cubicBezTo>
                  <a:cubicBezTo>
                    <a:pt x="583" y="106"/>
                    <a:pt x="583" y="106"/>
                    <a:pt x="583" y="106"/>
                  </a:cubicBezTo>
                  <a:cubicBezTo>
                    <a:pt x="583" y="106"/>
                    <a:pt x="583" y="106"/>
                    <a:pt x="583" y="106"/>
                  </a:cubicBezTo>
                  <a:cubicBezTo>
                    <a:pt x="584" y="104"/>
                    <a:pt x="584" y="104"/>
                    <a:pt x="584" y="104"/>
                  </a:cubicBezTo>
                  <a:cubicBezTo>
                    <a:pt x="584" y="104"/>
                    <a:pt x="584" y="104"/>
                    <a:pt x="584" y="104"/>
                  </a:cubicBezTo>
                  <a:cubicBezTo>
                    <a:pt x="585" y="102"/>
                    <a:pt x="585" y="102"/>
                    <a:pt x="585" y="102"/>
                  </a:cubicBezTo>
                  <a:cubicBezTo>
                    <a:pt x="585" y="102"/>
                    <a:pt x="585" y="102"/>
                    <a:pt x="585" y="102"/>
                  </a:cubicBezTo>
                  <a:cubicBezTo>
                    <a:pt x="585" y="99"/>
                    <a:pt x="585" y="99"/>
                    <a:pt x="585" y="99"/>
                  </a:cubicBezTo>
                  <a:cubicBezTo>
                    <a:pt x="585" y="99"/>
                    <a:pt x="585" y="99"/>
                    <a:pt x="585" y="99"/>
                  </a:cubicBezTo>
                  <a:cubicBezTo>
                    <a:pt x="586" y="97"/>
                    <a:pt x="586" y="97"/>
                    <a:pt x="586" y="97"/>
                  </a:cubicBezTo>
                  <a:cubicBezTo>
                    <a:pt x="586" y="97"/>
                    <a:pt x="586" y="97"/>
                    <a:pt x="586" y="97"/>
                  </a:cubicBezTo>
                  <a:cubicBezTo>
                    <a:pt x="586" y="95"/>
                    <a:pt x="586" y="95"/>
                    <a:pt x="586" y="95"/>
                  </a:cubicBezTo>
                  <a:cubicBezTo>
                    <a:pt x="586" y="95"/>
                    <a:pt x="586" y="95"/>
                    <a:pt x="586" y="95"/>
                  </a:cubicBezTo>
                  <a:cubicBezTo>
                    <a:pt x="586" y="92"/>
                    <a:pt x="586" y="92"/>
                    <a:pt x="586" y="92"/>
                  </a:cubicBezTo>
                  <a:cubicBezTo>
                    <a:pt x="586" y="92"/>
                    <a:pt x="586" y="92"/>
                    <a:pt x="586" y="92"/>
                  </a:cubicBezTo>
                  <a:cubicBezTo>
                    <a:pt x="586" y="89"/>
                    <a:pt x="586" y="89"/>
                    <a:pt x="586" y="89"/>
                  </a:cubicBezTo>
                  <a:cubicBezTo>
                    <a:pt x="586" y="89"/>
                    <a:pt x="586" y="89"/>
                    <a:pt x="586" y="89"/>
                  </a:cubicBezTo>
                  <a:cubicBezTo>
                    <a:pt x="587" y="86"/>
                    <a:pt x="587" y="86"/>
                    <a:pt x="587" y="86"/>
                  </a:cubicBezTo>
                  <a:cubicBezTo>
                    <a:pt x="587" y="86"/>
                    <a:pt x="587" y="86"/>
                    <a:pt x="587" y="86"/>
                  </a:cubicBezTo>
                  <a:cubicBezTo>
                    <a:pt x="587" y="82"/>
                    <a:pt x="587" y="82"/>
                    <a:pt x="587" y="82"/>
                  </a:cubicBezTo>
                  <a:cubicBezTo>
                    <a:pt x="587" y="82"/>
                    <a:pt x="587" y="82"/>
                    <a:pt x="587" y="82"/>
                  </a:cubicBezTo>
                  <a:cubicBezTo>
                    <a:pt x="589" y="76"/>
                    <a:pt x="589" y="76"/>
                    <a:pt x="589" y="76"/>
                  </a:cubicBezTo>
                  <a:cubicBezTo>
                    <a:pt x="589" y="76"/>
                    <a:pt x="589" y="76"/>
                    <a:pt x="589" y="76"/>
                  </a:cubicBezTo>
                  <a:cubicBezTo>
                    <a:pt x="592" y="71"/>
                    <a:pt x="592" y="71"/>
                    <a:pt x="592" y="71"/>
                  </a:cubicBezTo>
                  <a:cubicBezTo>
                    <a:pt x="592" y="71"/>
                    <a:pt x="592" y="71"/>
                    <a:pt x="592" y="71"/>
                  </a:cubicBezTo>
                  <a:cubicBezTo>
                    <a:pt x="593" y="64"/>
                    <a:pt x="593" y="64"/>
                    <a:pt x="593" y="64"/>
                  </a:cubicBezTo>
                  <a:cubicBezTo>
                    <a:pt x="593" y="64"/>
                    <a:pt x="593" y="64"/>
                    <a:pt x="593" y="64"/>
                  </a:cubicBezTo>
                  <a:cubicBezTo>
                    <a:pt x="593" y="59"/>
                    <a:pt x="593" y="59"/>
                    <a:pt x="593" y="59"/>
                  </a:cubicBezTo>
                  <a:cubicBezTo>
                    <a:pt x="593" y="59"/>
                    <a:pt x="593" y="59"/>
                    <a:pt x="593" y="59"/>
                  </a:cubicBezTo>
                  <a:cubicBezTo>
                    <a:pt x="595" y="52"/>
                    <a:pt x="595" y="52"/>
                    <a:pt x="595" y="52"/>
                  </a:cubicBezTo>
                  <a:cubicBezTo>
                    <a:pt x="595" y="52"/>
                    <a:pt x="595" y="52"/>
                    <a:pt x="595" y="52"/>
                  </a:cubicBezTo>
                  <a:cubicBezTo>
                    <a:pt x="595" y="47"/>
                    <a:pt x="595" y="47"/>
                    <a:pt x="595" y="47"/>
                  </a:cubicBezTo>
                  <a:cubicBezTo>
                    <a:pt x="595" y="47"/>
                    <a:pt x="595" y="47"/>
                    <a:pt x="595" y="47"/>
                  </a:cubicBezTo>
                  <a:cubicBezTo>
                    <a:pt x="593" y="40"/>
                    <a:pt x="593" y="40"/>
                    <a:pt x="593" y="40"/>
                  </a:cubicBezTo>
                  <a:cubicBezTo>
                    <a:pt x="593" y="40"/>
                    <a:pt x="593" y="40"/>
                    <a:pt x="593" y="40"/>
                  </a:cubicBezTo>
                  <a:cubicBezTo>
                    <a:pt x="566" y="20"/>
                    <a:pt x="566" y="20"/>
                    <a:pt x="566" y="20"/>
                  </a:cubicBezTo>
                  <a:cubicBezTo>
                    <a:pt x="561" y="19"/>
                    <a:pt x="561" y="19"/>
                    <a:pt x="561" y="19"/>
                  </a:cubicBezTo>
                  <a:cubicBezTo>
                    <a:pt x="562" y="33"/>
                    <a:pt x="562" y="33"/>
                    <a:pt x="562" y="33"/>
                  </a:cubicBezTo>
                  <a:cubicBezTo>
                    <a:pt x="562" y="33"/>
                    <a:pt x="562" y="33"/>
                    <a:pt x="562" y="33"/>
                  </a:cubicBezTo>
                  <a:cubicBezTo>
                    <a:pt x="564" y="45"/>
                    <a:pt x="564" y="45"/>
                    <a:pt x="564" y="45"/>
                  </a:cubicBezTo>
                  <a:cubicBezTo>
                    <a:pt x="564" y="45"/>
                    <a:pt x="564" y="45"/>
                    <a:pt x="564" y="45"/>
                  </a:cubicBezTo>
                  <a:cubicBezTo>
                    <a:pt x="565" y="58"/>
                    <a:pt x="565" y="58"/>
                    <a:pt x="565" y="58"/>
                  </a:cubicBezTo>
                  <a:cubicBezTo>
                    <a:pt x="565" y="58"/>
                    <a:pt x="565" y="58"/>
                    <a:pt x="565" y="58"/>
                  </a:cubicBezTo>
                  <a:cubicBezTo>
                    <a:pt x="567" y="70"/>
                    <a:pt x="567" y="70"/>
                    <a:pt x="567" y="70"/>
                  </a:cubicBezTo>
                  <a:cubicBezTo>
                    <a:pt x="567" y="70"/>
                    <a:pt x="567" y="70"/>
                    <a:pt x="567" y="70"/>
                  </a:cubicBezTo>
                  <a:cubicBezTo>
                    <a:pt x="567" y="83"/>
                    <a:pt x="567" y="83"/>
                    <a:pt x="567" y="83"/>
                  </a:cubicBezTo>
                  <a:cubicBezTo>
                    <a:pt x="567" y="83"/>
                    <a:pt x="567" y="83"/>
                    <a:pt x="567" y="83"/>
                  </a:cubicBezTo>
                  <a:cubicBezTo>
                    <a:pt x="567" y="96"/>
                    <a:pt x="567" y="96"/>
                    <a:pt x="567" y="96"/>
                  </a:cubicBezTo>
                  <a:cubicBezTo>
                    <a:pt x="567" y="96"/>
                    <a:pt x="567" y="96"/>
                    <a:pt x="567" y="96"/>
                  </a:cubicBezTo>
                  <a:cubicBezTo>
                    <a:pt x="565" y="109"/>
                    <a:pt x="565" y="109"/>
                    <a:pt x="565" y="109"/>
                  </a:cubicBezTo>
                  <a:cubicBezTo>
                    <a:pt x="565" y="109"/>
                    <a:pt x="565" y="109"/>
                    <a:pt x="565" y="109"/>
                  </a:cubicBezTo>
                  <a:cubicBezTo>
                    <a:pt x="564" y="120"/>
                    <a:pt x="564" y="120"/>
                    <a:pt x="564" y="120"/>
                  </a:cubicBezTo>
                  <a:cubicBezTo>
                    <a:pt x="564" y="120"/>
                    <a:pt x="564" y="120"/>
                    <a:pt x="564" y="120"/>
                  </a:cubicBezTo>
                  <a:cubicBezTo>
                    <a:pt x="501" y="146"/>
                    <a:pt x="501" y="146"/>
                    <a:pt x="501" y="146"/>
                  </a:cubicBezTo>
                  <a:cubicBezTo>
                    <a:pt x="501" y="146"/>
                    <a:pt x="501" y="146"/>
                    <a:pt x="501" y="146"/>
                  </a:cubicBezTo>
                  <a:cubicBezTo>
                    <a:pt x="466" y="159"/>
                    <a:pt x="466" y="159"/>
                    <a:pt x="466" y="159"/>
                  </a:cubicBezTo>
                  <a:cubicBezTo>
                    <a:pt x="466" y="159"/>
                    <a:pt x="466" y="159"/>
                    <a:pt x="466" y="159"/>
                  </a:cubicBezTo>
                  <a:cubicBezTo>
                    <a:pt x="467" y="163"/>
                    <a:pt x="467" y="163"/>
                    <a:pt x="467" y="163"/>
                  </a:cubicBezTo>
                  <a:cubicBezTo>
                    <a:pt x="467" y="163"/>
                    <a:pt x="467" y="163"/>
                    <a:pt x="467" y="163"/>
                  </a:cubicBezTo>
                  <a:cubicBezTo>
                    <a:pt x="471" y="165"/>
                    <a:pt x="471" y="165"/>
                    <a:pt x="471" y="165"/>
                  </a:cubicBezTo>
                  <a:cubicBezTo>
                    <a:pt x="471" y="165"/>
                    <a:pt x="471" y="165"/>
                    <a:pt x="471" y="165"/>
                  </a:cubicBezTo>
                  <a:cubicBezTo>
                    <a:pt x="474" y="167"/>
                    <a:pt x="474" y="167"/>
                    <a:pt x="474" y="167"/>
                  </a:cubicBezTo>
                  <a:cubicBezTo>
                    <a:pt x="474" y="167"/>
                    <a:pt x="474" y="167"/>
                    <a:pt x="474" y="167"/>
                  </a:cubicBezTo>
                  <a:cubicBezTo>
                    <a:pt x="478" y="168"/>
                    <a:pt x="478" y="168"/>
                    <a:pt x="478" y="168"/>
                  </a:cubicBezTo>
                  <a:cubicBezTo>
                    <a:pt x="478" y="168"/>
                    <a:pt x="478" y="168"/>
                    <a:pt x="478" y="168"/>
                  </a:cubicBezTo>
                  <a:cubicBezTo>
                    <a:pt x="481" y="169"/>
                    <a:pt x="481" y="169"/>
                    <a:pt x="481" y="169"/>
                  </a:cubicBezTo>
                  <a:cubicBezTo>
                    <a:pt x="481" y="169"/>
                    <a:pt x="481" y="169"/>
                    <a:pt x="481" y="169"/>
                  </a:cubicBezTo>
                  <a:cubicBezTo>
                    <a:pt x="485" y="169"/>
                    <a:pt x="485" y="169"/>
                    <a:pt x="485" y="169"/>
                  </a:cubicBezTo>
                  <a:cubicBezTo>
                    <a:pt x="485" y="169"/>
                    <a:pt x="485" y="169"/>
                    <a:pt x="485" y="169"/>
                  </a:cubicBezTo>
                  <a:cubicBezTo>
                    <a:pt x="489" y="170"/>
                    <a:pt x="489" y="170"/>
                    <a:pt x="489" y="170"/>
                  </a:cubicBezTo>
                  <a:cubicBezTo>
                    <a:pt x="489" y="170"/>
                    <a:pt x="489" y="170"/>
                    <a:pt x="489" y="170"/>
                  </a:cubicBezTo>
                  <a:cubicBezTo>
                    <a:pt x="493" y="170"/>
                    <a:pt x="493" y="170"/>
                    <a:pt x="493" y="170"/>
                  </a:cubicBezTo>
                  <a:cubicBezTo>
                    <a:pt x="493" y="170"/>
                    <a:pt x="493" y="170"/>
                    <a:pt x="493" y="170"/>
                  </a:cubicBezTo>
                  <a:cubicBezTo>
                    <a:pt x="499" y="171"/>
                    <a:pt x="499" y="171"/>
                    <a:pt x="499" y="171"/>
                  </a:cubicBezTo>
                  <a:cubicBezTo>
                    <a:pt x="499" y="171"/>
                    <a:pt x="499" y="171"/>
                    <a:pt x="499" y="171"/>
                  </a:cubicBezTo>
                  <a:cubicBezTo>
                    <a:pt x="506" y="170"/>
                    <a:pt x="506" y="170"/>
                    <a:pt x="506" y="170"/>
                  </a:cubicBezTo>
                  <a:cubicBezTo>
                    <a:pt x="506" y="170"/>
                    <a:pt x="506" y="170"/>
                    <a:pt x="506" y="170"/>
                  </a:cubicBezTo>
                  <a:cubicBezTo>
                    <a:pt x="513" y="168"/>
                    <a:pt x="513" y="168"/>
                    <a:pt x="513" y="168"/>
                  </a:cubicBezTo>
                  <a:cubicBezTo>
                    <a:pt x="513" y="168"/>
                    <a:pt x="513" y="168"/>
                    <a:pt x="513" y="168"/>
                  </a:cubicBezTo>
                  <a:cubicBezTo>
                    <a:pt x="519" y="164"/>
                    <a:pt x="519" y="164"/>
                    <a:pt x="519" y="164"/>
                  </a:cubicBezTo>
                  <a:cubicBezTo>
                    <a:pt x="519" y="164"/>
                    <a:pt x="519" y="164"/>
                    <a:pt x="519" y="164"/>
                  </a:cubicBezTo>
                  <a:cubicBezTo>
                    <a:pt x="523" y="161"/>
                    <a:pt x="523" y="161"/>
                    <a:pt x="523" y="161"/>
                  </a:cubicBezTo>
                  <a:cubicBezTo>
                    <a:pt x="523" y="161"/>
                    <a:pt x="523" y="161"/>
                    <a:pt x="523" y="161"/>
                  </a:cubicBezTo>
                  <a:cubicBezTo>
                    <a:pt x="528" y="157"/>
                    <a:pt x="528" y="157"/>
                    <a:pt x="528" y="157"/>
                  </a:cubicBezTo>
                  <a:cubicBezTo>
                    <a:pt x="528" y="157"/>
                    <a:pt x="528" y="157"/>
                    <a:pt x="528" y="157"/>
                  </a:cubicBezTo>
                  <a:cubicBezTo>
                    <a:pt x="534" y="154"/>
                    <a:pt x="534" y="154"/>
                    <a:pt x="534" y="154"/>
                  </a:cubicBezTo>
                  <a:cubicBezTo>
                    <a:pt x="534" y="154"/>
                    <a:pt x="534" y="154"/>
                    <a:pt x="534" y="154"/>
                  </a:cubicBezTo>
                  <a:cubicBezTo>
                    <a:pt x="539" y="149"/>
                    <a:pt x="539" y="149"/>
                    <a:pt x="539" y="149"/>
                  </a:cubicBezTo>
                  <a:cubicBezTo>
                    <a:pt x="539" y="149"/>
                    <a:pt x="539" y="149"/>
                    <a:pt x="539" y="149"/>
                  </a:cubicBezTo>
                  <a:cubicBezTo>
                    <a:pt x="563" y="131"/>
                    <a:pt x="563" y="131"/>
                    <a:pt x="563" y="131"/>
                  </a:cubicBezTo>
                  <a:cubicBezTo>
                    <a:pt x="563" y="131"/>
                    <a:pt x="563" y="131"/>
                    <a:pt x="563" y="131"/>
                  </a:cubicBezTo>
                  <a:cubicBezTo>
                    <a:pt x="566" y="133"/>
                    <a:pt x="566" y="133"/>
                    <a:pt x="566" y="133"/>
                  </a:cubicBezTo>
                  <a:cubicBezTo>
                    <a:pt x="566" y="133"/>
                    <a:pt x="566" y="133"/>
                    <a:pt x="566" y="133"/>
                  </a:cubicBezTo>
                  <a:cubicBezTo>
                    <a:pt x="566" y="136"/>
                    <a:pt x="566" y="136"/>
                    <a:pt x="566" y="136"/>
                  </a:cubicBezTo>
                  <a:cubicBezTo>
                    <a:pt x="566" y="136"/>
                    <a:pt x="566" y="136"/>
                    <a:pt x="566" y="136"/>
                  </a:cubicBezTo>
                  <a:cubicBezTo>
                    <a:pt x="566" y="139"/>
                    <a:pt x="566" y="139"/>
                    <a:pt x="566" y="139"/>
                  </a:cubicBezTo>
                  <a:cubicBezTo>
                    <a:pt x="566" y="139"/>
                    <a:pt x="566" y="139"/>
                    <a:pt x="566" y="139"/>
                  </a:cubicBezTo>
                  <a:cubicBezTo>
                    <a:pt x="566" y="142"/>
                    <a:pt x="566" y="142"/>
                    <a:pt x="566" y="142"/>
                  </a:cubicBezTo>
                  <a:cubicBezTo>
                    <a:pt x="566" y="142"/>
                    <a:pt x="566" y="142"/>
                    <a:pt x="566" y="142"/>
                  </a:cubicBezTo>
                  <a:cubicBezTo>
                    <a:pt x="566" y="143"/>
                    <a:pt x="566" y="143"/>
                    <a:pt x="566" y="143"/>
                  </a:cubicBezTo>
                  <a:cubicBezTo>
                    <a:pt x="566" y="143"/>
                    <a:pt x="566" y="143"/>
                    <a:pt x="566" y="143"/>
                  </a:cubicBezTo>
                  <a:cubicBezTo>
                    <a:pt x="565" y="146"/>
                    <a:pt x="565" y="146"/>
                    <a:pt x="565" y="146"/>
                  </a:cubicBezTo>
                  <a:cubicBezTo>
                    <a:pt x="565" y="146"/>
                    <a:pt x="565" y="146"/>
                    <a:pt x="565" y="146"/>
                  </a:cubicBezTo>
                  <a:cubicBezTo>
                    <a:pt x="564" y="148"/>
                    <a:pt x="564" y="148"/>
                    <a:pt x="564" y="148"/>
                  </a:cubicBezTo>
                  <a:cubicBezTo>
                    <a:pt x="564" y="148"/>
                    <a:pt x="564" y="148"/>
                    <a:pt x="564" y="148"/>
                  </a:cubicBezTo>
                  <a:cubicBezTo>
                    <a:pt x="564" y="150"/>
                    <a:pt x="564" y="150"/>
                    <a:pt x="564" y="150"/>
                  </a:cubicBezTo>
                  <a:cubicBezTo>
                    <a:pt x="564" y="150"/>
                    <a:pt x="564" y="150"/>
                    <a:pt x="564" y="150"/>
                  </a:cubicBezTo>
                  <a:cubicBezTo>
                    <a:pt x="564" y="152"/>
                    <a:pt x="564" y="152"/>
                    <a:pt x="564" y="152"/>
                  </a:cubicBezTo>
                  <a:cubicBezTo>
                    <a:pt x="564" y="152"/>
                    <a:pt x="564" y="152"/>
                    <a:pt x="564" y="152"/>
                  </a:cubicBezTo>
                  <a:cubicBezTo>
                    <a:pt x="538" y="171"/>
                    <a:pt x="538" y="171"/>
                    <a:pt x="538" y="171"/>
                  </a:cubicBezTo>
                  <a:cubicBezTo>
                    <a:pt x="538" y="171"/>
                    <a:pt x="538" y="171"/>
                    <a:pt x="538" y="171"/>
                  </a:cubicBezTo>
                  <a:cubicBezTo>
                    <a:pt x="562" y="163"/>
                    <a:pt x="562" y="163"/>
                    <a:pt x="562" y="163"/>
                  </a:cubicBezTo>
                  <a:cubicBezTo>
                    <a:pt x="562" y="163"/>
                    <a:pt x="562" y="163"/>
                    <a:pt x="562" y="163"/>
                  </a:cubicBezTo>
                  <a:cubicBezTo>
                    <a:pt x="565" y="166"/>
                    <a:pt x="565" y="166"/>
                    <a:pt x="565" y="166"/>
                  </a:cubicBezTo>
                  <a:cubicBezTo>
                    <a:pt x="565" y="166"/>
                    <a:pt x="565" y="166"/>
                    <a:pt x="565" y="166"/>
                  </a:cubicBezTo>
                  <a:cubicBezTo>
                    <a:pt x="564" y="169"/>
                    <a:pt x="564" y="169"/>
                    <a:pt x="564" y="169"/>
                  </a:cubicBezTo>
                  <a:cubicBezTo>
                    <a:pt x="564" y="169"/>
                    <a:pt x="564" y="169"/>
                    <a:pt x="564" y="169"/>
                  </a:cubicBezTo>
                  <a:cubicBezTo>
                    <a:pt x="564" y="171"/>
                    <a:pt x="564" y="171"/>
                    <a:pt x="564" y="171"/>
                  </a:cubicBezTo>
                  <a:cubicBezTo>
                    <a:pt x="564" y="171"/>
                    <a:pt x="564" y="171"/>
                    <a:pt x="564" y="171"/>
                  </a:cubicBezTo>
                  <a:cubicBezTo>
                    <a:pt x="563" y="174"/>
                    <a:pt x="563" y="174"/>
                    <a:pt x="563" y="174"/>
                  </a:cubicBezTo>
                  <a:cubicBezTo>
                    <a:pt x="563" y="174"/>
                    <a:pt x="563" y="174"/>
                    <a:pt x="563" y="174"/>
                  </a:cubicBezTo>
                  <a:cubicBezTo>
                    <a:pt x="563" y="176"/>
                    <a:pt x="563" y="176"/>
                    <a:pt x="563" y="176"/>
                  </a:cubicBezTo>
                  <a:cubicBezTo>
                    <a:pt x="563" y="176"/>
                    <a:pt x="563" y="176"/>
                    <a:pt x="563" y="176"/>
                  </a:cubicBezTo>
                  <a:cubicBezTo>
                    <a:pt x="561" y="179"/>
                    <a:pt x="561" y="179"/>
                    <a:pt x="561" y="179"/>
                  </a:cubicBezTo>
                  <a:cubicBezTo>
                    <a:pt x="561" y="179"/>
                    <a:pt x="561" y="179"/>
                    <a:pt x="561" y="179"/>
                  </a:cubicBezTo>
                  <a:cubicBezTo>
                    <a:pt x="560" y="180"/>
                    <a:pt x="560" y="180"/>
                    <a:pt x="560" y="180"/>
                  </a:cubicBezTo>
                  <a:cubicBezTo>
                    <a:pt x="560" y="180"/>
                    <a:pt x="560" y="180"/>
                    <a:pt x="560" y="180"/>
                  </a:cubicBezTo>
                  <a:cubicBezTo>
                    <a:pt x="558" y="182"/>
                    <a:pt x="558" y="182"/>
                    <a:pt x="558" y="182"/>
                  </a:cubicBezTo>
                  <a:cubicBezTo>
                    <a:pt x="558" y="182"/>
                    <a:pt x="558" y="182"/>
                    <a:pt x="558" y="182"/>
                  </a:cubicBezTo>
                  <a:cubicBezTo>
                    <a:pt x="556" y="182"/>
                    <a:pt x="556" y="182"/>
                    <a:pt x="556" y="182"/>
                  </a:cubicBezTo>
                  <a:cubicBezTo>
                    <a:pt x="556" y="182"/>
                    <a:pt x="556" y="182"/>
                    <a:pt x="556" y="182"/>
                  </a:cubicBezTo>
                  <a:cubicBezTo>
                    <a:pt x="539" y="198"/>
                    <a:pt x="539" y="198"/>
                    <a:pt x="539" y="198"/>
                  </a:cubicBezTo>
                  <a:cubicBezTo>
                    <a:pt x="539" y="198"/>
                    <a:pt x="539" y="198"/>
                    <a:pt x="539" y="198"/>
                  </a:cubicBezTo>
                  <a:cubicBezTo>
                    <a:pt x="535" y="201"/>
                    <a:pt x="535" y="201"/>
                    <a:pt x="535" y="201"/>
                  </a:cubicBezTo>
                  <a:cubicBezTo>
                    <a:pt x="535" y="201"/>
                    <a:pt x="535" y="201"/>
                    <a:pt x="535" y="201"/>
                  </a:cubicBezTo>
                  <a:cubicBezTo>
                    <a:pt x="532" y="205"/>
                    <a:pt x="532" y="205"/>
                    <a:pt x="532" y="205"/>
                  </a:cubicBezTo>
                  <a:cubicBezTo>
                    <a:pt x="532" y="205"/>
                    <a:pt x="532" y="205"/>
                    <a:pt x="532" y="205"/>
                  </a:cubicBezTo>
                  <a:cubicBezTo>
                    <a:pt x="527" y="209"/>
                    <a:pt x="527" y="209"/>
                    <a:pt x="527" y="209"/>
                  </a:cubicBezTo>
                  <a:cubicBezTo>
                    <a:pt x="527" y="209"/>
                    <a:pt x="527" y="209"/>
                    <a:pt x="527" y="209"/>
                  </a:cubicBezTo>
                  <a:cubicBezTo>
                    <a:pt x="524" y="213"/>
                    <a:pt x="524" y="213"/>
                    <a:pt x="524" y="213"/>
                  </a:cubicBezTo>
                  <a:cubicBezTo>
                    <a:pt x="524" y="213"/>
                    <a:pt x="524" y="213"/>
                    <a:pt x="524" y="213"/>
                  </a:cubicBezTo>
                  <a:cubicBezTo>
                    <a:pt x="520" y="216"/>
                    <a:pt x="520" y="216"/>
                    <a:pt x="520" y="216"/>
                  </a:cubicBezTo>
                  <a:cubicBezTo>
                    <a:pt x="520" y="216"/>
                    <a:pt x="520" y="216"/>
                    <a:pt x="520" y="216"/>
                  </a:cubicBezTo>
                  <a:cubicBezTo>
                    <a:pt x="517" y="219"/>
                    <a:pt x="517" y="219"/>
                    <a:pt x="517" y="219"/>
                  </a:cubicBezTo>
                  <a:cubicBezTo>
                    <a:pt x="517" y="219"/>
                    <a:pt x="517" y="219"/>
                    <a:pt x="517" y="219"/>
                  </a:cubicBezTo>
                  <a:cubicBezTo>
                    <a:pt x="513" y="221"/>
                    <a:pt x="513" y="221"/>
                    <a:pt x="513" y="221"/>
                  </a:cubicBezTo>
                  <a:cubicBezTo>
                    <a:pt x="513" y="221"/>
                    <a:pt x="513" y="221"/>
                    <a:pt x="513" y="221"/>
                  </a:cubicBezTo>
                  <a:cubicBezTo>
                    <a:pt x="509" y="221"/>
                    <a:pt x="509" y="221"/>
                    <a:pt x="509" y="221"/>
                  </a:cubicBezTo>
                  <a:cubicBezTo>
                    <a:pt x="509" y="221"/>
                    <a:pt x="509" y="221"/>
                    <a:pt x="509" y="221"/>
                  </a:cubicBezTo>
                  <a:cubicBezTo>
                    <a:pt x="507" y="219"/>
                    <a:pt x="507" y="219"/>
                    <a:pt x="507" y="219"/>
                  </a:cubicBezTo>
                  <a:cubicBezTo>
                    <a:pt x="507" y="219"/>
                    <a:pt x="507" y="219"/>
                    <a:pt x="507" y="219"/>
                  </a:cubicBezTo>
                  <a:cubicBezTo>
                    <a:pt x="507" y="217"/>
                    <a:pt x="507" y="217"/>
                    <a:pt x="507" y="217"/>
                  </a:cubicBezTo>
                  <a:cubicBezTo>
                    <a:pt x="507" y="217"/>
                    <a:pt x="507" y="217"/>
                    <a:pt x="507" y="217"/>
                  </a:cubicBezTo>
                  <a:cubicBezTo>
                    <a:pt x="508" y="215"/>
                    <a:pt x="508" y="215"/>
                    <a:pt x="508" y="215"/>
                  </a:cubicBezTo>
                  <a:cubicBezTo>
                    <a:pt x="508" y="215"/>
                    <a:pt x="508" y="215"/>
                    <a:pt x="508" y="215"/>
                  </a:cubicBezTo>
                  <a:cubicBezTo>
                    <a:pt x="509" y="214"/>
                    <a:pt x="509" y="214"/>
                    <a:pt x="509" y="214"/>
                  </a:cubicBezTo>
                  <a:cubicBezTo>
                    <a:pt x="509" y="214"/>
                    <a:pt x="509" y="214"/>
                    <a:pt x="509" y="214"/>
                  </a:cubicBezTo>
                  <a:cubicBezTo>
                    <a:pt x="509" y="212"/>
                    <a:pt x="509" y="212"/>
                    <a:pt x="509" y="212"/>
                  </a:cubicBezTo>
                  <a:cubicBezTo>
                    <a:pt x="509" y="212"/>
                    <a:pt x="509" y="212"/>
                    <a:pt x="509" y="212"/>
                  </a:cubicBezTo>
                  <a:cubicBezTo>
                    <a:pt x="510" y="210"/>
                    <a:pt x="510" y="210"/>
                    <a:pt x="510" y="210"/>
                  </a:cubicBezTo>
                  <a:cubicBezTo>
                    <a:pt x="510" y="210"/>
                    <a:pt x="510" y="210"/>
                    <a:pt x="510" y="210"/>
                  </a:cubicBezTo>
                  <a:cubicBezTo>
                    <a:pt x="510" y="208"/>
                    <a:pt x="510" y="208"/>
                    <a:pt x="510" y="208"/>
                  </a:cubicBezTo>
                  <a:cubicBezTo>
                    <a:pt x="510" y="208"/>
                    <a:pt x="510" y="208"/>
                    <a:pt x="510" y="208"/>
                  </a:cubicBezTo>
                  <a:cubicBezTo>
                    <a:pt x="512" y="205"/>
                    <a:pt x="512" y="205"/>
                    <a:pt x="512" y="205"/>
                  </a:cubicBezTo>
                  <a:cubicBezTo>
                    <a:pt x="512" y="205"/>
                    <a:pt x="512" y="205"/>
                    <a:pt x="512" y="205"/>
                  </a:cubicBezTo>
                  <a:cubicBezTo>
                    <a:pt x="509" y="208"/>
                    <a:pt x="509" y="208"/>
                    <a:pt x="509" y="208"/>
                  </a:cubicBezTo>
                  <a:cubicBezTo>
                    <a:pt x="509" y="208"/>
                    <a:pt x="509" y="208"/>
                    <a:pt x="509" y="208"/>
                  </a:cubicBezTo>
                  <a:cubicBezTo>
                    <a:pt x="508" y="210"/>
                    <a:pt x="508" y="210"/>
                    <a:pt x="508" y="210"/>
                  </a:cubicBezTo>
                  <a:cubicBezTo>
                    <a:pt x="508" y="210"/>
                    <a:pt x="508" y="210"/>
                    <a:pt x="508" y="210"/>
                  </a:cubicBezTo>
                  <a:cubicBezTo>
                    <a:pt x="507" y="212"/>
                    <a:pt x="507" y="212"/>
                    <a:pt x="507" y="212"/>
                  </a:cubicBezTo>
                  <a:cubicBezTo>
                    <a:pt x="507" y="212"/>
                    <a:pt x="507" y="212"/>
                    <a:pt x="507" y="212"/>
                  </a:cubicBezTo>
                  <a:cubicBezTo>
                    <a:pt x="507" y="213"/>
                    <a:pt x="507" y="213"/>
                    <a:pt x="507" y="213"/>
                  </a:cubicBezTo>
                  <a:cubicBezTo>
                    <a:pt x="507" y="213"/>
                    <a:pt x="507" y="213"/>
                    <a:pt x="507" y="213"/>
                  </a:cubicBezTo>
                  <a:cubicBezTo>
                    <a:pt x="505" y="214"/>
                    <a:pt x="505" y="214"/>
                    <a:pt x="505" y="214"/>
                  </a:cubicBezTo>
                  <a:cubicBezTo>
                    <a:pt x="505" y="214"/>
                    <a:pt x="505" y="214"/>
                    <a:pt x="505" y="214"/>
                  </a:cubicBezTo>
                  <a:cubicBezTo>
                    <a:pt x="504" y="215"/>
                    <a:pt x="504" y="215"/>
                    <a:pt x="504" y="215"/>
                  </a:cubicBezTo>
                  <a:cubicBezTo>
                    <a:pt x="504" y="215"/>
                    <a:pt x="504" y="215"/>
                    <a:pt x="504" y="215"/>
                  </a:cubicBezTo>
                  <a:cubicBezTo>
                    <a:pt x="503" y="216"/>
                    <a:pt x="503" y="216"/>
                    <a:pt x="503" y="216"/>
                  </a:cubicBezTo>
                  <a:cubicBezTo>
                    <a:pt x="503" y="216"/>
                    <a:pt x="503" y="216"/>
                    <a:pt x="503" y="216"/>
                  </a:cubicBezTo>
                  <a:cubicBezTo>
                    <a:pt x="503" y="217"/>
                    <a:pt x="503" y="217"/>
                    <a:pt x="503" y="217"/>
                  </a:cubicBezTo>
                  <a:cubicBezTo>
                    <a:pt x="503" y="217"/>
                    <a:pt x="503" y="217"/>
                    <a:pt x="503" y="217"/>
                  </a:cubicBezTo>
                  <a:cubicBezTo>
                    <a:pt x="500" y="223"/>
                    <a:pt x="500" y="223"/>
                    <a:pt x="500" y="223"/>
                  </a:cubicBezTo>
                  <a:cubicBezTo>
                    <a:pt x="500" y="223"/>
                    <a:pt x="500" y="223"/>
                    <a:pt x="500" y="223"/>
                  </a:cubicBezTo>
                  <a:cubicBezTo>
                    <a:pt x="497" y="228"/>
                    <a:pt x="497" y="228"/>
                    <a:pt x="497" y="228"/>
                  </a:cubicBezTo>
                  <a:cubicBezTo>
                    <a:pt x="497" y="228"/>
                    <a:pt x="497" y="228"/>
                    <a:pt x="497" y="228"/>
                  </a:cubicBezTo>
                  <a:cubicBezTo>
                    <a:pt x="494" y="233"/>
                    <a:pt x="494" y="233"/>
                    <a:pt x="494" y="233"/>
                  </a:cubicBezTo>
                  <a:cubicBezTo>
                    <a:pt x="494" y="233"/>
                    <a:pt x="494" y="233"/>
                    <a:pt x="494" y="233"/>
                  </a:cubicBezTo>
                  <a:cubicBezTo>
                    <a:pt x="490" y="237"/>
                    <a:pt x="490" y="237"/>
                    <a:pt x="490" y="237"/>
                  </a:cubicBezTo>
                  <a:cubicBezTo>
                    <a:pt x="490" y="237"/>
                    <a:pt x="490" y="237"/>
                    <a:pt x="490" y="237"/>
                  </a:cubicBezTo>
                  <a:cubicBezTo>
                    <a:pt x="487" y="243"/>
                    <a:pt x="487" y="243"/>
                    <a:pt x="487" y="243"/>
                  </a:cubicBezTo>
                  <a:cubicBezTo>
                    <a:pt x="487" y="243"/>
                    <a:pt x="487" y="243"/>
                    <a:pt x="487" y="243"/>
                  </a:cubicBezTo>
                  <a:cubicBezTo>
                    <a:pt x="486" y="247"/>
                    <a:pt x="486" y="247"/>
                    <a:pt x="486" y="247"/>
                  </a:cubicBezTo>
                  <a:cubicBezTo>
                    <a:pt x="486" y="247"/>
                    <a:pt x="486" y="247"/>
                    <a:pt x="486" y="247"/>
                  </a:cubicBezTo>
                  <a:cubicBezTo>
                    <a:pt x="485" y="252"/>
                    <a:pt x="485" y="252"/>
                    <a:pt x="485" y="252"/>
                  </a:cubicBezTo>
                  <a:cubicBezTo>
                    <a:pt x="485" y="252"/>
                    <a:pt x="485" y="252"/>
                    <a:pt x="485" y="252"/>
                  </a:cubicBezTo>
                  <a:cubicBezTo>
                    <a:pt x="489" y="256"/>
                    <a:pt x="489" y="256"/>
                    <a:pt x="489" y="256"/>
                  </a:cubicBezTo>
                  <a:cubicBezTo>
                    <a:pt x="489" y="256"/>
                    <a:pt x="489" y="256"/>
                    <a:pt x="489" y="256"/>
                  </a:cubicBezTo>
                  <a:cubicBezTo>
                    <a:pt x="489" y="257"/>
                    <a:pt x="489" y="257"/>
                    <a:pt x="489" y="257"/>
                  </a:cubicBezTo>
                  <a:cubicBezTo>
                    <a:pt x="489" y="257"/>
                    <a:pt x="489" y="257"/>
                    <a:pt x="489" y="257"/>
                  </a:cubicBezTo>
                  <a:cubicBezTo>
                    <a:pt x="490" y="258"/>
                    <a:pt x="490" y="258"/>
                    <a:pt x="490" y="258"/>
                  </a:cubicBezTo>
                  <a:cubicBezTo>
                    <a:pt x="490" y="258"/>
                    <a:pt x="490" y="258"/>
                    <a:pt x="490" y="258"/>
                  </a:cubicBezTo>
                  <a:cubicBezTo>
                    <a:pt x="490" y="258"/>
                    <a:pt x="490" y="258"/>
                    <a:pt x="490" y="258"/>
                  </a:cubicBezTo>
                  <a:cubicBezTo>
                    <a:pt x="490" y="258"/>
                    <a:pt x="490" y="258"/>
                    <a:pt x="490" y="258"/>
                  </a:cubicBezTo>
                  <a:cubicBezTo>
                    <a:pt x="493" y="258"/>
                    <a:pt x="493" y="258"/>
                    <a:pt x="493" y="258"/>
                  </a:cubicBezTo>
                  <a:cubicBezTo>
                    <a:pt x="493" y="258"/>
                    <a:pt x="493" y="258"/>
                    <a:pt x="493" y="258"/>
                  </a:cubicBezTo>
                  <a:cubicBezTo>
                    <a:pt x="494" y="258"/>
                    <a:pt x="494" y="258"/>
                    <a:pt x="494" y="258"/>
                  </a:cubicBezTo>
                  <a:cubicBezTo>
                    <a:pt x="494" y="258"/>
                    <a:pt x="494" y="258"/>
                    <a:pt x="494" y="258"/>
                  </a:cubicBezTo>
                  <a:cubicBezTo>
                    <a:pt x="496" y="258"/>
                    <a:pt x="496" y="258"/>
                    <a:pt x="496" y="258"/>
                  </a:cubicBezTo>
                  <a:cubicBezTo>
                    <a:pt x="496" y="258"/>
                    <a:pt x="496" y="258"/>
                    <a:pt x="496" y="258"/>
                  </a:cubicBezTo>
                  <a:cubicBezTo>
                    <a:pt x="497" y="258"/>
                    <a:pt x="497" y="258"/>
                    <a:pt x="497" y="258"/>
                  </a:cubicBezTo>
                  <a:cubicBezTo>
                    <a:pt x="497" y="258"/>
                    <a:pt x="497" y="258"/>
                    <a:pt x="497" y="258"/>
                  </a:cubicBezTo>
                  <a:cubicBezTo>
                    <a:pt x="499" y="257"/>
                    <a:pt x="499" y="257"/>
                    <a:pt x="499" y="257"/>
                  </a:cubicBezTo>
                  <a:cubicBezTo>
                    <a:pt x="499" y="257"/>
                    <a:pt x="499" y="257"/>
                    <a:pt x="499" y="257"/>
                  </a:cubicBezTo>
                  <a:cubicBezTo>
                    <a:pt x="506" y="250"/>
                    <a:pt x="506" y="250"/>
                    <a:pt x="506" y="250"/>
                  </a:cubicBezTo>
                  <a:cubicBezTo>
                    <a:pt x="506" y="250"/>
                    <a:pt x="506" y="250"/>
                    <a:pt x="506" y="250"/>
                  </a:cubicBezTo>
                  <a:cubicBezTo>
                    <a:pt x="514" y="242"/>
                    <a:pt x="514" y="242"/>
                    <a:pt x="514" y="242"/>
                  </a:cubicBezTo>
                  <a:cubicBezTo>
                    <a:pt x="514" y="242"/>
                    <a:pt x="514" y="242"/>
                    <a:pt x="514" y="242"/>
                  </a:cubicBezTo>
                  <a:cubicBezTo>
                    <a:pt x="519" y="233"/>
                    <a:pt x="519" y="233"/>
                    <a:pt x="519" y="233"/>
                  </a:cubicBezTo>
                  <a:cubicBezTo>
                    <a:pt x="519" y="233"/>
                    <a:pt x="519" y="233"/>
                    <a:pt x="519" y="233"/>
                  </a:cubicBezTo>
                  <a:cubicBezTo>
                    <a:pt x="525" y="223"/>
                    <a:pt x="525" y="223"/>
                    <a:pt x="525" y="223"/>
                  </a:cubicBezTo>
                  <a:cubicBezTo>
                    <a:pt x="525" y="223"/>
                    <a:pt x="525" y="223"/>
                    <a:pt x="525" y="223"/>
                  </a:cubicBezTo>
                  <a:cubicBezTo>
                    <a:pt x="531" y="214"/>
                    <a:pt x="531" y="214"/>
                    <a:pt x="531" y="214"/>
                  </a:cubicBezTo>
                  <a:cubicBezTo>
                    <a:pt x="531" y="214"/>
                    <a:pt x="531" y="214"/>
                    <a:pt x="531" y="214"/>
                  </a:cubicBezTo>
                  <a:cubicBezTo>
                    <a:pt x="537" y="205"/>
                    <a:pt x="537" y="205"/>
                    <a:pt x="537" y="205"/>
                  </a:cubicBezTo>
                  <a:cubicBezTo>
                    <a:pt x="537" y="205"/>
                    <a:pt x="537" y="205"/>
                    <a:pt x="537" y="205"/>
                  </a:cubicBezTo>
                  <a:cubicBezTo>
                    <a:pt x="544" y="198"/>
                    <a:pt x="544" y="198"/>
                    <a:pt x="544" y="198"/>
                  </a:cubicBezTo>
                  <a:cubicBezTo>
                    <a:pt x="544" y="198"/>
                    <a:pt x="544" y="198"/>
                    <a:pt x="544" y="198"/>
                  </a:cubicBezTo>
                  <a:cubicBezTo>
                    <a:pt x="554" y="190"/>
                    <a:pt x="554" y="190"/>
                    <a:pt x="554" y="190"/>
                  </a:cubicBezTo>
                  <a:cubicBezTo>
                    <a:pt x="554" y="190"/>
                    <a:pt x="554" y="190"/>
                    <a:pt x="554" y="190"/>
                  </a:cubicBezTo>
                  <a:cubicBezTo>
                    <a:pt x="554" y="190"/>
                    <a:pt x="554" y="190"/>
                    <a:pt x="554" y="190"/>
                  </a:cubicBezTo>
                  <a:cubicBezTo>
                    <a:pt x="554" y="190"/>
                    <a:pt x="554" y="190"/>
                    <a:pt x="554" y="190"/>
                  </a:cubicBezTo>
                  <a:cubicBezTo>
                    <a:pt x="555" y="190"/>
                    <a:pt x="555" y="190"/>
                    <a:pt x="555" y="190"/>
                  </a:cubicBezTo>
                  <a:cubicBezTo>
                    <a:pt x="555" y="190"/>
                    <a:pt x="555" y="190"/>
                    <a:pt x="555" y="190"/>
                  </a:cubicBezTo>
                  <a:cubicBezTo>
                    <a:pt x="556" y="190"/>
                    <a:pt x="556" y="190"/>
                    <a:pt x="556" y="190"/>
                  </a:cubicBezTo>
                  <a:cubicBezTo>
                    <a:pt x="556" y="190"/>
                    <a:pt x="556" y="190"/>
                    <a:pt x="556" y="190"/>
                  </a:cubicBezTo>
                  <a:cubicBezTo>
                    <a:pt x="557" y="189"/>
                    <a:pt x="557" y="189"/>
                    <a:pt x="557" y="189"/>
                  </a:cubicBezTo>
                  <a:cubicBezTo>
                    <a:pt x="557" y="189"/>
                    <a:pt x="557" y="189"/>
                    <a:pt x="557" y="189"/>
                  </a:cubicBezTo>
                  <a:cubicBezTo>
                    <a:pt x="558" y="189"/>
                    <a:pt x="558" y="189"/>
                    <a:pt x="558" y="189"/>
                  </a:cubicBezTo>
                  <a:cubicBezTo>
                    <a:pt x="558" y="189"/>
                    <a:pt x="558" y="189"/>
                    <a:pt x="558" y="189"/>
                  </a:cubicBezTo>
                  <a:cubicBezTo>
                    <a:pt x="559" y="189"/>
                    <a:pt x="559" y="189"/>
                    <a:pt x="559" y="189"/>
                  </a:cubicBezTo>
                  <a:cubicBezTo>
                    <a:pt x="559" y="189"/>
                    <a:pt x="559" y="189"/>
                    <a:pt x="559" y="189"/>
                  </a:cubicBezTo>
                  <a:cubicBezTo>
                    <a:pt x="560" y="189"/>
                    <a:pt x="560" y="189"/>
                    <a:pt x="560" y="189"/>
                  </a:cubicBezTo>
                  <a:cubicBezTo>
                    <a:pt x="560" y="189"/>
                    <a:pt x="560" y="189"/>
                    <a:pt x="560" y="189"/>
                  </a:cubicBezTo>
                  <a:cubicBezTo>
                    <a:pt x="561" y="189"/>
                    <a:pt x="561" y="189"/>
                    <a:pt x="561" y="189"/>
                  </a:cubicBezTo>
                  <a:cubicBezTo>
                    <a:pt x="561" y="189"/>
                    <a:pt x="561" y="189"/>
                    <a:pt x="561" y="189"/>
                  </a:cubicBezTo>
                  <a:cubicBezTo>
                    <a:pt x="561" y="192"/>
                    <a:pt x="561" y="192"/>
                    <a:pt x="561" y="192"/>
                  </a:cubicBezTo>
                  <a:cubicBezTo>
                    <a:pt x="561" y="192"/>
                    <a:pt x="561" y="192"/>
                    <a:pt x="561" y="192"/>
                  </a:cubicBezTo>
                  <a:cubicBezTo>
                    <a:pt x="561" y="195"/>
                    <a:pt x="561" y="195"/>
                    <a:pt x="561" y="195"/>
                  </a:cubicBezTo>
                  <a:cubicBezTo>
                    <a:pt x="561" y="195"/>
                    <a:pt x="561" y="195"/>
                    <a:pt x="561" y="195"/>
                  </a:cubicBezTo>
                  <a:cubicBezTo>
                    <a:pt x="561" y="198"/>
                    <a:pt x="561" y="198"/>
                    <a:pt x="561" y="198"/>
                  </a:cubicBezTo>
                  <a:cubicBezTo>
                    <a:pt x="561" y="198"/>
                    <a:pt x="561" y="198"/>
                    <a:pt x="561" y="198"/>
                  </a:cubicBezTo>
                  <a:cubicBezTo>
                    <a:pt x="562" y="200"/>
                    <a:pt x="562" y="200"/>
                    <a:pt x="562" y="200"/>
                  </a:cubicBezTo>
                  <a:cubicBezTo>
                    <a:pt x="562" y="200"/>
                    <a:pt x="562" y="200"/>
                    <a:pt x="562" y="200"/>
                  </a:cubicBezTo>
                  <a:cubicBezTo>
                    <a:pt x="561" y="203"/>
                    <a:pt x="561" y="203"/>
                    <a:pt x="561" y="203"/>
                  </a:cubicBezTo>
                  <a:cubicBezTo>
                    <a:pt x="561" y="203"/>
                    <a:pt x="561" y="203"/>
                    <a:pt x="561" y="203"/>
                  </a:cubicBezTo>
                  <a:cubicBezTo>
                    <a:pt x="561" y="205"/>
                    <a:pt x="561" y="205"/>
                    <a:pt x="561" y="205"/>
                  </a:cubicBezTo>
                  <a:cubicBezTo>
                    <a:pt x="561" y="205"/>
                    <a:pt x="561" y="205"/>
                    <a:pt x="561" y="205"/>
                  </a:cubicBezTo>
                  <a:cubicBezTo>
                    <a:pt x="561" y="208"/>
                    <a:pt x="561" y="208"/>
                    <a:pt x="561" y="208"/>
                  </a:cubicBezTo>
                  <a:cubicBezTo>
                    <a:pt x="561" y="208"/>
                    <a:pt x="561" y="208"/>
                    <a:pt x="561" y="208"/>
                  </a:cubicBezTo>
                  <a:cubicBezTo>
                    <a:pt x="561" y="210"/>
                    <a:pt x="561" y="210"/>
                    <a:pt x="561" y="210"/>
                  </a:cubicBezTo>
                  <a:cubicBezTo>
                    <a:pt x="561" y="210"/>
                    <a:pt x="561" y="210"/>
                    <a:pt x="561" y="210"/>
                  </a:cubicBezTo>
                  <a:cubicBezTo>
                    <a:pt x="559" y="211"/>
                    <a:pt x="559" y="211"/>
                    <a:pt x="559" y="211"/>
                  </a:cubicBezTo>
                  <a:cubicBezTo>
                    <a:pt x="559" y="211"/>
                    <a:pt x="559" y="211"/>
                    <a:pt x="559" y="211"/>
                  </a:cubicBezTo>
                  <a:cubicBezTo>
                    <a:pt x="558" y="212"/>
                    <a:pt x="558" y="212"/>
                    <a:pt x="558" y="212"/>
                  </a:cubicBezTo>
                  <a:cubicBezTo>
                    <a:pt x="558" y="212"/>
                    <a:pt x="558" y="212"/>
                    <a:pt x="558" y="212"/>
                  </a:cubicBezTo>
                  <a:cubicBezTo>
                    <a:pt x="557" y="213"/>
                    <a:pt x="557" y="213"/>
                    <a:pt x="557" y="213"/>
                  </a:cubicBezTo>
                  <a:cubicBezTo>
                    <a:pt x="557" y="213"/>
                    <a:pt x="557" y="213"/>
                    <a:pt x="557" y="213"/>
                  </a:cubicBezTo>
                  <a:cubicBezTo>
                    <a:pt x="556" y="213"/>
                    <a:pt x="556" y="213"/>
                    <a:pt x="556" y="213"/>
                  </a:cubicBezTo>
                  <a:cubicBezTo>
                    <a:pt x="556" y="213"/>
                    <a:pt x="556" y="213"/>
                    <a:pt x="556" y="213"/>
                  </a:cubicBezTo>
                  <a:cubicBezTo>
                    <a:pt x="555" y="214"/>
                    <a:pt x="555" y="214"/>
                    <a:pt x="555" y="214"/>
                  </a:cubicBezTo>
                  <a:cubicBezTo>
                    <a:pt x="555" y="214"/>
                    <a:pt x="555" y="214"/>
                    <a:pt x="555" y="214"/>
                  </a:cubicBezTo>
                  <a:cubicBezTo>
                    <a:pt x="555" y="214"/>
                    <a:pt x="555" y="214"/>
                    <a:pt x="555" y="214"/>
                  </a:cubicBezTo>
                  <a:cubicBezTo>
                    <a:pt x="555" y="214"/>
                    <a:pt x="555" y="214"/>
                    <a:pt x="555" y="214"/>
                  </a:cubicBezTo>
                  <a:cubicBezTo>
                    <a:pt x="555" y="214"/>
                    <a:pt x="555" y="214"/>
                    <a:pt x="555" y="214"/>
                  </a:cubicBezTo>
                  <a:cubicBezTo>
                    <a:pt x="555" y="214"/>
                    <a:pt x="555" y="214"/>
                    <a:pt x="555" y="214"/>
                  </a:cubicBezTo>
                  <a:cubicBezTo>
                    <a:pt x="553" y="215"/>
                    <a:pt x="553" y="215"/>
                    <a:pt x="553" y="215"/>
                  </a:cubicBezTo>
                  <a:cubicBezTo>
                    <a:pt x="553" y="215"/>
                    <a:pt x="553" y="215"/>
                    <a:pt x="553" y="215"/>
                  </a:cubicBezTo>
                  <a:cubicBezTo>
                    <a:pt x="553" y="217"/>
                    <a:pt x="553" y="217"/>
                    <a:pt x="553" y="217"/>
                  </a:cubicBezTo>
                  <a:cubicBezTo>
                    <a:pt x="553" y="217"/>
                    <a:pt x="553" y="217"/>
                    <a:pt x="553" y="217"/>
                  </a:cubicBezTo>
                  <a:cubicBezTo>
                    <a:pt x="553" y="219"/>
                    <a:pt x="553" y="219"/>
                    <a:pt x="553" y="219"/>
                  </a:cubicBezTo>
                  <a:cubicBezTo>
                    <a:pt x="553" y="219"/>
                    <a:pt x="553" y="219"/>
                    <a:pt x="553" y="219"/>
                  </a:cubicBezTo>
                  <a:cubicBezTo>
                    <a:pt x="553" y="220"/>
                    <a:pt x="553" y="220"/>
                    <a:pt x="553" y="220"/>
                  </a:cubicBezTo>
                  <a:cubicBezTo>
                    <a:pt x="553" y="220"/>
                    <a:pt x="553" y="220"/>
                    <a:pt x="553" y="220"/>
                  </a:cubicBezTo>
                  <a:cubicBezTo>
                    <a:pt x="553" y="222"/>
                    <a:pt x="553" y="222"/>
                    <a:pt x="553" y="222"/>
                  </a:cubicBezTo>
                  <a:cubicBezTo>
                    <a:pt x="553" y="222"/>
                    <a:pt x="553" y="222"/>
                    <a:pt x="553" y="222"/>
                  </a:cubicBezTo>
                  <a:cubicBezTo>
                    <a:pt x="554" y="223"/>
                    <a:pt x="554" y="223"/>
                    <a:pt x="554" y="223"/>
                  </a:cubicBezTo>
                  <a:cubicBezTo>
                    <a:pt x="554" y="223"/>
                    <a:pt x="554" y="223"/>
                    <a:pt x="554" y="223"/>
                  </a:cubicBezTo>
                  <a:cubicBezTo>
                    <a:pt x="555" y="225"/>
                    <a:pt x="555" y="225"/>
                    <a:pt x="555" y="225"/>
                  </a:cubicBezTo>
                  <a:cubicBezTo>
                    <a:pt x="555" y="225"/>
                    <a:pt x="555" y="225"/>
                    <a:pt x="555" y="225"/>
                  </a:cubicBezTo>
                  <a:cubicBezTo>
                    <a:pt x="556" y="225"/>
                    <a:pt x="556" y="225"/>
                    <a:pt x="556" y="225"/>
                  </a:cubicBezTo>
                  <a:cubicBezTo>
                    <a:pt x="556" y="225"/>
                    <a:pt x="556" y="225"/>
                    <a:pt x="556" y="225"/>
                  </a:cubicBezTo>
                  <a:cubicBezTo>
                    <a:pt x="562" y="227"/>
                    <a:pt x="562" y="227"/>
                    <a:pt x="562" y="227"/>
                  </a:cubicBezTo>
                  <a:cubicBezTo>
                    <a:pt x="562" y="227"/>
                    <a:pt x="562" y="227"/>
                    <a:pt x="562" y="227"/>
                  </a:cubicBezTo>
                  <a:cubicBezTo>
                    <a:pt x="558" y="268"/>
                    <a:pt x="558" y="268"/>
                    <a:pt x="558" y="268"/>
                  </a:cubicBezTo>
                  <a:cubicBezTo>
                    <a:pt x="558" y="268"/>
                    <a:pt x="558" y="268"/>
                    <a:pt x="558" y="268"/>
                  </a:cubicBezTo>
                  <a:cubicBezTo>
                    <a:pt x="555" y="269"/>
                    <a:pt x="555" y="269"/>
                    <a:pt x="555" y="269"/>
                  </a:cubicBezTo>
                  <a:cubicBezTo>
                    <a:pt x="555" y="269"/>
                    <a:pt x="555" y="269"/>
                    <a:pt x="555" y="269"/>
                  </a:cubicBezTo>
                  <a:cubicBezTo>
                    <a:pt x="551" y="270"/>
                    <a:pt x="551" y="270"/>
                    <a:pt x="551" y="270"/>
                  </a:cubicBezTo>
                  <a:cubicBezTo>
                    <a:pt x="551" y="270"/>
                    <a:pt x="551" y="270"/>
                    <a:pt x="551" y="270"/>
                  </a:cubicBezTo>
                  <a:cubicBezTo>
                    <a:pt x="548" y="272"/>
                    <a:pt x="548" y="272"/>
                    <a:pt x="548" y="272"/>
                  </a:cubicBezTo>
                  <a:cubicBezTo>
                    <a:pt x="548" y="272"/>
                    <a:pt x="548" y="272"/>
                    <a:pt x="548" y="272"/>
                  </a:cubicBezTo>
                  <a:cubicBezTo>
                    <a:pt x="546" y="272"/>
                    <a:pt x="546" y="272"/>
                    <a:pt x="546" y="272"/>
                  </a:cubicBezTo>
                  <a:cubicBezTo>
                    <a:pt x="546" y="272"/>
                    <a:pt x="546" y="272"/>
                    <a:pt x="546" y="272"/>
                  </a:cubicBezTo>
                  <a:cubicBezTo>
                    <a:pt x="543" y="274"/>
                    <a:pt x="543" y="274"/>
                    <a:pt x="543" y="274"/>
                  </a:cubicBezTo>
                  <a:cubicBezTo>
                    <a:pt x="543" y="274"/>
                    <a:pt x="543" y="274"/>
                    <a:pt x="543" y="274"/>
                  </a:cubicBezTo>
                  <a:cubicBezTo>
                    <a:pt x="541" y="275"/>
                    <a:pt x="541" y="275"/>
                    <a:pt x="541" y="275"/>
                  </a:cubicBezTo>
                  <a:cubicBezTo>
                    <a:pt x="541" y="275"/>
                    <a:pt x="541" y="275"/>
                    <a:pt x="541" y="275"/>
                  </a:cubicBezTo>
                  <a:cubicBezTo>
                    <a:pt x="539" y="276"/>
                    <a:pt x="539" y="276"/>
                    <a:pt x="539" y="276"/>
                  </a:cubicBezTo>
                  <a:cubicBezTo>
                    <a:pt x="539" y="276"/>
                    <a:pt x="539" y="276"/>
                    <a:pt x="539" y="276"/>
                  </a:cubicBezTo>
                  <a:cubicBezTo>
                    <a:pt x="538" y="277"/>
                    <a:pt x="538" y="277"/>
                    <a:pt x="538" y="277"/>
                  </a:cubicBezTo>
                  <a:cubicBezTo>
                    <a:pt x="538" y="277"/>
                    <a:pt x="538" y="277"/>
                    <a:pt x="538" y="277"/>
                  </a:cubicBezTo>
                  <a:cubicBezTo>
                    <a:pt x="538" y="279"/>
                    <a:pt x="538" y="279"/>
                    <a:pt x="538" y="279"/>
                  </a:cubicBezTo>
                  <a:cubicBezTo>
                    <a:pt x="538" y="279"/>
                    <a:pt x="538" y="279"/>
                    <a:pt x="538" y="279"/>
                  </a:cubicBezTo>
                  <a:cubicBezTo>
                    <a:pt x="539" y="280"/>
                    <a:pt x="539" y="280"/>
                    <a:pt x="539" y="280"/>
                  </a:cubicBezTo>
                  <a:cubicBezTo>
                    <a:pt x="539" y="280"/>
                    <a:pt x="539" y="280"/>
                    <a:pt x="539" y="280"/>
                  </a:cubicBezTo>
                  <a:cubicBezTo>
                    <a:pt x="539" y="281"/>
                    <a:pt x="539" y="281"/>
                    <a:pt x="539" y="281"/>
                  </a:cubicBezTo>
                  <a:cubicBezTo>
                    <a:pt x="539" y="281"/>
                    <a:pt x="539" y="281"/>
                    <a:pt x="539" y="281"/>
                  </a:cubicBezTo>
                  <a:cubicBezTo>
                    <a:pt x="540" y="282"/>
                    <a:pt x="540" y="282"/>
                    <a:pt x="540" y="282"/>
                  </a:cubicBezTo>
                  <a:cubicBezTo>
                    <a:pt x="540" y="282"/>
                    <a:pt x="540" y="282"/>
                    <a:pt x="540" y="282"/>
                  </a:cubicBezTo>
                  <a:cubicBezTo>
                    <a:pt x="540" y="282"/>
                    <a:pt x="540" y="282"/>
                    <a:pt x="540" y="282"/>
                  </a:cubicBezTo>
                  <a:cubicBezTo>
                    <a:pt x="540" y="282"/>
                    <a:pt x="540" y="282"/>
                    <a:pt x="540" y="282"/>
                  </a:cubicBezTo>
                  <a:cubicBezTo>
                    <a:pt x="541" y="283"/>
                    <a:pt x="541" y="283"/>
                    <a:pt x="541" y="283"/>
                  </a:cubicBezTo>
                  <a:cubicBezTo>
                    <a:pt x="541" y="283"/>
                    <a:pt x="541" y="283"/>
                    <a:pt x="541" y="283"/>
                  </a:cubicBezTo>
                  <a:cubicBezTo>
                    <a:pt x="541" y="284"/>
                    <a:pt x="541" y="284"/>
                    <a:pt x="541" y="284"/>
                  </a:cubicBezTo>
                  <a:cubicBezTo>
                    <a:pt x="541" y="284"/>
                    <a:pt x="541" y="284"/>
                    <a:pt x="541" y="284"/>
                  </a:cubicBezTo>
                  <a:cubicBezTo>
                    <a:pt x="542" y="284"/>
                    <a:pt x="542" y="284"/>
                    <a:pt x="542" y="284"/>
                  </a:cubicBezTo>
                  <a:cubicBezTo>
                    <a:pt x="542" y="284"/>
                    <a:pt x="542" y="284"/>
                    <a:pt x="542" y="284"/>
                  </a:cubicBezTo>
                  <a:cubicBezTo>
                    <a:pt x="543" y="285"/>
                    <a:pt x="543" y="285"/>
                    <a:pt x="543" y="285"/>
                  </a:cubicBezTo>
                  <a:cubicBezTo>
                    <a:pt x="543" y="285"/>
                    <a:pt x="543" y="285"/>
                    <a:pt x="543" y="285"/>
                  </a:cubicBezTo>
                  <a:cubicBezTo>
                    <a:pt x="545" y="286"/>
                    <a:pt x="545" y="286"/>
                    <a:pt x="545" y="286"/>
                  </a:cubicBezTo>
                  <a:cubicBezTo>
                    <a:pt x="545" y="286"/>
                    <a:pt x="545" y="286"/>
                    <a:pt x="545" y="286"/>
                  </a:cubicBezTo>
                  <a:cubicBezTo>
                    <a:pt x="547" y="287"/>
                    <a:pt x="547" y="287"/>
                    <a:pt x="547" y="287"/>
                  </a:cubicBezTo>
                  <a:cubicBezTo>
                    <a:pt x="547" y="287"/>
                    <a:pt x="547" y="287"/>
                    <a:pt x="547" y="287"/>
                  </a:cubicBezTo>
                  <a:cubicBezTo>
                    <a:pt x="549" y="287"/>
                    <a:pt x="549" y="287"/>
                    <a:pt x="549" y="287"/>
                  </a:cubicBezTo>
                  <a:cubicBezTo>
                    <a:pt x="549" y="287"/>
                    <a:pt x="549" y="287"/>
                    <a:pt x="549" y="287"/>
                  </a:cubicBezTo>
                  <a:cubicBezTo>
                    <a:pt x="550" y="288"/>
                    <a:pt x="550" y="288"/>
                    <a:pt x="550" y="288"/>
                  </a:cubicBezTo>
                  <a:cubicBezTo>
                    <a:pt x="550" y="288"/>
                    <a:pt x="550" y="288"/>
                    <a:pt x="550" y="288"/>
                  </a:cubicBezTo>
                  <a:cubicBezTo>
                    <a:pt x="553" y="288"/>
                    <a:pt x="553" y="288"/>
                    <a:pt x="553" y="288"/>
                  </a:cubicBezTo>
                  <a:cubicBezTo>
                    <a:pt x="553" y="288"/>
                    <a:pt x="553" y="288"/>
                    <a:pt x="553" y="288"/>
                  </a:cubicBezTo>
                  <a:cubicBezTo>
                    <a:pt x="554" y="289"/>
                    <a:pt x="554" y="289"/>
                    <a:pt x="554" y="289"/>
                  </a:cubicBezTo>
                  <a:cubicBezTo>
                    <a:pt x="554" y="289"/>
                    <a:pt x="554" y="289"/>
                    <a:pt x="554" y="289"/>
                  </a:cubicBezTo>
                  <a:cubicBezTo>
                    <a:pt x="556" y="289"/>
                    <a:pt x="556" y="289"/>
                    <a:pt x="556" y="289"/>
                  </a:cubicBezTo>
                  <a:cubicBezTo>
                    <a:pt x="556" y="289"/>
                    <a:pt x="556" y="289"/>
                    <a:pt x="556" y="289"/>
                  </a:cubicBezTo>
                  <a:cubicBezTo>
                    <a:pt x="554" y="375"/>
                    <a:pt x="554" y="375"/>
                    <a:pt x="554" y="375"/>
                  </a:cubicBezTo>
                  <a:cubicBezTo>
                    <a:pt x="554" y="375"/>
                    <a:pt x="554" y="375"/>
                    <a:pt x="554" y="375"/>
                  </a:cubicBezTo>
                  <a:cubicBezTo>
                    <a:pt x="550" y="378"/>
                    <a:pt x="550" y="378"/>
                    <a:pt x="550" y="378"/>
                  </a:cubicBezTo>
                  <a:cubicBezTo>
                    <a:pt x="550" y="378"/>
                    <a:pt x="550" y="378"/>
                    <a:pt x="550" y="378"/>
                  </a:cubicBezTo>
                  <a:cubicBezTo>
                    <a:pt x="545" y="379"/>
                    <a:pt x="545" y="379"/>
                    <a:pt x="545" y="379"/>
                  </a:cubicBezTo>
                  <a:cubicBezTo>
                    <a:pt x="545" y="379"/>
                    <a:pt x="545" y="379"/>
                    <a:pt x="545" y="379"/>
                  </a:cubicBezTo>
                  <a:cubicBezTo>
                    <a:pt x="541" y="379"/>
                    <a:pt x="541" y="379"/>
                    <a:pt x="541" y="379"/>
                  </a:cubicBezTo>
                  <a:cubicBezTo>
                    <a:pt x="541" y="379"/>
                    <a:pt x="541" y="379"/>
                    <a:pt x="541" y="379"/>
                  </a:cubicBezTo>
                  <a:cubicBezTo>
                    <a:pt x="536" y="379"/>
                    <a:pt x="536" y="379"/>
                    <a:pt x="536" y="379"/>
                  </a:cubicBezTo>
                  <a:cubicBezTo>
                    <a:pt x="536" y="379"/>
                    <a:pt x="536" y="379"/>
                    <a:pt x="536" y="379"/>
                  </a:cubicBezTo>
                  <a:cubicBezTo>
                    <a:pt x="532" y="378"/>
                    <a:pt x="532" y="378"/>
                    <a:pt x="532" y="378"/>
                  </a:cubicBezTo>
                  <a:cubicBezTo>
                    <a:pt x="532" y="378"/>
                    <a:pt x="532" y="378"/>
                    <a:pt x="532" y="378"/>
                  </a:cubicBezTo>
                  <a:cubicBezTo>
                    <a:pt x="526" y="378"/>
                    <a:pt x="526" y="378"/>
                    <a:pt x="526" y="378"/>
                  </a:cubicBezTo>
                  <a:cubicBezTo>
                    <a:pt x="526" y="378"/>
                    <a:pt x="526" y="378"/>
                    <a:pt x="526" y="378"/>
                  </a:cubicBezTo>
                  <a:cubicBezTo>
                    <a:pt x="523" y="378"/>
                    <a:pt x="523" y="378"/>
                    <a:pt x="523" y="378"/>
                  </a:cubicBezTo>
                  <a:cubicBezTo>
                    <a:pt x="523" y="378"/>
                    <a:pt x="523" y="378"/>
                    <a:pt x="523" y="378"/>
                  </a:cubicBezTo>
                  <a:cubicBezTo>
                    <a:pt x="518" y="378"/>
                    <a:pt x="518" y="378"/>
                    <a:pt x="518" y="378"/>
                  </a:cubicBezTo>
                  <a:cubicBezTo>
                    <a:pt x="518" y="378"/>
                    <a:pt x="518" y="378"/>
                    <a:pt x="518" y="378"/>
                  </a:cubicBezTo>
                  <a:cubicBezTo>
                    <a:pt x="515" y="378"/>
                    <a:pt x="515" y="378"/>
                    <a:pt x="515" y="378"/>
                  </a:cubicBezTo>
                  <a:cubicBezTo>
                    <a:pt x="515" y="378"/>
                    <a:pt x="515" y="378"/>
                    <a:pt x="515" y="378"/>
                  </a:cubicBezTo>
                  <a:cubicBezTo>
                    <a:pt x="514" y="381"/>
                    <a:pt x="514" y="381"/>
                    <a:pt x="514" y="381"/>
                  </a:cubicBezTo>
                  <a:cubicBezTo>
                    <a:pt x="514" y="381"/>
                    <a:pt x="514" y="381"/>
                    <a:pt x="514" y="381"/>
                  </a:cubicBezTo>
                  <a:cubicBezTo>
                    <a:pt x="522" y="383"/>
                    <a:pt x="522" y="383"/>
                    <a:pt x="522" y="383"/>
                  </a:cubicBezTo>
                  <a:cubicBezTo>
                    <a:pt x="522" y="383"/>
                    <a:pt x="522" y="383"/>
                    <a:pt x="522" y="383"/>
                  </a:cubicBezTo>
                  <a:cubicBezTo>
                    <a:pt x="531" y="386"/>
                    <a:pt x="531" y="386"/>
                    <a:pt x="531" y="386"/>
                  </a:cubicBezTo>
                  <a:cubicBezTo>
                    <a:pt x="531" y="386"/>
                    <a:pt x="531" y="386"/>
                    <a:pt x="531" y="386"/>
                  </a:cubicBezTo>
                  <a:cubicBezTo>
                    <a:pt x="538" y="390"/>
                    <a:pt x="538" y="390"/>
                    <a:pt x="538" y="390"/>
                  </a:cubicBezTo>
                  <a:cubicBezTo>
                    <a:pt x="538" y="390"/>
                    <a:pt x="538" y="390"/>
                    <a:pt x="538" y="390"/>
                  </a:cubicBezTo>
                  <a:cubicBezTo>
                    <a:pt x="546" y="393"/>
                    <a:pt x="546" y="393"/>
                    <a:pt x="546" y="393"/>
                  </a:cubicBezTo>
                  <a:cubicBezTo>
                    <a:pt x="546" y="393"/>
                    <a:pt x="546" y="393"/>
                    <a:pt x="546" y="393"/>
                  </a:cubicBezTo>
                  <a:cubicBezTo>
                    <a:pt x="553" y="397"/>
                    <a:pt x="553" y="397"/>
                    <a:pt x="553" y="397"/>
                  </a:cubicBezTo>
                  <a:cubicBezTo>
                    <a:pt x="553" y="397"/>
                    <a:pt x="553" y="397"/>
                    <a:pt x="553" y="397"/>
                  </a:cubicBezTo>
                  <a:cubicBezTo>
                    <a:pt x="559" y="402"/>
                    <a:pt x="559" y="402"/>
                    <a:pt x="559" y="402"/>
                  </a:cubicBezTo>
                  <a:cubicBezTo>
                    <a:pt x="559" y="402"/>
                    <a:pt x="559" y="402"/>
                    <a:pt x="559" y="402"/>
                  </a:cubicBezTo>
                  <a:cubicBezTo>
                    <a:pt x="565" y="408"/>
                    <a:pt x="565" y="408"/>
                    <a:pt x="565" y="408"/>
                  </a:cubicBezTo>
                  <a:cubicBezTo>
                    <a:pt x="565" y="408"/>
                    <a:pt x="565" y="408"/>
                    <a:pt x="565" y="408"/>
                  </a:cubicBezTo>
                  <a:cubicBezTo>
                    <a:pt x="571" y="412"/>
                    <a:pt x="571" y="412"/>
                    <a:pt x="571" y="412"/>
                  </a:cubicBezTo>
                  <a:lnTo>
                    <a:pt x="573" y="412"/>
                  </a:lnTo>
                  <a:close/>
                  <a:moveTo>
                    <a:pt x="1446" y="406"/>
                  </a:moveTo>
                  <a:cubicBezTo>
                    <a:pt x="1469" y="399"/>
                    <a:pt x="1469" y="399"/>
                    <a:pt x="1469" y="399"/>
                  </a:cubicBezTo>
                  <a:cubicBezTo>
                    <a:pt x="1469" y="399"/>
                    <a:pt x="1469" y="399"/>
                    <a:pt x="1469" y="399"/>
                  </a:cubicBezTo>
                  <a:cubicBezTo>
                    <a:pt x="1469" y="398"/>
                    <a:pt x="1469" y="398"/>
                    <a:pt x="1469" y="398"/>
                  </a:cubicBezTo>
                  <a:cubicBezTo>
                    <a:pt x="1469" y="398"/>
                    <a:pt x="1469" y="398"/>
                    <a:pt x="1469" y="398"/>
                  </a:cubicBezTo>
                  <a:cubicBezTo>
                    <a:pt x="1472" y="397"/>
                    <a:pt x="1472" y="397"/>
                    <a:pt x="1472" y="397"/>
                  </a:cubicBezTo>
                  <a:cubicBezTo>
                    <a:pt x="1472" y="397"/>
                    <a:pt x="1472" y="397"/>
                    <a:pt x="1472" y="397"/>
                  </a:cubicBezTo>
                  <a:cubicBezTo>
                    <a:pt x="1473" y="396"/>
                    <a:pt x="1473" y="396"/>
                    <a:pt x="1473" y="396"/>
                  </a:cubicBezTo>
                  <a:cubicBezTo>
                    <a:pt x="1473" y="396"/>
                    <a:pt x="1473" y="396"/>
                    <a:pt x="1473" y="396"/>
                  </a:cubicBezTo>
                  <a:cubicBezTo>
                    <a:pt x="1476" y="396"/>
                    <a:pt x="1476" y="396"/>
                    <a:pt x="1476" y="396"/>
                  </a:cubicBezTo>
                  <a:cubicBezTo>
                    <a:pt x="1476" y="396"/>
                    <a:pt x="1476" y="396"/>
                    <a:pt x="1476" y="396"/>
                  </a:cubicBezTo>
                  <a:cubicBezTo>
                    <a:pt x="1477" y="396"/>
                    <a:pt x="1477" y="396"/>
                    <a:pt x="1477" y="396"/>
                  </a:cubicBezTo>
                  <a:cubicBezTo>
                    <a:pt x="1477" y="396"/>
                    <a:pt x="1477" y="396"/>
                    <a:pt x="1477" y="396"/>
                  </a:cubicBezTo>
                  <a:cubicBezTo>
                    <a:pt x="1479" y="396"/>
                    <a:pt x="1479" y="396"/>
                    <a:pt x="1479" y="396"/>
                  </a:cubicBezTo>
                  <a:cubicBezTo>
                    <a:pt x="1479" y="396"/>
                    <a:pt x="1479" y="396"/>
                    <a:pt x="1479" y="396"/>
                  </a:cubicBezTo>
                  <a:cubicBezTo>
                    <a:pt x="1480" y="395"/>
                    <a:pt x="1480" y="395"/>
                    <a:pt x="1480" y="395"/>
                  </a:cubicBezTo>
                  <a:cubicBezTo>
                    <a:pt x="1480" y="395"/>
                    <a:pt x="1480" y="395"/>
                    <a:pt x="1480" y="395"/>
                  </a:cubicBezTo>
                  <a:cubicBezTo>
                    <a:pt x="1482" y="393"/>
                    <a:pt x="1482" y="393"/>
                    <a:pt x="1482" y="393"/>
                  </a:cubicBezTo>
                  <a:cubicBezTo>
                    <a:pt x="1482" y="393"/>
                    <a:pt x="1482" y="393"/>
                    <a:pt x="1482" y="393"/>
                  </a:cubicBezTo>
                  <a:cubicBezTo>
                    <a:pt x="1509" y="378"/>
                    <a:pt x="1509" y="378"/>
                    <a:pt x="1509" y="378"/>
                  </a:cubicBezTo>
                  <a:cubicBezTo>
                    <a:pt x="1509" y="378"/>
                    <a:pt x="1509" y="378"/>
                    <a:pt x="1509" y="378"/>
                  </a:cubicBezTo>
                  <a:cubicBezTo>
                    <a:pt x="1517" y="377"/>
                    <a:pt x="1517" y="377"/>
                    <a:pt x="1517" y="377"/>
                  </a:cubicBezTo>
                  <a:cubicBezTo>
                    <a:pt x="1517" y="377"/>
                    <a:pt x="1517" y="377"/>
                    <a:pt x="1517" y="377"/>
                  </a:cubicBezTo>
                  <a:cubicBezTo>
                    <a:pt x="1523" y="374"/>
                    <a:pt x="1523" y="374"/>
                    <a:pt x="1523" y="374"/>
                  </a:cubicBezTo>
                  <a:cubicBezTo>
                    <a:pt x="1523" y="374"/>
                    <a:pt x="1523" y="374"/>
                    <a:pt x="1523" y="374"/>
                  </a:cubicBezTo>
                  <a:cubicBezTo>
                    <a:pt x="1528" y="370"/>
                    <a:pt x="1528" y="370"/>
                    <a:pt x="1528" y="370"/>
                  </a:cubicBezTo>
                  <a:cubicBezTo>
                    <a:pt x="1528" y="370"/>
                    <a:pt x="1528" y="370"/>
                    <a:pt x="1528" y="370"/>
                  </a:cubicBezTo>
                  <a:cubicBezTo>
                    <a:pt x="1533" y="366"/>
                    <a:pt x="1533" y="366"/>
                    <a:pt x="1533" y="366"/>
                  </a:cubicBezTo>
                  <a:cubicBezTo>
                    <a:pt x="1533" y="366"/>
                    <a:pt x="1533" y="366"/>
                    <a:pt x="1533" y="366"/>
                  </a:cubicBezTo>
                  <a:cubicBezTo>
                    <a:pt x="1538" y="362"/>
                    <a:pt x="1538" y="362"/>
                    <a:pt x="1538" y="362"/>
                  </a:cubicBezTo>
                  <a:cubicBezTo>
                    <a:pt x="1538" y="362"/>
                    <a:pt x="1538" y="362"/>
                    <a:pt x="1538" y="362"/>
                  </a:cubicBezTo>
                  <a:cubicBezTo>
                    <a:pt x="1542" y="357"/>
                    <a:pt x="1542" y="357"/>
                    <a:pt x="1542" y="357"/>
                  </a:cubicBezTo>
                  <a:cubicBezTo>
                    <a:pt x="1542" y="357"/>
                    <a:pt x="1542" y="357"/>
                    <a:pt x="1542" y="357"/>
                  </a:cubicBezTo>
                  <a:cubicBezTo>
                    <a:pt x="1545" y="353"/>
                    <a:pt x="1545" y="353"/>
                    <a:pt x="1545" y="353"/>
                  </a:cubicBezTo>
                  <a:cubicBezTo>
                    <a:pt x="1545" y="353"/>
                    <a:pt x="1545" y="353"/>
                    <a:pt x="1545" y="353"/>
                  </a:cubicBezTo>
                  <a:cubicBezTo>
                    <a:pt x="1550" y="348"/>
                    <a:pt x="1550" y="348"/>
                    <a:pt x="1550" y="348"/>
                  </a:cubicBezTo>
                  <a:cubicBezTo>
                    <a:pt x="1550" y="348"/>
                    <a:pt x="1550" y="348"/>
                    <a:pt x="1550" y="348"/>
                  </a:cubicBezTo>
                  <a:cubicBezTo>
                    <a:pt x="1568" y="312"/>
                    <a:pt x="1568" y="312"/>
                    <a:pt x="1568" y="312"/>
                  </a:cubicBezTo>
                  <a:cubicBezTo>
                    <a:pt x="1568" y="312"/>
                    <a:pt x="1568" y="312"/>
                    <a:pt x="1568" y="312"/>
                  </a:cubicBezTo>
                  <a:cubicBezTo>
                    <a:pt x="1583" y="269"/>
                    <a:pt x="1583" y="269"/>
                    <a:pt x="1583" y="269"/>
                  </a:cubicBezTo>
                  <a:cubicBezTo>
                    <a:pt x="1583" y="269"/>
                    <a:pt x="1583" y="269"/>
                    <a:pt x="1583" y="269"/>
                  </a:cubicBezTo>
                  <a:cubicBezTo>
                    <a:pt x="1584" y="269"/>
                    <a:pt x="1584" y="269"/>
                    <a:pt x="1584" y="269"/>
                  </a:cubicBezTo>
                  <a:cubicBezTo>
                    <a:pt x="1584" y="269"/>
                    <a:pt x="1584" y="269"/>
                    <a:pt x="1584" y="269"/>
                  </a:cubicBezTo>
                  <a:cubicBezTo>
                    <a:pt x="1586" y="267"/>
                    <a:pt x="1586" y="267"/>
                    <a:pt x="1586" y="267"/>
                  </a:cubicBezTo>
                  <a:cubicBezTo>
                    <a:pt x="1586" y="267"/>
                    <a:pt x="1586" y="267"/>
                    <a:pt x="1586" y="267"/>
                  </a:cubicBezTo>
                  <a:cubicBezTo>
                    <a:pt x="1588" y="266"/>
                    <a:pt x="1588" y="266"/>
                    <a:pt x="1588" y="266"/>
                  </a:cubicBezTo>
                  <a:cubicBezTo>
                    <a:pt x="1588" y="266"/>
                    <a:pt x="1588" y="266"/>
                    <a:pt x="1588" y="266"/>
                  </a:cubicBezTo>
                  <a:cubicBezTo>
                    <a:pt x="1591" y="264"/>
                    <a:pt x="1591" y="264"/>
                    <a:pt x="1591" y="264"/>
                  </a:cubicBezTo>
                  <a:cubicBezTo>
                    <a:pt x="1591" y="264"/>
                    <a:pt x="1591" y="264"/>
                    <a:pt x="1591" y="264"/>
                  </a:cubicBezTo>
                  <a:cubicBezTo>
                    <a:pt x="1593" y="263"/>
                    <a:pt x="1593" y="263"/>
                    <a:pt x="1593" y="263"/>
                  </a:cubicBezTo>
                  <a:cubicBezTo>
                    <a:pt x="1593" y="263"/>
                    <a:pt x="1593" y="263"/>
                    <a:pt x="1593" y="263"/>
                  </a:cubicBezTo>
                  <a:cubicBezTo>
                    <a:pt x="1597" y="262"/>
                    <a:pt x="1597" y="262"/>
                    <a:pt x="1597" y="262"/>
                  </a:cubicBezTo>
                  <a:cubicBezTo>
                    <a:pt x="1597" y="262"/>
                    <a:pt x="1597" y="262"/>
                    <a:pt x="1597" y="262"/>
                  </a:cubicBezTo>
                  <a:cubicBezTo>
                    <a:pt x="1599" y="262"/>
                    <a:pt x="1599" y="262"/>
                    <a:pt x="1599" y="262"/>
                  </a:cubicBezTo>
                  <a:cubicBezTo>
                    <a:pt x="1599" y="262"/>
                    <a:pt x="1599" y="262"/>
                    <a:pt x="1599" y="262"/>
                  </a:cubicBezTo>
                  <a:cubicBezTo>
                    <a:pt x="1602" y="261"/>
                    <a:pt x="1602" y="261"/>
                    <a:pt x="1602" y="261"/>
                  </a:cubicBezTo>
                  <a:cubicBezTo>
                    <a:pt x="1602" y="261"/>
                    <a:pt x="1602" y="261"/>
                    <a:pt x="1602" y="261"/>
                  </a:cubicBezTo>
                  <a:cubicBezTo>
                    <a:pt x="1602" y="260"/>
                    <a:pt x="1602" y="260"/>
                    <a:pt x="1602" y="260"/>
                  </a:cubicBezTo>
                  <a:cubicBezTo>
                    <a:pt x="1602" y="260"/>
                    <a:pt x="1602" y="260"/>
                    <a:pt x="1602" y="260"/>
                  </a:cubicBezTo>
                  <a:cubicBezTo>
                    <a:pt x="1604" y="258"/>
                    <a:pt x="1604" y="258"/>
                    <a:pt x="1604" y="258"/>
                  </a:cubicBezTo>
                  <a:cubicBezTo>
                    <a:pt x="1604" y="258"/>
                    <a:pt x="1604" y="258"/>
                    <a:pt x="1604" y="258"/>
                  </a:cubicBezTo>
                  <a:cubicBezTo>
                    <a:pt x="1606" y="257"/>
                    <a:pt x="1606" y="257"/>
                    <a:pt x="1606" y="257"/>
                  </a:cubicBezTo>
                  <a:cubicBezTo>
                    <a:pt x="1606" y="257"/>
                    <a:pt x="1606" y="257"/>
                    <a:pt x="1606" y="257"/>
                  </a:cubicBezTo>
                  <a:cubicBezTo>
                    <a:pt x="1609" y="256"/>
                    <a:pt x="1609" y="256"/>
                    <a:pt x="1609" y="256"/>
                  </a:cubicBezTo>
                  <a:cubicBezTo>
                    <a:pt x="1609" y="256"/>
                    <a:pt x="1609" y="256"/>
                    <a:pt x="1609" y="256"/>
                  </a:cubicBezTo>
                  <a:cubicBezTo>
                    <a:pt x="1611" y="256"/>
                    <a:pt x="1611" y="256"/>
                    <a:pt x="1611" y="256"/>
                  </a:cubicBezTo>
                  <a:cubicBezTo>
                    <a:pt x="1611" y="256"/>
                    <a:pt x="1611" y="256"/>
                    <a:pt x="1611" y="256"/>
                  </a:cubicBezTo>
                  <a:cubicBezTo>
                    <a:pt x="1613" y="255"/>
                    <a:pt x="1613" y="255"/>
                    <a:pt x="1613" y="255"/>
                  </a:cubicBezTo>
                  <a:cubicBezTo>
                    <a:pt x="1613" y="255"/>
                    <a:pt x="1613" y="255"/>
                    <a:pt x="1613" y="255"/>
                  </a:cubicBezTo>
                  <a:cubicBezTo>
                    <a:pt x="1616" y="255"/>
                    <a:pt x="1616" y="255"/>
                    <a:pt x="1616" y="255"/>
                  </a:cubicBezTo>
                  <a:cubicBezTo>
                    <a:pt x="1616" y="255"/>
                    <a:pt x="1616" y="255"/>
                    <a:pt x="1616" y="255"/>
                  </a:cubicBezTo>
                  <a:cubicBezTo>
                    <a:pt x="1619" y="254"/>
                    <a:pt x="1619" y="254"/>
                    <a:pt x="1619" y="254"/>
                  </a:cubicBezTo>
                  <a:cubicBezTo>
                    <a:pt x="1619" y="254"/>
                    <a:pt x="1619" y="254"/>
                    <a:pt x="1619" y="254"/>
                  </a:cubicBezTo>
                  <a:cubicBezTo>
                    <a:pt x="1697" y="217"/>
                    <a:pt x="1697" y="217"/>
                    <a:pt x="1697" y="217"/>
                  </a:cubicBezTo>
                  <a:cubicBezTo>
                    <a:pt x="1697" y="217"/>
                    <a:pt x="1697" y="217"/>
                    <a:pt x="1697" y="217"/>
                  </a:cubicBezTo>
                  <a:cubicBezTo>
                    <a:pt x="1695" y="215"/>
                    <a:pt x="1695" y="215"/>
                    <a:pt x="1695" y="215"/>
                  </a:cubicBezTo>
                  <a:cubicBezTo>
                    <a:pt x="1695" y="215"/>
                    <a:pt x="1695" y="215"/>
                    <a:pt x="1695" y="215"/>
                  </a:cubicBezTo>
                  <a:cubicBezTo>
                    <a:pt x="1691" y="214"/>
                    <a:pt x="1691" y="214"/>
                    <a:pt x="1691" y="214"/>
                  </a:cubicBezTo>
                  <a:cubicBezTo>
                    <a:pt x="1691" y="214"/>
                    <a:pt x="1691" y="214"/>
                    <a:pt x="1691" y="214"/>
                  </a:cubicBezTo>
                  <a:cubicBezTo>
                    <a:pt x="1688" y="212"/>
                    <a:pt x="1688" y="212"/>
                    <a:pt x="1688" y="212"/>
                  </a:cubicBezTo>
                  <a:cubicBezTo>
                    <a:pt x="1688" y="212"/>
                    <a:pt x="1688" y="212"/>
                    <a:pt x="1688" y="212"/>
                  </a:cubicBezTo>
                  <a:cubicBezTo>
                    <a:pt x="1685" y="210"/>
                    <a:pt x="1685" y="210"/>
                    <a:pt x="1685" y="210"/>
                  </a:cubicBezTo>
                  <a:cubicBezTo>
                    <a:pt x="1685" y="210"/>
                    <a:pt x="1685" y="210"/>
                    <a:pt x="1685" y="210"/>
                  </a:cubicBezTo>
                  <a:cubicBezTo>
                    <a:pt x="1682" y="209"/>
                    <a:pt x="1682" y="209"/>
                    <a:pt x="1682" y="209"/>
                  </a:cubicBezTo>
                  <a:cubicBezTo>
                    <a:pt x="1682" y="209"/>
                    <a:pt x="1682" y="209"/>
                    <a:pt x="1682" y="209"/>
                  </a:cubicBezTo>
                  <a:cubicBezTo>
                    <a:pt x="1679" y="207"/>
                    <a:pt x="1679" y="207"/>
                    <a:pt x="1679" y="207"/>
                  </a:cubicBezTo>
                  <a:cubicBezTo>
                    <a:pt x="1679" y="207"/>
                    <a:pt x="1679" y="207"/>
                    <a:pt x="1679" y="207"/>
                  </a:cubicBezTo>
                  <a:cubicBezTo>
                    <a:pt x="1675" y="206"/>
                    <a:pt x="1675" y="206"/>
                    <a:pt x="1675" y="206"/>
                  </a:cubicBezTo>
                  <a:cubicBezTo>
                    <a:pt x="1675" y="206"/>
                    <a:pt x="1675" y="206"/>
                    <a:pt x="1675" y="206"/>
                  </a:cubicBezTo>
                  <a:cubicBezTo>
                    <a:pt x="1673" y="205"/>
                    <a:pt x="1673" y="205"/>
                    <a:pt x="1673" y="205"/>
                  </a:cubicBezTo>
                  <a:cubicBezTo>
                    <a:pt x="1673" y="205"/>
                    <a:pt x="1673" y="205"/>
                    <a:pt x="1673" y="205"/>
                  </a:cubicBezTo>
                  <a:cubicBezTo>
                    <a:pt x="1664" y="214"/>
                    <a:pt x="1664" y="214"/>
                    <a:pt x="1664" y="214"/>
                  </a:cubicBezTo>
                  <a:cubicBezTo>
                    <a:pt x="1664" y="214"/>
                    <a:pt x="1664" y="214"/>
                    <a:pt x="1664" y="214"/>
                  </a:cubicBezTo>
                  <a:cubicBezTo>
                    <a:pt x="1654" y="221"/>
                    <a:pt x="1654" y="221"/>
                    <a:pt x="1654" y="221"/>
                  </a:cubicBezTo>
                  <a:cubicBezTo>
                    <a:pt x="1654" y="221"/>
                    <a:pt x="1654" y="221"/>
                    <a:pt x="1654" y="221"/>
                  </a:cubicBezTo>
                  <a:cubicBezTo>
                    <a:pt x="1645" y="229"/>
                    <a:pt x="1645" y="229"/>
                    <a:pt x="1645" y="229"/>
                  </a:cubicBezTo>
                  <a:cubicBezTo>
                    <a:pt x="1645" y="229"/>
                    <a:pt x="1645" y="229"/>
                    <a:pt x="1645" y="229"/>
                  </a:cubicBezTo>
                  <a:cubicBezTo>
                    <a:pt x="1636" y="234"/>
                    <a:pt x="1636" y="234"/>
                    <a:pt x="1636" y="234"/>
                  </a:cubicBezTo>
                  <a:cubicBezTo>
                    <a:pt x="1636" y="234"/>
                    <a:pt x="1636" y="234"/>
                    <a:pt x="1636" y="234"/>
                  </a:cubicBezTo>
                  <a:cubicBezTo>
                    <a:pt x="1624" y="240"/>
                    <a:pt x="1624" y="240"/>
                    <a:pt x="1624" y="240"/>
                  </a:cubicBezTo>
                  <a:cubicBezTo>
                    <a:pt x="1624" y="240"/>
                    <a:pt x="1624" y="240"/>
                    <a:pt x="1624" y="240"/>
                  </a:cubicBezTo>
                  <a:cubicBezTo>
                    <a:pt x="1613" y="244"/>
                    <a:pt x="1613" y="244"/>
                    <a:pt x="1613" y="244"/>
                  </a:cubicBezTo>
                  <a:cubicBezTo>
                    <a:pt x="1613" y="244"/>
                    <a:pt x="1613" y="244"/>
                    <a:pt x="1613" y="244"/>
                  </a:cubicBezTo>
                  <a:cubicBezTo>
                    <a:pt x="1602" y="248"/>
                    <a:pt x="1602" y="248"/>
                    <a:pt x="1602" y="248"/>
                  </a:cubicBezTo>
                  <a:cubicBezTo>
                    <a:pt x="1602" y="248"/>
                    <a:pt x="1602" y="248"/>
                    <a:pt x="1602" y="248"/>
                  </a:cubicBezTo>
                  <a:cubicBezTo>
                    <a:pt x="1590" y="251"/>
                    <a:pt x="1590" y="251"/>
                    <a:pt x="1590" y="251"/>
                  </a:cubicBezTo>
                  <a:cubicBezTo>
                    <a:pt x="1586" y="249"/>
                    <a:pt x="1586" y="249"/>
                    <a:pt x="1586" y="249"/>
                  </a:cubicBezTo>
                  <a:cubicBezTo>
                    <a:pt x="1606" y="141"/>
                    <a:pt x="1606" y="141"/>
                    <a:pt x="1606" y="141"/>
                  </a:cubicBezTo>
                  <a:cubicBezTo>
                    <a:pt x="1606" y="141"/>
                    <a:pt x="1606" y="141"/>
                    <a:pt x="1606" y="141"/>
                  </a:cubicBezTo>
                  <a:cubicBezTo>
                    <a:pt x="1606" y="138"/>
                    <a:pt x="1607" y="134"/>
                    <a:pt x="1607" y="131"/>
                  </a:cubicBezTo>
                  <a:cubicBezTo>
                    <a:pt x="1607" y="131"/>
                    <a:pt x="1607" y="131"/>
                    <a:pt x="1607" y="131"/>
                  </a:cubicBezTo>
                  <a:cubicBezTo>
                    <a:pt x="1605" y="123"/>
                    <a:pt x="1605" y="122"/>
                    <a:pt x="1601" y="114"/>
                  </a:cubicBezTo>
                  <a:cubicBezTo>
                    <a:pt x="1601" y="114"/>
                    <a:pt x="1601" y="114"/>
                    <a:pt x="1601" y="114"/>
                  </a:cubicBezTo>
                  <a:cubicBezTo>
                    <a:pt x="1599" y="112"/>
                    <a:pt x="1597" y="109"/>
                    <a:pt x="1595" y="106"/>
                  </a:cubicBezTo>
                  <a:cubicBezTo>
                    <a:pt x="1595" y="106"/>
                    <a:pt x="1595" y="106"/>
                    <a:pt x="1595" y="106"/>
                  </a:cubicBezTo>
                  <a:cubicBezTo>
                    <a:pt x="1588" y="100"/>
                    <a:pt x="1588" y="100"/>
                    <a:pt x="1588" y="100"/>
                  </a:cubicBezTo>
                  <a:cubicBezTo>
                    <a:pt x="1588" y="100"/>
                    <a:pt x="1588" y="100"/>
                    <a:pt x="1588" y="100"/>
                  </a:cubicBezTo>
                  <a:cubicBezTo>
                    <a:pt x="1580" y="94"/>
                    <a:pt x="1580" y="94"/>
                    <a:pt x="1580" y="94"/>
                  </a:cubicBezTo>
                  <a:cubicBezTo>
                    <a:pt x="1580" y="94"/>
                    <a:pt x="1580" y="94"/>
                    <a:pt x="1580" y="94"/>
                  </a:cubicBezTo>
                  <a:cubicBezTo>
                    <a:pt x="1571" y="87"/>
                    <a:pt x="1571" y="87"/>
                    <a:pt x="1571" y="87"/>
                  </a:cubicBezTo>
                  <a:cubicBezTo>
                    <a:pt x="1571" y="87"/>
                    <a:pt x="1571" y="87"/>
                    <a:pt x="1571" y="87"/>
                  </a:cubicBezTo>
                  <a:cubicBezTo>
                    <a:pt x="1564" y="81"/>
                    <a:pt x="1564" y="81"/>
                    <a:pt x="1564" y="81"/>
                  </a:cubicBezTo>
                  <a:cubicBezTo>
                    <a:pt x="1564" y="81"/>
                    <a:pt x="1564" y="81"/>
                    <a:pt x="1564" y="81"/>
                  </a:cubicBezTo>
                  <a:cubicBezTo>
                    <a:pt x="1562" y="81"/>
                    <a:pt x="1562" y="81"/>
                    <a:pt x="1562" y="81"/>
                  </a:cubicBezTo>
                  <a:cubicBezTo>
                    <a:pt x="1562" y="81"/>
                    <a:pt x="1562" y="81"/>
                    <a:pt x="1562" y="81"/>
                  </a:cubicBezTo>
                  <a:cubicBezTo>
                    <a:pt x="1560" y="81"/>
                    <a:pt x="1560" y="81"/>
                    <a:pt x="1560" y="81"/>
                  </a:cubicBezTo>
                  <a:cubicBezTo>
                    <a:pt x="1560" y="81"/>
                    <a:pt x="1560" y="81"/>
                    <a:pt x="1560" y="81"/>
                  </a:cubicBezTo>
                  <a:cubicBezTo>
                    <a:pt x="1558" y="80"/>
                    <a:pt x="1558" y="80"/>
                    <a:pt x="1558" y="80"/>
                  </a:cubicBezTo>
                  <a:cubicBezTo>
                    <a:pt x="1558" y="80"/>
                    <a:pt x="1558" y="80"/>
                    <a:pt x="1558" y="80"/>
                  </a:cubicBezTo>
                  <a:cubicBezTo>
                    <a:pt x="1557" y="79"/>
                    <a:pt x="1557" y="79"/>
                    <a:pt x="1557" y="79"/>
                  </a:cubicBezTo>
                  <a:cubicBezTo>
                    <a:pt x="1557" y="79"/>
                    <a:pt x="1557" y="79"/>
                    <a:pt x="1557" y="79"/>
                  </a:cubicBezTo>
                  <a:cubicBezTo>
                    <a:pt x="1554" y="80"/>
                    <a:pt x="1554" y="80"/>
                    <a:pt x="1551" y="80"/>
                  </a:cubicBezTo>
                  <a:cubicBezTo>
                    <a:pt x="1551" y="80"/>
                    <a:pt x="1551" y="80"/>
                    <a:pt x="1551" y="80"/>
                  </a:cubicBezTo>
                  <a:cubicBezTo>
                    <a:pt x="1551" y="80"/>
                    <a:pt x="1551" y="80"/>
                    <a:pt x="1551" y="80"/>
                  </a:cubicBezTo>
                  <a:cubicBezTo>
                    <a:pt x="1551" y="80"/>
                    <a:pt x="1551" y="80"/>
                    <a:pt x="1551" y="80"/>
                  </a:cubicBezTo>
                  <a:cubicBezTo>
                    <a:pt x="1550" y="82"/>
                    <a:pt x="1550" y="82"/>
                    <a:pt x="1550" y="82"/>
                  </a:cubicBezTo>
                  <a:cubicBezTo>
                    <a:pt x="1550" y="82"/>
                    <a:pt x="1550" y="82"/>
                    <a:pt x="1550" y="82"/>
                  </a:cubicBezTo>
                  <a:cubicBezTo>
                    <a:pt x="1556" y="90"/>
                    <a:pt x="1556" y="90"/>
                    <a:pt x="1556" y="90"/>
                  </a:cubicBezTo>
                  <a:cubicBezTo>
                    <a:pt x="1556" y="90"/>
                    <a:pt x="1556" y="90"/>
                    <a:pt x="1556" y="90"/>
                  </a:cubicBezTo>
                  <a:cubicBezTo>
                    <a:pt x="1560" y="99"/>
                    <a:pt x="1560" y="99"/>
                    <a:pt x="1560" y="99"/>
                  </a:cubicBezTo>
                  <a:cubicBezTo>
                    <a:pt x="1560" y="99"/>
                    <a:pt x="1560" y="99"/>
                    <a:pt x="1560" y="99"/>
                  </a:cubicBezTo>
                  <a:cubicBezTo>
                    <a:pt x="1562" y="107"/>
                    <a:pt x="1562" y="107"/>
                    <a:pt x="1562" y="107"/>
                  </a:cubicBezTo>
                  <a:cubicBezTo>
                    <a:pt x="1562" y="107"/>
                    <a:pt x="1562" y="107"/>
                    <a:pt x="1562" y="107"/>
                  </a:cubicBezTo>
                  <a:cubicBezTo>
                    <a:pt x="1565" y="114"/>
                    <a:pt x="1565" y="114"/>
                    <a:pt x="1565" y="114"/>
                  </a:cubicBezTo>
                  <a:cubicBezTo>
                    <a:pt x="1565" y="114"/>
                    <a:pt x="1565" y="114"/>
                    <a:pt x="1565" y="114"/>
                  </a:cubicBezTo>
                  <a:cubicBezTo>
                    <a:pt x="1566" y="120"/>
                    <a:pt x="1566" y="125"/>
                    <a:pt x="1567" y="130"/>
                  </a:cubicBezTo>
                  <a:cubicBezTo>
                    <a:pt x="1567" y="130"/>
                    <a:pt x="1567" y="130"/>
                    <a:pt x="1567" y="130"/>
                  </a:cubicBezTo>
                  <a:cubicBezTo>
                    <a:pt x="1571" y="145"/>
                    <a:pt x="1574" y="143"/>
                    <a:pt x="1572" y="160"/>
                  </a:cubicBezTo>
                  <a:cubicBezTo>
                    <a:pt x="1572" y="160"/>
                    <a:pt x="1572" y="160"/>
                    <a:pt x="1572" y="160"/>
                  </a:cubicBezTo>
                  <a:cubicBezTo>
                    <a:pt x="1572" y="175"/>
                    <a:pt x="1572" y="175"/>
                    <a:pt x="1572" y="175"/>
                  </a:cubicBezTo>
                  <a:cubicBezTo>
                    <a:pt x="1572" y="175"/>
                    <a:pt x="1572" y="175"/>
                    <a:pt x="1572" y="175"/>
                  </a:cubicBezTo>
                  <a:cubicBezTo>
                    <a:pt x="1572" y="190"/>
                    <a:pt x="1572" y="190"/>
                    <a:pt x="1572" y="190"/>
                  </a:cubicBezTo>
                  <a:cubicBezTo>
                    <a:pt x="1572" y="190"/>
                    <a:pt x="1572" y="190"/>
                    <a:pt x="1572" y="190"/>
                  </a:cubicBezTo>
                  <a:cubicBezTo>
                    <a:pt x="1574" y="205"/>
                    <a:pt x="1574" y="205"/>
                    <a:pt x="1574" y="205"/>
                  </a:cubicBezTo>
                  <a:cubicBezTo>
                    <a:pt x="1574" y="205"/>
                    <a:pt x="1574" y="205"/>
                    <a:pt x="1574" y="205"/>
                  </a:cubicBezTo>
                  <a:cubicBezTo>
                    <a:pt x="1572" y="220"/>
                    <a:pt x="1572" y="220"/>
                    <a:pt x="1572" y="220"/>
                  </a:cubicBezTo>
                  <a:cubicBezTo>
                    <a:pt x="1572" y="220"/>
                    <a:pt x="1572" y="220"/>
                    <a:pt x="1572" y="220"/>
                  </a:cubicBezTo>
                  <a:cubicBezTo>
                    <a:pt x="1570" y="234"/>
                    <a:pt x="1570" y="234"/>
                    <a:pt x="1570" y="234"/>
                  </a:cubicBezTo>
                  <a:cubicBezTo>
                    <a:pt x="1570" y="234"/>
                    <a:pt x="1570" y="234"/>
                    <a:pt x="1570" y="234"/>
                  </a:cubicBezTo>
                  <a:cubicBezTo>
                    <a:pt x="1565" y="248"/>
                    <a:pt x="1565" y="248"/>
                    <a:pt x="1565" y="248"/>
                  </a:cubicBezTo>
                  <a:cubicBezTo>
                    <a:pt x="1565" y="248"/>
                    <a:pt x="1565" y="248"/>
                    <a:pt x="1565" y="248"/>
                  </a:cubicBezTo>
                  <a:cubicBezTo>
                    <a:pt x="1558" y="259"/>
                    <a:pt x="1558" y="259"/>
                    <a:pt x="1558" y="259"/>
                  </a:cubicBezTo>
                  <a:cubicBezTo>
                    <a:pt x="1558" y="259"/>
                    <a:pt x="1558" y="259"/>
                    <a:pt x="1558" y="259"/>
                  </a:cubicBezTo>
                  <a:cubicBezTo>
                    <a:pt x="1511" y="269"/>
                    <a:pt x="1511" y="269"/>
                    <a:pt x="1511" y="269"/>
                  </a:cubicBezTo>
                  <a:cubicBezTo>
                    <a:pt x="1511" y="269"/>
                    <a:pt x="1511" y="269"/>
                    <a:pt x="1511" y="269"/>
                  </a:cubicBezTo>
                  <a:cubicBezTo>
                    <a:pt x="1469" y="282"/>
                    <a:pt x="1469" y="282"/>
                    <a:pt x="1469" y="282"/>
                  </a:cubicBezTo>
                  <a:cubicBezTo>
                    <a:pt x="1469" y="282"/>
                    <a:pt x="1469" y="282"/>
                    <a:pt x="1469" y="282"/>
                  </a:cubicBezTo>
                  <a:cubicBezTo>
                    <a:pt x="1455" y="286"/>
                    <a:pt x="1455" y="286"/>
                    <a:pt x="1455" y="286"/>
                  </a:cubicBezTo>
                  <a:cubicBezTo>
                    <a:pt x="1455" y="286"/>
                    <a:pt x="1455" y="286"/>
                    <a:pt x="1455" y="286"/>
                  </a:cubicBezTo>
                  <a:cubicBezTo>
                    <a:pt x="1442" y="290"/>
                    <a:pt x="1442" y="290"/>
                    <a:pt x="1442" y="290"/>
                  </a:cubicBezTo>
                  <a:cubicBezTo>
                    <a:pt x="1442" y="290"/>
                    <a:pt x="1442" y="290"/>
                    <a:pt x="1442" y="290"/>
                  </a:cubicBezTo>
                  <a:cubicBezTo>
                    <a:pt x="1427" y="295"/>
                    <a:pt x="1427" y="295"/>
                    <a:pt x="1427" y="295"/>
                  </a:cubicBezTo>
                  <a:cubicBezTo>
                    <a:pt x="1427" y="295"/>
                    <a:pt x="1427" y="295"/>
                    <a:pt x="1427" y="295"/>
                  </a:cubicBezTo>
                  <a:cubicBezTo>
                    <a:pt x="1415" y="299"/>
                    <a:pt x="1415" y="299"/>
                    <a:pt x="1415" y="299"/>
                  </a:cubicBezTo>
                  <a:cubicBezTo>
                    <a:pt x="1415" y="299"/>
                    <a:pt x="1415" y="299"/>
                    <a:pt x="1415" y="299"/>
                  </a:cubicBezTo>
                  <a:cubicBezTo>
                    <a:pt x="1401" y="305"/>
                    <a:pt x="1401" y="305"/>
                    <a:pt x="1401" y="305"/>
                  </a:cubicBezTo>
                  <a:cubicBezTo>
                    <a:pt x="1401" y="305"/>
                    <a:pt x="1401" y="305"/>
                    <a:pt x="1401" y="305"/>
                  </a:cubicBezTo>
                  <a:cubicBezTo>
                    <a:pt x="1387" y="310"/>
                    <a:pt x="1387" y="310"/>
                    <a:pt x="1387" y="310"/>
                  </a:cubicBezTo>
                  <a:cubicBezTo>
                    <a:pt x="1387" y="310"/>
                    <a:pt x="1387" y="310"/>
                    <a:pt x="1387" y="310"/>
                  </a:cubicBezTo>
                  <a:cubicBezTo>
                    <a:pt x="1374" y="313"/>
                    <a:pt x="1374" y="313"/>
                    <a:pt x="1374" y="313"/>
                  </a:cubicBezTo>
                  <a:cubicBezTo>
                    <a:pt x="1374" y="313"/>
                    <a:pt x="1374" y="313"/>
                    <a:pt x="1374" y="313"/>
                  </a:cubicBezTo>
                  <a:cubicBezTo>
                    <a:pt x="1361" y="316"/>
                    <a:pt x="1361" y="316"/>
                    <a:pt x="1361" y="316"/>
                  </a:cubicBezTo>
                  <a:cubicBezTo>
                    <a:pt x="1361" y="316"/>
                    <a:pt x="1361" y="316"/>
                    <a:pt x="1361" y="316"/>
                  </a:cubicBezTo>
                  <a:cubicBezTo>
                    <a:pt x="1393" y="337"/>
                    <a:pt x="1393" y="337"/>
                    <a:pt x="1393" y="337"/>
                  </a:cubicBezTo>
                  <a:cubicBezTo>
                    <a:pt x="1393" y="337"/>
                    <a:pt x="1393" y="337"/>
                    <a:pt x="1393" y="337"/>
                  </a:cubicBezTo>
                  <a:cubicBezTo>
                    <a:pt x="1396" y="338"/>
                    <a:pt x="1396" y="338"/>
                    <a:pt x="1396" y="338"/>
                  </a:cubicBezTo>
                  <a:cubicBezTo>
                    <a:pt x="1396" y="338"/>
                    <a:pt x="1396" y="338"/>
                    <a:pt x="1396" y="338"/>
                  </a:cubicBezTo>
                  <a:cubicBezTo>
                    <a:pt x="1400" y="338"/>
                    <a:pt x="1400" y="338"/>
                    <a:pt x="1400" y="338"/>
                  </a:cubicBezTo>
                  <a:cubicBezTo>
                    <a:pt x="1400" y="338"/>
                    <a:pt x="1400" y="338"/>
                    <a:pt x="1400" y="338"/>
                  </a:cubicBezTo>
                  <a:cubicBezTo>
                    <a:pt x="1403" y="338"/>
                    <a:pt x="1403" y="338"/>
                    <a:pt x="1403" y="338"/>
                  </a:cubicBezTo>
                  <a:cubicBezTo>
                    <a:pt x="1403" y="338"/>
                    <a:pt x="1403" y="338"/>
                    <a:pt x="1403" y="338"/>
                  </a:cubicBezTo>
                  <a:cubicBezTo>
                    <a:pt x="1407" y="338"/>
                    <a:pt x="1407" y="338"/>
                    <a:pt x="1407" y="338"/>
                  </a:cubicBezTo>
                  <a:cubicBezTo>
                    <a:pt x="1407" y="338"/>
                    <a:pt x="1407" y="338"/>
                    <a:pt x="1407" y="338"/>
                  </a:cubicBezTo>
                  <a:cubicBezTo>
                    <a:pt x="1411" y="337"/>
                    <a:pt x="1411" y="337"/>
                    <a:pt x="1411" y="337"/>
                  </a:cubicBezTo>
                  <a:cubicBezTo>
                    <a:pt x="1411" y="337"/>
                    <a:pt x="1411" y="337"/>
                    <a:pt x="1411" y="337"/>
                  </a:cubicBezTo>
                  <a:cubicBezTo>
                    <a:pt x="1415" y="335"/>
                    <a:pt x="1415" y="335"/>
                    <a:pt x="1415" y="335"/>
                  </a:cubicBezTo>
                  <a:cubicBezTo>
                    <a:pt x="1415" y="335"/>
                    <a:pt x="1415" y="335"/>
                    <a:pt x="1415" y="335"/>
                  </a:cubicBezTo>
                  <a:cubicBezTo>
                    <a:pt x="1417" y="333"/>
                    <a:pt x="1417" y="333"/>
                    <a:pt x="1417" y="333"/>
                  </a:cubicBezTo>
                  <a:cubicBezTo>
                    <a:pt x="1417" y="333"/>
                    <a:pt x="1417" y="333"/>
                    <a:pt x="1417" y="333"/>
                  </a:cubicBezTo>
                  <a:cubicBezTo>
                    <a:pt x="1420" y="330"/>
                    <a:pt x="1420" y="330"/>
                    <a:pt x="1420" y="330"/>
                  </a:cubicBezTo>
                  <a:cubicBezTo>
                    <a:pt x="1420" y="330"/>
                    <a:pt x="1420" y="330"/>
                    <a:pt x="1420" y="330"/>
                  </a:cubicBezTo>
                  <a:cubicBezTo>
                    <a:pt x="1450" y="315"/>
                    <a:pt x="1450" y="315"/>
                    <a:pt x="1450" y="315"/>
                  </a:cubicBezTo>
                  <a:cubicBezTo>
                    <a:pt x="1450" y="315"/>
                    <a:pt x="1450" y="315"/>
                    <a:pt x="1450" y="315"/>
                  </a:cubicBezTo>
                  <a:cubicBezTo>
                    <a:pt x="1463" y="310"/>
                    <a:pt x="1463" y="310"/>
                    <a:pt x="1463" y="310"/>
                  </a:cubicBezTo>
                  <a:cubicBezTo>
                    <a:pt x="1463" y="310"/>
                    <a:pt x="1463" y="310"/>
                    <a:pt x="1463" y="310"/>
                  </a:cubicBezTo>
                  <a:cubicBezTo>
                    <a:pt x="1476" y="305"/>
                    <a:pt x="1476" y="305"/>
                    <a:pt x="1476" y="305"/>
                  </a:cubicBezTo>
                  <a:cubicBezTo>
                    <a:pt x="1476" y="305"/>
                    <a:pt x="1476" y="305"/>
                    <a:pt x="1476" y="305"/>
                  </a:cubicBezTo>
                  <a:cubicBezTo>
                    <a:pt x="1489" y="299"/>
                    <a:pt x="1489" y="299"/>
                    <a:pt x="1489" y="299"/>
                  </a:cubicBezTo>
                  <a:cubicBezTo>
                    <a:pt x="1489" y="299"/>
                    <a:pt x="1489" y="299"/>
                    <a:pt x="1489" y="299"/>
                  </a:cubicBezTo>
                  <a:cubicBezTo>
                    <a:pt x="1503" y="292"/>
                    <a:pt x="1503" y="292"/>
                    <a:pt x="1503" y="292"/>
                  </a:cubicBezTo>
                  <a:cubicBezTo>
                    <a:pt x="1503" y="292"/>
                    <a:pt x="1503" y="292"/>
                    <a:pt x="1503" y="292"/>
                  </a:cubicBezTo>
                  <a:cubicBezTo>
                    <a:pt x="1516" y="287"/>
                    <a:pt x="1516" y="287"/>
                    <a:pt x="1516" y="287"/>
                  </a:cubicBezTo>
                  <a:cubicBezTo>
                    <a:pt x="1516" y="287"/>
                    <a:pt x="1516" y="287"/>
                    <a:pt x="1516" y="287"/>
                  </a:cubicBezTo>
                  <a:cubicBezTo>
                    <a:pt x="1528" y="282"/>
                    <a:pt x="1528" y="282"/>
                    <a:pt x="1528" y="282"/>
                  </a:cubicBezTo>
                  <a:cubicBezTo>
                    <a:pt x="1528" y="282"/>
                    <a:pt x="1528" y="282"/>
                    <a:pt x="1528" y="282"/>
                  </a:cubicBezTo>
                  <a:cubicBezTo>
                    <a:pt x="1542" y="279"/>
                    <a:pt x="1542" y="279"/>
                    <a:pt x="1542" y="279"/>
                  </a:cubicBezTo>
                  <a:cubicBezTo>
                    <a:pt x="1542" y="279"/>
                    <a:pt x="1542" y="279"/>
                    <a:pt x="1542" y="279"/>
                  </a:cubicBezTo>
                  <a:cubicBezTo>
                    <a:pt x="1556" y="277"/>
                    <a:pt x="1556" y="277"/>
                    <a:pt x="1556" y="277"/>
                  </a:cubicBezTo>
                  <a:cubicBezTo>
                    <a:pt x="1556" y="277"/>
                    <a:pt x="1556" y="277"/>
                    <a:pt x="1556" y="277"/>
                  </a:cubicBezTo>
                  <a:cubicBezTo>
                    <a:pt x="1556" y="279"/>
                    <a:pt x="1556" y="279"/>
                    <a:pt x="1556" y="279"/>
                  </a:cubicBezTo>
                  <a:cubicBezTo>
                    <a:pt x="1556" y="279"/>
                    <a:pt x="1556" y="279"/>
                    <a:pt x="1556" y="279"/>
                  </a:cubicBezTo>
                  <a:cubicBezTo>
                    <a:pt x="1557" y="280"/>
                    <a:pt x="1557" y="280"/>
                    <a:pt x="1557" y="280"/>
                  </a:cubicBezTo>
                  <a:cubicBezTo>
                    <a:pt x="1557" y="280"/>
                    <a:pt x="1557" y="280"/>
                    <a:pt x="1557" y="280"/>
                  </a:cubicBezTo>
                  <a:cubicBezTo>
                    <a:pt x="1557" y="282"/>
                    <a:pt x="1557" y="282"/>
                    <a:pt x="1557" y="282"/>
                  </a:cubicBezTo>
                  <a:cubicBezTo>
                    <a:pt x="1557" y="282"/>
                    <a:pt x="1557" y="282"/>
                    <a:pt x="1557" y="282"/>
                  </a:cubicBezTo>
                  <a:cubicBezTo>
                    <a:pt x="1558" y="282"/>
                    <a:pt x="1558" y="282"/>
                    <a:pt x="1558" y="282"/>
                  </a:cubicBezTo>
                  <a:cubicBezTo>
                    <a:pt x="1558" y="282"/>
                    <a:pt x="1558" y="282"/>
                    <a:pt x="1558" y="282"/>
                  </a:cubicBezTo>
                  <a:cubicBezTo>
                    <a:pt x="1558" y="284"/>
                    <a:pt x="1558" y="284"/>
                    <a:pt x="1558" y="284"/>
                  </a:cubicBezTo>
                  <a:cubicBezTo>
                    <a:pt x="1558" y="284"/>
                    <a:pt x="1558" y="284"/>
                    <a:pt x="1558" y="284"/>
                  </a:cubicBezTo>
                  <a:cubicBezTo>
                    <a:pt x="1558" y="284"/>
                    <a:pt x="1558" y="284"/>
                    <a:pt x="1558" y="284"/>
                  </a:cubicBezTo>
                  <a:cubicBezTo>
                    <a:pt x="1558" y="284"/>
                    <a:pt x="1558" y="284"/>
                    <a:pt x="1558" y="284"/>
                  </a:cubicBezTo>
                  <a:cubicBezTo>
                    <a:pt x="1558" y="286"/>
                    <a:pt x="1558" y="286"/>
                    <a:pt x="1558" y="286"/>
                  </a:cubicBezTo>
                  <a:cubicBezTo>
                    <a:pt x="1558" y="286"/>
                    <a:pt x="1558" y="286"/>
                    <a:pt x="1558" y="286"/>
                  </a:cubicBezTo>
                  <a:cubicBezTo>
                    <a:pt x="1559" y="286"/>
                    <a:pt x="1559" y="286"/>
                    <a:pt x="1559" y="286"/>
                  </a:cubicBezTo>
                  <a:cubicBezTo>
                    <a:pt x="1559" y="286"/>
                    <a:pt x="1559" y="286"/>
                    <a:pt x="1559" y="286"/>
                  </a:cubicBezTo>
                  <a:cubicBezTo>
                    <a:pt x="1552" y="301"/>
                    <a:pt x="1552" y="301"/>
                    <a:pt x="1552" y="301"/>
                  </a:cubicBezTo>
                  <a:cubicBezTo>
                    <a:pt x="1552" y="301"/>
                    <a:pt x="1552" y="301"/>
                    <a:pt x="1552" y="301"/>
                  </a:cubicBezTo>
                  <a:cubicBezTo>
                    <a:pt x="1547" y="314"/>
                    <a:pt x="1547" y="314"/>
                    <a:pt x="1547" y="314"/>
                  </a:cubicBezTo>
                  <a:cubicBezTo>
                    <a:pt x="1547" y="314"/>
                    <a:pt x="1547" y="314"/>
                    <a:pt x="1547" y="314"/>
                  </a:cubicBezTo>
                  <a:cubicBezTo>
                    <a:pt x="1540" y="328"/>
                    <a:pt x="1540" y="328"/>
                    <a:pt x="1540" y="328"/>
                  </a:cubicBezTo>
                  <a:cubicBezTo>
                    <a:pt x="1540" y="328"/>
                    <a:pt x="1540" y="328"/>
                    <a:pt x="1540" y="328"/>
                  </a:cubicBezTo>
                  <a:cubicBezTo>
                    <a:pt x="1533" y="339"/>
                    <a:pt x="1533" y="339"/>
                    <a:pt x="1533" y="339"/>
                  </a:cubicBezTo>
                  <a:cubicBezTo>
                    <a:pt x="1533" y="339"/>
                    <a:pt x="1533" y="339"/>
                    <a:pt x="1533" y="339"/>
                  </a:cubicBezTo>
                  <a:cubicBezTo>
                    <a:pt x="1523" y="351"/>
                    <a:pt x="1523" y="351"/>
                    <a:pt x="1523" y="351"/>
                  </a:cubicBezTo>
                  <a:cubicBezTo>
                    <a:pt x="1523" y="351"/>
                    <a:pt x="1523" y="351"/>
                    <a:pt x="1523" y="351"/>
                  </a:cubicBezTo>
                  <a:cubicBezTo>
                    <a:pt x="1514" y="361"/>
                    <a:pt x="1514" y="361"/>
                    <a:pt x="1514" y="361"/>
                  </a:cubicBezTo>
                  <a:cubicBezTo>
                    <a:pt x="1514" y="361"/>
                    <a:pt x="1514" y="361"/>
                    <a:pt x="1514" y="361"/>
                  </a:cubicBezTo>
                  <a:cubicBezTo>
                    <a:pt x="1502" y="370"/>
                    <a:pt x="1502" y="370"/>
                    <a:pt x="1502" y="370"/>
                  </a:cubicBezTo>
                  <a:cubicBezTo>
                    <a:pt x="1502" y="370"/>
                    <a:pt x="1502" y="370"/>
                    <a:pt x="1502" y="370"/>
                  </a:cubicBezTo>
                  <a:cubicBezTo>
                    <a:pt x="1490" y="378"/>
                    <a:pt x="1490" y="378"/>
                    <a:pt x="1490" y="378"/>
                  </a:cubicBezTo>
                  <a:cubicBezTo>
                    <a:pt x="1490" y="378"/>
                    <a:pt x="1490" y="378"/>
                    <a:pt x="1490" y="378"/>
                  </a:cubicBezTo>
                  <a:cubicBezTo>
                    <a:pt x="1484" y="382"/>
                    <a:pt x="1484" y="382"/>
                    <a:pt x="1484" y="382"/>
                  </a:cubicBezTo>
                  <a:cubicBezTo>
                    <a:pt x="1484" y="382"/>
                    <a:pt x="1484" y="382"/>
                    <a:pt x="1484" y="382"/>
                  </a:cubicBezTo>
                  <a:cubicBezTo>
                    <a:pt x="1478" y="386"/>
                    <a:pt x="1478" y="386"/>
                    <a:pt x="1478" y="386"/>
                  </a:cubicBezTo>
                  <a:cubicBezTo>
                    <a:pt x="1478" y="386"/>
                    <a:pt x="1478" y="386"/>
                    <a:pt x="1478" y="386"/>
                  </a:cubicBezTo>
                  <a:cubicBezTo>
                    <a:pt x="1470" y="389"/>
                    <a:pt x="1470" y="389"/>
                    <a:pt x="1470" y="389"/>
                  </a:cubicBezTo>
                  <a:cubicBezTo>
                    <a:pt x="1470" y="389"/>
                    <a:pt x="1470" y="389"/>
                    <a:pt x="1470" y="389"/>
                  </a:cubicBezTo>
                  <a:cubicBezTo>
                    <a:pt x="1463" y="391"/>
                    <a:pt x="1463" y="391"/>
                    <a:pt x="1463" y="391"/>
                  </a:cubicBezTo>
                  <a:cubicBezTo>
                    <a:pt x="1463" y="391"/>
                    <a:pt x="1463" y="391"/>
                    <a:pt x="1463" y="391"/>
                  </a:cubicBezTo>
                  <a:cubicBezTo>
                    <a:pt x="1456" y="395"/>
                    <a:pt x="1456" y="395"/>
                    <a:pt x="1456" y="395"/>
                  </a:cubicBezTo>
                  <a:cubicBezTo>
                    <a:pt x="1456" y="395"/>
                    <a:pt x="1456" y="395"/>
                    <a:pt x="1456" y="395"/>
                  </a:cubicBezTo>
                  <a:cubicBezTo>
                    <a:pt x="1449" y="397"/>
                    <a:pt x="1449" y="397"/>
                    <a:pt x="1449" y="397"/>
                  </a:cubicBezTo>
                  <a:cubicBezTo>
                    <a:pt x="1449" y="397"/>
                    <a:pt x="1449" y="397"/>
                    <a:pt x="1449" y="397"/>
                  </a:cubicBezTo>
                  <a:cubicBezTo>
                    <a:pt x="1444" y="401"/>
                    <a:pt x="1444" y="401"/>
                    <a:pt x="1444" y="401"/>
                  </a:cubicBezTo>
                  <a:cubicBezTo>
                    <a:pt x="1444" y="401"/>
                    <a:pt x="1444" y="401"/>
                    <a:pt x="1444" y="401"/>
                  </a:cubicBezTo>
                  <a:cubicBezTo>
                    <a:pt x="1442" y="406"/>
                    <a:pt x="1442" y="406"/>
                    <a:pt x="1442" y="406"/>
                  </a:cubicBezTo>
                  <a:lnTo>
                    <a:pt x="1446" y="406"/>
                  </a:lnTo>
                  <a:close/>
                  <a:moveTo>
                    <a:pt x="303" y="401"/>
                  </a:moveTo>
                  <a:cubicBezTo>
                    <a:pt x="312" y="401"/>
                    <a:pt x="312" y="401"/>
                    <a:pt x="312" y="401"/>
                  </a:cubicBezTo>
                  <a:cubicBezTo>
                    <a:pt x="312" y="401"/>
                    <a:pt x="312" y="401"/>
                    <a:pt x="312" y="401"/>
                  </a:cubicBezTo>
                  <a:cubicBezTo>
                    <a:pt x="313" y="401"/>
                    <a:pt x="313" y="401"/>
                    <a:pt x="313" y="401"/>
                  </a:cubicBezTo>
                  <a:cubicBezTo>
                    <a:pt x="313" y="401"/>
                    <a:pt x="313" y="401"/>
                    <a:pt x="313" y="401"/>
                  </a:cubicBezTo>
                  <a:cubicBezTo>
                    <a:pt x="315" y="399"/>
                    <a:pt x="315" y="399"/>
                    <a:pt x="315" y="399"/>
                  </a:cubicBezTo>
                  <a:cubicBezTo>
                    <a:pt x="315" y="399"/>
                    <a:pt x="315" y="399"/>
                    <a:pt x="315" y="399"/>
                  </a:cubicBezTo>
                  <a:cubicBezTo>
                    <a:pt x="317" y="398"/>
                    <a:pt x="317" y="398"/>
                    <a:pt x="317" y="398"/>
                  </a:cubicBezTo>
                  <a:cubicBezTo>
                    <a:pt x="317" y="398"/>
                    <a:pt x="317" y="398"/>
                    <a:pt x="317" y="398"/>
                  </a:cubicBezTo>
                  <a:cubicBezTo>
                    <a:pt x="319" y="396"/>
                    <a:pt x="319" y="396"/>
                    <a:pt x="319" y="396"/>
                  </a:cubicBezTo>
                  <a:cubicBezTo>
                    <a:pt x="319" y="396"/>
                    <a:pt x="319" y="396"/>
                    <a:pt x="319" y="396"/>
                  </a:cubicBezTo>
                  <a:cubicBezTo>
                    <a:pt x="320" y="396"/>
                    <a:pt x="320" y="396"/>
                    <a:pt x="320" y="396"/>
                  </a:cubicBezTo>
                  <a:cubicBezTo>
                    <a:pt x="320" y="396"/>
                    <a:pt x="320" y="396"/>
                    <a:pt x="320" y="396"/>
                  </a:cubicBezTo>
                  <a:cubicBezTo>
                    <a:pt x="323" y="394"/>
                    <a:pt x="323" y="394"/>
                    <a:pt x="323" y="394"/>
                  </a:cubicBezTo>
                  <a:cubicBezTo>
                    <a:pt x="323" y="394"/>
                    <a:pt x="323" y="394"/>
                    <a:pt x="323" y="394"/>
                  </a:cubicBezTo>
                  <a:cubicBezTo>
                    <a:pt x="324" y="393"/>
                    <a:pt x="324" y="393"/>
                    <a:pt x="324" y="393"/>
                  </a:cubicBezTo>
                  <a:cubicBezTo>
                    <a:pt x="324" y="393"/>
                    <a:pt x="324" y="393"/>
                    <a:pt x="324" y="393"/>
                  </a:cubicBezTo>
                  <a:cubicBezTo>
                    <a:pt x="328" y="391"/>
                    <a:pt x="328" y="391"/>
                    <a:pt x="328" y="391"/>
                  </a:cubicBezTo>
                  <a:cubicBezTo>
                    <a:pt x="328" y="391"/>
                    <a:pt x="328" y="391"/>
                    <a:pt x="328" y="391"/>
                  </a:cubicBezTo>
                  <a:cubicBezTo>
                    <a:pt x="327" y="390"/>
                    <a:pt x="327" y="390"/>
                    <a:pt x="327" y="390"/>
                  </a:cubicBezTo>
                  <a:cubicBezTo>
                    <a:pt x="327" y="390"/>
                    <a:pt x="327" y="390"/>
                    <a:pt x="327" y="390"/>
                  </a:cubicBezTo>
                  <a:cubicBezTo>
                    <a:pt x="327" y="388"/>
                    <a:pt x="327" y="388"/>
                    <a:pt x="327" y="388"/>
                  </a:cubicBezTo>
                  <a:cubicBezTo>
                    <a:pt x="327" y="388"/>
                    <a:pt x="327" y="388"/>
                    <a:pt x="327" y="388"/>
                  </a:cubicBezTo>
                  <a:cubicBezTo>
                    <a:pt x="327" y="387"/>
                    <a:pt x="327" y="387"/>
                    <a:pt x="327" y="387"/>
                  </a:cubicBezTo>
                  <a:cubicBezTo>
                    <a:pt x="327" y="387"/>
                    <a:pt x="327" y="387"/>
                    <a:pt x="327" y="387"/>
                  </a:cubicBezTo>
                  <a:cubicBezTo>
                    <a:pt x="327" y="385"/>
                    <a:pt x="327" y="385"/>
                    <a:pt x="327" y="385"/>
                  </a:cubicBezTo>
                  <a:cubicBezTo>
                    <a:pt x="327" y="385"/>
                    <a:pt x="327" y="385"/>
                    <a:pt x="327" y="385"/>
                  </a:cubicBezTo>
                  <a:cubicBezTo>
                    <a:pt x="326" y="384"/>
                    <a:pt x="326" y="384"/>
                    <a:pt x="326" y="384"/>
                  </a:cubicBezTo>
                  <a:cubicBezTo>
                    <a:pt x="326" y="384"/>
                    <a:pt x="326" y="384"/>
                    <a:pt x="326" y="384"/>
                  </a:cubicBezTo>
                  <a:cubicBezTo>
                    <a:pt x="326" y="383"/>
                    <a:pt x="326" y="383"/>
                    <a:pt x="326" y="383"/>
                  </a:cubicBezTo>
                  <a:cubicBezTo>
                    <a:pt x="326" y="383"/>
                    <a:pt x="326" y="383"/>
                    <a:pt x="326" y="383"/>
                  </a:cubicBezTo>
                  <a:cubicBezTo>
                    <a:pt x="324" y="382"/>
                    <a:pt x="324" y="382"/>
                    <a:pt x="324" y="382"/>
                  </a:cubicBezTo>
                  <a:cubicBezTo>
                    <a:pt x="324" y="382"/>
                    <a:pt x="324" y="382"/>
                    <a:pt x="324" y="382"/>
                  </a:cubicBezTo>
                  <a:cubicBezTo>
                    <a:pt x="324" y="381"/>
                    <a:pt x="324" y="381"/>
                    <a:pt x="324" y="381"/>
                  </a:cubicBezTo>
                  <a:cubicBezTo>
                    <a:pt x="324" y="381"/>
                    <a:pt x="324" y="381"/>
                    <a:pt x="324" y="381"/>
                  </a:cubicBezTo>
                  <a:cubicBezTo>
                    <a:pt x="320" y="377"/>
                    <a:pt x="320" y="377"/>
                    <a:pt x="320" y="377"/>
                  </a:cubicBezTo>
                  <a:cubicBezTo>
                    <a:pt x="320" y="377"/>
                    <a:pt x="320" y="377"/>
                    <a:pt x="320" y="377"/>
                  </a:cubicBezTo>
                  <a:cubicBezTo>
                    <a:pt x="316" y="372"/>
                    <a:pt x="316" y="372"/>
                    <a:pt x="316" y="372"/>
                  </a:cubicBezTo>
                  <a:cubicBezTo>
                    <a:pt x="316" y="372"/>
                    <a:pt x="316" y="372"/>
                    <a:pt x="316" y="372"/>
                  </a:cubicBezTo>
                  <a:cubicBezTo>
                    <a:pt x="311" y="368"/>
                    <a:pt x="311" y="368"/>
                    <a:pt x="311" y="368"/>
                  </a:cubicBezTo>
                  <a:cubicBezTo>
                    <a:pt x="311" y="368"/>
                    <a:pt x="311" y="368"/>
                    <a:pt x="311" y="368"/>
                  </a:cubicBezTo>
                  <a:cubicBezTo>
                    <a:pt x="305" y="364"/>
                    <a:pt x="305" y="364"/>
                    <a:pt x="305" y="364"/>
                  </a:cubicBezTo>
                  <a:cubicBezTo>
                    <a:pt x="305" y="364"/>
                    <a:pt x="305" y="364"/>
                    <a:pt x="305" y="364"/>
                  </a:cubicBezTo>
                  <a:cubicBezTo>
                    <a:pt x="299" y="361"/>
                    <a:pt x="299" y="361"/>
                    <a:pt x="299" y="361"/>
                  </a:cubicBezTo>
                  <a:cubicBezTo>
                    <a:pt x="299" y="361"/>
                    <a:pt x="299" y="361"/>
                    <a:pt x="299" y="361"/>
                  </a:cubicBezTo>
                  <a:cubicBezTo>
                    <a:pt x="293" y="357"/>
                    <a:pt x="293" y="357"/>
                    <a:pt x="293" y="357"/>
                  </a:cubicBezTo>
                  <a:cubicBezTo>
                    <a:pt x="293" y="357"/>
                    <a:pt x="293" y="357"/>
                    <a:pt x="293" y="357"/>
                  </a:cubicBezTo>
                  <a:cubicBezTo>
                    <a:pt x="286" y="354"/>
                    <a:pt x="286" y="354"/>
                    <a:pt x="286" y="354"/>
                  </a:cubicBezTo>
                  <a:cubicBezTo>
                    <a:pt x="286" y="354"/>
                    <a:pt x="286" y="354"/>
                    <a:pt x="286" y="354"/>
                  </a:cubicBezTo>
                  <a:cubicBezTo>
                    <a:pt x="281" y="352"/>
                    <a:pt x="281" y="352"/>
                    <a:pt x="281" y="352"/>
                  </a:cubicBezTo>
                  <a:cubicBezTo>
                    <a:pt x="281" y="352"/>
                    <a:pt x="281" y="352"/>
                    <a:pt x="281" y="352"/>
                  </a:cubicBezTo>
                  <a:cubicBezTo>
                    <a:pt x="279" y="353"/>
                    <a:pt x="279" y="353"/>
                    <a:pt x="279" y="353"/>
                  </a:cubicBezTo>
                  <a:cubicBezTo>
                    <a:pt x="279" y="353"/>
                    <a:pt x="279" y="353"/>
                    <a:pt x="279" y="353"/>
                  </a:cubicBezTo>
                  <a:cubicBezTo>
                    <a:pt x="278" y="353"/>
                    <a:pt x="278" y="353"/>
                    <a:pt x="278" y="353"/>
                  </a:cubicBezTo>
                  <a:cubicBezTo>
                    <a:pt x="278" y="353"/>
                    <a:pt x="278" y="353"/>
                    <a:pt x="278" y="353"/>
                  </a:cubicBezTo>
                  <a:cubicBezTo>
                    <a:pt x="277" y="354"/>
                    <a:pt x="277" y="354"/>
                    <a:pt x="277" y="354"/>
                  </a:cubicBezTo>
                  <a:cubicBezTo>
                    <a:pt x="277" y="354"/>
                    <a:pt x="277" y="354"/>
                    <a:pt x="277" y="354"/>
                  </a:cubicBezTo>
                  <a:cubicBezTo>
                    <a:pt x="276" y="354"/>
                    <a:pt x="276" y="354"/>
                    <a:pt x="276" y="354"/>
                  </a:cubicBezTo>
                  <a:cubicBezTo>
                    <a:pt x="276" y="354"/>
                    <a:pt x="276" y="354"/>
                    <a:pt x="276" y="354"/>
                  </a:cubicBezTo>
                  <a:cubicBezTo>
                    <a:pt x="275" y="355"/>
                    <a:pt x="275" y="355"/>
                    <a:pt x="275" y="355"/>
                  </a:cubicBezTo>
                  <a:cubicBezTo>
                    <a:pt x="275" y="355"/>
                    <a:pt x="275" y="355"/>
                    <a:pt x="275" y="355"/>
                  </a:cubicBezTo>
                  <a:cubicBezTo>
                    <a:pt x="275" y="355"/>
                    <a:pt x="275" y="355"/>
                    <a:pt x="275" y="355"/>
                  </a:cubicBezTo>
                  <a:cubicBezTo>
                    <a:pt x="275" y="355"/>
                    <a:pt x="275" y="355"/>
                    <a:pt x="275" y="355"/>
                  </a:cubicBezTo>
                  <a:cubicBezTo>
                    <a:pt x="275" y="356"/>
                    <a:pt x="275" y="356"/>
                    <a:pt x="275" y="356"/>
                  </a:cubicBezTo>
                  <a:cubicBezTo>
                    <a:pt x="275" y="356"/>
                    <a:pt x="275" y="356"/>
                    <a:pt x="275" y="356"/>
                  </a:cubicBezTo>
                  <a:cubicBezTo>
                    <a:pt x="275" y="356"/>
                    <a:pt x="275" y="356"/>
                    <a:pt x="275" y="356"/>
                  </a:cubicBezTo>
                  <a:cubicBezTo>
                    <a:pt x="275" y="356"/>
                    <a:pt x="275" y="356"/>
                    <a:pt x="275" y="356"/>
                  </a:cubicBezTo>
                  <a:cubicBezTo>
                    <a:pt x="279" y="360"/>
                    <a:pt x="279" y="360"/>
                    <a:pt x="279" y="360"/>
                  </a:cubicBezTo>
                  <a:cubicBezTo>
                    <a:pt x="279" y="360"/>
                    <a:pt x="279" y="360"/>
                    <a:pt x="279" y="360"/>
                  </a:cubicBezTo>
                  <a:cubicBezTo>
                    <a:pt x="284" y="364"/>
                    <a:pt x="284" y="364"/>
                    <a:pt x="284" y="364"/>
                  </a:cubicBezTo>
                  <a:cubicBezTo>
                    <a:pt x="284" y="364"/>
                    <a:pt x="284" y="364"/>
                    <a:pt x="284" y="364"/>
                  </a:cubicBezTo>
                  <a:cubicBezTo>
                    <a:pt x="288" y="369"/>
                    <a:pt x="288" y="369"/>
                    <a:pt x="288" y="369"/>
                  </a:cubicBezTo>
                  <a:cubicBezTo>
                    <a:pt x="288" y="369"/>
                    <a:pt x="288" y="369"/>
                    <a:pt x="288" y="369"/>
                  </a:cubicBezTo>
                  <a:cubicBezTo>
                    <a:pt x="291" y="374"/>
                    <a:pt x="291" y="374"/>
                    <a:pt x="291" y="374"/>
                  </a:cubicBezTo>
                  <a:cubicBezTo>
                    <a:pt x="291" y="374"/>
                    <a:pt x="291" y="374"/>
                    <a:pt x="291" y="374"/>
                  </a:cubicBezTo>
                  <a:cubicBezTo>
                    <a:pt x="292" y="380"/>
                    <a:pt x="292" y="380"/>
                    <a:pt x="292" y="380"/>
                  </a:cubicBezTo>
                  <a:cubicBezTo>
                    <a:pt x="292" y="380"/>
                    <a:pt x="292" y="380"/>
                    <a:pt x="292" y="380"/>
                  </a:cubicBezTo>
                  <a:cubicBezTo>
                    <a:pt x="294" y="384"/>
                    <a:pt x="294" y="384"/>
                    <a:pt x="294" y="384"/>
                  </a:cubicBezTo>
                  <a:cubicBezTo>
                    <a:pt x="294" y="384"/>
                    <a:pt x="294" y="384"/>
                    <a:pt x="294" y="384"/>
                  </a:cubicBezTo>
                  <a:cubicBezTo>
                    <a:pt x="294" y="390"/>
                    <a:pt x="294" y="390"/>
                    <a:pt x="294" y="390"/>
                  </a:cubicBezTo>
                  <a:cubicBezTo>
                    <a:pt x="294" y="390"/>
                    <a:pt x="294" y="390"/>
                    <a:pt x="294" y="390"/>
                  </a:cubicBezTo>
                  <a:cubicBezTo>
                    <a:pt x="295" y="395"/>
                    <a:pt x="295" y="395"/>
                    <a:pt x="295" y="395"/>
                  </a:cubicBezTo>
                  <a:cubicBezTo>
                    <a:pt x="295" y="395"/>
                    <a:pt x="295" y="395"/>
                    <a:pt x="295" y="395"/>
                  </a:cubicBezTo>
                  <a:cubicBezTo>
                    <a:pt x="295" y="396"/>
                    <a:pt x="295" y="396"/>
                    <a:pt x="295" y="396"/>
                  </a:cubicBezTo>
                  <a:cubicBezTo>
                    <a:pt x="295" y="396"/>
                    <a:pt x="295" y="396"/>
                    <a:pt x="295" y="396"/>
                  </a:cubicBezTo>
                  <a:cubicBezTo>
                    <a:pt x="296" y="397"/>
                    <a:pt x="296" y="397"/>
                    <a:pt x="296" y="397"/>
                  </a:cubicBezTo>
                  <a:cubicBezTo>
                    <a:pt x="296" y="397"/>
                    <a:pt x="296" y="397"/>
                    <a:pt x="296" y="397"/>
                  </a:cubicBezTo>
                  <a:cubicBezTo>
                    <a:pt x="297" y="398"/>
                    <a:pt x="297" y="398"/>
                    <a:pt x="297" y="398"/>
                  </a:cubicBezTo>
                  <a:cubicBezTo>
                    <a:pt x="297" y="398"/>
                    <a:pt x="297" y="398"/>
                    <a:pt x="297" y="398"/>
                  </a:cubicBezTo>
                  <a:cubicBezTo>
                    <a:pt x="298" y="399"/>
                    <a:pt x="298" y="399"/>
                    <a:pt x="298" y="399"/>
                  </a:cubicBezTo>
                  <a:cubicBezTo>
                    <a:pt x="298" y="399"/>
                    <a:pt x="298" y="399"/>
                    <a:pt x="298" y="399"/>
                  </a:cubicBezTo>
                  <a:cubicBezTo>
                    <a:pt x="298" y="400"/>
                    <a:pt x="298" y="400"/>
                    <a:pt x="298" y="400"/>
                  </a:cubicBezTo>
                  <a:cubicBezTo>
                    <a:pt x="298" y="400"/>
                    <a:pt x="298" y="400"/>
                    <a:pt x="298" y="400"/>
                  </a:cubicBezTo>
                  <a:cubicBezTo>
                    <a:pt x="300" y="401"/>
                    <a:pt x="300" y="401"/>
                    <a:pt x="300" y="401"/>
                  </a:cubicBezTo>
                  <a:cubicBezTo>
                    <a:pt x="300" y="401"/>
                    <a:pt x="300" y="401"/>
                    <a:pt x="300" y="401"/>
                  </a:cubicBezTo>
                  <a:cubicBezTo>
                    <a:pt x="301" y="401"/>
                    <a:pt x="301" y="401"/>
                    <a:pt x="301" y="401"/>
                  </a:cubicBezTo>
                  <a:cubicBezTo>
                    <a:pt x="301" y="401"/>
                    <a:pt x="301" y="401"/>
                    <a:pt x="301" y="401"/>
                  </a:cubicBezTo>
                  <a:cubicBezTo>
                    <a:pt x="303" y="401"/>
                    <a:pt x="303" y="401"/>
                    <a:pt x="303" y="401"/>
                  </a:cubicBezTo>
                  <a:close/>
                  <a:moveTo>
                    <a:pt x="1278" y="393"/>
                  </a:moveTo>
                  <a:cubicBezTo>
                    <a:pt x="1278" y="392"/>
                    <a:pt x="1278" y="392"/>
                    <a:pt x="1278" y="392"/>
                  </a:cubicBezTo>
                  <a:cubicBezTo>
                    <a:pt x="1278" y="392"/>
                    <a:pt x="1278" y="392"/>
                    <a:pt x="1278" y="392"/>
                  </a:cubicBezTo>
                  <a:cubicBezTo>
                    <a:pt x="1278" y="391"/>
                    <a:pt x="1278" y="391"/>
                    <a:pt x="1278" y="391"/>
                  </a:cubicBezTo>
                  <a:cubicBezTo>
                    <a:pt x="1278" y="391"/>
                    <a:pt x="1278" y="391"/>
                    <a:pt x="1278" y="391"/>
                  </a:cubicBezTo>
                  <a:cubicBezTo>
                    <a:pt x="1279" y="391"/>
                    <a:pt x="1279" y="391"/>
                    <a:pt x="1279" y="391"/>
                  </a:cubicBezTo>
                  <a:cubicBezTo>
                    <a:pt x="1279" y="391"/>
                    <a:pt x="1279" y="391"/>
                    <a:pt x="1279" y="391"/>
                  </a:cubicBezTo>
                  <a:cubicBezTo>
                    <a:pt x="1281" y="390"/>
                    <a:pt x="1281" y="390"/>
                    <a:pt x="1281" y="390"/>
                  </a:cubicBezTo>
                  <a:cubicBezTo>
                    <a:pt x="1281" y="390"/>
                    <a:pt x="1281" y="390"/>
                    <a:pt x="1281" y="390"/>
                  </a:cubicBezTo>
                  <a:cubicBezTo>
                    <a:pt x="1281" y="390"/>
                    <a:pt x="1281" y="390"/>
                    <a:pt x="1281" y="390"/>
                  </a:cubicBezTo>
                  <a:cubicBezTo>
                    <a:pt x="1281" y="390"/>
                    <a:pt x="1281" y="390"/>
                    <a:pt x="1281" y="390"/>
                  </a:cubicBezTo>
                  <a:cubicBezTo>
                    <a:pt x="1283" y="389"/>
                    <a:pt x="1283" y="389"/>
                    <a:pt x="1283" y="389"/>
                  </a:cubicBezTo>
                  <a:cubicBezTo>
                    <a:pt x="1283" y="389"/>
                    <a:pt x="1283" y="389"/>
                    <a:pt x="1283" y="389"/>
                  </a:cubicBezTo>
                  <a:cubicBezTo>
                    <a:pt x="1283" y="389"/>
                    <a:pt x="1283" y="389"/>
                    <a:pt x="1283" y="389"/>
                  </a:cubicBezTo>
                  <a:cubicBezTo>
                    <a:pt x="1283" y="389"/>
                    <a:pt x="1283" y="389"/>
                    <a:pt x="1283" y="389"/>
                  </a:cubicBezTo>
                  <a:cubicBezTo>
                    <a:pt x="1285" y="388"/>
                    <a:pt x="1285" y="388"/>
                    <a:pt x="1285" y="388"/>
                  </a:cubicBezTo>
                  <a:cubicBezTo>
                    <a:pt x="1285" y="388"/>
                    <a:pt x="1285" y="388"/>
                    <a:pt x="1285" y="388"/>
                  </a:cubicBezTo>
                  <a:cubicBezTo>
                    <a:pt x="1286" y="387"/>
                    <a:pt x="1286" y="387"/>
                    <a:pt x="1286" y="387"/>
                  </a:cubicBezTo>
                  <a:cubicBezTo>
                    <a:pt x="1286" y="387"/>
                    <a:pt x="1286" y="387"/>
                    <a:pt x="1286" y="387"/>
                  </a:cubicBezTo>
                  <a:cubicBezTo>
                    <a:pt x="1289" y="384"/>
                    <a:pt x="1289" y="384"/>
                    <a:pt x="1289" y="384"/>
                  </a:cubicBezTo>
                  <a:cubicBezTo>
                    <a:pt x="1289" y="384"/>
                    <a:pt x="1289" y="384"/>
                    <a:pt x="1289" y="384"/>
                  </a:cubicBezTo>
                  <a:cubicBezTo>
                    <a:pt x="1290" y="382"/>
                    <a:pt x="1290" y="382"/>
                    <a:pt x="1290" y="382"/>
                  </a:cubicBezTo>
                  <a:cubicBezTo>
                    <a:pt x="1290" y="382"/>
                    <a:pt x="1290" y="382"/>
                    <a:pt x="1290" y="382"/>
                  </a:cubicBezTo>
                  <a:cubicBezTo>
                    <a:pt x="1291" y="380"/>
                    <a:pt x="1291" y="380"/>
                    <a:pt x="1291" y="380"/>
                  </a:cubicBezTo>
                  <a:cubicBezTo>
                    <a:pt x="1291" y="380"/>
                    <a:pt x="1291" y="380"/>
                    <a:pt x="1291" y="380"/>
                  </a:cubicBezTo>
                  <a:cubicBezTo>
                    <a:pt x="1291" y="377"/>
                    <a:pt x="1291" y="377"/>
                    <a:pt x="1291" y="377"/>
                  </a:cubicBezTo>
                  <a:cubicBezTo>
                    <a:pt x="1291" y="377"/>
                    <a:pt x="1291" y="377"/>
                    <a:pt x="1291" y="377"/>
                  </a:cubicBezTo>
                  <a:cubicBezTo>
                    <a:pt x="1291" y="374"/>
                    <a:pt x="1291" y="374"/>
                    <a:pt x="1291" y="374"/>
                  </a:cubicBezTo>
                  <a:cubicBezTo>
                    <a:pt x="1291" y="374"/>
                    <a:pt x="1291" y="374"/>
                    <a:pt x="1291" y="374"/>
                  </a:cubicBezTo>
                  <a:cubicBezTo>
                    <a:pt x="1291" y="371"/>
                    <a:pt x="1291" y="371"/>
                    <a:pt x="1291" y="371"/>
                  </a:cubicBezTo>
                  <a:cubicBezTo>
                    <a:pt x="1291" y="371"/>
                    <a:pt x="1291" y="371"/>
                    <a:pt x="1291" y="371"/>
                  </a:cubicBezTo>
                  <a:cubicBezTo>
                    <a:pt x="1291" y="368"/>
                    <a:pt x="1291" y="368"/>
                    <a:pt x="1291" y="368"/>
                  </a:cubicBezTo>
                  <a:cubicBezTo>
                    <a:pt x="1291" y="368"/>
                    <a:pt x="1291" y="368"/>
                    <a:pt x="1291" y="368"/>
                  </a:cubicBezTo>
                  <a:cubicBezTo>
                    <a:pt x="1289" y="367"/>
                    <a:pt x="1289" y="367"/>
                    <a:pt x="1289" y="367"/>
                  </a:cubicBezTo>
                  <a:cubicBezTo>
                    <a:pt x="1289" y="367"/>
                    <a:pt x="1289" y="367"/>
                    <a:pt x="1289" y="367"/>
                  </a:cubicBezTo>
                  <a:cubicBezTo>
                    <a:pt x="1287" y="364"/>
                    <a:pt x="1287" y="364"/>
                    <a:pt x="1287" y="364"/>
                  </a:cubicBezTo>
                  <a:cubicBezTo>
                    <a:pt x="1287" y="364"/>
                    <a:pt x="1287" y="364"/>
                    <a:pt x="1287" y="364"/>
                  </a:cubicBezTo>
                  <a:cubicBezTo>
                    <a:pt x="1285" y="362"/>
                    <a:pt x="1285" y="362"/>
                    <a:pt x="1285" y="362"/>
                  </a:cubicBezTo>
                  <a:cubicBezTo>
                    <a:pt x="1285" y="362"/>
                    <a:pt x="1285" y="362"/>
                    <a:pt x="1285" y="362"/>
                  </a:cubicBezTo>
                  <a:cubicBezTo>
                    <a:pt x="1284" y="359"/>
                    <a:pt x="1284" y="359"/>
                    <a:pt x="1284" y="359"/>
                  </a:cubicBezTo>
                  <a:cubicBezTo>
                    <a:pt x="1284" y="359"/>
                    <a:pt x="1284" y="359"/>
                    <a:pt x="1284" y="359"/>
                  </a:cubicBezTo>
                  <a:cubicBezTo>
                    <a:pt x="1281" y="358"/>
                    <a:pt x="1281" y="358"/>
                    <a:pt x="1281" y="358"/>
                  </a:cubicBezTo>
                  <a:cubicBezTo>
                    <a:pt x="1281" y="358"/>
                    <a:pt x="1281" y="358"/>
                    <a:pt x="1281" y="358"/>
                  </a:cubicBezTo>
                  <a:cubicBezTo>
                    <a:pt x="1279" y="356"/>
                    <a:pt x="1279" y="356"/>
                    <a:pt x="1279" y="356"/>
                  </a:cubicBezTo>
                  <a:cubicBezTo>
                    <a:pt x="1279" y="356"/>
                    <a:pt x="1279" y="356"/>
                    <a:pt x="1279" y="356"/>
                  </a:cubicBezTo>
                  <a:cubicBezTo>
                    <a:pt x="1277" y="355"/>
                    <a:pt x="1277" y="355"/>
                    <a:pt x="1277" y="355"/>
                  </a:cubicBezTo>
                  <a:cubicBezTo>
                    <a:pt x="1277" y="355"/>
                    <a:pt x="1277" y="355"/>
                    <a:pt x="1277" y="355"/>
                  </a:cubicBezTo>
                  <a:cubicBezTo>
                    <a:pt x="1275" y="353"/>
                    <a:pt x="1275" y="353"/>
                    <a:pt x="1275" y="353"/>
                  </a:cubicBezTo>
                  <a:cubicBezTo>
                    <a:pt x="1275" y="353"/>
                    <a:pt x="1275" y="353"/>
                    <a:pt x="1275" y="353"/>
                  </a:cubicBezTo>
                  <a:cubicBezTo>
                    <a:pt x="1269" y="353"/>
                    <a:pt x="1269" y="353"/>
                    <a:pt x="1269" y="353"/>
                  </a:cubicBezTo>
                  <a:cubicBezTo>
                    <a:pt x="1269" y="353"/>
                    <a:pt x="1269" y="353"/>
                    <a:pt x="1269" y="353"/>
                  </a:cubicBezTo>
                  <a:cubicBezTo>
                    <a:pt x="1265" y="353"/>
                    <a:pt x="1265" y="353"/>
                    <a:pt x="1265" y="353"/>
                  </a:cubicBezTo>
                  <a:cubicBezTo>
                    <a:pt x="1265" y="353"/>
                    <a:pt x="1265" y="353"/>
                    <a:pt x="1265" y="353"/>
                  </a:cubicBezTo>
                  <a:cubicBezTo>
                    <a:pt x="1260" y="352"/>
                    <a:pt x="1260" y="352"/>
                    <a:pt x="1260" y="352"/>
                  </a:cubicBezTo>
                  <a:cubicBezTo>
                    <a:pt x="1260" y="352"/>
                    <a:pt x="1260" y="352"/>
                    <a:pt x="1260" y="352"/>
                  </a:cubicBezTo>
                  <a:cubicBezTo>
                    <a:pt x="1256" y="351"/>
                    <a:pt x="1256" y="351"/>
                    <a:pt x="1256" y="351"/>
                  </a:cubicBezTo>
                  <a:cubicBezTo>
                    <a:pt x="1256" y="351"/>
                    <a:pt x="1256" y="351"/>
                    <a:pt x="1256" y="351"/>
                  </a:cubicBezTo>
                  <a:cubicBezTo>
                    <a:pt x="1251" y="352"/>
                    <a:pt x="1251" y="352"/>
                    <a:pt x="1251" y="352"/>
                  </a:cubicBezTo>
                  <a:cubicBezTo>
                    <a:pt x="1251" y="352"/>
                    <a:pt x="1251" y="352"/>
                    <a:pt x="1251" y="352"/>
                  </a:cubicBezTo>
                  <a:cubicBezTo>
                    <a:pt x="1248" y="352"/>
                    <a:pt x="1248" y="352"/>
                    <a:pt x="1248" y="352"/>
                  </a:cubicBezTo>
                  <a:cubicBezTo>
                    <a:pt x="1248" y="352"/>
                    <a:pt x="1248" y="352"/>
                    <a:pt x="1248" y="352"/>
                  </a:cubicBezTo>
                  <a:cubicBezTo>
                    <a:pt x="1242" y="353"/>
                    <a:pt x="1242" y="353"/>
                    <a:pt x="1242" y="353"/>
                  </a:cubicBezTo>
                  <a:cubicBezTo>
                    <a:pt x="1242" y="353"/>
                    <a:pt x="1242" y="353"/>
                    <a:pt x="1242" y="353"/>
                  </a:cubicBezTo>
                  <a:cubicBezTo>
                    <a:pt x="1239" y="353"/>
                    <a:pt x="1239" y="353"/>
                    <a:pt x="1239" y="353"/>
                  </a:cubicBezTo>
                  <a:cubicBezTo>
                    <a:pt x="1239" y="353"/>
                    <a:pt x="1239" y="353"/>
                    <a:pt x="1239" y="353"/>
                  </a:cubicBezTo>
                  <a:cubicBezTo>
                    <a:pt x="1239" y="359"/>
                    <a:pt x="1239" y="359"/>
                    <a:pt x="1239" y="359"/>
                  </a:cubicBezTo>
                  <a:cubicBezTo>
                    <a:pt x="1239" y="359"/>
                    <a:pt x="1239" y="359"/>
                    <a:pt x="1239" y="359"/>
                  </a:cubicBezTo>
                  <a:cubicBezTo>
                    <a:pt x="1244" y="363"/>
                    <a:pt x="1244" y="363"/>
                    <a:pt x="1244" y="363"/>
                  </a:cubicBezTo>
                  <a:cubicBezTo>
                    <a:pt x="1244" y="363"/>
                    <a:pt x="1244" y="363"/>
                    <a:pt x="1244" y="363"/>
                  </a:cubicBezTo>
                  <a:cubicBezTo>
                    <a:pt x="1251" y="366"/>
                    <a:pt x="1251" y="366"/>
                    <a:pt x="1251" y="366"/>
                  </a:cubicBezTo>
                  <a:cubicBezTo>
                    <a:pt x="1251" y="366"/>
                    <a:pt x="1251" y="366"/>
                    <a:pt x="1251" y="366"/>
                  </a:cubicBezTo>
                  <a:cubicBezTo>
                    <a:pt x="1256" y="369"/>
                    <a:pt x="1256" y="369"/>
                    <a:pt x="1256" y="369"/>
                  </a:cubicBezTo>
                  <a:cubicBezTo>
                    <a:pt x="1256" y="369"/>
                    <a:pt x="1256" y="369"/>
                    <a:pt x="1256" y="369"/>
                  </a:cubicBezTo>
                  <a:cubicBezTo>
                    <a:pt x="1261" y="373"/>
                    <a:pt x="1261" y="373"/>
                    <a:pt x="1261" y="373"/>
                  </a:cubicBezTo>
                  <a:cubicBezTo>
                    <a:pt x="1261" y="373"/>
                    <a:pt x="1261" y="373"/>
                    <a:pt x="1261" y="373"/>
                  </a:cubicBezTo>
                  <a:cubicBezTo>
                    <a:pt x="1265" y="378"/>
                    <a:pt x="1265" y="378"/>
                    <a:pt x="1265" y="378"/>
                  </a:cubicBezTo>
                  <a:cubicBezTo>
                    <a:pt x="1265" y="378"/>
                    <a:pt x="1265" y="378"/>
                    <a:pt x="1265" y="378"/>
                  </a:cubicBezTo>
                  <a:cubicBezTo>
                    <a:pt x="1269" y="382"/>
                    <a:pt x="1269" y="382"/>
                    <a:pt x="1269" y="382"/>
                  </a:cubicBezTo>
                  <a:cubicBezTo>
                    <a:pt x="1269" y="382"/>
                    <a:pt x="1269" y="382"/>
                    <a:pt x="1269" y="382"/>
                  </a:cubicBezTo>
                  <a:cubicBezTo>
                    <a:pt x="1274" y="388"/>
                    <a:pt x="1274" y="388"/>
                    <a:pt x="1274" y="388"/>
                  </a:cubicBezTo>
                  <a:cubicBezTo>
                    <a:pt x="1274" y="388"/>
                    <a:pt x="1274" y="388"/>
                    <a:pt x="1274" y="388"/>
                  </a:cubicBezTo>
                  <a:cubicBezTo>
                    <a:pt x="1278" y="393"/>
                    <a:pt x="1278" y="393"/>
                    <a:pt x="1278" y="393"/>
                  </a:cubicBezTo>
                  <a:close/>
                  <a:moveTo>
                    <a:pt x="1179" y="386"/>
                  </a:moveTo>
                  <a:cubicBezTo>
                    <a:pt x="1179" y="386"/>
                    <a:pt x="1179" y="386"/>
                    <a:pt x="1179" y="386"/>
                  </a:cubicBezTo>
                  <a:cubicBezTo>
                    <a:pt x="1179" y="386"/>
                    <a:pt x="1179" y="386"/>
                    <a:pt x="1179" y="386"/>
                  </a:cubicBezTo>
                  <a:cubicBezTo>
                    <a:pt x="1181" y="386"/>
                    <a:pt x="1181" y="386"/>
                    <a:pt x="1181" y="386"/>
                  </a:cubicBezTo>
                  <a:cubicBezTo>
                    <a:pt x="1181" y="386"/>
                    <a:pt x="1181" y="386"/>
                    <a:pt x="1181" y="386"/>
                  </a:cubicBezTo>
                  <a:cubicBezTo>
                    <a:pt x="1182" y="386"/>
                    <a:pt x="1182" y="386"/>
                    <a:pt x="1182" y="386"/>
                  </a:cubicBezTo>
                  <a:cubicBezTo>
                    <a:pt x="1182" y="386"/>
                    <a:pt x="1182" y="386"/>
                    <a:pt x="1182" y="386"/>
                  </a:cubicBezTo>
                  <a:cubicBezTo>
                    <a:pt x="1184" y="385"/>
                    <a:pt x="1184" y="385"/>
                    <a:pt x="1184" y="385"/>
                  </a:cubicBezTo>
                  <a:cubicBezTo>
                    <a:pt x="1184" y="385"/>
                    <a:pt x="1184" y="385"/>
                    <a:pt x="1184" y="385"/>
                  </a:cubicBezTo>
                  <a:cubicBezTo>
                    <a:pt x="1185" y="385"/>
                    <a:pt x="1185" y="385"/>
                    <a:pt x="1185" y="385"/>
                  </a:cubicBezTo>
                  <a:cubicBezTo>
                    <a:pt x="1185" y="385"/>
                    <a:pt x="1185" y="385"/>
                    <a:pt x="1185" y="385"/>
                  </a:cubicBezTo>
                  <a:cubicBezTo>
                    <a:pt x="1187" y="384"/>
                    <a:pt x="1187" y="384"/>
                    <a:pt x="1187" y="384"/>
                  </a:cubicBezTo>
                  <a:cubicBezTo>
                    <a:pt x="1187" y="384"/>
                    <a:pt x="1187" y="384"/>
                    <a:pt x="1187" y="384"/>
                  </a:cubicBezTo>
                  <a:cubicBezTo>
                    <a:pt x="1188" y="383"/>
                    <a:pt x="1188" y="383"/>
                    <a:pt x="1188" y="383"/>
                  </a:cubicBezTo>
                  <a:cubicBezTo>
                    <a:pt x="1188" y="383"/>
                    <a:pt x="1188" y="383"/>
                    <a:pt x="1188" y="383"/>
                  </a:cubicBezTo>
                  <a:cubicBezTo>
                    <a:pt x="1189" y="382"/>
                    <a:pt x="1189" y="382"/>
                    <a:pt x="1189" y="382"/>
                  </a:cubicBezTo>
                  <a:cubicBezTo>
                    <a:pt x="1189" y="382"/>
                    <a:pt x="1189" y="382"/>
                    <a:pt x="1189" y="382"/>
                  </a:cubicBezTo>
                  <a:cubicBezTo>
                    <a:pt x="1188" y="381"/>
                    <a:pt x="1188" y="381"/>
                    <a:pt x="1188" y="381"/>
                  </a:cubicBezTo>
                  <a:cubicBezTo>
                    <a:pt x="1188" y="381"/>
                    <a:pt x="1188" y="381"/>
                    <a:pt x="1188" y="381"/>
                  </a:cubicBezTo>
                  <a:cubicBezTo>
                    <a:pt x="1188" y="379"/>
                    <a:pt x="1188" y="379"/>
                    <a:pt x="1188" y="379"/>
                  </a:cubicBezTo>
                  <a:cubicBezTo>
                    <a:pt x="1188" y="379"/>
                    <a:pt x="1188" y="379"/>
                    <a:pt x="1188" y="379"/>
                  </a:cubicBezTo>
                  <a:cubicBezTo>
                    <a:pt x="1188" y="378"/>
                    <a:pt x="1188" y="378"/>
                    <a:pt x="1188" y="378"/>
                  </a:cubicBezTo>
                  <a:cubicBezTo>
                    <a:pt x="1188" y="378"/>
                    <a:pt x="1188" y="378"/>
                    <a:pt x="1188" y="378"/>
                  </a:cubicBezTo>
                  <a:cubicBezTo>
                    <a:pt x="1188" y="375"/>
                    <a:pt x="1188" y="375"/>
                    <a:pt x="1188" y="375"/>
                  </a:cubicBezTo>
                  <a:cubicBezTo>
                    <a:pt x="1188" y="375"/>
                    <a:pt x="1188" y="375"/>
                    <a:pt x="1188" y="375"/>
                  </a:cubicBezTo>
                  <a:cubicBezTo>
                    <a:pt x="1187" y="374"/>
                    <a:pt x="1187" y="374"/>
                    <a:pt x="1187" y="374"/>
                  </a:cubicBezTo>
                  <a:cubicBezTo>
                    <a:pt x="1187" y="374"/>
                    <a:pt x="1187" y="374"/>
                    <a:pt x="1187" y="374"/>
                  </a:cubicBezTo>
                  <a:cubicBezTo>
                    <a:pt x="1187" y="371"/>
                    <a:pt x="1187" y="371"/>
                    <a:pt x="1187" y="371"/>
                  </a:cubicBezTo>
                  <a:cubicBezTo>
                    <a:pt x="1187" y="371"/>
                    <a:pt x="1187" y="371"/>
                    <a:pt x="1187" y="371"/>
                  </a:cubicBezTo>
                  <a:cubicBezTo>
                    <a:pt x="1187" y="370"/>
                    <a:pt x="1187" y="370"/>
                    <a:pt x="1187" y="370"/>
                  </a:cubicBezTo>
                  <a:cubicBezTo>
                    <a:pt x="1187" y="370"/>
                    <a:pt x="1187" y="370"/>
                    <a:pt x="1187" y="370"/>
                  </a:cubicBezTo>
                  <a:cubicBezTo>
                    <a:pt x="1187" y="367"/>
                    <a:pt x="1187" y="367"/>
                    <a:pt x="1187" y="367"/>
                  </a:cubicBezTo>
                  <a:cubicBezTo>
                    <a:pt x="1187" y="367"/>
                    <a:pt x="1187" y="367"/>
                    <a:pt x="1187" y="367"/>
                  </a:cubicBezTo>
                  <a:cubicBezTo>
                    <a:pt x="1183" y="367"/>
                    <a:pt x="1183" y="367"/>
                    <a:pt x="1183" y="367"/>
                  </a:cubicBezTo>
                  <a:cubicBezTo>
                    <a:pt x="1183" y="367"/>
                    <a:pt x="1183" y="367"/>
                    <a:pt x="1183" y="367"/>
                  </a:cubicBezTo>
                  <a:cubicBezTo>
                    <a:pt x="1181" y="370"/>
                    <a:pt x="1181" y="370"/>
                    <a:pt x="1181" y="370"/>
                  </a:cubicBezTo>
                  <a:cubicBezTo>
                    <a:pt x="1181" y="370"/>
                    <a:pt x="1181" y="370"/>
                    <a:pt x="1181" y="370"/>
                  </a:cubicBezTo>
                  <a:cubicBezTo>
                    <a:pt x="1179" y="372"/>
                    <a:pt x="1179" y="372"/>
                    <a:pt x="1179" y="372"/>
                  </a:cubicBezTo>
                  <a:cubicBezTo>
                    <a:pt x="1179" y="372"/>
                    <a:pt x="1179" y="372"/>
                    <a:pt x="1179" y="372"/>
                  </a:cubicBezTo>
                  <a:cubicBezTo>
                    <a:pt x="1177" y="375"/>
                    <a:pt x="1177" y="375"/>
                    <a:pt x="1177" y="375"/>
                  </a:cubicBezTo>
                  <a:cubicBezTo>
                    <a:pt x="1177" y="375"/>
                    <a:pt x="1177" y="375"/>
                    <a:pt x="1177" y="375"/>
                  </a:cubicBezTo>
                  <a:cubicBezTo>
                    <a:pt x="1175" y="376"/>
                    <a:pt x="1175" y="376"/>
                    <a:pt x="1175" y="376"/>
                  </a:cubicBezTo>
                  <a:cubicBezTo>
                    <a:pt x="1175" y="376"/>
                    <a:pt x="1175" y="376"/>
                    <a:pt x="1175" y="376"/>
                  </a:cubicBezTo>
                  <a:cubicBezTo>
                    <a:pt x="1172" y="378"/>
                    <a:pt x="1172" y="378"/>
                    <a:pt x="1172" y="378"/>
                  </a:cubicBezTo>
                  <a:cubicBezTo>
                    <a:pt x="1172" y="378"/>
                    <a:pt x="1172" y="378"/>
                    <a:pt x="1172" y="378"/>
                  </a:cubicBezTo>
                  <a:cubicBezTo>
                    <a:pt x="1171" y="380"/>
                    <a:pt x="1171" y="380"/>
                    <a:pt x="1171" y="380"/>
                  </a:cubicBezTo>
                  <a:cubicBezTo>
                    <a:pt x="1171" y="380"/>
                    <a:pt x="1171" y="380"/>
                    <a:pt x="1171" y="380"/>
                  </a:cubicBezTo>
                  <a:cubicBezTo>
                    <a:pt x="1170" y="381"/>
                    <a:pt x="1170" y="381"/>
                    <a:pt x="1170" y="381"/>
                  </a:cubicBezTo>
                  <a:cubicBezTo>
                    <a:pt x="1170" y="381"/>
                    <a:pt x="1170" y="381"/>
                    <a:pt x="1170" y="381"/>
                  </a:cubicBezTo>
                  <a:cubicBezTo>
                    <a:pt x="1170" y="382"/>
                    <a:pt x="1170" y="382"/>
                    <a:pt x="1170" y="382"/>
                  </a:cubicBezTo>
                  <a:cubicBezTo>
                    <a:pt x="1170" y="382"/>
                    <a:pt x="1170" y="382"/>
                    <a:pt x="1170" y="382"/>
                  </a:cubicBezTo>
                  <a:cubicBezTo>
                    <a:pt x="1171" y="383"/>
                    <a:pt x="1171" y="383"/>
                    <a:pt x="1171" y="383"/>
                  </a:cubicBezTo>
                  <a:cubicBezTo>
                    <a:pt x="1171" y="383"/>
                    <a:pt x="1171" y="383"/>
                    <a:pt x="1171" y="383"/>
                  </a:cubicBezTo>
                  <a:cubicBezTo>
                    <a:pt x="1172" y="384"/>
                    <a:pt x="1172" y="384"/>
                    <a:pt x="1172" y="384"/>
                  </a:cubicBezTo>
                  <a:cubicBezTo>
                    <a:pt x="1172" y="384"/>
                    <a:pt x="1172" y="384"/>
                    <a:pt x="1172" y="384"/>
                  </a:cubicBezTo>
                  <a:cubicBezTo>
                    <a:pt x="1173" y="385"/>
                    <a:pt x="1173" y="385"/>
                    <a:pt x="1173" y="385"/>
                  </a:cubicBezTo>
                  <a:cubicBezTo>
                    <a:pt x="1173" y="385"/>
                    <a:pt x="1173" y="385"/>
                    <a:pt x="1173" y="385"/>
                  </a:cubicBezTo>
                  <a:cubicBezTo>
                    <a:pt x="1174" y="385"/>
                    <a:pt x="1174" y="385"/>
                    <a:pt x="1174" y="385"/>
                  </a:cubicBezTo>
                  <a:cubicBezTo>
                    <a:pt x="1174" y="385"/>
                    <a:pt x="1174" y="385"/>
                    <a:pt x="1174" y="385"/>
                  </a:cubicBezTo>
                  <a:cubicBezTo>
                    <a:pt x="1175" y="386"/>
                    <a:pt x="1175" y="386"/>
                    <a:pt x="1175" y="386"/>
                  </a:cubicBezTo>
                  <a:cubicBezTo>
                    <a:pt x="1175" y="386"/>
                    <a:pt x="1175" y="386"/>
                    <a:pt x="1175" y="386"/>
                  </a:cubicBezTo>
                  <a:cubicBezTo>
                    <a:pt x="1176" y="386"/>
                    <a:pt x="1176" y="386"/>
                    <a:pt x="1176" y="386"/>
                  </a:cubicBezTo>
                  <a:cubicBezTo>
                    <a:pt x="1176" y="386"/>
                    <a:pt x="1176" y="386"/>
                    <a:pt x="1176" y="386"/>
                  </a:cubicBezTo>
                  <a:cubicBezTo>
                    <a:pt x="1177" y="386"/>
                    <a:pt x="1177" y="386"/>
                    <a:pt x="1177" y="386"/>
                  </a:cubicBezTo>
                  <a:cubicBezTo>
                    <a:pt x="1177" y="386"/>
                    <a:pt x="1177" y="386"/>
                    <a:pt x="1177" y="386"/>
                  </a:cubicBezTo>
                  <a:cubicBezTo>
                    <a:pt x="1179" y="386"/>
                    <a:pt x="1179" y="386"/>
                    <a:pt x="1179" y="386"/>
                  </a:cubicBezTo>
                  <a:close/>
                  <a:moveTo>
                    <a:pt x="778" y="381"/>
                  </a:moveTo>
                  <a:cubicBezTo>
                    <a:pt x="728" y="357"/>
                    <a:pt x="728" y="357"/>
                    <a:pt x="728" y="357"/>
                  </a:cubicBezTo>
                  <a:cubicBezTo>
                    <a:pt x="728" y="357"/>
                    <a:pt x="728" y="357"/>
                    <a:pt x="728" y="357"/>
                  </a:cubicBezTo>
                  <a:cubicBezTo>
                    <a:pt x="726" y="357"/>
                    <a:pt x="726" y="357"/>
                    <a:pt x="726" y="357"/>
                  </a:cubicBezTo>
                  <a:cubicBezTo>
                    <a:pt x="726" y="357"/>
                    <a:pt x="726" y="357"/>
                    <a:pt x="726" y="357"/>
                  </a:cubicBezTo>
                  <a:cubicBezTo>
                    <a:pt x="726" y="355"/>
                    <a:pt x="726" y="355"/>
                    <a:pt x="726" y="355"/>
                  </a:cubicBezTo>
                  <a:cubicBezTo>
                    <a:pt x="726" y="355"/>
                    <a:pt x="726" y="355"/>
                    <a:pt x="726" y="355"/>
                  </a:cubicBezTo>
                  <a:cubicBezTo>
                    <a:pt x="726" y="355"/>
                    <a:pt x="726" y="355"/>
                    <a:pt x="726" y="355"/>
                  </a:cubicBezTo>
                  <a:cubicBezTo>
                    <a:pt x="726" y="355"/>
                    <a:pt x="726" y="355"/>
                    <a:pt x="726" y="355"/>
                  </a:cubicBezTo>
                  <a:cubicBezTo>
                    <a:pt x="727" y="353"/>
                    <a:pt x="727" y="353"/>
                    <a:pt x="727" y="353"/>
                  </a:cubicBezTo>
                  <a:cubicBezTo>
                    <a:pt x="727" y="353"/>
                    <a:pt x="727" y="353"/>
                    <a:pt x="727" y="353"/>
                  </a:cubicBezTo>
                  <a:cubicBezTo>
                    <a:pt x="727" y="353"/>
                    <a:pt x="727" y="353"/>
                    <a:pt x="727" y="353"/>
                  </a:cubicBezTo>
                  <a:cubicBezTo>
                    <a:pt x="727" y="353"/>
                    <a:pt x="727" y="353"/>
                    <a:pt x="727" y="353"/>
                  </a:cubicBezTo>
                  <a:cubicBezTo>
                    <a:pt x="728" y="351"/>
                    <a:pt x="728" y="351"/>
                    <a:pt x="728" y="351"/>
                  </a:cubicBezTo>
                  <a:cubicBezTo>
                    <a:pt x="728" y="351"/>
                    <a:pt x="728" y="351"/>
                    <a:pt x="728" y="351"/>
                  </a:cubicBezTo>
                  <a:cubicBezTo>
                    <a:pt x="728" y="350"/>
                    <a:pt x="728" y="350"/>
                    <a:pt x="728" y="350"/>
                  </a:cubicBezTo>
                  <a:cubicBezTo>
                    <a:pt x="728" y="350"/>
                    <a:pt x="728" y="350"/>
                    <a:pt x="728" y="350"/>
                  </a:cubicBezTo>
                  <a:cubicBezTo>
                    <a:pt x="729" y="348"/>
                    <a:pt x="729" y="348"/>
                    <a:pt x="729" y="348"/>
                  </a:cubicBezTo>
                  <a:cubicBezTo>
                    <a:pt x="729" y="348"/>
                    <a:pt x="729" y="348"/>
                    <a:pt x="729" y="348"/>
                  </a:cubicBezTo>
                  <a:cubicBezTo>
                    <a:pt x="731" y="348"/>
                    <a:pt x="731" y="348"/>
                    <a:pt x="731" y="348"/>
                  </a:cubicBezTo>
                  <a:cubicBezTo>
                    <a:pt x="731" y="348"/>
                    <a:pt x="731" y="348"/>
                    <a:pt x="731" y="348"/>
                  </a:cubicBezTo>
                  <a:cubicBezTo>
                    <a:pt x="733" y="347"/>
                    <a:pt x="733" y="347"/>
                    <a:pt x="733" y="347"/>
                  </a:cubicBezTo>
                  <a:cubicBezTo>
                    <a:pt x="733" y="347"/>
                    <a:pt x="733" y="347"/>
                    <a:pt x="733" y="347"/>
                  </a:cubicBezTo>
                  <a:cubicBezTo>
                    <a:pt x="736" y="346"/>
                    <a:pt x="736" y="346"/>
                    <a:pt x="736" y="346"/>
                  </a:cubicBezTo>
                  <a:cubicBezTo>
                    <a:pt x="736" y="346"/>
                    <a:pt x="736" y="346"/>
                    <a:pt x="736" y="346"/>
                  </a:cubicBezTo>
                  <a:cubicBezTo>
                    <a:pt x="739" y="345"/>
                    <a:pt x="739" y="345"/>
                    <a:pt x="739" y="345"/>
                  </a:cubicBezTo>
                  <a:cubicBezTo>
                    <a:pt x="739" y="345"/>
                    <a:pt x="739" y="345"/>
                    <a:pt x="739" y="345"/>
                  </a:cubicBezTo>
                  <a:cubicBezTo>
                    <a:pt x="741" y="345"/>
                    <a:pt x="741" y="345"/>
                    <a:pt x="741" y="345"/>
                  </a:cubicBezTo>
                  <a:cubicBezTo>
                    <a:pt x="741" y="345"/>
                    <a:pt x="741" y="345"/>
                    <a:pt x="741" y="345"/>
                  </a:cubicBezTo>
                  <a:cubicBezTo>
                    <a:pt x="743" y="345"/>
                    <a:pt x="743" y="345"/>
                    <a:pt x="743" y="345"/>
                  </a:cubicBezTo>
                  <a:cubicBezTo>
                    <a:pt x="743" y="345"/>
                    <a:pt x="743" y="345"/>
                    <a:pt x="743" y="345"/>
                  </a:cubicBezTo>
                  <a:cubicBezTo>
                    <a:pt x="745" y="346"/>
                    <a:pt x="745" y="346"/>
                    <a:pt x="745" y="346"/>
                  </a:cubicBezTo>
                  <a:cubicBezTo>
                    <a:pt x="745" y="346"/>
                    <a:pt x="745" y="346"/>
                    <a:pt x="745" y="346"/>
                  </a:cubicBezTo>
                  <a:cubicBezTo>
                    <a:pt x="748" y="346"/>
                    <a:pt x="748" y="346"/>
                    <a:pt x="748" y="346"/>
                  </a:cubicBezTo>
                  <a:cubicBezTo>
                    <a:pt x="748" y="346"/>
                    <a:pt x="748" y="346"/>
                    <a:pt x="748" y="346"/>
                  </a:cubicBezTo>
                  <a:cubicBezTo>
                    <a:pt x="748" y="347"/>
                    <a:pt x="748" y="347"/>
                    <a:pt x="748" y="347"/>
                  </a:cubicBezTo>
                  <a:cubicBezTo>
                    <a:pt x="748" y="347"/>
                    <a:pt x="748" y="347"/>
                    <a:pt x="748" y="347"/>
                  </a:cubicBezTo>
                  <a:cubicBezTo>
                    <a:pt x="749" y="347"/>
                    <a:pt x="749" y="347"/>
                    <a:pt x="749" y="347"/>
                  </a:cubicBezTo>
                  <a:cubicBezTo>
                    <a:pt x="749" y="347"/>
                    <a:pt x="749" y="347"/>
                    <a:pt x="749" y="347"/>
                  </a:cubicBezTo>
                  <a:cubicBezTo>
                    <a:pt x="750" y="347"/>
                    <a:pt x="750" y="347"/>
                    <a:pt x="750" y="347"/>
                  </a:cubicBezTo>
                  <a:cubicBezTo>
                    <a:pt x="750" y="347"/>
                    <a:pt x="750" y="347"/>
                    <a:pt x="750" y="347"/>
                  </a:cubicBezTo>
                  <a:cubicBezTo>
                    <a:pt x="752" y="347"/>
                    <a:pt x="752" y="347"/>
                    <a:pt x="752" y="347"/>
                  </a:cubicBezTo>
                  <a:cubicBezTo>
                    <a:pt x="752" y="347"/>
                    <a:pt x="752" y="347"/>
                    <a:pt x="752" y="347"/>
                  </a:cubicBezTo>
                  <a:cubicBezTo>
                    <a:pt x="753" y="347"/>
                    <a:pt x="753" y="347"/>
                    <a:pt x="753" y="347"/>
                  </a:cubicBezTo>
                  <a:cubicBezTo>
                    <a:pt x="753" y="347"/>
                    <a:pt x="753" y="347"/>
                    <a:pt x="753" y="347"/>
                  </a:cubicBezTo>
                  <a:cubicBezTo>
                    <a:pt x="754" y="346"/>
                    <a:pt x="754" y="346"/>
                    <a:pt x="754" y="346"/>
                  </a:cubicBezTo>
                  <a:cubicBezTo>
                    <a:pt x="754" y="346"/>
                    <a:pt x="754" y="346"/>
                    <a:pt x="754" y="346"/>
                  </a:cubicBezTo>
                  <a:cubicBezTo>
                    <a:pt x="755" y="346"/>
                    <a:pt x="755" y="346"/>
                    <a:pt x="755" y="346"/>
                  </a:cubicBezTo>
                  <a:cubicBezTo>
                    <a:pt x="755" y="346"/>
                    <a:pt x="755" y="346"/>
                    <a:pt x="755" y="346"/>
                  </a:cubicBezTo>
                  <a:cubicBezTo>
                    <a:pt x="758" y="344"/>
                    <a:pt x="758" y="344"/>
                    <a:pt x="758" y="344"/>
                  </a:cubicBezTo>
                  <a:cubicBezTo>
                    <a:pt x="758" y="344"/>
                    <a:pt x="758" y="344"/>
                    <a:pt x="758" y="344"/>
                  </a:cubicBezTo>
                  <a:cubicBezTo>
                    <a:pt x="758" y="344"/>
                    <a:pt x="758" y="344"/>
                    <a:pt x="758" y="344"/>
                  </a:cubicBezTo>
                  <a:cubicBezTo>
                    <a:pt x="758" y="344"/>
                    <a:pt x="758" y="344"/>
                    <a:pt x="758" y="344"/>
                  </a:cubicBezTo>
                  <a:cubicBezTo>
                    <a:pt x="759" y="344"/>
                    <a:pt x="759" y="344"/>
                    <a:pt x="759" y="344"/>
                  </a:cubicBezTo>
                  <a:cubicBezTo>
                    <a:pt x="759" y="344"/>
                    <a:pt x="759" y="344"/>
                    <a:pt x="759" y="344"/>
                  </a:cubicBezTo>
                  <a:cubicBezTo>
                    <a:pt x="760" y="344"/>
                    <a:pt x="760" y="344"/>
                    <a:pt x="760" y="344"/>
                  </a:cubicBezTo>
                  <a:cubicBezTo>
                    <a:pt x="760" y="344"/>
                    <a:pt x="760" y="344"/>
                    <a:pt x="760" y="344"/>
                  </a:cubicBezTo>
                  <a:cubicBezTo>
                    <a:pt x="762" y="344"/>
                    <a:pt x="762" y="344"/>
                    <a:pt x="762" y="344"/>
                  </a:cubicBezTo>
                  <a:cubicBezTo>
                    <a:pt x="762" y="344"/>
                    <a:pt x="762" y="344"/>
                    <a:pt x="762" y="344"/>
                  </a:cubicBezTo>
                  <a:cubicBezTo>
                    <a:pt x="763" y="345"/>
                    <a:pt x="763" y="345"/>
                    <a:pt x="763" y="345"/>
                  </a:cubicBezTo>
                  <a:cubicBezTo>
                    <a:pt x="763" y="345"/>
                    <a:pt x="763" y="345"/>
                    <a:pt x="763" y="345"/>
                  </a:cubicBezTo>
                  <a:cubicBezTo>
                    <a:pt x="764" y="345"/>
                    <a:pt x="764" y="345"/>
                    <a:pt x="764" y="345"/>
                  </a:cubicBezTo>
                  <a:cubicBezTo>
                    <a:pt x="764" y="345"/>
                    <a:pt x="764" y="345"/>
                    <a:pt x="764" y="345"/>
                  </a:cubicBezTo>
                  <a:cubicBezTo>
                    <a:pt x="765" y="346"/>
                    <a:pt x="765" y="346"/>
                    <a:pt x="765" y="346"/>
                  </a:cubicBezTo>
                  <a:cubicBezTo>
                    <a:pt x="765" y="346"/>
                    <a:pt x="765" y="346"/>
                    <a:pt x="765" y="346"/>
                  </a:cubicBezTo>
                  <a:cubicBezTo>
                    <a:pt x="767" y="346"/>
                    <a:pt x="767" y="346"/>
                    <a:pt x="767" y="346"/>
                  </a:cubicBezTo>
                  <a:cubicBezTo>
                    <a:pt x="767" y="346"/>
                    <a:pt x="767" y="346"/>
                    <a:pt x="767" y="346"/>
                  </a:cubicBezTo>
                  <a:cubicBezTo>
                    <a:pt x="779" y="345"/>
                    <a:pt x="779" y="345"/>
                    <a:pt x="779" y="345"/>
                  </a:cubicBezTo>
                  <a:cubicBezTo>
                    <a:pt x="779" y="345"/>
                    <a:pt x="779" y="345"/>
                    <a:pt x="779" y="345"/>
                  </a:cubicBezTo>
                  <a:cubicBezTo>
                    <a:pt x="792" y="342"/>
                    <a:pt x="792" y="342"/>
                    <a:pt x="792" y="342"/>
                  </a:cubicBezTo>
                  <a:cubicBezTo>
                    <a:pt x="792" y="342"/>
                    <a:pt x="792" y="342"/>
                    <a:pt x="792" y="342"/>
                  </a:cubicBezTo>
                  <a:cubicBezTo>
                    <a:pt x="805" y="340"/>
                    <a:pt x="805" y="340"/>
                    <a:pt x="805" y="340"/>
                  </a:cubicBezTo>
                  <a:cubicBezTo>
                    <a:pt x="805" y="340"/>
                    <a:pt x="805" y="340"/>
                    <a:pt x="805" y="340"/>
                  </a:cubicBezTo>
                  <a:cubicBezTo>
                    <a:pt x="820" y="336"/>
                    <a:pt x="820" y="336"/>
                    <a:pt x="820" y="336"/>
                  </a:cubicBezTo>
                  <a:cubicBezTo>
                    <a:pt x="820" y="336"/>
                    <a:pt x="820" y="336"/>
                    <a:pt x="820" y="336"/>
                  </a:cubicBezTo>
                  <a:cubicBezTo>
                    <a:pt x="831" y="332"/>
                    <a:pt x="831" y="332"/>
                    <a:pt x="831" y="332"/>
                  </a:cubicBezTo>
                  <a:cubicBezTo>
                    <a:pt x="831" y="332"/>
                    <a:pt x="831" y="332"/>
                    <a:pt x="831" y="332"/>
                  </a:cubicBezTo>
                  <a:cubicBezTo>
                    <a:pt x="844" y="325"/>
                    <a:pt x="844" y="325"/>
                    <a:pt x="844" y="325"/>
                  </a:cubicBezTo>
                  <a:cubicBezTo>
                    <a:pt x="844" y="325"/>
                    <a:pt x="844" y="325"/>
                    <a:pt x="844" y="325"/>
                  </a:cubicBezTo>
                  <a:cubicBezTo>
                    <a:pt x="855" y="318"/>
                    <a:pt x="855" y="318"/>
                    <a:pt x="855" y="318"/>
                  </a:cubicBezTo>
                  <a:cubicBezTo>
                    <a:pt x="855" y="318"/>
                    <a:pt x="855" y="318"/>
                    <a:pt x="855" y="318"/>
                  </a:cubicBezTo>
                  <a:cubicBezTo>
                    <a:pt x="866" y="308"/>
                    <a:pt x="866" y="308"/>
                    <a:pt x="866" y="308"/>
                  </a:cubicBezTo>
                  <a:cubicBezTo>
                    <a:pt x="866" y="308"/>
                    <a:pt x="866" y="308"/>
                    <a:pt x="866" y="308"/>
                  </a:cubicBezTo>
                  <a:cubicBezTo>
                    <a:pt x="900" y="268"/>
                    <a:pt x="900" y="268"/>
                    <a:pt x="900" y="268"/>
                  </a:cubicBezTo>
                  <a:cubicBezTo>
                    <a:pt x="900" y="268"/>
                    <a:pt x="900" y="268"/>
                    <a:pt x="900" y="268"/>
                  </a:cubicBezTo>
                  <a:cubicBezTo>
                    <a:pt x="901" y="268"/>
                    <a:pt x="901" y="268"/>
                    <a:pt x="901" y="268"/>
                  </a:cubicBezTo>
                  <a:cubicBezTo>
                    <a:pt x="901" y="268"/>
                    <a:pt x="901" y="268"/>
                    <a:pt x="901" y="268"/>
                  </a:cubicBezTo>
                  <a:cubicBezTo>
                    <a:pt x="903" y="266"/>
                    <a:pt x="903" y="266"/>
                    <a:pt x="903" y="266"/>
                  </a:cubicBezTo>
                  <a:cubicBezTo>
                    <a:pt x="903" y="266"/>
                    <a:pt x="903" y="266"/>
                    <a:pt x="903" y="266"/>
                  </a:cubicBezTo>
                  <a:cubicBezTo>
                    <a:pt x="905" y="264"/>
                    <a:pt x="905" y="264"/>
                    <a:pt x="905" y="264"/>
                  </a:cubicBezTo>
                  <a:cubicBezTo>
                    <a:pt x="905" y="264"/>
                    <a:pt x="905" y="264"/>
                    <a:pt x="905" y="264"/>
                  </a:cubicBezTo>
                  <a:cubicBezTo>
                    <a:pt x="907" y="261"/>
                    <a:pt x="907" y="261"/>
                    <a:pt x="907" y="261"/>
                  </a:cubicBezTo>
                  <a:cubicBezTo>
                    <a:pt x="907" y="261"/>
                    <a:pt x="907" y="261"/>
                    <a:pt x="907" y="261"/>
                  </a:cubicBezTo>
                  <a:cubicBezTo>
                    <a:pt x="908" y="259"/>
                    <a:pt x="908" y="259"/>
                    <a:pt x="908" y="259"/>
                  </a:cubicBezTo>
                  <a:cubicBezTo>
                    <a:pt x="908" y="259"/>
                    <a:pt x="908" y="259"/>
                    <a:pt x="908" y="259"/>
                  </a:cubicBezTo>
                  <a:cubicBezTo>
                    <a:pt x="911" y="257"/>
                    <a:pt x="911" y="257"/>
                    <a:pt x="911" y="257"/>
                  </a:cubicBezTo>
                  <a:cubicBezTo>
                    <a:pt x="911" y="257"/>
                    <a:pt x="911" y="257"/>
                    <a:pt x="911" y="257"/>
                  </a:cubicBezTo>
                  <a:cubicBezTo>
                    <a:pt x="913" y="256"/>
                    <a:pt x="913" y="256"/>
                    <a:pt x="913" y="256"/>
                  </a:cubicBezTo>
                  <a:cubicBezTo>
                    <a:pt x="913" y="256"/>
                    <a:pt x="913" y="256"/>
                    <a:pt x="913" y="256"/>
                  </a:cubicBezTo>
                  <a:cubicBezTo>
                    <a:pt x="916" y="253"/>
                    <a:pt x="916" y="253"/>
                    <a:pt x="916" y="253"/>
                  </a:cubicBezTo>
                  <a:cubicBezTo>
                    <a:pt x="916" y="253"/>
                    <a:pt x="916" y="253"/>
                    <a:pt x="916" y="253"/>
                  </a:cubicBezTo>
                  <a:cubicBezTo>
                    <a:pt x="922" y="247"/>
                    <a:pt x="922" y="247"/>
                    <a:pt x="922" y="247"/>
                  </a:cubicBezTo>
                  <a:cubicBezTo>
                    <a:pt x="922" y="247"/>
                    <a:pt x="922" y="247"/>
                    <a:pt x="922" y="247"/>
                  </a:cubicBezTo>
                  <a:cubicBezTo>
                    <a:pt x="928" y="242"/>
                    <a:pt x="928" y="242"/>
                    <a:pt x="928" y="242"/>
                  </a:cubicBezTo>
                  <a:cubicBezTo>
                    <a:pt x="928" y="242"/>
                    <a:pt x="928" y="242"/>
                    <a:pt x="928" y="242"/>
                  </a:cubicBezTo>
                  <a:cubicBezTo>
                    <a:pt x="934" y="235"/>
                    <a:pt x="934" y="235"/>
                    <a:pt x="934" y="235"/>
                  </a:cubicBezTo>
                  <a:cubicBezTo>
                    <a:pt x="934" y="235"/>
                    <a:pt x="934" y="235"/>
                    <a:pt x="934" y="235"/>
                  </a:cubicBezTo>
                  <a:cubicBezTo>
                    <a:pt x="941" y="229"/>
                    <a:pt x="941" y="229"/>
                    <a:pt x="941" y="229"/>
                  </a:cubicBezTo>
                  <a:cubicBezTo>
                    <a:pt x="941" y="229"/>
                    <a:pt x="941" y="229"/>
                    <a:pt x="941" y="229"/>
                  </a:cubicBezTo>
                  <a:cubicBezTo>
                    <a:pt x="946" y="223"/>
                    <a:pt x="946" y="223"/>
                    <a:pt x="946" y="223"/>
                  </a:cubicBezTo>
                  <a:cubicBezTo>
                    <a:pt x="946" y="223"/>
                    <a:pt x="946" y="223"/>
                    <a:pt x="946" y="223"/>
                  </a:cubicBezTo>
                  <a:cubicBezTo>
                    <a:pt x="951" y="215"/>
                    <a:pt x="951" y="215"/>
                    <a:pt x="951" y="215"/>
                  </a:cubicBezTo>
                  <a:cubicBezTo>
                    <a:pt x="951" y="215"/>
                    <a:pt x="951" y="215"/>
                    <a:pt x="951" y="215"/>
                  </a:cubicBezTo>
                  <a:cubicBezTo>
                    <a:pt x="956" y="208"/>
                    <a:pt x="956" y="208"/>
                    <a:pt x="956" y="208"/>
                  </a:cubicBezTo>
                  <a:cubicBezTo>
                    <a:pt x="956" y="208"/>
                    <a:pt x="956" y="208"/>
                    <a:pt x="956" y="208"/>
                  </a:cubicBezTo>
                  <a:cubicBezTo>
                    <a:pt x="961" y="200"/>
                    <a:pt x="961" y="200"/>
                    <a:pt x="961" y="200"/>
                  </a:cubicBezTo>
                  <a:cubicBezTo>
                    <a:pt x="961" y="200"/>
                    <a:pt x="961" y="200"/>
                    <a:pt x="961" y="200"/>
                  </a:cubicBezTo>
                  <a:cubicBezTo>
                    <a:pt x="959" y="198"/>
                    <a:pt x="959" y="198"/>
                    <a:pt x="959" y="198"/>
                  </a:cubicBezTo>
                  <a:cubicBezTo>
                    <a:pt x="959" y="198"/>
                    <a:pt x="959" y="198"/>
                    <a:pt x="959" y="198"/>
                  </a:cubicBezTo>
                  <a:cubicBezTo>
                    <a:pt x="956" y="196"/>
                    <a:pt x="956" y="196"/>
                    <a:pt x="956" y="196"/>
                  </a:cubicBezTo>
                  <a:cubicBezTo>
                    <a:pt x="956" y="196"/>
                    <a:pt x="956" y="196"/>
                    <a:pt x="956" y="196"/>
                  </a:cubicBezTo>
                  <a:cubicBezTo>
                    <a:pt x="953" y="195"/>
                    <a:pt x="953" y="195"/>
                    <a:pt x="953" y="195"/>
                  </a:cubicBezTo>
                  <a:cubicBezTo>
                    <a:pt x="953" y="195"/>
                    <a:pt x="953" y="195"/>
                    <a:pt x="953" y="195"/>
                  </a:cubicBezTo>
                  <a:cubicBezTo>
                    <a:pt x="950" y="194"/>
                    <a:pt x="950" y="194"/>
                    <a:pt x="950" y="194"/>
                  </a:cubicBezTo>
                  <a:cubicBezTo>
                    <a:pt x="950" y="194"/>
                    <a:pt x="950" y="194"/>
                    <a:pt x="950" y="194"/>
                  </a:cubicBezTo>
                  <a:cubicBezTo>
                    <a:pt x="946" y="194"/>
                    <a:pt x="946" y="194"/>
                    <a:pt x="946" y="194"/>
                  </a:cubicBezTo>
                  <a:cubicBezTo>
                    <a:pt x="946" y="194"/>
                    <a:pt x="946" y="194"/>
                    <a:pt x="946" y="194"/>
                  </a:cubicBezTo>
                  <a:cubicBezTo>
                    <a:pt x="943" y="194"/>
                    <a:pt x="943" y="194"/>
                    <a:pt x="943" y="194"/>
                  </a:cubicBezTo>
                  <a:cubicBezTo>
                    <a:pt x="943" y="194"/>
                    <a:pt x="943" y="194"/>
                    <a:pt x="943" y="194"/>
                  </a:cubicBezTo>
                  <a:cubicBezTo>
                    <a:pt x="939" y="194"/>
                    <a:pt x="939" y="194"/>
                    <a:pt x="939" y="194"/>
                  </a:cubicBezTo>
                  <a:cubicBezTo>
                    <a:pt x="939" y="194"/>
                    <a:pt x="939" y="194"/>
                    <a:pt x="939" y="194"/>
                  </a:cubicBezTo>
                  <a:cubicBezTo>
                    <a:pt x="936" y="194"/>
                    <a:pt x="936" y="194"/>
                    <a:pt x="936" y="194"/>
                  </a:cubicBezTo>
                  <a:cubicBezTo>
                    <a:pt x="936" y="194"/>
                    <a:pt x="936" y="194"/>
                    <a:pt x="936" y="194"/>
                  </a:cubicBezTo>
                  <a:cubicBezTo>
                    <a:pt x="927" y="198"/>
                    <a:pt x="927" y="198"/>
                    <a:pt x="927" y="198"/>
                  </a:cubicBezTo>
                  <a:cubicBezTo>
                    <a:pt x="927" y="198"/>
                    <a:pt x="927" y="198"/>
                    <a:pt x="927" y="198"/>
                  </a:cubicBezTo>
                  <a:cubicBezTo>
                    <a:pt x="918" y="200"/>
                    <a:pt x="918" y="200"/>
                    <a:pt x="918" y="200"/>
                  </a:cubicBezTo>
                  <a:cubicBezTo>
                    <a:pt x="918" y="200"/>
                    <a:pt x="918" y="200"/>
                    <a:pt x="918" y="200"/>
                  </a:cubicBezTo>
                  <a:cubicBezTo>
                    <a:pt x="910" y="202"/>
                    <a:pt x="910" y="202"/>
                    <a:pt x="910" y="202"/>
                  </a:cubicBezTo>
                  <a:cubicBezTo>
                    <a:pt x="910" y="202"/>
                    <a:pt x="910" y="202"/>
                    <a:pt x="910" y="202"/>
                  </a:cubicBezTo>
                  <a:cubicBezTo>
                    <a:pt x="901" y="203"/>
                    <a:pt x="901" y="203"/>
                    <a:pt x="901" y="203"/>
                  </a:cubicBezTo>
                  <a:cubicBezTo>
                    <a:pt x="901" y="203"/>
                    <a:pt x="901" y="203"/>
                    <a:pt x="901" y="203"/>
                  </a:cubicBezTo>
                  <a:cubicBezTo>
                    <a:pt x="892" y="205"/>
                    <a:pt x="892" y="205"/>
                    <a:pt x="892" y="205"/>
                  </a:cubicBezTo>
                  <a:cubicBezTo>
                    <a:pt x="892" y="205"/>
                    <a:pt x="892" y="205"/>
                    <a:pt x="892" y="205"/>
                  </a:cubicBezTo>
                  <a:cubicBezTo>
                    <a:pt x="884" y="206"/>
                    <a:pt x="884" y="206"/>
                    <a:pt x="884" y="206"/>
                  </a:cubicBezTo>
                  <a:cubicBezTo>
                    <a:pt x="884" y="206"/>
                    <a:pt x="884" y="206"/>
                    <a:pt x="884" y="206"/>
                  </a:cubicBezTo>
                  <a:cubicBezTo>
                    <a:pt x="875" y="207"/>
                    <a:pt x="875" y="207"/>
                    <a:pt x="875" y="207"/>
                  </a:cubicBezTo>
                  <a:cubicBezTo>
                    <a:pt x="875" y="207"/>
                    <a:pt x="875" y="207"/>
                    <a:pt x="875" y="207"/>
                  </a:cubicBezTo>
                  <a:cubicBezTo>
                    <a:pt x="867" y="207"/>
                    <a:pt x="867" y="207"/>
                    <a:pt x="867" y="207"/>
                  </a:cubicBezTo>
                  <a:cubicBezTo>
                    <a:pt x="867" y="207"/>
                    <a:pt x="867" y="207"/>
                    <a:pt x="867" y="207"/>
                  </a:cubicBezTo>
                  <a:cubicBezTo>
                    <a:pt x="865" y="207"/>
                    <a:pt x="865" y="207"/>
                    <a:pt x="865" y="207"/>
                  </a:cubicBezTo>
                  <a:cubicBezTo>
                    <a:pt x="865" y="207"/>
                    <a:pt x="865" y="207"/>
                    <a:pt x="865" y="207"/>
                  </a:cubicBezTo>
                  <a:cubicBezTo>
                    <a:pt x="863" y="207"/>
                    <a:pt x="863" y="207"/>
                    <a:pt x="863" y="207"/>
                  </a:cubicBezTo>
                  <a:cubicBezTo>
                    <a:pt x="863" y="207"/>
                    <a:pt x="863" y="207"/>
                    <a:pt x="863" y="207"/>
                  </a:cubicBezTo>
                  <a:cubicBezTo>
                    <a:pt x="861" y="207"/>
                    <a:pt x="861" y="207"/>
                    <a:pt x="861" y="207"/>
                  </a:cubicBezTo>
                  <a:cubicBezTo>
                    <a:pt x="861" y="207"/>
                    <a:pt x="861" y="207"/>
                    <a:pt x="861" y="207"/>
                  </a:cubicBezTo>
                  <a:cubicBezTo>
                    <a:pt x="859" y="207"/>
                    <a:pt x="859" y="207"/>
                    <a:pt x="859" y="207"/>
                  </a:cubicBezTo>
                  <a:cubicBezTo>
                    <a:pt x="859" y="207"/>
                    <a:pt x="859" y="207"/>
                    <a:pt x="859" y="207"/>
                  </a:cubicBezTo>
                  <a:cubicBezTo>
                    <a:pt x="857" y="207"/>
                    <a:pt x="857" y="207"/>
                    <a:pt x="857" y="207"/>
                  </a:cubicBezTo>
                  <a:cubicBezTo>
                    <a:pt x="857" y="207"/>
                    <a:pt x="857" y="207"/>
                    <a:pt x="857" y="207"/>
                  </a:cubicBezTo>
                  <a:cubicBezTo>
                    <a:pt x="855" y="207"/>
                    <a:pt x="855" y="207"/>
                    <a:pt x="855" y="207"/>
                  </a:cubicBezTo>
                  <a:cubicBezTo>
                    <a:pt x="855" y="207"/>
                    <a:pt x="855" y="207"/>
                    <a:pt x="855" y="207"/>
                  </a:cubicBezTo>
                  <a:cubicBezTo>
                    <a:pt x="853" y="206"/>
                    <a:pt x="853" y="206"/>
                    <a:pt x="853" y="206"/>
                  </a:cubicBezTo>
                  <a:cubicBezTo>
                    <a:pt x="853" y="206"/>
                    <a:pt x="853" y="206"/>
                    <a:pt x="853" y="206"/>
                  </a:cubicBezTo>
                  <a:cubicBezTo>
                    <a:pt x="852" y="204"/>
                    <a:pt x="852" y="204"/>
                    <a:pt x="852" y="204"/>
                  </a:cubicBezTo>
                  <a:cubicBezTo>
                    <a:pt x="852" y="204"/>
                    <a:pt x="852" y="204"/>
                    <a:pt x="852" y="204"/>
                  </a:cubicBezTo>
                  <a:cubicBezTo>
                    <a:pt x="849" y="203"/>
                    <a:pt x="849" y="203"/>
                    <a:pt x="849" y="203"/>
                  </a:cubicBezTo>
                  <a:cubicBezTo>
                    <a:pt x="849" y="203"/>
                    <a:pt x="849" y="203"/>
                    <a:pt x="849" y="203"/>
                  </a:cubicBezTo>
                  <a:cubicBezTo>
                    <a:pt x="847" y="200"/>
                    <a:pt x="847" y="200"/>
                    <a:pt x="847" y="200"/>
                  </a:cubicBezTo>
                  <a:cubicBezTo>
                    <a:pt x="847" y="200"/>
                    <a:pt x="847" y="200"/>
                    <a:pt x="847" y="200"/>
                  </a:cubicBezTo>
                  <a:cubicBezTo>
                    <a:pt x="844" y="199"/>
                    <a:pt x="844" y="199"/>
                    <a:pt x="844" y="199"/>
                  </a:cubicBezTo>
                  <a:cubicBezTo>
                    <a:pt x="844" y="199"/>
                    <a:pt x="844" y="199"/>
                    <a:pt x="844" y="199"/>
                  </a:cubicBezTo>
                  <a:cubicBezTo>
                    <a:pt x="842" y="196"/>
                    <a:pt x="842" y="196"/>
                    <a:pt x="842" y="196"/>
                  </a:cubicBezTo>
                  <a:cubicBezTo>
                    <a:pt x="842" y="196"/>
                    <a:pt x="842" y="196"/>
                    <a:pt x="842" y="196"/>
                  </a:cubicBezTo>
                  <a:cubicBezTo>
                    <a:pt x="839" y="194"/>
                    <a:pt x="839" y="194"/>
                    <a:pt x="839" y="194"/>
                  </a:cubicBezTo>
                  <a:cubicBezTo>
                    <a:pt x="839" y="194"/>
                    <a:pt x="839" y="194"/>
                    <a:pt x="839" y="194"/>
                  </a:cubicBezTo>
                  <a:cubicBezTo>
                    <a:pt x="838" y="191"/>
                    <a:pt x="838" y="191"/>
                    <a:pt x="838" y="191"/>
                  </a:cubicBezTo>
                  <a:cubicBezTo>
                    <a:pt x="838" y="191"/>
                    <a:pt x="838" y="191"/>
                    <a:pt x="838" y="191"/>
                  </a:cubicBezTo>
                  <a:cubicBezTo>
                    <a:pt x="836" y="188"/>
                    <a:pt x="836" y="188"/>
                    <a:pt x="836" y="188"/>
                  </a:cubicBezTo>
                  <a:cubicBezTo>
                    <a:pt x="836" y="188"/>
                    <a:pt x="836" y="188"/>
                    <a:pt x="836" y="188"/>
                  </a:cubicBezTo>
                  <a:cubicBezTo>
                    <a:pt x="836" y="184"/>
                    <a:pt x="836" y="184"/>
                    <a:pt x="836" y="184"/>
                  </a:cubicBezTo>
                  <a:cubicBezTo>
                    <a:pt x="836" y="184"/>
                    <a:pt x="836" y="184"/>
                    <a:pt x="836" y="184"/>
                  </a:cubicBezTo>
                  <a:cubicBezTo>
                    <a:pt x="836" y="183"/>
                    <a:pt x="836" y="183"/>
                    <a:pt x="836" y="183"/>
                  </a:cubicBezTo>
                  <a:cubicBezTo>
                    <a:pt x="836" y="183"/>
                    <a:pt x="836" y="183"/>
                    <a:pt x="836" y="183"/>
                  </a:cubicBezTo>
                  <a:cubicBezTo>
                    <a:pt x="838" y="182"/>
                    <a:pt x="838" y="182"/>
                    <a:pt x="838" y="182"/>
                  </a:cubicBezTo>
                  <a:cubicBezTo>
                    <a:pt x="838" y="182"/>
                    <a:pt x="838" y="182"/>
                    <a:pt x="838" y="182"/>
                  </a:cubicBezTo>
                  <a:cubicBezTo>
                    <a:pt x="839" y="181"/>
                    <a:pt x="839" y="181"/>
                    <a:pt x="839" y="181"/>
                  </a:cubicBezTo>
                  <a:cubicBezTo>
                    <a:pt x="839" y="181"/>
                    <a:pt x="839" y="181"/>
                    <a:pt x="839" y="181"/>
                  </a:cubicBezTo>
                  <a:cubicBezTo>
                    <a:pt x="840" y="179"/>
                    <a:pt x="840" y="179"/>
                    <a:pt x="840" y="179"/>
                  </a:cubicBezTo>
                  <a:cubicBezTo>
                    <a:pt x="840" y="179"/>
                    <a:pt x="840" y="179"/>
                    <a:pt x="840" y="179"/>
                  </a:cubicBezTo>
                  <a:cubicBezTo>
                    <a:pt x="840" y="178"/>
                    <a:pt x="840" y="178"/>
                    <a:pt x="840" y="178"/>
                  </a:cubicBezTo>
                  <a:cubicBezTo>
                    <a:pt x="840" y="178"/>
                    <a:pt x="840" y="178"/>
                    <a:pt x="840" y="178"/>
                  </a:cubicBezTo>
                  <a:cubicBezTo>
                    <a:pt x="842" y="177"/>
                    <a:pt x="842" y="177"/>
                    <a:pt x="842" y="177"/>
                  </a:cubicBezTo>
                  <a:cubicBezTo>
                    <a:pt x="842" y="177"/>
                    <a:pt x="842" y="177"/>
                    <a:pt x="842" y="177"/>
                  </a:cubicBezTo>
                  <a:cubicBezTo>
                    <a:pt x="843" y="176"/>
                    <a:pt x="843" y="176"/>
                    <a:pt x="843" y="176"/>
                  </a:cubicBezTo>
                  <a:cubicBezTo>
                    <a:pt x="843" y="176"/>
                    <a:pt x="843" y="176"/>
                    <a:pt x="843" y="176"/>
                  </a:cubicBezTo>
                  <a:cubicBezTo>
                    <a:pt x="845" y="174"/>
                    <a:pt x="845" y="174"/>
                    <a:pt x="845" y="174"/>
                  </a:cubicBezTo>
                  <a:cubicBezTo>
                    <a:pt x="845" y="174"/>
                    <a:pt x="845" y="174"/>
                    <a:pt x="845" y="174"/>
                  </a:cubicBezTo>
                  <a:cubicBezTo>
                    <a:pt x="847" y="177"/>
                    <a:pt x="847" y="177"/>
                    <a:pt x="847" y="177"/>
                  </a:cubicBezTo>
                  <a:cubicBezTo>
                    <a:pt x="847" y="177"/>
                    <a:pt x="847" y="177"/>
                    <a:pt x="847" y="177"/>
                  </a:cubicBezTo>
                  <a:cubicBezTo>
                    <a:pt x="850" y="178"/>
                    <a:pt x="850" y="178"/>
                    <a:pt x="850" y="178"/>
                  </a:cubicBezTo>
                  <a:cubicBezTo>
                    <a:pt x="850" y="178"/>
                    <a:pt x="850" y="178"/>
                    <a:pt x="850" y="178"/>
                  </a:cubicBezTo>
                  <a:cubicBezTo>
                    <a:pt x="854" y="179"/>
                    <a:pt x="854" y="179"/>
                    <a:pt x="854" y="179"/>
                  </a:cubicBezTo>
                  <a:cubicBezTo>
                    <a:pt x="854" y="179"/>
                    <a:pt x="854" y="179"/>
                    <a:pt x="854" y="179"/>
                  </a:cubicBezTo>
                  <a:cubicBezTo>
                    <a:pt x="858" y="179"/>
                    <a:pt x="858" y="179"/>
                    <a:pt x="858" y="179"/>
                  </a:cubicBezTo>
                  <a:cubicBezTo>
                    <a:pt x="858" y="179"/>
                    <a:pt x="858" y="179"/>
                    <a:pt x="858" y="179"/>
                  </a:cubicBezTo>
                  <a:cubicBezTo>
                    <a:pt x="862" y="180"/>
                    <a:pt x="862" y="180"/>
                    <a:pt x="862" y="180"/>
                  </a:cubicBezTo>
                  <a:cubicBezTo>
                    <a:pt x="862" y="180"/>
                    <a:pt x="862" y="180"/>
                    <a:pt x="862" y="180"/>
                  </a:cubicBezTo>
                  <a:cubicBezTo>
                    <a:pt x="866" y="180"/>
                    <a:pt x="866" y="180"/>
                    <a:pt x="866" y="180"/>
                  </a:cubicBezTo>
                  <a:cubicBezTo>
                    <a:pt x="866" y="180"/>
                    <a:pt x="866" y="180"/>
                    <a:pt x="866" y="180"/>
                  </a:cubicBezTo>
                  <a:cubicBezTo>
                    <a:pt x="870" y="181"/>
                    <a:pt x="870" y="181"/>
                    <a:pt x="870" y="181"/>
                  </a:cubicBezTo>
                  <a:cubicBezTo>
                    <a:pt x="870" y="181"/>
                    <a:pt x="870" y="181"/>
                    <a:pt x="870" y="181"/>
                  </a:cubicBezTo>
                  <a:cubicBezTo>
                    <a:pt x="874" y="181"/>
                    <a:pt x="874" y="181"/>
                    <a:pt x="874" y="181"/>
                  </a:cubicBezTo>
                  <a:cubicBezTo>
                    <a:pt x="874" y="181"/>
                    <a:pt x="874" y="181"/>
                    <a:pt x="874" y="181"/>
                  </a:cubicBezTo>
                  <a:cubicBezTo>
                    <a:pt x="941" y="179"/>
                    <a:pt x="941" y="179"/>
                    <a:pt x="941" y="179"/>
                  </a:cubicBezTo>
                  <a:cubicBezTo>
                    <a:pt x="941" y="179"/>
                    <a:pt x="941" y="179"/>
                    <a:pt x="941" y="179"/>
                  </a:cubicBezTo>
                  <a:cubicBezTo>
                    <a:pt x="976" y="176"/>
                    <a:pt x="976" y="176"/>
                    <a:pt x="976" y="176"/>
                  </a:cubicBezTo>
                  <a:cubicBezTo>
                    <a:pt x="976" y="176"/>
                    <a:pt x="976" y="176"/>
                    <a:pt x="976" y="176"/>
                  </a:cubicBezTo>
                  <a:cubicBezTo>
                    <a:pt x="979" y="180"/>
                    <a:pt x="979" y="180"/>
                    <a:pt x="979" y="180"/>
                  </a:cubicBezTo>
                  <a:cubicBezTo>
                    <a:pt x="979" y="180"/>
                    <a:pt x="979" y="180"/>
                    <a:pt x="979" y="180"/>
                  </a:cubicBezTo>
                  <a:cubicBezTo>
                    <a:pt x="983" y="183"/>
                    <a:pt x="983" y="183"/>
                    <a:pt x="983" y="183"/>
                  </a:cubicBezTo>
                  <a:cubicBezTo>
                    <a:pt x="983" y="183"/>
                    <a:pt x="983" y="183"/>
                    <a:pt x="983" y="183"/>
                  </a:cubicBezTo>
                  <a:cubicBezTo>
                    <a:pt x="985" y="186"/>
                    <a:pt x="985" y="186"/>
                    <a:pt x="985" y="186"/>
                  </a:cubicBezTo>
                  <a:cubicBezTo>
                    <a:pt x="985" y="186"/>
                    <a:pt x="985" y="186"/>
                    <a:pt x="985" y="186"/>
                  </a:cubicBezTo>
                  <a:cubicBezTo>
                    <a:pt x="988" y="190"/>
                    <a:pt x="988" y="190"/>
                    <a:pt x="988" y="190"/>
                  </a:cubicBezTo>
                  <a:cubicBezTo>
                    <a:pt x="988" y="190"/>
                    <a:pt x="988" y="190"/>
                    <a:pt x="988" y="190"/>
                  </a:cubicBezTo>
                  <a:cubicBezTo>
                    <a:pt x="988" y="195"/>
                    <a:pt x="988" y="195"/>
                    <a:pt x="988" y="195"/>
                  </a:cubicBezTo>
                  <a:cubicBezTo>
                    <a:pt x="988" y="195"/>
                    <a:pt x="988" y="195"/>
                    <a:pt x="988" y="195"/>
                  </a:cubicBezTo>
                  <a:cubicBezTo>
                    <a:pt x="989" y="200"/>
                    <a:pt x="989" y="200"/>
                    <a:pt x="989" y="200"/>
                  </a:cubicBezTo>
                  <a:cubicBezTo>
                    <a:pt x="989" y="200"/>
                    <a:pt x="989" y="200"/>
                    <a:pt x="989" y="200"/>
                  </a:cubicBezTo>
                  <a:cubicBezTo>
                    <a:pt x="989" y="204"/>
                    <a:pt x="989" y="204"/>
                    <a:pt x="989" y="204"/>
                  </a:cubicBezTo>
                  <a:cubicBezTo>
                    <a:pt x="989" y="204"/>
                    <a:pt x="989" y="204"/>
                    <a:pt x="989" y="204"/>
                  </a:cubicBezTo>
                  <a:cubicBezTo>
                    <a:pt x="989" y="208"/>
                    <a:pt x="989" y="208"/>
                    <a:pt x="989" y="208"/>
                  </a:cubicBezTo>
                  <a:cubicBezTo>
                    <a:pt x="989" y="208"/>
                    <a:pt x="989" y="208"/>
                    <a:pt x="989" y="208"/>
                  </a:cubicBezTo>
                  <a:cubicBezTo>
                    <a:pt x="987" y="212"/>
                    <a:pt x="987" y="212"/>
                    <a:pt x="987" y="212"/>
                  </a:cubicBezTo>
                  <a:cubicBezTo>
                    <a:pt x="987" y="212"/>
                    <a:pt x="987" y="212"/>
                    <a:pt x="987" y="212"/>
                  </a:cubicBezTo>
                  <a:cubicBezTo>
                    <a:pt x="986" y="214"/>
                    <a:pt x="986" y="214"/>
                    <a:pt x="986" y="214"/>
                  </a:cubicBezTo>
                  <a:cubicBezTo>
                    <a:pt x="986" y="214"/>
                    <a:pt x="986" y="214"/>
                    <a:pt x="986" y="214"/>
                  </a:cubicBezTo>
                  <a:cubicBezTo>
                    <a:pt x="984" y="215"/>
                    <a:pt x="984" y="215"/>
                    <a:pt x="984" y="215"/>
                  </a:cubicBezTo>
                  <a:cubicBezTo>
                    <a:pt x="984" y="215"/>
                    <a:pt x="984" y="215"/>
                    <a:pt x="984" y="215"/>
                  </a:cubicBezTo>
                  <a:cubicBezTo>
                    <a:pt x="983" y="216"/>
                    <a:pt x="983" y="216"/>
                    <a:pt x="983" y="216"/>
                  </a:cubicBezTo>
                  <a:cubicBezTo>
                    <a:pt x="983" y="216"/>
                    <a:pt x="983" y="216"/>
                    <a:pt x="983" y="216"/>
                  </a:cubicBezTo>
                  <a:cubicBezTo>
                    <a:pt x="979" y="219"/>
                    <a:pt x="979" y="219"/>
                    <a:pt x="979" y="219"/>
                  </a:cubicBezTo>
                  <a:cubicBezTo>
                    <a:pt x="979" y="219"/>
                    <a:pt x="979" y="219"/>
                    <a:pt x="979" y="219"/>
                  </a:cubicBezTo>
                  <a:cubicBezTo>
                    <a:pt x="977" y="221"/>
                    <a:pt x="977" y="221"/>
                    <a:pt x="977" y="221"/>
                  </a:cubicBezTo>
                  <a:cubicBezTo>
                    <a:pt x="977" y="221"/>
                    <a:pt x="977" y="221"/>
                    <a:pt x="977" y="221"/>
                  </a:cubicBezTo>
                  <a:cubicBezTo>
                    <a:pt x="975" y="223"/>
                    <a:pt x="975" y="223"/>
                    <a:pt x="975" y="223"/>
                  </a:cubicBezTo>
                  <a:cubicBezTo>
                    <a:pt x="975" y="223"/>
                    <a:pt x="975" y="223"/>
                    <a:pt x="975" y="223"/>
                  </a:cubicBezTo>
                  <a:cubicBezTo>
                    <a:pt x="975" y="225"/>
                    <a:pt x="975" y="225"/>
                    <a:pt x="975" y="225"/>
                  </a:cubicBezTo>
                  <a:cubicBezTo>
                    <a:pt x="975" y="225"/>
                    <a:pt x="975" y="225"/>
                    <a:pt x="975" y="225"/>
                  </a:cubicBezTo>
                  <a:cubicBezTo>
                    <a:pt x="969" y="231"/>
                    <a:pt x="969" y="231"/>
                    <a:pt x="969" y="231"/>
                  </a:cubicBezTo>
                  <a:cubicBezTo>
                    <a:pt x="969" y="231"/>
                    <a:pt x="969" y="231"/>
                    <a:pt x="969" y="231"/>
                  </a:cubicBezTo>
                  <a:cubicBezTo>
                    <a:pt x="964" y="237"/>
                    <a:pt x="964" y="237"/>
                    <a:pt x="964" y="237"/>
                  </a:cubicBezTo>
                  <a:cubicBezTo>
                    <a:pt x="964" y="237"/>
                    <a:pt x="964" y="237"/>
                    <a:pt x="964" y="237"/>
                  </a:cubicBezTo>
                  <a:cubicBezTo>
                    <a:pt x="957" y="243"/>
                    <a:pt x="957" y="243"/>
                    <a:pt x="957" y="243"/>
                  </a:cubicBezTo>
                  <a:cubicBezTo>
                    <a:pt x="957" y="243"/>
                    <a:pt x="957" y="243"/>
                    <a:pt x="957" y="243"/>
                  </a:cubicBezTo>
                  <a:cubicBezTo>
                    <a:pt x="953" y="249"/>
                    <a:pt x="953" y="249"/>
                    <a:pt x="953" y="249"/>
                  </a:cubicBezTo>
                  <a:cubicBezTo>
                    <a:pt x="953" y="249"/>
                    <a:pt x="953" y="249"/>
                    <a:pt x="953" y="249"/>
                  </a:cubicBezTo>
                  <a:cubicBezTo>
                    <a:pt x="947" y="256"/>
                    <a:pt x="947" y="256"/>
                    <a:pt x="947" y="256"/>
                  </a:cubicBezTo>
                  <a:cubicBezTo>
                    <a:pt x="947" y="256"/>
                    <a:pt x="947" y="256"/>
                    <a:pt x="947" y="256"/>
                  </a:cubicBezTo>
                  <a:cubicBezTo>
                    <a:pt x="942" y="261"/>
                    <a:pt x="942" y="261"/>
                    <a:pt x="942" y="261"/>
                  </a:cubicBezTo>
                  <a:cubicBezTo>
                    <a:pt x="942" y="261"/>
                    <a:pt x="942" y="261"/>
                    <a:pt x="942" y="261"/>
                  </a:cubicBezTo>
                  <a:cubicBezTo>
                    <a:pt x="935" y="266"/>
                    <a:pt x="935" y="266"/>
                    <a:pt x="935" y="266"/>
                  </a:cubicBezTo>
                  <a:cubicBezTo>
                    <a:pt x="935" y="266"/>
                    <a:pt x="935" y="266"/>
                    <a:pt x="935" y="266"/>
                  </a:cubicBezTo>
                  <a:cubicBezTo>
                    <a:pt x="929" y="269"/>
                    <a:pt x="929" y="269"/>
                    <a:pt x="929" y="269"/>
                  </a:cubicBezTo>
                  <a:cubicBezTo>
                    <a:pt x="929" y="269"/>
                    <a:pt x="929" y="269"/>
                    <a:pt x="929" y="269"/>
                  </a:cubicBezTo>
                  <a:cubicBezTo>
                    <a:pt x="906" y="308"/>
                    <a:pt x="906" y="308"/>
                    <a:pt x="906" y="308"/>
                  </a:cubicBezTo>
                  <a:cubicBezTo>
                    <a:pt x="906" y="308"/>
                    <a:pt x="906" y="308"/>
                    <a:pt x="906" y="308"/>
                  </a:cubicBezTo>
                  <a:cubicBezTo>
                    <a:pt x="908" y="313"/>
                    <a:pt x="908" y="313"/>
                    <a:pt x="908" y="313"/>
                  </a:cubicBezTo>
                  <a:cubicBezTo>
                    <a:pt x="908" y="313"/>
                    <a:pt x="908" y="313"/>
                    <a:pt x="908" y="313"/>
                  </a:cubicBezTo>
                  <a:cubicBezTo>
                    <a:pt x="914" y="315"/>
                    <a:pt x="914" y="315"/>
                    <a:pt x="914" y="315"/>
                  </a:cubicBezTo>
                  <a:cubicBezTo>
                    <a:pt x="914" y="315"/>
                    <a:pt x="914" y="315"/>
                    <a:pt x="914" y="315"/>
                  </a:cubicBezTo>
                  <a:cubicBezTo>
                    <a:pt x="921" y="314"/>
                    <a:pt x="921" y="314"/>
                    <a:pt x="921" y="314"/>
                  </a:cubicBezTo>
                  <a:cubicBezTo>
                    <a:pt x="921" y="314"/>
                    <a:pt x="921" y="314"/>
                    <a:pt x="921" y="314"/>
                  </a:cubicBezTo>
                  <a:cubicBezTo>
                    <a:pt x="927" y="312"/>
                    <a:pt x="927" y="312"/>
                    <a:pt x="927" y="312"/>
                  </a:cubicBezTo>
                  <a:cubicBezTo>
                    <a:pt x="927" y="312"/>
                    <a:pt x="927" y="312"/>
                    <a:pt x="927" y="312"/>
                  </a:cubicBezTo>
                  <a:cubicBezTo>
                    <a:pt x="934" y="310"/>
                    <a:pt x="934" y="310"/>
                    <a:pt x="934" y="310"/>
                  </a:cubicBezTo>
                  <a:cubicBezTo>
                    <a:pt x="934" y="310"/>
                    <a:pt x="934" y="310"/>
                    <a:pt x="934" y="310"/>
                  </a:cubicBezTo>
                  <a:cubicBezTo>
                    <a:pt x="941" y="307"/>
                    <a:pt x="941" y="307"/>
                    <a:pt x="941" y="307"/>
                  </a:cubicBezTo>
                  <a:cubicBezTo>
                    <a:pt x="941" y="307"/>
                    <a:pt x="941" y="307"/>
                    <a:pt x="941" y="307"/>
                  </a:cubicBezTo>
                  <a:cubicBezTo>
                    <a:pt x="947" y="304"/>
                    <a:pt x="947" y="304"/>
                    <a:pt x="947" y="304"/>
                  </a:cubicBezTo>
                  <a:cubicBezTo>
                    <a:pt x="947" y="304"/>
                    <a:pt x="947" y="304"/>
                    <a:pt x="947" y="304"/>
                  </a:cubicBezTo>
                  <a:cubicBezTo>
                    <a:pt x="953" y="302"/>
                    <a:pt x="953" y="302"/>
                    <a:pt x="953" y="302"/>
                  </a:cubicBezTo>
                  <a:cubicBezTo>
                    <a:pt x="953" y="302"/>
                    <a:pt x="953" y="302"/>
                    <a:pt x="953" y="302"/>
                  </a:cubicBezTo>
                  <a:cubicBezTo>
                    <a:pt x="960" y="299"/>
                    <a:pt x="960" y="299"/>
                    <a:pt x="960" y="299"/>
                  </a:cubicBezTo>
                  <a:cubicBezTo>
                    <a:pt x="960" y="299"/>
                    <a:pt x="960" y="299"/>
                    <a:pt x="960" y="299"/>
                  </a:cubicBezTo>
                  <a:cubicBezTo>
                    <a:pt x="960" y="301"/>
                    <a:pt x="960" y="301"/>
                    <a:pt x="960" y="301"/>
                  </a:cubicBezTo>
                  <a:cubicBezTo>
                    <a:pt x="960" y="301"/>
                    <a:pt x="960" y="301"/>
                    <a:pt x="960" y="301"/>
                  </a:cubicBezTo>
                  <a:cubicBezTo>
                    <a:pt x="963" y="303"/>
                    <a:pt x="963" y="303"/>
                    <a:pt x="963" y="303"/>
                  </a:cubicBezTo>
                  <a:cubicBezTo>
                    <a:pt x="963" y="303"/>
                    <a:pt x="963" y="303"/>
                    <a:pt x="963" y="303"/>
                  </a:cubicBezTo>
                  <a:cubicBezTo>
                    <a:pt x="963" y="305"/>
                    <a:pt x="963" y="305"/>
                    <a:pt x="963" y="305"/>
                  </a:cubicBezTo>
                  <a:cubicBezTo>
                    <a:pt x="963" y="305"/>
                    <a:pt x="963" y="305"/>
                    <a:pt x="963" y="305"/>
                  </a:cubicBezTo>
                  <a:cubicBezTo>
                    <a:pt x="965" y="307"/>
                    <a:pt x="965" y="307"/>
                    <a:pt x="965" y="307"/>
                  </a:cubicBezTo>
                  <a:cubicBezTo>
                    <a:pt x="965" y="307"/>
                    <a:pt x="965" y="307"/>
                    <a:pt x="965" y="307"/>
                  </a:cubicBezTo>
                  <a:cubicBezTo>
                    <a:pt x="965" y="310"/>
                    <a:pt x="965" y="310"/>
                    <a:pt x="965" y="310"/>
                  </a:cubicBezTo>
                  <a:cubicBezTo>
                    <a:pt x="965" y="310"/>
                    <a:pt x="965" y="310"/>
                    <a:pt x="965" y="310"/>
                  </a:cubicBezTo>
                  <a:cubicBezTo>
                    <a:pt x="965" y="311"/>
                    <a:pt x="965" y="311"/>
                    <a:pt x="965" y="311"/>
                  </a:cubicBezTo>
                  <a:cubicBezTo>
                    <a:pt x="965" y="311"/>
                    <a:pt x="965" y="311"/>
                    <a:pt x="965" y="311"/>
                  </a:cubicBezTo>
                  <a:cubicBezTo>
                    <a:pt x="965" y="313"/>
                    <a:pt x="965" y="313"/>
                    <a:pt x="965" y="313"/>
                  </a:cubicBezTo>
                  <a:cubicBezTo>
                    <a:pt x="965" y="313"/>
                    <a:pt x="965" y="313"/>
                    <a:pt x="965" y="313"/>
                  </a:cubicBezTo>
                  <a:cubicBezTo>
                    <a:pt x="966" y="315"/>
                    <a:pt x="966" y="315"/>
                    <a:pt x="966" y="315"/>
                  </a:cubicBezTo>
                  <a:cubicBezTo>
                    <a:pt x="966" y="315"/>
                    <a:pt x="966" y="315"/>
                    <a:pt x="966" y="315"/>
                  </a:cubicBezTo>
                  <a:cubicBezTo>
                    <a:pt x="964" y="317"/>
                    <a:pt x="964" y="317"/>
                    <a:pt x="964" y="317"/>
                  </a:cubicBezTo>
                  <a:cubicBezTo>
                    <a:pt x="964" y="317"/>
                    <a:pt x="964" y="317"/>
                    <a:pt x="964" y="317"/>
                  </a:cubicBezTo>
                  <a:cubicBezTo>
                    <a:pt x="961" y="318"/>
                    <a:pt x="961" y="318"/>
                    <a:pt x="961" y="318"/>
                  </a:cubicBezTo>
                  <a:cubicBezTo>
                    <a:pt x="961" y="318"/>
                    <a:pt x="961" y="318"/>
                    <a:pt x="961" y="318"/>
                  </a:cubicBezTo>
                  <a:cubicBezTo>
                    <a:pt x="960" y="318"/>
                    <a:pt x="960" y="318"/>
                    <a:pt x="960" y="318"/>
                  </a:cubicBezTo>
                  <a:cubicBezTo>
                    <a:pt x="960" y="318"/>
                    <a:pt x="960" y="318"/>
                    <a:pt x="960" y="318"/>
                  </a:cubicBezTo>
                  <a:cubicBezTo>
                    <a:pt x="959" y="318"/>
                    <a:pt x="959" y="318"/>
                    <a:pt x="959" y="318"/>
                  </a:cubicBezTo>
                  <a:cubicBezTo>
                    <a:pt x="959" y="318"/>
                    <a:pt x="959" y="318"/>
                    <a:pt x="959" y="318"/>
                  </a:cubicBezTo>
                  <a:cubicBezTo>
                    <a:pt x="956" y="319"/>
                    <a:pt x="956" y="319"/>
                    <a:pt x="956" y="319"/>
                  </a:cubicBezTo>
                  <a:cubicBezTo>
                    <a:pt x="956" y="319"/>
                    <a:pt x="956" y="319"/>
                    <a:pt x="956" y="319"/>
                  </a:cubicBezTo>
                  <a:cubicBezTo>
                    <a:pt x="955" y="319"/>
                    <a:pt x="955" y="319"/>
                    <a:pt x="955" y="319"/>
                  </a:cubicBezTo>
                  <a:cubicBezTo>
                    <a:pt x="955" y="319"/>
                    <a:pt x="955" y="319"/>
                    <a:pt x="955" y="319"/>
                  </a:cubicBezTo>
                  <a:cubicBezTo>
                    <a:pt x="953" y="320"/>
                    <a:pt x="953" y="320"/>
                    <a:pt x="953" y="320"/>
                  </a:cubicBezTo>
                  <a:cubicBezTo>
                    <a:pt x="953" y="320"/>
                    <a:pt x="953" y="320"/>
                    <a:pt x="953" y="320"/>
                  </a:cubicBezTo>
                  <a:cubicBezTo>
                    <a:pt x="953" y="321"/>
                    <a:pt x="953" y="321"/>
                    <a:pt x="953" y="321"/>
                  </a:cubicBezTo>
                  <a:cubicBezTo>
                    <a:pt x="953" y="321"/>
                    <a:pt x="953" y="321"/>
                    <a:pt x="953" y="321"/>
                  </a:cubicBezTo>
                  <a:cubicBezTo>
                    <a:pt x="882" y="341"/>
                    <a:pt x="882" y="341"/>
                    <a:pt x="882" y="341"/>
                  </a:cubicBezTo>
                  <a:cubicBezTo>
                    <a:pt x="882" y="341"/>
                    <a:pt x="882" y="341"/>
                    <a:pt x="882" y="341"/>
                  </a:cubicBezTo>
                  <a:cubicBezTo>
                    <a:pt x="881" y="342"/>
                    <a:pt x="881" y="342"/>
                    <a:pt x="881" y="342"/>
                  </a:cubicBezTo>
                  <a:cubicBezTo>
                    <a:pt x="881" y="342"/>
                    <a:pt x="881" y="342"/>
                    <a:pt x="881" y="342"/>
                  </a:cubicBezTo>
                  <a:cubicBezTo>
                    <a:pt x="880" y="343"/>
                    <a:pt x="880" y="343"/>
                    <a:pt x="880" y="343"/>
                  </a:cubicBezTo>
                  <a:cubicBezTo>
                    <a:pt x="880" y="343"/>
                    <a:pt x="880" y="343"/>
                    <a:pt x="880" y="343"/>
                  </a:cubicBezTo>
                  <a:cubicBezTo>
                    <a:pt x="878" y="344"/>
                    <a:pt x="878" y="344"/>
                    <a:pt x="878" y="344"/>
                  </a:cubicBezTo>
                  <a:cubicBezTo>
                    <a:pt x="878" y="344"/>
                    <a:pt x="878" y="344"/>
                    <a:pt x="878" y="344"/>
                  </a:cubicBezTo>
                  <a:cubicBezTo>
                    <a:pt x="878" y="344"/>
                    <a:pt x="878" y="344"/>
                    <a:pt x="878" y="344"/>
                  </a:cubicBezTo>
                  <a:cubicBezTo>
                    <a:pt x="878" y="344"/>
                    <a:pt x="878" y="344"/>
                    <a:pt x="878" y="344"/>
                  </a:cubicBezTo>
                  <a:cubicBezTo>
                    <a:pt x="877" y="345"/>
                    <a:pt x="877" y="345"/>
                    <a:pt x="877" y="345"/>
                  </a:cubicBezTo>
                  <a:cubicBezTo>
                    <a:pt x="877" y="345"/>
                    <a:pt x="877" y="345"/>
                    <a:pt x="877" y="345"/>
                  </a:cubicBezTo>
                  <a:cubicBezTo>
                    <a:pt x="876" y="346"/>
                    <a:pt x="876" y="346"/>
                    <a:pt x="876" y="346"/>
                  </a:cubicBezTo>
                  <a:cubicBezTo>
                    <a:pt x="876" y="346"/>
                    <a:pt x="876" y="346"/>
                    <a:pt x="876" y="346"/>
                  </a:cubicBezTo>
                  <a:cubicBezTo>
                    <a:pt x="875" y="347"/>
                    <a:pt x="875" y="347"/>
                    <a:pt x="875" y="347"/>
                  </a:cubicBezTo>
                  <a:cubicBezTo>
                    <a:pt x="875" y="347"/>
                    <a:pt x="875" y="347"/>
                    <a:pt x="875" y="347"/>
                  </a:cubicBezTo>
                  <a:cubicBezTo>
                    <a:pt x="875" y="347"/>
                    <a:pt x="875" y="347"/>
                    <a:pt x="875" y="347"/>
                  </a:cubicBezTo>
                  <a:cubicBezTo>
                    <a:pt x="875" y="347"/>
                    <a:pt x="875" y="347"/>
                    <a:pt x="875" y="347"/>
                  </a:cubicBezTo>
                  <a:cubicBezTo>
                    <a:pt x="871" y="348"/>
                    <a:pt x="871" y="348"/>
                    <a:pt x="871" y="348"/>
                  </a:cubicBezTo>
                  <a:cubicBezTo>
                    <a:pt x="871" y="348"/>
                    <a:pt x="871" y="348"/>
                    <a:pt x="871" y="348"/>
                  </a:cubicBezTo>
                  <a:cubicBezTo>
                    <a:pt x="868" y="348"/>
                    <a:pt x="868" y="348"/>
                    <a:pt x="868" y="348"/>
                  </a:cubicBezTo>
                  <a:cubicBezTo>
                    <a:pt x="868" y="348"/>
                    <a:pt x="868" y="348"/>
                    <a:pt x="868" y="348"/>
                  </a:cubicBezTo>
                  <a:cubicBezTo>
                    <a:pt x="866" y="349"/>
                    <a:pt x="866" y="349"/>
                    <a:pt x="866" y="349"/>
                  </a:cubicBezTo>
                  <a:cubicBezTo>
                    <a:pt x="866" y="349"/>
                    <a:pt x="866" y="349"/>
                    <a:pt x="866" y="349"/>
                  </a:cubicBezTo>
                  <a:cubicBezTo>
                    <a:pt x="865" y="349"/>
                    <a:pt x="864" y="349"/>
                    <a:pt x="864" y="350"/>
                  </a:cubicBezTo>
                  <a:cubicBezTo>
                    <a:pt x="864" y="350"/>
                    <a:pt x="864" y="350"/>
                    <a:pt x="864" y="350"/>
                  </a:cubicBezTo>
                  <a:cubicBezTo>
                    <a:pt x="860" y="352"/>
                    <a:pt x="859" y="351"/>
                    <a:pt x="855" y="353"/>
                  </a:cubicBezTo>
                  <a:cubicBezTo>
                    <a:pt x="855" y="353"/>
                    <a:pt x="855" y="353"/>
                    <a:pt x="855" y="353"/>
                  </a:cubicBezTo>
                  <a:cubicBezTo>
                    <a:pt x="855" y="353"/>
                    <a:pt x="854" y="353"/>
                    <a:pt x="853" y="353"/>
                  </a:cubicBezTo>
                  <a:cubicBezTo>
                    <a:pt x="853" y="354"/>
                    <a:pt x="852" y="355"/>
                    <a:pt x="851" y="355"/>
                  </a:cubicBezTo>
                  <a:cubicBezTo>
                    <a:pt x="850" y="356"/>
                    <a:pt x="850" y="357"/>
                    <a:pt x="849" y="358"/>
                  </a:cubicBezTo>
                  <a:cubicBezTo>
                    <a:pt x="849" y="358"/>
                    <a:pt x="849" y="358"/>
                    <a:pt x="849" y="358"/>
                  </a:cubicBezTo>
                  <a:cubicBezTo>
                    <a:pt x="848" y="358"/>
                    <a:pt x="848" y="358"/>
                    <a:pt x="847" y="358"/>
                  </a:cubicBezTo>
                  <a:cubicBezTo>
                    <a:pt x="847" y="358"/>
                    <a:pt x="847" y="358"/>
                    <a:pt x="847" y="358"/>
                  </a:cubicBezTo>
                  <a:cubicBezTo>
                    <a:pt x="844" y="359"/>
                    <a:pt x="842" y="359"/>
                    <a:pt x="839" y="360"/>
                  </a:cubicBezTo>
                  <a:cubicBezTo>
                    <a:pt x="839" y="360"/>
                    <a:pt x="839" y="360"/>
                    <a:pt x="839" y="360"/>
                  </a:cubicBezTo>
                  <a:cubicBezTo>
                    <a:pt x="838" y="360"/>
                    <a:pt x="836" y="360"/>
                    <a:pt x="835" y="360"/>
                  </a:cubicBezTo>
                  <a:cubicBezTo>
                    <a:pt x="835" y="360"/>
                    <a:pt x="835" y="360"/>
                    <a:pt x="835" y="360"/>
                  </a:cubicBezTo>
                  <a:cubicBezTo>
                    <a:pt x="835" y="360"/>
                    <a:pt x="834" y="361"/>
                    <a:pt x="833" y="361"/>
                  </a:cubicBezTo>
                  <a:cubicBezTo>
                    <a:pt x="833" y="361"/>
                    <a:pt x="833" y="361"/>
                    <a:pt x="833" y="361"/>
                  </a:cubicBezTo>
                  <a:cubicBezTo>
                    <a:pt x="833" y="361"/>
                    <a:pt x="833" y="361"/>
                    <a:pt x="832" y="362"/>
                  </a:cubicBezTo>
                  <a:cubicBezTo>
                    <a:pt x="832" y="362"/>
                    <a:pt x="832" y="362"/>
                    <a:pt x="832" y="362"/>
                  </a:cubicBezTo>
                  <a:cubicBezTo>
                    <a:pt x="831" y="362"/>
                    <a:pt x="830" y="363"/>
                    <a:pt x="829" y="364"/>
                  </a:cubicBezTo>
                  <a:cubicBezTo>
                    <a:pt x="829" y="364"/>
                    <a:pt x="829" y="364"/>
                    <a:pt x="829" y="364"/>
                  </a:cubicBezTo>
                  <a:cubicBezTo>
                    <a:pt x="829" y="364"/>
                    <a:pt x="828" y="364"/>
                    <a:pt x="828" y="364"/>
                  </a:cubicBezTo>
                  <a:cubicBezTo>
                    <a:pt x="828" y="364"/>
                    <a:pt x="828" y="364"/>
                    <a:pt x="828" y="364"/>
                  </a:cubicBezTo>
                  <a:cubicBezTo>
                    <a:pt x="825" y="364"/>
                    <a:pt x="822" y="365"/>
                    <a:pt x="820" y="365"/>
                  </a:cubicBezTo>
                  <a:cubicBezTo>
                    <a:pt x="820" y="365"/>
                    <a:pt x="820" y="365"/>
                    <a:pt x="820" y="365"/>
                  </a:cubicBezTo>
                  <a:cubicBezTo>
                    <a:pt x="816" y="366"/>
                    <a:pt x="816" y="366"/>
                    <a:pt x="816" y="366"/>
                  </a:cubicBezTo>
                  <a:cubicBezTo>
                    <a:pt x="816" y="366"/>
                    <a:pt x="816" y="366"/>
                    <a:pt x="816" y="366"/>
                  </a:cubicBezTo>
                  <a:cubicBezTo>
                    <a:pt x="815" y="366"/>
                    <a:pt x="815" y="366"/>
                    <a:pt x="815" y="366"/>
                  </a:cubicBezTo>
                  <a:cubicBezTo>
                    <a:pt x="815" y="366"/>
                    <a:pt x="815" y="366"/>
                    <a:pt x="815" y="366"/>
                  </a:cubicBezTo>
                  <a:cubicBezTo>
                    <a:pt x="811" y="369"/>
                    <a:pt x="811" y="369"/>
                    <a:pt x="811" y="369"/>
                  </a:cubicBezTo>
                  <a:cubicBezTo>
                    <a:pt x="811" y="369"/>
                    <a:pt x="811" y="369"/>
                    <a:pt x="811" y="369"/>
                  </a:cubicBezTo>
                  <a:cubicBezTo>
                    <a:pt x="808" y="372"/>
                    <a:pt x="808" y="372"/>
                    <a:pt x="808" y="372"/>
                  </a:cubicBezTo>
                  <a:cubicBezTo>
                    <a:pt x="808" y="372"/>
                    <a:pt x="808" y="372"/>
                    <a:pt x="808" y="372"/>
                  </a:cubicBezTo>
                  <a:cubicBezTo>
                    <a:pt x="804" y="375"/>
                    <a:pt x="804" y="375"/>
                    <a:pt x="804" y="375"/>
                  </a:cubicBezTo>
                  <a:cubicBezTo>
                    <a:pt x="804" y="375"/>
                    <a:pt x="804" y="375"/>
                    <a:pt x="804" y="375"/>
                  </a:cubicBezTo>
                  <a:cubicBezTo>
                    <a:pt x="800" y="377"/>
                    <a:pt x="800" y="377"/>
                    <a:pt x="800" y="377"/>
                  </a:cubicBezTo>
                  <a:cubicBezTo>
                    <a:pt x="800" y="377"/>
                    <a:pt x="800" y="377"/>
                    <a:pt x="800" y="377"/>
                  </a:cubicBezTo>
                  <a:cubicBezTo>
                    <a:pt x="794" y="380"/>
                    <a:pt x="794" y="380"/>
                    <a:pt x="794" y="380"/>
                  </a:cubicBezTo>
                  <a:cubicBezTo>
                    <a:pt x="794" y="380"/>
                    <a:pt x="794" y="380"/>
                    <a:pt x="794" y="380"/>
                  </a:cubicBezTo>
                  <a:cubicBezTo>
                    <a:pt x="790" y="381"/>
                    <a:pt x="790" y="381"/>
                    <a:pt x="790" y="381"/>
                  </a:cubicBezTo>
                  <a:cubicBezTo>
                    <a:pt x="790" y="381"/>
                    <a:pt x="790" y="381"/>
                    <a:pt x="790" y="381"/>
                  </a:cubicBezTo>
                  <a:cubicBezTo>
                    <a:pt x="785" y="381"/>
                    <a:pt x="785" y="381"/>
                    <a:pt x="785" y="381"/>
                  </a:cubicBezTo>
                  <a:cubicBezTo>
                    <a:pt x="785" y="381"/>
                    <a:pt x="785" y="381"/>
                    <a:pt x="785" y="381"/>
                  </a:cubicBezTo>
                  <a:cubicBezTo>
                    <a:pt x="781" y="381"/>
                    <a:pt x="781" y="381"/>
                    <a:pt x="781" y="381"/>
                  </a:cubicBezTo>
                  <a:lnTo>
                    <a:pt x="778" y="381"/>
                  </a:lnTo>
                  <a:close/>
                  <a:moveTo>
                    <a:pt x="200" y="359"/>
                  </a:moveTo>
                  <a:cubicBezTo>
                    <a:pt x="204" y="360"/>
                    <a:pt x="204" y="360"/>
                    <a:pt x="204" y="360"/>
                  </a:cubicBezTo>
                  <a:cubicBezTo>
                    <a:pt x="204" y="360"/>
                    <a:pt x="204" y="360"/>
                    <a:pt x="204" y="360"/>
                  </a:cubicBezTo>
                  <a:cubicBezTo>
                    <a:pt x="208" y="359"/>
                    <a:pt x="208" y="359"/>
                    <a:pt x="208" y="359"/>
                  </a:cubicBezTo>
                  <a:cubicBezTo>
                    <a:pt x="208" y="359"/>
                    <a:pt x="208" y="359"/>
                    <a:pt x="208" y="359"/>
                  </a:cubicBezTo>
                  <a:cubicBezTo>
                    <a:pt x="211" y="358"/>
                    <a:pt x="211" y="358"/>
                    <a:pt x="211" y="358"/>
                  </a:cubicBezTo>
                  <a:cubicBezTo>
                    <a:pt x="211" y="358"/>
                    <a:pt x="211" y="358"/>
                    <a:pt x="211" y="358"/>
                  </a:cubicBezTo>
                  <a:cubicBezTo>
                    <a:pt x="215" y="355"/>
                    <a:pt x="215" y="355"/>
                    <a:pt x="215" y="355"/>
                  </a:cubicBezTo>
                  <a:cubicBezTo>
                    <a:pt x="215" y="355"/>
                    <a:pt x="215" y="355"/>
                    <a:pt x="215" y="355"/>
                  </a:cubicBezTo>
                  <a:cubicBezTo>
                    <a:pt x="217" y="353"/>
                    <a:pt x="217" y="353"/>
                    <a:pt x="217" y="353"/>
                  </a:cubicBezTo>
                  <a:cubicBezTo>
                    <a:pt x="217" y="353"/>
                    <a:pt x="217" y="353"/>
                    <a:pt x="217" y="353"/>
                  </a:cubicBezTo>
                  <a:cubicBezTo>
                    <a:pt x="220" y="351"/>
                    <a:pt x="220" y="351"/>
                    <a:pt x="220" y="351"/>
                  </a:cubicBezTo>
                  <a:cubicBezTo>
                    <a:pt x="220" y="351"/>
                    <a:pt x="220" y="351"/>
                    <a:pt x="220" y="351"/>
                  </a:cubicBezTo>
                  <a:cubicBezTo>
                    <a:pt x="224" y="348"/>
                    <a:pt x="224" y="348"/>
                    <a:pt x="224" y="348"/>
                  </a:cubicBezTo>
                  <a:cubicBezTo>
                    <a:pt x="224" y="348"/>
                    <a:pt x="224" y="348"/>
                    <a:pt x="224" y="348"/>
                  </a:cubicBezTo>
                  <a:cubicBezTo>
                    <a:pt x="225" y="347"/>
                    <a:pt x="226" y="346"/>
                    <a:pt x="227" y="345"/>
                  </a:cubicBezTo>
                  <a:cubicBezTo>
                    <a:pt x="227" y="345"/>
                    <a:pt x="227" y="345"/>
                    <a:pt x="227" y="345"/>
                  </a:cubicBezTo>
                  <a:cubicBezTo>
                    <a:pt x="227" y="344"/>
                    <a:pt x="227" y="343"/>
                    <a:pt x="227" y="342"/>
                  </a:cubicBezTo>
                  <a:cubicBezTo>
                    <a:pt x="227" y="342"/>
                    <a:pt x="227" y="342"/>
                    <a:pt x="227" y="342"/>
                  </a:cubicBezTo>
                  <a:cubicBezTo>
                    <a:pt x="227" y="341"/>
                    <a:pt x="227" y="340"/>
                    <a:pt x="227" y="339"/>
                  </a:cubicBezTo>
                  <a:cubicBezTo>
                    <a:pt x="227" y="339"/>
                    <a:pt x="227" y="339"/>
                    <a:pt x="227" y="339"/>
                  </a:cubicBezTo>
                  <a:cubicBezTo>
                    <a:pt x="227" y="338"/>
                    <a:pt x="227" y="338"/>
                    <a:pt x="228" y="337"/>
                  </a:cubicBezTo>
                  <a:cubicBezTo>
                    <a:pt x="228" y="337"/>
                    <a:pt x="228" y="337"/>
                    <a:pt x="228" y="337"/>
                  </a:cubicBezTo>
                  <a:cubicBezTo>
                    <a:pt x="228" y="336"/>
                    <a:pt x="228" y="335"/>
                    <a:pt x="229" y="334"/>
                  </a:cubicBezTo>
                  <a:cubicBezTo>
                    <a:pt x="229" y="334"/>
                    <a:pt x="229" y="334"/>
                    <a:pt x="229" y="334"/>
                  </a:cubicBezTo>
                  <a:cubicBezTo>
                    <a:pt x="229" y="333"/>
                    <a:pt x="229" y="332"/>
                    <a:pt x="229" y="331"/>
                  </a:cubicBezTo>
                  <a:cubicBezTo>
                    <a:pt x="229" y="331"/>
                    <a:pt x="229" y="331"/>
                    <a:pt x="229" y="331"/>
                  </a:cubicBezTo>
                  <a:cubicBezTo>
                    <a:pt x="229" y="330"/>
                    <a:pt x="229" y="329"/>
                    <a:pt x="230" y="328"/>
                  </a:cubicBezTo>
                  <a:cubicBezTo>
                    <a:pt x="230" y="328"/>
                    <a:pt x="230" y="328"/>
                    <a:pt x="230" y="328"/>
                  </a:cubicBezTo>
                  <a:cubicBezTo>
                    <a:pt x="229" y="325"/>
                    <a:pt x="229" y="325"/>
                    <a:pt x="229" y="325"/>
                  </a:cubicBezTo>
                  <a:cubicBezTo>
                    <a:pt x="229" y="325"/>
                    <a:pt x="229" y="325"/>
                    <a:pt x="229" y="325"/>
                  </a:cubicBezTo>
                  <a:cubicBezTo>
                    <a:pt x="229" y="324"/>
                    <a:pt x="229" y="324"/>
                    <a:pt x="229" y="323"/>
                  </a:cubicBezTo>
                  <a:cubicBezTo>
                    <a:pt x="229" y="323"/>
                    <a:pt x="229" y="323"/>
                    <a:pt x="229" y="323"/>
                  </a:cubicBezTo>
                  <a:cubicBezTo>
                    <a:pt x="228" y="323"/>
                    <a:pt x="227" y="323"/>
                    <a:pt x="225" y="324"/>
                  </a:cubicBezTo>
                  <a:cubicBezTo>
                    <a:pt x="225" y="324"/>
                    <a:pt x="225" y="324"/>
                    <a:pt x="225" y="324"/>
                  </a:cubicBezTo>
                  <a:cubicBezTo>
                    <a:pt x="225" y="324"/>
                    <a:pt x="224" y="324"/>
                    <a:pt x="224" y="324"/>
                  </a:cubicBezTo>
                  <a:cubicBezTo>
                    <a:pt x="224" y="324"/>
                    <a:pt x="224" y="324"/>
                    <a:pt x="224" y="324"/>
                  </a:cubicBezTo>
                  <a:cubicBezTo>
                    <a:pt x="223" y="324"/>
                    <a:pt x="221" y="324"/>
                    <a:pt x="220" y="324"/>
                  </a:cubicBezTo>
                  <a:cubicBezTo>
                    <a:pt x="220" y="324"/>
                    <a:pt x="220" y="324"/>
                    <a:pt x="220" y="324"/>
                  </a:cubicBezTo>
                  <a:cubicBezTo>
                    <a:pt x="220" y="324"/>
                    <a:pt x="219" y="324"/>
                    <a:pt x="218" y="324"/>
                  </a:cubicBezTo>
                  <a:cubicBezTo>
                    <a:pt x="218" y="324"/>
                    <a:pt x="218" y="324"/>
                    <a:pt x="218" y="324"/>
                  </a:cubicBezTo>
                  <a:cubicBezTo>
                    <a:pt x="217" y="325"/>
                    <a:pt x="216" y="325"/>
                    <a:pt x="215" y="325"/>
                  </a:cubicBezTo>
                  <a:cubicBezTo>
                    <a:pt x="215" y="325"/>
                    <a:pt x="215" y="325"/>
                    <a:pt x="215" y="325"/>
                  </a:cubicBezTo>
                  <a:cubicBezTo>
                    <a:pt x="214" y="325"/>
                    <a:pt x="214" y="325"/>
                    <a:pt x="213" y="325"/>
                  </a:cubicBezTo>
                  <a:cubicBezTo>
                    <a:pt x="213" y="325"/>
                    <a:pt x="213" y="325"/>
                    <a:pt x="213" y="325"/>
                  </a:cubicBezTo>
                  <a:cubicBezTo>
                    <a:pt x="212" y="325"/>
                    <a:pt x="211" y="325"/>
                    <a:pt x="211" y="325"/>
                  </a:cubicBezTo>
                  <a:cubicBezTo>
                    <a:pt x="211" y="325"/>
                    <a:pt x="211" y="325"/>
                    <a:pt x="211" y="325"/>
                  </a:cubicBezTo>
                  <a:cubicBezTo>
                    <a:pt x="210" y="325"/>
                    <a:pt x="210" y="325"/>
                    <a:pt x="210" y="325"/>
                  </a:cubicBezTo>
                  <a:cubicBezTo>
                    <a:pt x="210" y="325"/>
                    <a:pt x="210" y="325"/>
                    <a:pt x="210" y="325"/>
                  </a:cubicBezTo>
                  <a:cubicBezTo>
                    <a:pt x="210" y="324"/>
                    <a:pt x="209" y="323"/>
                    <a:pt x="209" y="322"/>
                  </a:cubicBezTo>
                  <a:cubicBezTo>
                    <a:pt x="209" y="322"/>
                    <a:pt x="209" y="322"/>
                    <a:pt x="209" y="322"/>
                  </a:cubicBezTo>
                  <a:cubicBezTo>
                    <a:pt x="209" y="322"/>
                    <a:pt x="209" y="322"/>
                    <a:pt x="209" y="322"/>
                  </a:cubicBezTo>
                  <a:cubicBezTo>
                    <a:pt x="209" y="322"/>
                    <a:pt x="209" y="322"/>
                    <a:pt x="209" y="322"/>
                  </a:cubicBezTo>
                  <a:cubicBezTo>
                    <a:pt x="209" y="321"/>
                    <a:pt x="210" y="321"/>
                    <a:pt x="210" y="320"/>
                  </a:cubicBezTo>
                  <a:cubicBezTo>
                    <a:pt x="210" y="320"/>
                    <a:pt x="210" y="320"/>
                    <a:pt x="210" y="320"/>
                  </a:cubicBezTo>
                  <a:cubicBezTo>
                    <a:pt x="210" y="320"/>
                    <a:pt x="210" y="320"/>
                    <a:pt x="210" y="320"/>
                  </a:cubicBezTo>
                  <a:cubicBezTo>
                    <a:pt x="210" y="320"/>
                    <a:pt x="210" y="320"/>
                    <a:pt x="210" y="320"/>
                  </a:cubicBezTo>
                  <a:cubicBezTo>
                    <a:pt x="210" y="319"/>
                    <a:pt x="210" y="319"/>
                    <a:pt x="211" y="318"/>
                  </a:cubicBezTo>
                  <a:cubicBezTo>
                    <a:pt x="211" y="318"/>
                    <a:pt x="211" y="318"/>
                    <a:pt x="211" y="318"/>
                  </a:cubicBezTo>
                  <a:cubicBezTo>
                    <a:pt x="211" y="318"/>
                    <a:pt x="211" y="318"/>
                    <a:pt x="211" y="318"/>
                  </a:cubicBezTo>
                  <a:cubicBezTo>
                    <a:pt x="211" y="318"/>
                    <a:pt x="211" y="318"/>
                    <a:pt x="211" y="318"/>
                  </a:cubicBezTo>
                  <a:cubicBezTo>
                    <a:pt x="211" y="318"/>
                    <a:pt x="211" y="317"/>
                    <a:pt x="212" y="317"/>
                  </a:cubicBezTo>
                  <a:cubicBezTo>
                    <a:pt x="212" y="317"/>
                    <a:pt x="212" y="317"/>
                    <a:pt x="212" y="317"/>
                  </a:cubicBezTo>
                  <a:cubicBezTo>
                    <a:pt x="212" y="317"/>
                    <a:pt x="212" y="317"/>
                    <a:pt x="212" y="317"/>
                  </a:cubicBezTo>
                  <a:cubicBezTo>
                    <a:pt x="212" y="317"/>
                    <a:pt x="212" y="317"/>
                    <a:pt x="212" y="317"/>
                  </a:cubicBezTo>
                  <a:cubicBezTo>
                    <a:pt x="212" y="317"/>
                    <a:pt x="213" y="316"/>
                    <a:pt x="213" y="316"/>
                  </a:cubicBezTo>
                  <a:cubicBezTo>
                    <a:pt x="213" y="316"/>
                    <a:pt x="213" y="316"/>
                    <a:pt x="213" y="316"/>
                  </a:cubicBezTo>
                  <a:cubicBezTo>
                    <a:pt x="213" y="316"/>
                    <a:pt x="214" y="316"/>
                    <a:pt x="214" y="316"/>
                  </a:cubicBezTo>
                  <a:cubicBezTo>
                    <a:pt x="214" y="316"/>
                    <a:pt x="214" y="316"/>
                    <a:pt x="214" y="316"/>
                  </a:cubicBezTo>
                  <a:cubicBezTo>
                    <a:pt x="215" y="316"/>
                    <a:pt x="215" y="316"/>
                    <a:pt x="216" y="315"/>
                  </a:cubicBezTo>
                  <a:cubicBezTo>
                    <a:pt x="216" y="315"/>
                    <a:pt x="216" y="315"/>
                    <a:pt x="216" y="315"/>
                  </a:cubicBezTo>
                  <a:cubicBezTo>
                    <a:pt x="217" y="315"/>
                    <a:pt x="218" y="315"/>
                    <a:pt x="218" y="315"/>
                  </a:cubicBezTo>
                  <a:cubicBezTo>
                    <a:pt x="218" y="315"/>
                    <a:pt x="218" y="315"/>
                    <a:pt x="218" y="315"/>
                  </a:cubicBezTo>
                  <a:cubicBezTo>
                    <a:pt x="219" y="315"/>
                    <a:pt x="220" y="314"/>
                    <a:pt x="220" y="313"/>
                  </a:cubicBezTo>
                  <a:cubicBezTo>
                    <a:pt x="220" y="313"/>
                    <a:pt x="220" y="313"/>
                    <a:pt x="220" y="313"/>
                  </a:cubicBezTo>
                  <a:cubicBezTo>
                    <a:pt x="221" y="313"/>
                    <a:pt x="221" y="313"/>
                    <a:pt x="221" y="312"/>
                  </a:cubicBezTo>
                  <a:cubicBezTo>
                    <a:pt x="221" y="312"/>
                    <a:pt x="221" y="312"/>
                    <a:pt x="221" y="312"/>
                  </a:cubicBezTo>
                  <a:cubicBezTo>
                    <a:pt x="223" y="312"/>
                    <a:pt x="224" y="312"/>
                    <a:pt x="225" y="311"/>
                  </a:cubicBezTo>
                  <a:cubicBezTo>
                    <a:pt x="225" y="311"/>
                    <a:pt x="225" y="311"/>
                    <a:pt x="225" y="311"/>
                  </a:cubicBezTo>
                  <a:cubicBezTo>
                    <a:pt x="225" y="311"/>
                    <a:pt x="225" y="311"/>
                    <a:pt x="225" y="310"/>
                  </a:cubicBezTo>
                  <a:cubicBezTo>
                    <a:pt x="225" y="310"/>
                    <a:pt x="225" y="310"/>
                    <a:pt x="225" y="310"/>
                  </a:cubicBezTo>
                  <a:cubicBezTo>
                    <a:pt x="227" y="310"/>
                    <a:pt x="228" y="309"/>
                    <a:pt x="229" y="309"/>
                  </a:cubicBezTo>
                  <a:cubicBezTo>
                    <a:pt x="229" y="309"/>
                    <a:pt x="229" y="309"/>
                    <a:pt x="229" y="309"/>
                  </a:cubicBezTo>
                  <a:cubicBezTo>
                    <a:pt x="229" y="308"/>
                    <a:pt x="229" y="307"/>
                    <a:pt x="229" y="307"/>
                  </a:cubicBezTo>
                  <a:cubicBezTo>
                    <a:pt x="229" y="307"/>
                    <a:pt x="229" y="307"/>
                    <a:pt x="229" y="307"/>
                  </a:cubicBezTo>
                  <a:cubicBezTo>
                    <a:pt x="229" y="306"/>
                    <a:pt x="229" y="306"/>
                    <a:pt x="230" y="305"/>
                  </a:cubicBezTo>
                  <a:cubicBezTo>
                    <a:pt x="230" y="305"/>
                    <a:pt x="230" y="305"/>
                    <a:pt x="230" y="305"/>
                  </a:cubicBezTo>
                  <a:cubicBezTo>
                    <a:pt x="231" y="303"/>
                    <a:pt x="231" y="303"/>
                    <a:pt x="231" y="303"/>
                  </a:cubicBezTo>
                  <a:cubicBezTo>
                    <a:pt x="231" y="303"/>
                    <a:pt x="231" y="303"/>
                    <a:pt x="231" y="303"/>
                  </a:cubicBezTo>
                  <a:cubicBezTo>
                    <a:pt x="233" y="301"/>
                    <a:pt x="233" y="301"/>
                    <a:pt x="233" y="301"/>
                  </a:cubicBezTo>
                  <a:cubicBezTo>
                    <a:pt x="233" y="301"/>
                    <a:pt x="233" y="301"/>
                    <a:pt x="233" y="301"/>
                  </a:cubicBezTo>
                  <a:cubicBezTo>
                    <a:pt x="233" y="299"/>
                    <a:pt x="233" y="299"/>
                    <a:pt x="233" y="299"/>
                  </a:cubicBezTo>
                  <a:cubicBezTo>
                    <a:pt x="233" y="299"/>
                    <a:pt x="233" y="299"/>
                    <a:pt x="233" y="299"/>
                  </a:cubicBezTo>
                  <a:cubicBezTo>
                    <a:pt x="234" y="297"/>
                    <a:pt x="234" y="297"/>
                    <a:pt x="234" y="297"/>
                  </a:cubicBezTo>
                  <a:cubicBezTo>
                    <a:pt x="234" y="297"/>
                    <a:pt x="234" y="297"/>
                    <a:pt x="234" y="297"/>
                  </a:cubicBezTo>
                  <a:cubicBezTo>
                    <a:pt x="235" y="295"/>
                    <a:pt x="235" y="295"/>
                    <a:pt x="235" y="295"/>
                  </a:cubicBezTo>
                  <a:cubicBezTo>
                    <a:pt x="235" y="295"/>
                    <a:pt x="235" y="295"/>
                    <a:pt x="235" y="295"/>
                  </a:cubicBezTo>
                  <a:cubicBezTo>
                    <a:pt x="236" y="293"/>
                    <a:pt x="236" y="293"/>
                    <a:pt x="236" y="293"/>
                  </a:cubicBezTo>
                  <a:cubicBezTo>
                    <a:pt x="236" y="293"/>
                    <a:pt x="236" y="293"/>
                    <a:pt x="236" y="293"/>
                  </a:cubicBezTo>
                  <a:cubicBezTo>
                    <a:pt x="210" y="302"/>
                    <a:pt x="210" y="302"/>
                    <a:pt x="210" y="302"/>
                  </a:cubicBezTo>
                  <a:cubicBezTo>
                    <a:pt x="210" y="302"/>
                    <a:pt x="210" y="302"/>
                    <a:pt x="210" y="302"/>
                  </a:cubicBezTo>
                  <a:cubicBezTo>
                    <a:pt x="209" y="302"/>
                    <a:pt x="208" y="302"/>
                    <a:pt x="208" y="302"/>
                  </a:cubicBezTo>
                  <a:cubicBezTo>
                    <a:pt x="208" y="302"/>
                    <a:pt x="208" y="302"/>
                    <a:pt x="208" y="302"/>
                  </a:cubicBezTo>
                  <a:cubicBezTo>
                    <a:pt x="207" y="302"/>
                    <a:pt x="207" y="302"/>
                    <a:pt x="207" y="302"/>
                  </a:cubicBezTo>
                  <a:cubicBezTo>
                    <a:pt x="207" y="302"/>
                    <a:pt x="207" y="302"/>
                    <a:pt x="207" y="302"/>
                  </a:cubicBezTo>
                  <a:cubicBezTo>
                    <a:pt x="206" y="302"/>
                    <a:pt x="206" y="302"/>
                    <a:pt x="206" y="301"/>
                  </a:cubicBezTo>
                  <a:cubicBezTo>
                    <a:pt x="206" y="301"/>
                    <a:pt x="206" y="301"/>
                    <a:pt x="206" y="301"/>
                  </a:cubicBezTo>
                  <a:cubicBezTo>
                    <a:pt x="206" y="301"/>
                    <a:pt x="206" y="300"/>
                    <a:pt x="206" y="299"/>
                  </a:cubicBezTo>
                  <a:cubicBezTo>
                    <a:pt x="206" y="299"/>
                    <a:pt x="206" y="299"/>
                    <a:pt x="206" y="299"/>
                  </a:cubicBezTo>
                  <a:cubicBezTo>
                    <a:pt x="206" y="299"/>
                    <a:pt x="206" y="299"/>
                    <a:pt x="206" y="299"/>
                  </a:cubicBezTo>
                  <a:cubicBezTo>
                    <a:pt x="206" y="299"/>
                    <a:pt x="206" y="299"/>
                    <a:pt x="206" y="299"/>
                  </a:cubicBezTo>
                  <a:cubicBezTo>
                    <a:pt x="206" y="299"/>
                    <a:pt x="206" y="298"/>
                    <a:pt x="206" y="297"/>
                  </a:cubicBezTo>
                  <a:cubicBezTo>
                    <a:pt x="206" y="297"/>
                    <a:pt x="206" y="297"/>
                    <a:pt x="206" y="297"/>
                  </a:cubicBezTo>
                  <a:cubicBezTo>
                    <a:pt x="206" y="297"/>
                    <a:pt x="206" y="297"/>
                    <a:pt x="206" y="297"/>
                  </a:cubicBezTo>
                  <a:cubicBezTo>
                    <a:pt x="206" y="297"/>
                    <a:pt x="206" y="297"/>
                    <a:pt x="206" y="297"/>
                  </a:cubicBezTo>
                  <a:cubicBezTo>
                    <a:pt x="206" y="297"/>
                    <a:pt x="206" y="296"/>
                    <a:pt x="206" y="295"/>
                  </a:cubicBezTo>
                  <a:cubicBezTo>
                    <a:pt x="206" y="295"/>
                    <a:pt x="206" y="295"/>
                    <a:pt x="206" y="295"/>
                  </a:cubicBezTo>
                  <a:cubicBezTo>
                    <a:pt x="207" y="294"/>
                    <a:pt x="208" y="292"/>
                    <a:pt x="210" y="291"/>
                  </a:cubicBezTo>
                  <a:cubicBezTo>
                    <a:pt x="210" y="291"/>
                    <a:pt x="210" y="291"/>
                    <a:pt x="210" y="291"/>
                  </a:cubicBezTo>
                  <a:cubicBezTo>
                    <a:pt x="215" y="290"/>
                    <a:pt x="215" y="290"/>
                    <a:pt x="215" y="290"/>
                  </a:cubicBezTo>
                  <a:cubicBezTo>
                    <a:pt x="215" y="290"/>
                    <a:pt x="215" y="290"/>
                    <a:pt x="215" y="290"/>
                  </a:cubicBezTo>
                  <a:cubicBezTo>
                    <a:pt x="221" y="288"/>
                    <a:pt x="221" y="288"/>
                    <a:pt x="221" y="288"/>
                  </a:cubicBezTo>
                  <a:cubicBezTo>
                    <a:pt x="221" y="288"/>
                    <a:pt x="221" y="288"/>
                    <a:pt x="221" y="288"/>
                  </a:cubicBezTo>
                  <a:cubicBezTo>
                    <a:pt x="227" y="286"/>
                    <a:pt x="227" y="286"/>
                    <a:pt x="227" y="286"/>
                  </a:cubicBezTo>
                  <a:cubicBezTo>
                    <a:pt x="227" y="286"/>
                    <a:pt x="227" y="286"/>
                    <a:pt x="227" y="286"/>
                  </a:cubicBezTo>
                  <a:cubicBezTo>
                    <a:pt x="233" y="283"/>
                    <a:pt x="233" y="283"/>
                    <a:pt x="233" y="283"/>
                  </a:cubicBezTo>
                  <a:cubicBezTo>
                    <a:pt x="233" y="283"/>
                    <a:pt x="233" y="283"/>
                    <a:pt x="233" y="283"/>
                  </a:cubicBezTo>
                  <a:cubicBezTo>
                    <a:pt x="237" y="281"/>
                    <a:pt x="237" y="281"/>
                    <a:pt x="237" y="281"/>
                  </a:cubicBezTo>
                  <a:cubicBezTo>
                    <a:pt x="237" y="281"/>
                    <a:pt x="237" y="281"/>
                    <a:pt x="237" y="281"/>
                  </a:cubicBezTo>
                  <a:cubicBezTo>
                    <a:pt x="242" y="278"/>
                    <a:pt x="242" y="278"/>
                    <a:pt x="242" y="278"/>
                  </a:cubicBezTo>
                  <a:cubicBezTo>
                    <a:pt x="242" y="278"/>
                    <a:pt x="242" y="278"/>
                    <a:pt x="242" y="278"/>
                  </a:cubicBezTo>
                  <a:cubicBezTo>
                    <a:pt x="247" y="274"/>
                    <a:pt x="247" y="274"/>
                    <a:pt x="247" y="274"/>
                  </a:cubicBezTo>
                  <a:cubicBezTo>
                    <a:pt x="247" y="274"/>
                    <a:pt x="247" y="274"/>
                    <a:pt x="247" y="274"/>
                  </a:cubicBezTo>
                  <a:cubicBezTo>
                    <a:pt x="251" y="269"/>
                    <a:pt x="251" y="269"/>
                    <a:pt x="251" y="269"/>
                  </a:cubicBezTo>
                  <a:cubicBezTo>
                    <a:pt x="251" y="269"/>
                    <a:pt x="251" y="269"/>
                    <a:pt x="251" y="269"/>
                  </a:cubicBezTo>
                  <a:cubicBezTo>
                    <a:pt x="250" y="266"/>
                    <a:pt x="250" y="266"/>
                    <a:pt x="250" y="266"/>
                  </a:cubicBezTo>
                  <a:cubicBezTo>
                    <a:pt x="250" y="266"/>
                    <a:pt x="250" y="266"/>
                    <a:pt x="250" y="266"/>
                  </a:cubicBezTo>
                  <a:cubicBezTo>
                    <a:pt x="250" y="263"/>
                    <a:pt x="250" y="263"/>
                    <a:pt x="250" y="263"/>
                  </a:cubicBezTo>
                  <a:cubicBezTo>
                    <a:pt x="250" y="263"/>
                    <a:pt x="250" y="263"/>
                    <a:pt x="250" y="263"/>
                  </a:cubicBezTo>
                  <a:cubicBezTo>
                    <a:pt x="249" y="259"/>
                    <a:pt x="249" y="259"/>
                    <a:pt x="249" y="259"/>
                  </a:cubicBezTo>
                  <a:cubicBezTo>
                    <a:pt x="249" y="259"/>
                    <a:pt x="249" y="259"/>
                    <a:pt x="249" y="259"/>
                  </a:cubicBezTo>
                  <a:cubicBezTo>
                    <a:pt x="249" y="256"/>
                    <a:pt x="249" y="256"/>
                    <a:pt x="249" y="256"/>
                  </a:cubicBezTo>
                  <a:cubicBezTo>
                    <a:pt x="249" y="256"/>
                    <a:pt x="249" y="256"/>
                    <a:pt x="249" y="256"/>
                  </a:cubicBezTo>
                  <a:cubicBezTo>
                    <a:pt x="247" y="254"/>
                    <a:pt x="247" y="254"/>
                    <a:pt x="247" y="254"/>
                  </a:cubicBezTo>
                  <a:cubicBezTo>
                    <a:pt x="247" y="254"/>
                    <a:pt x="247" y="254"/>
                    <a:pt x="247" y="254"/>
                  </a:cubicBezTo>
                  <a:cubicBezTo>
                    <a:pt x="246" y="251"/>
                    <a:pt x="246" y="251"/>
                    <a:pt x="246" y="251"/>
                  </a:cubicBezTo>
                  <a:cubicBezTo>
                    <a:pt x="246" y="251"/>
                    <a:pt x="246" y="251"/>
                    <a:pt x="246" y="251"/>
                  </a:cubicBezTo>
                  <a:cubicBezTo>
                    <a:pt x="243" y="248"/>
                    <a:pt x="243" y="248"/>
                    <a:pt x="243" y="248"/>
                  </a:cubicBezTo>
                  <a:cubicBezTo>
                    <a:pt x="243" y="248"/>
                    <a:pt x="243" y="248"/>
                    <a:pt x="243" y="248"/>
                  </a:cubicBezTo>
                  <a:cubicBezTo>
                    <a:pt x="242" y="245"/>
                    <a:pt x="242" y="245"/>
                    <a:pt x="242" y="245"/>
                  </a:cubicBezTo>
                  <a:cubicBezTo>
                    <a:pt x="242" y="245"/>
                    <a:pt x="242" y="245"/>
                    <a:pt x="242" y="245"/>
                  </a:cubicBezTo>
                  <a:cubicBezTo>
                    <a:pt x="236" y="244"/>
                    <a:pt x="236" y="244"/>
                    <a:pt x="236" y="244"/>
                  </a:cubicBezTo>
                  <a:cubicBezTo>
                    <a:pt x="236" y="244"/>
                    <a:pt x="236" y="244"/>
                    <a:pt x="236" y="244"/>
                  </a:cubicBezTo>
                  <a:cubicBezTo>
                    <a:pt x="214" y="268"/>
                    <a:pt x="214" y="268"/>
                    <a:pt x="214" y="268"/>
                  </a:cubicBezTo>
                  <a:cubicBezTo>
                    <a:pt x="214" y="268"/>
                    <a:pt x="214" y="268"/>
                    <a:pt x="214" y="268"/>
                  </a:cubicBezTo>
                  <a:cubicBezTo>
                    <a:pt x="213" y="274"/>
                    <a:pt x="213" y="274"/>
                    <a:pt x="213" y="274"/>
                  </a:cubicBezTo>
                  <a:cubicBezTo>
                    <a:pt x="213" y="274"/>
                    <a:pt x="213" y="274"/>
                    <a:pt x="213" y="274"/>
                  </a:cubicBezTo>
                  <a:cubicBezTo>
                    <a:pt x="212" y="279"/>
                    <a:pt x="212" y="279"/>
                    <a:pt x="212" y="279"/>
                  </a:cubicBezTo>
                  <a:cubicBezTo>
                    <a:pt x="212" y="279"/>
                    <a:pt x="212" y="279"/>
                    <a:pt x="212" y="279"/>
                  </a:cubicBezTo>
                  <a:cubicBezTo>
                    <a:pt x="209" y="283"/>
                    <a:pt x="209" y="283"/>
                    <a:pt x="209" y="283"/>
                  </a:cubicBezTo>
                  <a:cubicBezTo>
                    <a:pt x="209" y="283"/>
                    <a:pt x="209" y="283"/>
                    <a:pt x="209" y="283"/>
                  </a:cubicBezTo>
                  <a:cubicBezTo>
                    <a:pt x="207" y="286"/>
                    <a:pt x="207" y="286"/>
                    <a:pt x="207" y="286"/>
                  </a:cubicBezTo>
                  <a:cubicBezTo>
                    <a:pt x="207" y="286"/>
                    <a:pt x="207" y="286"/>
                    <a:pt x="207" y="286"/>
                  </a:cubicBezTo>
                  <a:cubicBezTo>
                    <a:pt x="202" y="291"/>
                    <a:pt x="202" y="291"/>
                    <a:pt x="202" y="291"/>
                  </a:cubicBezTo>
                  <a:cubicBezTo>
                    <a:pt x="202" y="291"/>
                    <a:pt x="202" y="291"/>
                    <a:pt x="202" y="291"/>
                  </a:cubicBezTo>
                  <a:cubicBezTo>
                    <a:pt x="201" y="292"/>
                    <a:pt x="200" y="293"/>
                    <a:pt x="199" y="294"/>
                  </a:cubicBezTo>
                  <a:cubicBezTo>
                    <a:pt x="199" y="294"/>
                    <a:pt x="199" y="294"/>
                    <a:pt x="199" y="294"/>
                  </a:cubicBezTo>
                  <a:cubicBezTo>
                    <a:pt x="198" y="295"/>
                    <a:pt x="197" y="296"/>
                    <a:pt x="195" y="297"/>
                  </a:cubicBezTo>
                  <a:cubicBezTo>
                    <a:pt x="195" y="297"/>
                    <a:pt x="195" y="297"/>
                    <a:pt x="195" y="297"/>
                  </a:cubicBezTo>
                  <a:cubicBezTo>
                    <a:pt x="194" y="299"/>
                    <a:pt x="194" y="300"/>
                    <a:pt x="193" y="301"/>
                  </a:cubicBezTo>
                  <a:cubicBezTo>
                    <a:pt x="193" y="301"/>
                    <a:pt x="193" y="301"/>
                    <a:pt x="193" y="301"/>
                  </a:cubicBezTo>
                  <a:cubicBezTo>
                    <a:pt x="192" y="304"/>
                    <a:pt x="192" y="307"/>
                    <a:pt x="191" y="310"/>
                  </a:cubicBezTo>
                  <a:cubicBezTo>
                    <a:pt x="191" y="310"/>
                    <a:pt x="191" y="310"/>
                    <a:pt x="191" y="310"/>
                  </a:cubicBezTo>
                  <a:cubicBezTo>
                    <a:pt x="191" y="312"/>
                    <a:pt x="190" y="315"/>
                    <a:pt x="190" y="317"/>
                  </a:cubicBezTo>
                  <a:cubicBezTo>
                    <a:pt x="190" y="317"/>
                    <a:pt x="190" y="317"/>
                    <a:pt x="190" y="317"/>
                  </a:cubicBezTo>
                  <a:cubicBezTo>
                    <a:pt x="189" y="320"/>
                    <a:pt x="189" y="322"/>
                    <a:pt x="189" y="324"/>
                  </a:cubicBezTo>
                  <a:cubicBezTo>
                    <a:pt x="189" y="324"/>
                    <a:pt x="189" y="324"/>
                    <a:pt x="189" y="324"/>
                  </a:cubicBezTo>
                  <a:cubicBezTo>
                    <a:pt x="189" y="327"/>
                    <a:pt x="189" y="330"/>
                    <a:pt x="190" y="332"/>
                  </a:cubicBezTo>
                  <a:cubicBezTo>
                    <a:pt x="190" y="332"/>
                    <a:pt x="190" y="332"/>
                    <a:pt x="190" y="332"/>
                  </a:cubicBezTo>
                  <a:cubicBezTo>
                    <a:pt x="190" y="335"/>
                    <a:pt x="190" y="337"/>
                    <a:pt x="190" y="339"/>
                  </a:cubicBezTo>
                  <a:cubicBezTo>
                    <a:pt x="190" y="339"/>
                    <a:pt x="190" y="339"/>
                    <a:pt x="190" y="339"/>
                  </a:cubicBezTo>
                  <a:cubicBezTo>
                    <a:pt x="191" y="342"/>
                    <a:pt x="192" y="344"/>
                    <a:pt x="193" y="346"/>
                  </a:cubicBezTo>
                  <a:cubicBezTo>
                    <a:pt x="193" y="346"/>
                    <a:pt x="193" y="346"/>
                    <a:pt x="193" y="346"/>
                  </a:cubicBezTo>
                  <a:cubicBezTo>
                    <a:pt x="194" y="349"/>
                    <a:pt x="194" y="351"/>
                    <a:pt x="195" y="353"/>
                  </a:cubicBezTo>
                  <a:cubicBezTo>
                    <a:pt x="195" y="353"/>
                    <a:pt x="195" y="353"/>
                    <a:pt x="195" y="353"/>
                  </a:cubicBezTo>
                  <a:cubicBezTo>
                    <a:pt x="200" y="359"/>
                    <a:pt x="200" y="359"/>
                    <a:pt x="200" y="359"/>
                  </a:cubicBezTo>
                  <a:close/>
                  <a:moveTo>
                    <a:pt x="634" y="347"/>
                  </a:moveTo>
                  <a:cubicBezTo>
                    <a:pt x="633" y="347"/>
                    <a:pt x="633" y="347"/>
                    <a:pt x="633" y="347"/>
                  </a:cubicBezTo>
                  <a:cubicBezTo>
                    <a:pt x="633" y="347"/>
                    <a:pt x="633" y="347"/>
                    <a:pt x="633" y="347"/>
                  </a:cubicBezTo>
                  <a:cubicBezTo>
                    <a:pt x="633" y="346"/>
                    <a:pt x="633" y="346"/>
                    <a:pt x="633" y="346"/>
                  </a:cubicBezTo>
                  <a:cubicBezTo>
                    <a:pt x="633" y="346"/>
                    <a:pt x="633" y="346"/>
                    <a:pt x="633" y="346"/>
                  </a:cubicBezTo>
                  <a:cubicBezTo>
                    <a:pt x="631" y="345"/>
                    <a:pt x="631" y="345"/>
                    <a:pt x="631" y="345"/>
                  </a:cubicBezTo>
                  <a:cubicBezTo>
                    <a:pt x="631" y="345"/>
                    <a:pt x="631" y="345"/>
                    <a:pt x="631" y="345"/>
                  </a:cubicBezTo>
                  <a:cubicBezTo>
                    <a:pt x="631" y="344"/>
                    <a:pt x="631" y="344"/>
                    <a:pt x="631" y="344"/>
                  </a:cubicBezTo>
                  <a:cubicBezTo>
                    <a:pt x="631" y="344"/>
                    <a:pt x="631" y="344"/>
                    <a:pt x="631" y="344"/>
                  </a:cubicBezTo>
                  <a:cubicBezTo>
                    <a:pt x="630" y="344"/>
                    <a:pt x="630" y="344"/>
                    <a:pt x="630" y="344"/>
                  </a:cubicBezTo>
                  <a:cubicBezTo>
                    <a:pt x="630" y="344"/>
                    <a:pt x="630" y="344"/>
                    <a:pt x="630" y="344"/>
                  </a:cubicBezTo>
                  <a:cubicBezTo>
                    <a:pt x="630" y="343"/>
                    <a:pt x="630" y="343"/>
                    <a:pt x="630" y="343"/>
                  </a:cubicBezTo>
                  <a:cubicBezTo>
                    <a:pt x="630" y="343"/>
                    <a:pt x="630" y="343"/>
                    <a:pt x="630" y="343"/>
                  </a:cubicBezTo>
                  <a:cubicBezTo>
                    <a:pt x="629" y="342"/>
                    <a:pt x="629" y="342"/>
                    <a:pt x="629" y="342"/>
                  </a:cubicBezTo>
                  <a:cubicBezTo>
                    <a:pt x="629" y="342"/>
                    <a:pt x="629" y="342"/>
                    <a:pt x="629" y="342"/>
                  </a:cubicBezTo>
                  <a:cubicBezTo>
                    <a:pt x="629" y="340"/>
                    <a:pt x="629" y="340"/>
                    <a:pt x="629" y="340"/>
                  </a:cubicBezTo>
                  <a:cubicBezTo>
                    <a:pt x="629" y="340"/>
                    <a:pt x="629" y="340"/>
                    <a:pt x="629" y="340"/>
                  </a:cubicBezTo>
                  <a:cubicBezTo>
                    <a:pt x="629" y="338"/>
                    <a:pt x="629" y="338"/>
                    <a:pt x="629" y="338"/>
                  </a:cubicBezTo>
                  <a:cubicBezTo>
                    <a:pt x="629" y="338"/>
                    <a:pt x="629" y="338"/>
                    <a:pt x="629" y="338"/>
                  </a:cubicBezTo>
                  <a:cubicBezTo>
                    <a:pt x="630" y="333"/>
                    <a:pt x="630" y="333"/>
                    <a:pt x="630" y="333"/>
                  </a:cubicBezTo>
                  <a:cubicBezTo>
                    <a:pt x="630" y="333"/>
                    <a:pt x="630" y="333"/>
                    <a:pt x="630" y="333"/>
                  </a:cubicBezTo>
                  <a:cubicBezTo>
                    <a:pt x="629" y="330"/>
                    <a:pt x="629" y="330"/>
                    <a:pt x="629" y="330"/>
                  </a:cubicBezTo>
                  <a:cubicBezTo>
                    <a:pt x="629" y="330"/>
                    <a:pt x="629" y="330"/>
                    <a:pt x="629" y="330"/>
                  </a:cubicBezTo>
                  <a:cubicBezTo>
                    <a:pt x="628" y="325"/>
                    <a:pt x="628" y="325"/>
                    <a:pt x="628" y="325"/>
                  </a:cubicBezTo>
                  <a:cubicBezTo>
                    <a:pt x="628" y="325"/>
                    <a:pt x="628" y="325"/>
                    <a:pt x="628" y="325"/>
                  </a:cubicBezTo>
                  <a:cubicBezTo>
                    <a:pt x="625" y="323"/>
                    <a:pt x="625" y="323"/>
                    <a:pt x="625" y="323"/>
                  </a:cubicBezTo>
                  <a:cubicBezTo>
                    <a:pt x="625" y="323"/>
                    <a:pt x="625" y="323"/>
                    <a:pt x="625" y="323"/>
                  </a:cubicBezTo>
                  <a:cubicBezTo>
                    <a:pt x="623" y="318"/>
                    <a:pt x="623" y="318"/>
                    <a:pt x="623" y="318"/>
                  </a:cubicBezTo>
                  <a:cubicBezTo>
                    <a:pt x="623" y="318"/>
                    <a:pt x="623" y="318"/>
                    <a:pt x="623" y="318"/>
                  </a:cubicBezTo>
                  <a:cubicBezTo>
                    <a:pt x="620" y="315"/>
                    <a:pt x="620" y="315"/>
                    <a:pt x="620" y="315"/>
                  </a:cubicBezTo>
                  <a:cubicBezTo>
                    <a:pt x="620" y="315"/>
                    <a:pt x="620" y="315"/>
                    <a:pt x="620" y="315"/>
                  </a:cubicBezTo>
                  <a:cubicBezTo>
                    <a:pt x="618" y="310"/>
                    <a:pt x="618" y="310"/>
                    <a:pt x="618" y="310"/>
                  </a:cubicBezTo>
                  <a:cubicBezTo>
                    <a:pt x="618" y="310"/>
                    <a:pt x="618" y="310"/>
                    <a:pt x="618" y="310"/>
                  </a:cubicBezTo>
                  <a:cubicBezTo>
                    <a:pt x="616" y="310"/>
                    <a:pt x="616" y="310"/>
                    <a:pt x="616" y="310"/>
                  </a:cubicBezTo>
                  <a:cubicBezTo>
                    <a:pt x="616" y="310"/>
                    <a:pt x="616" y="310"/>
                    <a:pt x="616" y="310"/>
                  </a:cubicBezTo>
                  <a:cubicBezTo>
                    <a:pt x="615" y="310"/>
                    <a:pt x="615" y="310"/>
                    <a:pt x="615" y="310"/>
                  </a:cubicBezTo>
                  <a:cubicBezTo>
                    <a:pt x="615" y="310"/>
                    <a:pt x="615" y="310"/>
                    <a:pt x="615" y="310"/>
                  </a:cubicBezTo>
                  <a:cubicBezTo>
                    <a:pt x="612" y="310"/>
                    <a:pt x="612" y="310"/>
                    <a:pt x="612" y="310"/>
                  </a:cubicBezTo>
                  <a:cubicBezTo>
                    <a:pt x="612" y="310"/>
                    <a:pt x="612" y="310"/>
                    <a:pt x="612" y="310"/>
                  </a:cubicBezTo>
                  <a:cubicBezTo>
                    <a:pt x="611" y="309"/>
                    <a:pt x="611" y="309"/>
                    <a:pt x="611" y="309"/>
                  </a:cubicBezTo>
                  <a:cubicBezTo>
                    <a:pt x="611" y="309"/>
                    <a:pt x="611" y="309"/>
                    <a:pt x="611" y="309"/>
                  </a:cubicBezTo>
                  <a:cubicBezTo>
                    <a:pt x="609" y="309"/>
                    <a:pt x="609" y="309"/>
                    <a:pt x="609" y="309"/>
                  </a:cubicBezTo>
                  <a:cubicBezTo>
                    <a:pt x="609" y="309"/>
                    <a:pt x="609" y="309"/>
                    <a:pt x="609" y="309"/>
                  </a:cubicBezTo>
                  <a:cubicBezTo>
                    <a:pt x="608" y="307"/>
                    <a:pt x="608" y="307"/>
                    <a:pt x="608" y="307"/>
                  </a:cubicBezTo>
                  <a:cubicBezTo>
                    <a:pt x="608" y="307"/>
                    <a:pt x="608" y="307"/>
                    <a:pt x="608" y="307"/>
                  </a:cubicBezTo>
                  <a:cubicBezTo>
                    <a:pt x="607" y="306"/>
                    <a:pt x="607" y="306"/>
                    <a:pt x="607" y="306"/>
                  </a:cubicBezTo>
                  <a:cubicBezTo>
                    <a:pt x="607" y="306"/>
                    <a:pt x="607" y="306"/>
                    <a:pt x="607" y="306"/>
                  </a:cubicBezTo>
                  <a:cubicBezTo>
                    <a:pt x="607" y="304"/>
                    <a:pt x="607" y="304"/>
                    <a:pt x="607" y="304"/>
                  </a:cubicBezTo>
                  <a:cubicBezTo>
                    <a:pt x="607" y="304"/>
                    <a:pt x="607" y="304"/>
                    <a:pt x="607" y="304"/>
                  </a:cubicBezTo>
                  <a:cubicBezTo>
                    <a:pt x="614" y="305"/>
                    <a:pt x="614" y="305"/>
                    <a:pt x="614" y="305"/>
                  </a:cubicBezTo>
                  <a:cubicBezTo>
                    <a:pt x="614" y="305"/>
                    <a:pt x="614" y="305"/>
                    <a:pt x="614" y="305"/>
                  </a:cubicBezTo>
                  <a:cubicBezTo>
                    <a:pt x="620" y="307"/>
                    <a:pt x="620" y="307"/>
                    <a:pt x="620" y="307"/>
                  </a:cubicBezTo>
                  <a:cubicBezTo>
                    <a:pt x="620" y="307"/>
                    <a:pt x="620" y="307"/>
                    <a:pt x="620" y="307"/>
                  </a:cubicBezTo>
                  <a:cubicBezTo>
                    <a:pt x="627" y="310"/>
                    <a:pt x="627" y="310"/>
                    <a:pt x="627" y="310"/>
                  </a:cubicBezTo>
                  <a:cubicBezTo>
                    <a:pt x="627" y="310"/>
                    <a:pt x="627" y="310"/>
                    <a:pt x="627" y="310"/>
                  </a:cubicBezTo>
                  <a:cubicBezTo>
                    <a:pt x="635" y="311"/>
                    <a:pt x="635" y="311"/>
                    <a:pt x="635" y="311"/>
                  </a:cubicBezTo>
                  <a:cubicBezTo>
                    <a:pt x="635" y="311"/>
                    <a:pt x="635" y="311"/>
                    <a:pt x="635" y="311"/>
                  </a:cubicBezTo>
                  <a:cubicBezTo>
                    <a:pt x="641" y="316"/>
                    <a:pt x="641" y="316"/>
                    <a:pt x="641" y="316"/>
                  </a:cubicBezTo>
                  <a:cubicBezTo>
                    <a:pt x="641" y="316"/>
                    <a:pt x="641" y="316"/>
                    <a:pt x="641" y="316"/>
                  </a:cubicBezTo>
                  <a:cubicBezTo>
                    <a:pt x="647" y="320"/>
                    <a:pt x="647" y="320"/>
                    <a:pt x="647" y="320"/>
                  </a:cubicBezTo>
                  <a:cubicBezTo>
                    <a:pt x="647" y="320"/>
                    <a:pt x="647" y="320"/>
                    <a:pt x="647" y="320"/>
                  </a:cubicBezTo>
                  <a:cubicBezTo>
                    <a:pt x="653" y="324"/>
                    <a:pt x="653" y="324"/>
                    <a:pt x="653" y="324"/>
                  </a:cubicBezTo>
                  <a:cubicBezTo>
                    <a:pt x="653" y="324"/>
                    <a:pt x="653" y="324"/>
                    <a:pt x="653" y="324"/>
                  </a:cubicBezTo>
                  <a:cubicBezTo>
                    <a:pt x="660" y="327"/>
                    <a:pt x="660" y="327"/>
                    <a:pt x="660" y="327"/>
                  </a:cubicBezTo>
                  <a:cubicBezTo>
                    <a:pt x="660" y="327"/>
                    <a:pt x="660" y="327"/>
                    <a:pt x="660" y="327"/>
                  </a:cubicBezTo>
                  <a:cubicBezTo>
                    <a:pt x="660" y="334"/>
                    <a:pt x="660" y="334"/>
                    <a:pt x="660" y="334"/>
                  </a:cubicBezTo>
                  <a:cubicBezTo>
                    <a:pt x="660" y="334"/>
                    <a:pt x="660" y="334"/>
                    <a:pt x="660" y="334"/>
                  </a:cubicBezTo>
                  <a:cubicBezTo>
                    <a:pt x="657" y="337"/>
                    <a:pt x="657" y="337"/>
                    <a:pt x="657" y="337"/>
                  </a:cubicBezTo>
                  <a:cubicBezTo>
                    <a:pt x="657" y="337"/>
                    <a:pt x="657" y="337"/>
                    <a:pt x="657" y="337"/>
                  </a:cubicBezTo>
                  <a:cubicBezTo>
                    <a:pt x="654" y="338"/>
                    <a:pt x="654" y="338"/>
                    <a:pt x="654" y="338"/>
                  </a:cubicBezTo>
                  <a:cubicBezTo>
                    <a:pt x="654" y="338"/>
                    <a:pt x="654" y="338"/>
                    <a:pt x="654" y="338"/>
                  </a:cubicBezTo>
                  <a:cubicBezTo>
                    <a:pt x="651" y="339"/>
                    <a:pt x="651" y="339"/>
                    <a:pt x="651" y="339"/>
                  </a:cubicBezTo>
                  <a:cubicBezTo>
                    <a:pt x="651" y="339"/>
                    <a:pt x="651" y="339"/>
                    <a:pt x="651" y="339"/>
                  </a:cubicBezTo>
                  <a:cubicBezTo>
                    <a:pt x="649" y="339"/>
                    <a:pt x="649" y="339"/>
                    <a:pt x="649" y="339"/>
                  </a:cubicBezTo>
                  <a:cubicBezTo>
                    <a:pt x="649" y="339"/>
                    <a:pt x="649" y="339"/>
                    <a:pt x="649" y="339"/>
                  </a:cubicBezTo>
                  <a:cubicBezTo>
                    <a:pt x="646" y="341"/>
                    <a:pt x="646" y="341"/>
                    <a:pt x="646" y="341"/>
                  </a:cubicBezTo>
                  <a:cubicBezTo>
                    <a:pt x="646" y="341"/>
                    <a:pt x="646" y="341"/>
                    <a:pt x="646" y="341"/>
                  </a:cubicBezTo>
                  <a:cubicBezTo>
                    <a:pt x="643" y="341"/>
                    <a:pt x="643" y="341"/>
                    <a:pt x="643" y="341"/>
                  </a:cubicBezTo>
                  <a:cubicBezTo>
                    <a:pt x="643" y="341"/>
                    <a:pt x="643" y="341"/>
                    <a:pt x="643" y="341"/>
                  </a:cubicBezTo>
                  <a:cubicBezTo>
                    <a:pt x="640" y="342"/>
                    <a:pt x="640" y="342"/>
                    <a:pt x="640" y="342"/>
                  </a:cubicBezTo>
                  <a:cubicBezTo>
                    <a:pt x="640" y="342"/>
                    <a:pt x="640" y="342"/>
                    <a:pt x="640" y="342"/>
                  </a:cubicBezTo>
                  <a:cubicBezTo>
                    <a:pt x="638" y="342"/>
                    <a:pt x="638" y="342"/>
                    <a:pt x="638" y="342"/>
                  </a:cubicBezTo>
                  <a:cubicBezTo>
                    <a:pt x="638" y="342"/>
                    <a:pt x="638" y="342"/>
                    <a:pt x="638" y="342"/>
                  </a:cubicBezTo>
                  <a:cubicBezTo>
                    <a:pt x="635" y="347"/>
                    <a:pt x="635" y="347"/>
                    <a:pt x="635" y="347"/>
                  </a:cubicBezTo>
                  <a:lnTo>
                    <a:pt x="634" y="347"/>
                  </a:lnTo>
                  <a:close/>
                  <a:moveTo>
                    <a:pt x="137" y="267"/>
                  </a:moveTo>
                  <a:cubicBezTo>
                    <a:pt x="181" y="255"/>
                    <a:pt x="181" y="255"/>
                    <a:pt x="181" y="255"/>
                  </a:cubicBezTo>
                  <a:cubicBezTo>
                    <a:pt x="181" y="255"/>
                    <a:pt x="181" y="255"/>
                    <a:pt x="181" y="255"/>
                  </a:cubicBezTo>
                  <a:cubicBezTo>
                    <a:pt x="186" y="253"/>
                    <a:pt x="191" y="251"/>
                    <a:pt x="196" y="250"/>
                  </a:cubicBezTo>
                  <a:cubicBezTo>
                    <a:pt x="196" y="250"/>
                    <a:pt x="196" y="250"/>
                    <a:pt x="196" y="250"/>
                  </a:cubicBezTo>
                  <a:cubicBezTo>
                    <a:pt x="211" y="243"/>
                    <a:pt x="211" y="243"/>
                    <a:pt x="211" y="243"/>
                  </a:cubicBezTo>
                  <a:cubicBezTo>
                    <a:pt x="211" y="243"/>
                    <a:pt x="211" y="243"/>
                    <a:pt x="211" y="243"/>
                  </a:cubicBezTo>
                  <a:cubicBezTo>
                    <a:pt x="224" y="235"/>
                    <a:pt x="224" y="235"/>
                    <a:pt x="224" y="235"/>
                  </a:cubicBezTo>
                  <a:cubicBezTo>
                    <a:pt x="224" y="235"/>
                    <a:pt x="224" y="235"/>
                    <a:pt x="224" y="235"/>
                  </a:cubicBezTo>
                  <a:cubicBezTo>
                    <a:pt x="237" y="226"/>
                    <a:pt x="237" y="226"/>
                    <a:pt x="237" y="226"/>
                  </a:cubicBezTo>
                  <a:cubicBezTo>
                    <a:pt x="237" y="226"/>
                    <a:pt x="237" y="226"/>
                    <a:pt x="237" y="226"/>
                  </a:cubicBezTo>
                  <a:cubicBezTo>
                    <a:pt x="249" y="216"/>
                    <a:pt x="249" y="216"/>
                    <a:pt x="249" y="216"/>
                  </a:cubicBezTo>
                  <a:cubicBezTo>
                    <a:pt x="249" y="216"/>
                    <a:pt x="249" y="216"/>
                    <a:pt x="249" y="216"/>
                  </a:cubicBezTo>
                  <a:cubicBezTo>
                    <a:pt x="259" y="205"/>
                    <a:pt x="259" y="205"/>
                    <a:pt x="259" y="205"/>
                  </a:cubicBezTo>
                  <a:cubicBezTo>
                    <a:pt x="259" y="205"/>
                    <a:pt x="259" y="205"/>
                    <a:pt x="259" y="205"/>
                  </a:cubicBezTo>
                  <a:cubicBezTo>
                    <a:pt x="268" y="193"/>
                    <a:pt x="268" y="193"/>
                    <a:pt x="268" y="193"/>
                  </a:cubicBezTo>
                  <a:cubicBezTo>
                    <a:pt x="268" y="193"/>
                    <a:pt x="268" y="193"/>
                    <a:pt x="268" y="193"/>
                  </a:cubicBezTo>
                  <a:cubicBezTo>
                    <a:pt x="275" y="178"/>
                    <a:pt x="275" y="178"/>
                    <a:pt x="275" y="178"/>
                  </a:cubicBezTo>
                  <a:cubicBezTo>
                    <a:pt x="275" y="178"/>
                    <a:pt x="275" y="178"/>
                    <a:pt x="275" y="178"/>
                  </a:cubicBezTo>
                  <a:cubicBezTo>
                    <a:pt x="274" y="176"/>
                    <a:pt x="274" y="176"/>
                    <a:pt x="274" y="176"/>
                  </a:cubicBezTo>
                  <a:cubicBezTo>
                    <a:pt x="274" y="176"/>
                    <a:pt x="274" y="176"/>
                    <a:pt x="274" y="176"/>
                  </a:cubicBezTo>
                  <a:cubicBezTo>
                    <a:pt x="233" y="197"/>
                    <a:pt x="233" y="197"/>
                    <a:pt x="233" y="197"/>
                  </a:cubicBezTo>
                  <a:cubicBezTo>
                    <a:pt x="233" y="197"/>
                    <a:pt x="233" y="197"/>
                    <a:pt x="233" y="197"/>
                  </a:cubicBezTo>
                  <a:cubicBezTo>
                    <a:pt x="232" y="200"/>
                    <a:pt x="232" y="200"/>
                    <a:pt x="232" y="200"/>
                  </a:cubicBezTo>
                  <a:cubicBezTo>
                    <a:pt x="232" y="200"/>
                    <a:pt x="232" y="200"/>
                    <a:pt x="232" y="200"/>
                  </a:cubicBezTo>
                  <a:cubicBezTo>
                    <a:pt x="232" y="201"/>
                    <a:pt x="232" y="201"/>
                    <a:pt x="232" y="201"/>
                  </a:cubicBezTo>
                  <a:cubicBezTo>
                    <a:pt x="232" y="201"/>
                    <a:pt x="232" y="201"/>
                    <a:pt x="232" y="201"/>
                  </a:cubicBezTo>
                  <a:cubicBezTo>
                    <a:pt x="232" y="203"/>
                    <a:pt x="232" y="203"/>
                    <a:pt x="232" y="203"/>
                  </a:cubicBezTo>
                  <a:cubicBezTo>
                    <a:pt x="232" y="203"/>
                    <a:pt x="232" y="203"/>
                    <a:pt x="232" y="203"/>
                  </a:cubicBezTo>
                  <a:cubicBezTo>
                    <a:pt x="232" y="205"/>
                    <a:pt x="232" y="205"/>
                    <a:pt x="232" y="205"/>
                  </a:cubicBezTo>
                  <a:cubicBezTo>
                    <a:pt x="232" y="205"/>
                    <a:pt x="232" y="205"/>
                    <a:pt x="232" y="205"/>
                  </a:cubicBezTo>
                  <a:cubicBezTo>
                    <a:pt x="231" y="208"/>
                    <a:pt x="231" y="208"/>
                    <a:pt x="231" y="208"/>
                  </a:cubicBezTo>
                  <a:cubicBezTo>
                    <a:pt x="231" y="208"/>
                    <a:pt x="231" y="208"/>
                    <a:pt x="231" y="208"/>
                  </a:cubicBezTo>
                  <a:cubicBezTo>
                    <a:pt x="231" y="210"/>
                    <a:pt x="231" y="210"/>
                    <a:pt x="231" y="210"/>
                  </a:cubicBezTo>
                  <a:cubicBezTo>
                    <a:pt x="231" y="210"/>
                    <a:pt x="231" y="210"/>
                    <a:pt x="231" y="210"/>
                  </a:cubicBezTo>
                  <a:cubicBezTo>
                    <a:pt x="231" y="212"/>
                    <a:pt x="231" y="212"/>
                    <a:pt x="231" y="212"/>
                  </a:cubicBezTo>
                  <a:cubicBezTo>
                    <a:pt x="231" y="212"/>
                    <a:pt x="231" y="212"/>
                    <a:pt x="231" y="212"/>
                  </a:cubicBezTo>
                  <a:cubicBezTo>
                    <a:pt x="231" y="213"/>
                    <a:pt x="231" y="213"/>
                    <a:pt x="231" y="213"/>
                  </a:cubicBezTo>
                  <a:cubicBezTo>
                    <a:pt x="231" y="213"/>
                    <a:pt x="231" y="213"/>
                    <a:pt x="231" y="213"/>
                  </a:cubicBezTo>
                  <a:cubicBezTo>
                    <a:pt x="225" y="213"/>
                    <a:pt x="225" y="213"/>
                    <a:pt x="225" y="213"/>
                  </a:cubicBezTo>
                  <a:cubicBezTo>
                    <a:pt x="225" y="213"/>
                    <a:pt x="225" y="213"/>
                    <a:pt x="225" y="213"/>
                  </a:cubicBezTo>
                  <a:cubicBezTo>
                    <a:pt x="223" y="212"/>
                    <a:pt x="223" y="212"/>
                    <a:pt x="223" y="212"/>
                  </a:cubicBezTo>
                  <a:cubicBezTo>
                    <a:pt x="223" y="212"/>
                    <a:pt x="223" y="212"/>
                    <a:pt x="223" y="212"/>
                  </a:cubicBezTo>
                  <a:cubicBezTo>
                    <a:pt x="221" y="211"/>
                    <a:pt x="221" y="211"/>
                    <a:pt x="221" y="211"/>
                  </a:cubicBezTo>
                  <a:cubicBezTo>
                    <a:pt x="221" y="211"/>
                    <a:pt x="221" y="211"/>
                    <a:pt x="221" y="211"/>
                  </a:cubicBezTo>
                  <a:cubicBezTo>
                    <a:pt x="220" y="210"/>
                    <a:pt x="220" y="210"/>
                    <a:pt x="220" y="210"/>
                  </a:cubicBezTo>
                  <a:cubicBezTo>
                    <a:pt x="220" y="210"/>
                    <a:pt x="220" y="210"/>
                    <a:pt x="220" y="210"/>
                  </a:cubicBezTo>
                  <a:cubicBezTo>
                    <a:pt x="219" y="208"/>
                    <a:pt x="219" y="208"/>
                    <a:pt x="219" y="208"/>
                  </a:cubicBezTo>
                  <a:cubicBezTo>
                    <a:pt x="219" y="208"/>
                    <a:pt x="219" y="208"/>
                    <a:pt x="219" y="208"/>
                  </a:cubicBezTo>
                  <a:cubicBezTo>
                    <a:pt x="217" y="208"/>
                    <a:pt x="217" y="208"/>
                    <a:pt x="217" y="208"/>
                  </a:cubicBezTo>
                  <a:cubicBezTo>
                    <a:pt x="217" y="208"/>
                    <a:pt x="217" y="208"/>
                    <a:pt x="217" y="208"/>
                  </a:cubicBezTo>
                  <a:cubicBezTo>
                    <a:pt x="216" y="207"/>
                    <a:pt x="216" y="207"/>
                    <a:pt x="216" y="207"/>
                  </a:cubicBezTo>
                  <a:cubicBezTo>
                    <a:pt x="216" y="207"/>
                    <a:pt x="216" y="207"/>
                    <a:pt x="216" y="207"/>
                  </a:cubicBezTo>
                  <a:cubicBezTo>
                    <a:pt x="214" y="207"/>
                    <a:pt x="214" y="207"/>
                    <a:pt x="214" y="207"/>
                  </a:cubicBezTo>
                  <a:cubicBezTo>
                    <a:pt x="214" y="207"/>
                    <a:pt x="214" y="207"/>
                    <a:pt x="214" y="207"/>
                  </a:cubicBezTo>
                  <a:cubicBezTo>
                    <a:pt x="214" y="206"/>
                    <a:pt x="214" y="206"/>
                    <a:pt x="214" y="206"/>
                  </a:cubicBezTo>
                  <a:cubicBezTo>
                    <a:pt x="214" y="206"/>
                    <a:pt x="214" y="206"/>
                    <a:pt x="214" y="206"/>
                  </a:cubicBezTo>
                  <a:cubicBezTo>
                    <a:pt x="210" y="210"/>
                    <a:pt x="210" y="210"/>
                    <a:pt x="210" y="210"/>
                  </a:cubicBezTo>
                  <a:cubicBezTo>
                    <a:pt x="210" y="210"/>
                    <a:pt x="210" y="210"/>
                    <a:pt x="210" y="210"/>
                  </a:cubicBezTo>
                  <a:cubicBezTo>
                    <a:pt x="166" y="232"/>
                    <a:pt x="166" y="232"/>
                    <a:pt x="166" y="232"/>
                  </a:cubicBezTo>
                  <a:cubicBezTo>
                    <a:pt x="166" y="232"/>
                    <a:pt x="166" y="232"/>
                    <a:pt x="166" y="232"/>
                  </a:cubicBezTo>
                  <a:cubicBezTo>
                    <a:pt x="160" y="238"/>
                    <a:pt x="160" y="238"/>
                    <a:pt x="160" y="238"/>
                  </a:cubicBezTo>
                  <a:cubicBezTo>
                    <a:pt x="160" y="238"/>
                    <a:pt x="160" y="238"/>
                    <a:pt x="160" y="238"/>
                  </a:cubicBezTo>
                  <a:cubicBezTo>
                    <a:pt x="155" y="241"/>
                    <a:pt x="155" y="241"/>
                    <a:pt x="155" y="241"/>
                  </a:cubicBezTo>
                  <a:cubicBezTo>
                    <a:pt x="155" y="241"/>
                    <a:pt x="155" y="241"/>
                    <a:pt x="155" y="241"/>
                  </a:cubicBezTo>
                  <a:cubicBezTo>
                    <a:pt x="149" y="244"/>
                    <a:pt x="149" y="244"/>
                    <a:pt x="149" y="244"/>
                  </a:cubicBezTo>
                  <a:cubicBezTo>
                    <a:pt x="149" y="244"/>
                    <a:pt x="149" y="244"/>
                    <a:pt x="149" y="244"/>
                  </a:cubicBezTo>
                  <a:cubicBezTo>
                    <a:pt x="145" y="247"/>
                    <a:pt x="145" y="247"/>
                    <a:pt x="145" y="247"/>
                  </a:cubicBezTo>
                  <a:cubicBezTo>
                    <a:pt x="145" y="247"/>
                    <a:pt x="145" y="247"/>
                    <a:pt x="145" y="247"/>
                  </a:cubicBezTo>
                  <a:cubicBezTo>
                    <a:pt x="138" y="251"/>
                    <a:pt x="138" y="251"/>
                    <a:pt x="138" y="251"/>
                  </a:cubicBezTo>
                  <a:cubicBezTo>
                    <a:pt x="138" y="251"/>
                    <a:pt x="138" y="251"/>
                    <a:pt x="138" y="251"/>
                  </a:cubicBezTo>
                  <a:cubicBezTo>
                    <a:pt x="135" y="255"/>
                    <a:pt x="135" y="255"/>
                    <a:pt x="135" y="255"/>
                  </a:cubicBezTo>
                  <a:cubicBezTo>
                    <a:pt x="135" y="255"/>
                    <a:pt x="135" y="255"/>
                    <a:pt x="135" y="255"/>
                  </a:cubicBezTo>
                  <a:cubicBezTo>
                    <a:pt x="134" y="256"/>
                    <a:pt x="133" y="258"/>
                    <a:pt x="132" y="260"/>
                  </a:cubicBezTo>
                  <a:cubicBezTo>
                    <a:pt x="132" y="260"/>
                    <a:pt x="132" y="260"/>
                    <a:pt x="132" y="260"/>
                  </a:cubicBezTo>
                  <a:cubicBezTo>
                    <a:pt x="132" y="262"/>
                    <a:pt x="131" y="263"/>
                    <a:pt x="131" y="265"/>
                  </a:cubicBezTo>
                  <a:cubicBezTo>
                    <a:pt x="131" y="265"/>
                    <a:pt x="131" y="265"/>
                    <a:pt x="131" y="265"/>
                  </a:cubicBezTo>
                  <a:cubicBezTo>
                    <a:pt x="133" y="265"/>
                    <a:pt x="135" y="266"/>
                    <a:pt x="137" y="267"/>
                  </a:cubicBezTo>
                  <a:close/>
                  <a:moveTo>
                    <a:pt x="576" y="207"/>
                  </a:moveTo>
                  <a:cubicBezTo>
                    <a:pt x="581" y="167"/>
                    <a:pt x="581" y="167"/>
                    <a:pt x="581" y="167"/>
                  </a:cubicBezTo>
                  <a:cubicBezTo>
                    <a:pt x="581" y="167"/>
                    <a:pt x="581" y="167"/>
                    <a:pt x="581" y="167"/>
                  </a:cubicBezTo>
                  <a:cubicBezTo>
                    <a:pt x="627" y="138"/>
                    <a:pt x="627" y="138"/>
                    <a:pt x="627" y="138"/>
                  </a:cubicBezTo>
                  <a:cubicBezTo>
                    <a:pt x="627" y="138"/>
                    <a:pt x="627" y="138"/>
                    <a:pt x="627" y="138"/>
                  </a:cubicBezTo>
                  <a:cubicBezTo>
                    <a:pt x="633" y="141"/>
                    <a:pt x="633" y="141"/>
                    <a:pt x="633" y="141"/>
                  </a:cubicBezTo>
                  <a:cubicBezTo>
                    <a:pt x="633" y="141"/>
                    <a:pt x="633" y="141"/>
                    <a:pt x="633" y="141"/>
                  </a:cubicBezTo>
                  <a:cubicBezTo>
                    <a:pt x="630" y="149"/>
                    <a:pt x="630" y="149"/>
                    <a:pt x="630" y="149"/>
                  </a:cubicBezTo>
                  <a:cubicBezTo>
                    <a:pt x="630" y="149"/>
                    <a:pt x="630" y="149"/>
                    <a:pt x="630" y="149"/>
                  </a:cubicBezTo>
                  <a:cubicBezTo>
                    <a:pt x="628" y="157"/>
                    <a:pt x="628" y="157"/>
                    <a:pt x="628" y="157"/>
                  </a:cubicBezTo>
                  <a:cubicBezTo>
                    <a:pt x="628" y="157"/>
                    <a:pt x="628" y="157"/>
                    <a:pt x="628" y="157"/>
                  </a:cubicBezTo>
                  <a:cubicBezTo>
                    <a:pt x="623" y="163"/>
                    <a:pt x="623" y="163"/>
                    <a:pt x="623" y="163"/>
                  </a:cubicBezTo>
                  <a:cubicBezTo>
                    <a:pt x="623" y="163"/>
                    <a:pt x="623" y="163"/>
                    <a:pt x="623" y="163"/>
                  </a:cubicBezTo>
                  <a:cubicBezTo>
                    <a:pt x="619" y="169"/>
                    <a:pt x="619" y="169"/>
                    <a:pt x="619" y="169"/>
                  </a:cubicBezTo>
                  <a:cubicBezTo>
                    <a:pt x="619" y="169"/>
                    <a:pt x="619" y="169"/>
                    <a:pt x="619" y="169"/>
                  </a:cubicBezTo>
                  <a:cubicBezTo>
                    <a:pt x="612" y="175"/>
                    <a:pt x="612" y="175"/>
                    <a:pt x="612" y="175"/>
                  </a:cubicBezTo>
                  <a:cubicBezTo>
                    <a:pt x="612" y="175"/>
                    <a:pt x="612" y="175"/>
                    <a:pt x="612" y="175"/>
                  </a:cubicBezTo>
                  <a:cubicBezTo>
                    <a:pt x="607" y="181"/>
                    <a:pt x="607" y="181"/>
                    <a:pt x="607" y="181"/>
                  </a:cubicBezTo>
                  <a:cubicBezTo>
                    <a:pt x="607" y="181"/>
                    <a:pt x="607" y="181"/>
                    <a:pt x="607" y="181"/>
                  </a:cubicBezTo>
                  <a:cubicBezTo>
                    <a:pt x="601" y="187"/>
                    <a:pt x="601" y="187"/>
                    <a:pt x="601" y="187"/>
                  </a:cubicBezTo>
                  <a:cubicBezTo>
                    <a:pt x="601" y="187"/>
                    <a:pt x="601" y="187"/>
                    <a:pt x="601" y="187"/>
                  </a:cubicBezTo>
                  <a:cubicBezTo>
                    <a:pt x="597" y="193"/>
                    <a:pt x="597" y="193"/>
                    <a:pt x="597" y="193"/>
                  </a:cubicBezTo>
                  <a:cubicBezTo>
                    <a:pt x="597" y="193"/>
                    <a:pt x="597" y="193"/>
                    <a:pt x="597" y="193"/>
                  </a:cubicBezTo>
                  <a:cubicBezTo>
                    <a:pt x="593" y="196"/>
                    <a:pt x="593" y="196"/>
                    <a:pt x="593" y="196"/>
                  </a:cubicBezTo>
                  <a:cubicBezTo>
                    <a:pt x="593" y="196"/>
                    <a:pt x="593" y="196"/>
                    <a:pt x="593" y="196"/>
                  </a:cubicBezTo>
                  <a:cubicBezTo>
                    <a:pt x="592" y="198"/>
                    <a:pt x="592" y="198"/>
                    <a:pt x="592" y="198"/>
                  </a:cubicBezTo>
                  <a:cubicBezTo>
                    <a:pt x="592" y="198"/>
                    <a:pt x="592" y="198"/>
                    <a:pt x="592" y="198"/>
                  </a:cubicBezTo>
                  <a:cubicBezTo>
                    <a:pt x="589" y="200"/>
                    <a:pt x="589" y="200"/>
                    <a:pt x="589" y="200"/>
                  </a:cubicBezTo>
                  <a:cubicBezTo>
                    <a:pt x="589" y="200"/>
                    <a:pt x="589" y="200"/>
                    <a:pt x="589" y="200"/>
                  </a:cubicBezTo>
                  <a:cubicBezTo>
                    <a:pt x="587" y="201"/>
                    <a:pt x="587" y="201"/>
                    <a:pt x="587" y="201"/>
                  </a:cubicBezTo>
                  <a:cubicBezTo>
                    <a:pt x="587" y="201"/>
                    <a:pt x="587" y="201"/>
                    <a:pt x="587" y="201"/>
                  </a:cubicBezTo>
                  <a:cubicBezTo>
                    <a:pt x="584" y="204"/>
                    <a:pt x="584" y="204"/>
                    <a:pt x="584" y="204"/>
                  </a:cubicBezTo>
                  <a:cubicBezTo>
                    <a:pt x="584" y="204"/>
                    <a:pt x="584" y="204"/>
                    <a:pt x="584" y="204"/>
                  </a:cubicBezTo>
                  <a:cubicBezTo>
                    <a:pt x="582" y="206"/>
                    <a:pt x="582" y="206"/>
                    <a:pt x="582" y="206"/>
                  </a:cubicBezTo>
                  <a:cubicBezTo>
                    <a:pt x="582" y="206"/>
                    <a:pt x="582" y="206"/>
                    <a:pt x="582" y="206"/>
                  </a:cubicBezTo>
                  <a:cubicBezTo>
                    <a:pt x="579" y="207"/>
                    <a:pt x="579" y="207"/>
                    <a:pt x="579" y="207"/>
                  </a:cubicBezTo>
                  <a:cubicBezTo>
                    <a:pt x="579" y="207"/>
                    <a:pt x="579" y="207"/>
                    <a:pt x="579" y="207"/>
                  </a:cubicBezTo>
                  <a:cubicBezTo>
                    <a:pt x="576" y="207"/>
                    <a:pt x="576" y="207"/>
                    <a:pt x="576" y="207"/>
                  </a:cubicBezTo>
                  <a:close/>
                  <a:moveTo>
                    <a:pt x="1844" y="194"/>
                  </a:moveTo>
                  <a:cubicBezTo>
                    <a:pt x="1845" y="193"/>
                    <a:pt x="1845" y="193"/>
                    <a:pt x="1845" y="193"/>
                  </a:cubicBezTo>
                  <a:cubicBezTo>
                    <a:pt x="1845" y="193"/>
                    <a:pt x="1845" y="193"/>
                    <a:pt x="1845" y="193"/>
                  </a:cubicBezTo>
                  <a:cubicBezTo>
                    <a:pt x="1847" y="192"/>
                    <a:pt x="1847" y="192"/>
                    <a:pt x="1847" y="192"/>
                  </a:cubicBezTo>
                  <a:cubicBezTo>
                    <a:pt x="1847" y="192"/>
                    <a:pt x="1847" y="192"/>
                    <a:pt x="1847" y="192"/>
                  </a:cubicBezTo>
                  <a:cubicBezTo>
                    <a:pt x="1849" y="191"/>
                    <a:pt x="1849" y="191"/>
                    <a:pt x="1849" y="191"/>
                  </a:cubicBezTo>
                  <a:cubicBezTo>
                    <a:pt x="1849" y="191"/>
                    <a:pt x="1849" y="191"/>
                    <a:pt x="1849" y="191"/>
                  </a:cubicBezTo>
                  <a:cubicBezTo>
                    <a:pt x="1851" y="189"/>
                    <a:pt x="1851" y="189"/>
                    <a:pt x="1851" y="189"/>
                  </a:cubicBezTo>
                  <a:cubicBezTo>
                    <a:pt x="1851" y="189"/>
                    <a:pt x="1851" y="189"/>
                    <a:pt x="1851" y="189"/>
                  </a:cubicBezTo>
                  <a:cubicBezTo>
                    <a:pt x="1852" y="188"/>
                    <a:pt x="1852" y="188"/>
                    <a:pt x="1852" y="188"/>
                  </a:cubicBezTo>
                  <a:cubicBezTo>
                    <a:pt x="1852" y="188"/>
                    <a:pt x="1852" y="188"/>
                    <a:pt x="1852" y="188"/>
                  </a:cubicBezTo>
                  <a:cubicBezTo>
                    <a:pt x="1853" y="186"/>
                    <a:pt x="1853" y="186"/>
                    <a:pt x="1853" y="186"/>
                  </a:cubicBezTo>
                  <a:cubicBezTo>
                    <a:pt x="1853" y="186"/>
                    <a:pt x="1853" y="186"/>
                    <a:pt x="1853" y="186"/>
                  </a:cubicBezTo>
                  <a:cubicBezTo>
                    <a:pt x="1854" y="185"/>
                    <a:pt x="1854" y="185"/>
                    <a:pt x="1854" y="185"/>
                  </a:cubicBezTo>
                  <a:cubicBezTo>
                    <a:pt x="1854" y="185"/>
                    <a:pt x="1854" y="185"/>
                    <a:pt x="1854" y="185"/>
                  </a:cubicBezTo>
                  <a:cubicBezTo>
                    <a:pt x="1855" y="183"/>
                    <a:pt x="1855" y="183"/>
                    <a:pt x="1855" y="183"/>
                  </a:cubicBezTo>
                  <a:cubicBezTo>
                    <a:pt x="1855" y="183"/>
                    <a:pt x="1855" y="183"/>
                    <a:pt x="1855" y="183"/>
                  </a:cubicBezTo>
                  <a:cubicBezTo>
                    <a:pt x="1853" y="182"/>
                    <a:pt x="1853" y="182"/>
                    <a:pt x="1853" y="182"/>
                  </a:cubicBezTo>
                  <a:cubicBezTo>
                    <a:pt x="1853" y="182"/>
                    <a:pt x="1853" y="182"/>
                    <a:pt x="1853" y="182"/>
                  </a:cubicBezTo>
                  <a:cubicBezTo>
                    <a:pt x="1852" y="180"/>
                    <a:pt x="1852" y="180"/>
                    <a:pt x="1852" y="180"/>
                  </a:cubicBezTo>
                  <a:cubicBezTo>
                    <a:pt x="1852" y="180"/>
                    <a:pt x="1852" y="180"/>
                    <a:pt x="1852" y="180"/>
                  </a:cubicBezTo>
                  <a:cubicBezTo>
                    <a:pt x="1850" y="179"/>
                    <a:pt x="1850" y="179"/>
                    <a:pt x="1850" y="179"/>
                  </a:cubicBezTo>
                  <a:cubicBezTo>
                    <a:pt x="1850" y="179"/>
                    <a:pt x="1850" y="179"/>
                    <a:pt x="1850" y="179"/>
                  </a:cubicBezTo>
                  <a:cubicBezTo>
                    <a:pt x="1850" y="177"/>
                    <a:pt x="1850" y="177"/>
                    <a:pt x="1850" y="177"/>
                  </a:cubicBezTo>
                  <a:cubicBezTo>
                    <a:pt x="1850" y="177"/>
                    <a:pt x="1850" y="177"/>
                    <a:pt x="1850" y="177"/>
                  </a:cubicBezTo>
                  <a:cubicBezTo>
                    <a:pt x="1848" y="176"/>
                    <a:pt x="1848" y="176"/>
                    <a:pt x="1848" y="176"/>
                  </a:cubicBezTo>
                  <a:cubicBezTo>
                    <a:pt x="1848" y="176"/>
                    <a:pt x="1848" y="176"/>
                    <a:pt x="1848" y="176"/>
                  </a:cubicBezTo>
                  <a:cubicBezTo>
                    <a:pt x="1847" y="174"/>
                    <a:pt x="1847" y="174"/>
                    <a:pt x="1847" y="174"/>
                  </a:cubicBezTo>
                  <a:cubicBezTo>
                    <a:pt x="1847" y="174"/>
                    <a:pt x="1847" y="174"/>
                    <a:pt x="1847" y="174"/>
                  </a:cubicBezTo>
                  <a:cubicBezTo>
                    <a:pt x="1847" y="173"/>
                    <a:pt x="1847" y="173"/>
                    <a:pt x="1847" y="173"/>
                  </a:cubicBezTo>
                  <a:cubicBezTo>
                    <a:pt x="1847" y="173"/>
                    <a:pt x="1847" y="173"/>
                    <a:pt x="1847" y="173"/>
                  </a:cubicBezTo>
                  <a:cubicBezTo>
                    <a:pt x="1847" y="171"/>
                    <a:pt x="1847" y="171"/>
                    <a:pt x="1847" y="171"/>
                  </a:cubicBezTo>
                  <a:cubicBezTo>
                    <a:pt x="1847" y="171"/>
                    <a:pt x="1847" y="171"/>
                    <a:pt x="1847" y="171"/>
                  </a:cubicBezTo>
                  <a:cubicBezTo>
                    <a:pt x="1845" y="171"/>
                    <a:pt x="1845" y="171"/>
                    <a:pt x="1845" y="171"/>
                  </a:cubicBezTo>
                  <a:cubicBezTo>
                    <a:pt x="1845" y="171"/>
                    <a:pt x="1845" y="171"/>
                    <a:pt x="1845" y="171"/>
                  </a:cubicBezTo>
                  <a:cubicBezTo>
                    <a:pt x="1844" y="171"/>
                    <a:pt x="1844" y="171"/>
                    <a:pt x="1844" y="171"/>
                  </a:cubicBezTo>
                  <a:cubicBezTo>
                    <a:pt x="1844" y="171"/>
                    <a:pt x="1844" y="171"/>
                    <a:pt x="1844" y="171"/>
                  </a:cubicBezTo>
                  <a:cubicBezTo>
                    <a:pt x="1842" y="171"/>
                    <a:pt x="1842" y="171"/>
                    <a:pt x="1842" y="171"/>
                  </a:cubicBezTo>
                  <a:cubicBezTo>
                    <a:pt x="1842" y="171"/>
                    <a:pt x="1842" y="171"/>
                    <a:pt x="1842" y="171"/>
                  </a:cubicBezTo>
                  <a:cubicBezTo>
                    <a:pt x="1842" y="171"/>
                    <a:pt x="1842" y="171"/>
                    <a:pt x="1842" y="171"/>
                  </a:cubicBezTo>
                  <a:cubicBezTo>
                    <a:pt x="1842" y="171"/>
                    <a:pt x="1842" y="171"/>
                    <a:pt x="1842" y="171"/>
                  </a:cubicBezTo>
                  <a:cubicBezTo>
                    <a:pt x="1840" y="172"/>
                    <a:pt x="1840" y="172"/>
                    <a:pt x="1840" y="172"/>
                  </a:cubicBezTo>
                  <a:cubicBezTo>
                    <a:pt x="1840" y="172"/>
                    <a:pt x="1840" y="172"/>
                    <a:pt x="1840" y="172"/>
                  </a:cubicBezTo>
                  <a:cubicBezTo>
                    <a:pt x="1838" y="173"/>
                    <a:pt x="1838" y="173"/>
                    <a:pt x="1838" y="173"/>
                  </a:cubicBezTo>
                  <a:cubicBezTo>
                    <a:pt x="1838" y="173"/>
                    <a:pt x="1838" y="173"/>
                    <a:pt x="1838" y="173"/>
                  </a:cubicBezTo>
                  <a:cubicBezTo>
                    <a:pt x="1838" y="173"/>
                    <a:pt x="1838" y="173"/>
                    <a:pt x="1838" y="173"/>
                  </a:cubicBezTo>
                  <a:cubicBezTo>
                    <a:pt x="1838" y="173"/>
                    <a:pt x="1838" y="173"/>
                    <a:pt x="1838" y="173"/>
                  </a:cubicBezTo>
                  <a:cubicBezTo>
                    <a:pt x="1838" y="176"/>
                    <a:pt x="1838" y="176"/>
                    <a:pt x="1838" y="176"/>
                  </a:cubicBezTo>
                  <a:cubicBezTo>
                    <a:pt x="1838" y="176"/>
                    <a:pt x="1838" y="176"/>
                    <a:pt x="1838" y="176"/>
                  </a:cubicBezTo>
                  <a:cubicBezTo>
                    <a:pt x="1838" y="179"/>
                    <a:pt x="1838" y="179"/>
                    <a:pt x="1838" y="179"/>
                  </a:cubicBezTo>
                  <a:cubicBezTo>
                    <a:pt x="1838" y="179"/>
                    <a:pt x="1838" y="179"/>
                    <a:pt x="1838" y="179"/>
                  </a:cubicBezTo>
                  <a:cubicBezTo>
                    <a:pt x="1838" y="182"/>
                    <a:pt x="1838" y="182"/>
                    <a:pt x="1838" y="182"/>
                  </a:cubicBezTo>
                  <a:cubicBezTo>
                    <a:pt x="1838" y="182"/>
                    <a:pt x="1838" y="182"/>
                    <a:pt x="1838" y="182"/>
                  </a:cubicBezTo>
                  <a:cubicBezTo>
                    <a:pt x="1840" y="185"/>
                    <a:pt x="1840" y="185"/>
                    <a:pt x="1840" y="185"/>
                  </a:cubicBezTo>
                  <a:cubicBezTo>
                    <a:pt x="1840" y="185"/>
                    <a:pt x="1840" y="185"/>
                    <a:pt x="1840" y="185"/>
                  </a:cubicBezTo>
                  <a:cubicBezTo>
                    <a:pt x="1840" y="187"/>
                    <a:pt x="1840" y="187"/>
                    <a:pt x="1840" y="187"/>
                  </a:cubicBezTo>
                  <a:cubicBezTo>
                    <a:pt x="1840" y="187"/>
                    <a:pt x="1840" y="187"/>
                    <a:pt x="1840" y="187"/>
                  </a:cubicBezTo>
                  <a:cubicBezTo>
                    <a:pt x="1841" y="189"/>
                    <a:pt x="1841" y="189"/>
                    <a:pt x="1841" y="189"/>
                  </a:cubicBezTo>
                  <a:cubicBezTo>
                    <a:pt x="1841" y="189"/>
                    <a:pt x="1841" y="189"/>
                    <a:pt x="1841" y="189"/>
                  </a:cubicBezTo>
                  <a:cubicBezTo>
                    <a:pt x="1841" y="192"/>
                    <a:pt x="1841" y="192"/>
                    <a:pt x="1841" y="192"/>
                  </a:cubicBezTo>
                  <a:cubicBezTo>
                    <a:pt x="1841" y="192"/>
                    <a:pt x="1841" y="192"/>
                    <a:pt x="1841" y="192"/>
                  </a:cubicBezTo>
                  <a:cubicBezTo>
                    <a:pt x="1842" y="194"/>
                    <a:pt x="1842" y="194"/>
                    <a:pt x="1842" y="194"/>
                  </a:cubicBezTo>
                  <a:lnTo>
                    <a:pt x="1844" y="194"/>
                  </a:lnTo>
                  <a:close/>
                  <a:moveTo>
                    <a:pt x="1916" y="194"/>
                  </a:moveTo>
                  <a:cubicBezTo>
                    <a:pt x="1918" y="191"/>
                    <a:pt x="1918" y="191"/>
                    <a:pt x="1918" y="191"/>
                  </a:cubicBezTo>
                  <a:cubicBezTo>
                    <a:pt x="1918" y="191"/>
                    <a:pt x="1918" y="191"/>
                    <a:pt x="1918" y="191"/>
                  </a:cubicBezTo>
                  <a:cubicBezTo>
                    <a:pt x="1921" y="186"/>
                    <a:pt x="1921" y="186"/>
                    <a:pt x="1921" y="186"/>
                  </a:cubicBezTo>
                  <a:cubicBezTo>
                    <a:pt x="1921" y="186"/>
                    <a:pt x="1921" y="186"/>
                    <a:pt x="1921" y="186"/>
                  </a:cubicBezTo>
                  <a:cubicBezTo>
                    <a:pt x="1923" y="183"/>
                    <a:pt x="1923" y="183"/>
                    <a:pt x="1923" y="183"/>
                  </a:cubicBezTo>
                  <a:cubicBezTo>
                    <a:pt x="1923" y="183"/>
                    <a:pt x="1923" y="183"/>
                    <a:pt x="1923" y="183"/>
                  </a:cubicBezTo>
                  <a:cubicBezTo>
                    <a:pt x="1924" y="177"/>
                    <a:pt x="1924" y="177"/>
                    <a:pt x="1924" y="177"/>
                  </a:cubicBezTo>
                  <a:cubicBezTo>
                    <a:pt x="1924" y="177"/>
                    <a:pt x="1924" y="177"/>
                    <a:pt x="1924" y="177"/>
                  </a:cubicBezTo>
                  <a:cubicBezTo>
                    <a:pt x="1924" y="173"/>
                    <a:pt x="1924" y="173"/>
                    <a:pt x="1924" y="173"/>
                  </a:cubicBezTo>
                  <a:cubicBezTo>
                    <a:pt x="1924" y="173"/>
                    <a:pt x="1924" y="173"/>
                    <a:pt x="1924" y="173"/>
                  </a:cubicBezTo>
                  <a:cubicBezTo>
                    <a:pt x="1924" y="169"/>
                    <a:pt x="1924" y="169"/>
                    <a:pt x="1924" y="169"/>
                  </a:cubicBezTo>
                  <a:cubicBezTo>
                    <a:pt x="1924" y="169"/>
                    <a:pt x="1924" y="169"/>
                    <a:pt x="1924" y="169"/>
                  </a:cubicBezTo>
                  <a:cubicBezTo>
                    <a:pt x="1921" y="165"/>
                    <a:pt x="1921" y="165"/>
                    <a:pt x="1921" y="165"/>
                  </a:cubicBezTo>
                  <a:cubicBezTo>
                    <a:pt x="1921" y="165"/>
                    <a:pt x="1921" y="165"/>
                    <a:pt x="1921" y="165"/>
                  </a:cubicBezTo>
                  <a:cubicBezTo>
                    <a:pt x="1920" y="160"/>
                    <a:pt x="1920" y="160"/>
                    <a:pt x="1920" y="160"/>
                  </a:cubicBezTo>
                  <a:cubicBezTo>
                    <a:pt x="1920" y="160"/>
                    <a:pt x="1920" y="160"/>
                    <a:pt x="1920" y="160"/>
                  </a:cubicBezTo>
                  <a:cubicBezTo>
                    <a:pt x="1914" y="158"/>
                    <a:pt x="1914" y="158"/>
                    <a:pt x="1914" y="158"/>
                  </a:cubicBezTo>
                  <a:cubicBezTo>
                    <a:pt x="1914" y="158"/>
                    <a:pt x="1914" y="158"/>
                    <a:pt x="1914" y="158"/>
                  </a:cubicBezTo>
                  <a:cubicBezTo>
                    <a:pt x="1908" y="159"/>
                    <a:pt x="1908" y="159"/>
                    <a:pt x="1908" y="159"/>
                  </a:cubicBezTo>
                  <a:cubicBezTo>
                    <a:pt x="1908" y="159"/>
                    <a:pt x="1908" y="159"/>
                    <a:pt x="1908" y="159"/>
                  </a:cubicBezTo>
                  <a:cubicBezTo>
                    <a:pt x="1907" y="163"/>
                    <a:pt x="1907" y="163"/>
                    <a:pt x="1907" y="163"/>
                  </a:cubicBezTo>
                  <a:cubicBezTo>
                    <a:pt x="1907" y="163"/>
                    <a:pt x="1907" y="163"/>
                    <a:pt x="1907" y="163"/>
                  </a:cubicBezTo>
                  <a:cubicBezTo>
                    <a:pt x="1907" y="166"/>
                    <a:pt x="1907" y="166"/>
                    <a:pt x="1907" y="166"/>
                  </a:cubicBezTo>
                  <a:cubicBezTo>
                    <a:pt x="1907" y="166"/>
                    <a:pt x="1907" y="166"/>
                    <a:pt x="1907" y="166"/>
                  </a:cubicBezTo>
                  <a:cubicBezTo>
                    <a:pt x="1907" y="169"/>
                    <a:pt x="1907" y="169"/>
                    <a:pt x="1907" y="169"/>
                  </a:cubicBezTo>
                  <a:cubicBezTo>
                    <a:pt x="1907" y="169"/>
                    <a:pt x="1907" y="169"/>
                    <a:pt x="1907" y="169"/>
                  </a:cubicBezTo>
                  <a:cubicBezTo>
                    <a:pt x="1908" y="171"/>
                    <a:pt x="1908" y="171"/>
                    <a:pt x="1908" y="171"/>
                  </a:cubicBezTo>
                  <a:cubicBezTo>
                    <a:pt x="1908" y="171"/>
                    <a:pt x="1908" y="171"/>
                    <a:pt x="1908" y="171"/>
                  </a:cubicBezTo>
                  <a:cubicBezTo>
                    <a:pt x="1907" y="174"/>
                    <a:pt x="1907" y="174"/>
                    <a:pt x="1907" y="174"/>
                  </a:cubicBezTo>
                  <a:cubicBezTo>
                    <a:pt x="1907" y="174"/>
                    <a:pt x="1907" y="174"/>
                    <a:pt x="1907" y="174"/>
                  </a:cubicBezTo>
                  <a:cubicBezTo>
                    <a:pt x="1907" y="177"/>
                    <a:pt x="1907" y="177"/>
                    <a:pt x="1907" y="177"/>
                  </a:cubicBezTo>
                  <a:cubicBezTo>
                    <a:pt x="1907" y="177"/>
                    <a:pt x="1907" y="177"/>
                    <a:pt x="1907" y="177"/>
                  </a:cubicBezTo>
                  <a:cubicBezTo>
                    <a:pt x="1906" y="180"/>
                    <a:pt x="1906" y="180"/>
                    <a:pt x="1906" y="180"/>
                  </a:cubicBezTo>
                  <a:cubicBezTo>
                    <a:pt x="1906" y="180"/>
                    <a:pt x="1906" y="180"/>
                    <a:pt x="1906" y="180"/>
                  </a:cubicBezTo>
                  <a:cubicBezTo>
                    <a:pt x="1905" y="183"/>
                    <a:pt x="1905" y="183"/>
                    <a:pt x="1905" y="183"/>
                  </a:cubicBezTo>
                  <a:cubicBezTo>
                    <a:pt x="1905" y="183"/>
                    <a:pt x="1905" y="183"/>
                    <a:pt x="1905" y="183"/>
                  </a:cubicBezTo>
                  <a:cubicBezTo>
                    <a:pt x="1905" y="185"/>
                    <a:pt x="1905" y="185"/>
                    <a:pt x="1905" y="185"/>
                  </a:cubicBezTo>
                  <a:cubicBezTo>
                    <a:pt x="1905" y="185"/>
                    <a:pt x="1905" y="185"/>
                    <a:pt x="1905" y="185"/>
                  </a:cubicBezTo>
                  <a:cubicBezTo>
                    <a:pt x="1906" y="187"/>
                    <a:pt x="1906" y="187"/>
                    <a:pt x="1906" y="187"/>
                  </a:cubicBezTo>
                  <a:cubicBezTo>
                    <a:pt x="1906" y="187"/>
                    <a:pt x="1906" y="187"/>
                    <a:pt x="1906" y="187"/>
                  </a:cubicBezTo>
                  <a:cubicBezTo>
                    <a:pt x="1907" y="189"/>
                    <a:pt x="1907" y="189"/>
                    <a:pt x="1907" y="189"/>
                  </a:cubicBezTo>
                  <a:cubicBezTo>
                    <a:pt x="1907" y="189"/>
                    <a:pt x="1907" y="189"/>
                    <a:pt x="1907" y="189"/>
                  </a:cubicBezTo>
                  <a:cubicBezTo>
                    <a:pt x="1908" y="190"/>
                    <a:pt x="1908" y="190"/>
                    <a:pt x="1908" y="190"/>
                  </a:cubicBezTo>
                  <a:cubicBezTo>
                    <a:pt x="1908" y="190"/>
                    <a:pt x="1908" y="190"/>
                    <a:pt x="1908" y="190"/>
                  </a:cubicBezTo>
                  <a:cubicBezTo>
                    <a:pt x="1909" y="192"/>
                    <a:pt x="1909" y="192"/>
                    <a:pt x="1909" y="192"/>
                  </a:cubicBezTo>
                  <a:cubicBezTo>
                    <a:pt x="1909" y="192"/>
                    <a:pt x="1909" y="192"/>
                    <a:pt x="1909" y="192"/>
                  </a:cubicBezTo>
                  <a:cubicBezTo>
                    <a:pt x="1910" y="193"/>
                    <a:pt x="1910" y="193"/>
                    <a:pt x="1910" y="193"/>
                  </a:cubicBezTo>
                  <a:cubicBezTo>
                    <a:pt x="1910" y="193"/>
                    <a:pt x="1910" y="193"/>
                    <a:pt x="1910" y="193"/>
                  </a:cubicBezTo>
                  <a:cubicBezTo>
                    <a:pt x="1911" y="194"/>
                    <a:pt x="1911" y="194"/>
                    <a:pt x="1911" y="194"/>
                  </a:cubicBezTo>
                  <a:cubicBezTo>
                    <a:pt x="1911" y="194"/>
                    <a:pt x="1911" y="194"/>
                    <a:pt x="1911" y="194"/>
                  </a:cubicBezTo>
                  <a:cubicBezTo>
                    <a:pt x="1914" y="194"/>
                    <a:pt x="1914" y="194"/>
                    <a:pt x="1914" y="194"/>
                  </a:cubicBezTo>
                  <a:lnTo>
                    <a:pt x="1916" y="194"/>
                  </a:lnTo>
                  <a:close/>
                  <a:moveTo>
                    <a:pt x="1879" y="168"/>
                  </a:moveTo>
                  <a:cubicBezTo>
                    <a:pt x="1881" y="168"/>
                    <a:pt x="1881" y="168"/>
                    <a:pt x="1881" y="168"/>
                  </a:cubicBezTo>
                  <a:cubicBezTo>
                    <a:pt x="1881" y="168"/>
                    <a:pt x="1881" y="168"/>
                    <a:pt x="1881" y="168"/>
                  </a:cubicBezTo>
                  <a:cubicBezTo>
                    <a:pt x="1882" y="168"/>
                    <a:pt x="1882" y="168"/>
                    <a:pt x="1882" y="168"/>
                  </a:cubicBezTo>
                  <a:cubicBezTo>
                    <a:pt x="1882" y="168"/>
                    <a:pt x="1882" y="168"/>
                    <a:pt x="1882" y="168"/>
                  </a:cubicBezTo>
                  <a:cubicBezTo>
                    <a:pt x="1883" y="167"/>
                    <a:pt x="1883" y="167"/>
                    <a:pt x="1883" y="167"/>
                  </a:cubicBezTo>
                  <a:cubicBezTo>
                    <a:pt x="1883" y="167"/>
                    <a:pt x="1883" y="167"/>
                    <a:pt x="1883" y="167"/>
                  </a:cubicBezTo>
                  <a:cubicBezTo>
                    <a:pt x="1885" y="165"/>
                    <a:pt x="1885" y="165"/>
                    <a:pt x="1885" y="165"/>
                  </a:cubicBezTo>
                  <a:cubicBezTo>
                    <a:pt x="1885" y="165"/>
                    <a:pt x="1885" y="165"/>
                    <a:pt x="1885" y="165"/>
                  </a:cubicBezTo>
                  <a:cubicBezTo>
                    <a:pt x="1886" y="165"/>
                    <a:pt x="1886" y="165"/>
                    <a:pt x="1886" y="165"/>
                  </a:cubicBezTo>
                  <a:cubicBezTo>
                    <a:pt x="1886" y="165"/>
                    <a:pt x="1886" y="165"/>
                    <a:pt x="1886" y="165"/>
                  </a:cubicBezTo>
                  <a:cubicBezTo>
                    <a:pt x="1887" y="164"/>
                    <a:pt x="1887" y="164"/>
                    <a:pt x="1887" y="164"/>
                  </a:cubicBezTo>
                  <a:cubicBezTo>
                    <a:pt x="1887" y="164"/>
                    <a:pt x="1887" y="164"/>
                    <a:pt x="1887" y="164"/>
                  </a:cubicBezTo>
                  <a:cubicBezTo>
                    <a:pt x="1888" y="163"/>
                    <a:pt x="1888" y="163"/>
                    <a:pt x="1888" y="163"/>
                  </a:cubicBezTo>
                  <a:cubicBezTo>
                    <a:pt x="1888" y="163"/>
                    <a:pt x="1888" y="163"/>
                    <a:pt x="1888" y="163"/>
                  </a:cubicBezTo>
                  <a:cubicBezTo>
                    <a:pt x="1891" y="162"/>
                    <a:pt x="1891" y="162"/>
                    <a:pt x="1891" y="162"/>
                  </a:cubicBezTo>
                  <a:cubicBezTo>
                    <a:pt x="1891" y="162"/>
                    <a:pt x="1891" y="162"/>
                    <a:pt x="1891" y="162"/>
                  </a:cubicBezTo>
                  <a:cubicBezTo>
                    <a:pt x="1890" y="159"/>
                    <a:pt x="1890" y="159"/>
                    <a:pt x="1890" y="159"/>
                  </a:cubicBezTo>
                  <a:cubicBezTo>
                    <a:pt x="1890" y="159"/>
                    <a:pt x="1890" y="159"/>
                    <a:pt x="1890" y="159"/>
                  </a:cubicBezTo>
                  <a:cubicBezTo>
                    <a:pt x="1890" y="157"/>
                    <a:pt x="1890" y="157"/>
                    <a:pt x="1890" y="157"/>
                  </a:cubicBezTo>
                  <a:cubicBezTo>
                    <a:pt x="1890" y="157"/>
                    <a:pt x="1890" y="157"/>
                    <a:pt x="1890" y="157"/>
                  </a:cubicBezTo>
                  <a:cubicBezTo>
                    <a:pt x="1888" y="154"/>
                    <a:pt x="1888" y="154"/>
                    <a:pt x="1888" y="154"/>
                  </a:cubicBezTo>
                  <a:cubicBezTo>
                    <a:pt x="1888" y="154"/>
                    <a:pt x="1888" y="154"/>
                    <a:pt x="1888" y="154"/>
                  </a:cubicBezTo>
                  <a:cubicBezTo>
                    <a:pt x="1886" y="150"/>
                    <a:pt x="1886" y="150"/>
                    <a:pt x="1886" y="150"/>
                  </a:cubicBezTo>
                  <a:cubicBezTo>
                    <a:pt x="1886" y="150"/>
                    <a:pt x="1886" y="150"/>
                    <a:pt x="1886" y="150"/>
                  </a:cubicBezTo>
                  <a:cubicBezTo>
                    <a:pt x="1882" y="148"/>
                    <a:pt x="1882" y="148"/>
                    <a:pt x="1882" y="148"/>
                  </a:cubicBezTo>
                  <a:cubicBezTo>
                    <a:pt x="1882" y="148"/>
                    <a:pt x="1882" y="148"/>
                    <a:pt x="1882" y="148"/>
                  </a:cubicBezTo>
                  <a:cubicBezTo>
                    <a:pt x="1878" y="145"/>
                    <a:pt x="1878" y="145"/>
                    <a:pt x="1878" y="145"/>
                  </a:cubicBezTo>
                  <a:cubicBezTo>
                    <a:pt x="1878" y="145"/>
                    <a:pt x="1878" y="145"/>
                    <a:pt x="1878" y="145"/>
                  </a:cubicBezTo>
                  <a:cubicBezTo>
                    <a:pt x="1875" y="144"/>
                    <a:pt x="1875" y="144"/>
                    <a:pt x="1875" y="144"/>
                  </a:cubicBezTo>
                  <a:cubicBezTo>
                    <a:pt x="1875" y="144"/>
                    <a:pt x="1875" y="144"/>
                    <a:pt x="1875" y="144"/>
                  </a:cubicBezTo>
                  <a:cubicBezTo>
                    <a:pt x="1872" y="143"/>
                    <a:pt x="1872" y="143"/>
                    <a:pt x="1872" y="143"/>
                  </a:cubicBezTo>
                  <a:cubicBezTo>
                    <a:pt x="1872" y="143"/>
                    <a:pt x="1872" y="143"/>
                    <a:pt x="1872" y="143"/>
                  </a:cubicBezTo>
                  <a:cubicBezTo>
                    <a:pt x="1870" y="145"/>
                    <a:pt x="1870" y="145"/>
                    <a:pt x="1870" y="145"/>
                  </a:cubicBezTo>
                  <a:cubicBezTo>
                    <a:pt x="1870" y="145"/>
                    <a:pt x="1870" y="145"/>
                    <a:pt x="1870" y="145"/>
                  </a:cubicBezTo>
                  <a:cubicBezTo>
                    <a:pt x="1869" y="147"/>
                    <a:pt x="1869" y="147"/>
                    <a:pt x="1869" y="147"/>
                  </a:cubicBezTo>
                  <a:cubicBezTo>
                    <a:pt x="1869" y="147"/>
                    <a:pt x="1869" y="147"/>
                    <a:pt x="1869" y="147"/>
                  </a:cubicBezTo>
                  <a:cubicBezTo>
                    <a:pt x="1867" y="149"/>
                    <a:pt x="1867" y="149"/>
                    <a:pt x="1867" y="149"/>
                  </a:cubicBezTo>
                  <a:cubicBezTo>
                    <a:pt x="1867" y="149"/>
                    <a:pt x="1867" y="149"/>
                    <a:pt x="1867" y="149"/>
                  </a:cubicBezTo>
                  <a:cubicBezTo>
                    <a:pt x="1866" y="150"/>
                    <a:pt x="1866" y="150"/>
                    <a:pt x="1866" y="150"/>
                  </a:cubicBezTo>
                  <a:cubicBezTo>
                    <a:pt x="1866" y="150"/>
                    <a:pt x="1866" y="150"/>
                    <a:pt x="1866" y="150"/>
                  </a:cubicBezTo>
                  <a:cubicBezTo>
                    <a:pt x="1864" y="152"/>
                    <a:pt x="1864" y="152"/>
                    <a:pt x="1864" y="152"/>
                  </a:cubicBezTo>
                  <a:cubicBezTo>
                    <a:pt x="1864" y="152"/>
                    <a:pt x="1864" y="152"/>
                    <a:pt x="1864" y="152"/>
                  </a:cubicBezTo>
                  <a:cubicBezTo>
                    <a:pt x="1863" y="153"/>
                    <a:pt x="1863" y="153"/>
                    <a:pt x="1863" y="153"/>
                  </a:cubicBezTo>
                  <a:cubicBezTo>
                    <a:pt x="1863" y="153"/>
                    <a:pt x="1863" y="153"/>
                    <a:pt x="1863" y="153"/>
                  </a:cubicBezTo>
                  <a:cubicBezTo>
                    <a:pt x="1860" y="155"/>
                    <a:pt x="1860" y="155"/>
                    <a:pt x="1860" y="155"/>
                  </a:cubicBezTo>
                  <a:cubicBezTo>
                    <a:pt x="1860" y="155"/>
                    <a:pt x="1860" y="155"/>
                    <a:pt x="1860" y="155"/>
                  </a:cubicBezTo>
                  <a:cubicBezTo>
                    <a:pt x="1859" y="155"/>
                    <a:pt x="1859" y="155"/>
                    <a:pt x="1859" y="155"/>
                  </a:cubicBezTo>
                  <a:cubicBezTo>
                    <a:pt x="1859" y="155"/>
                    <a:pt x="1859" y="155"/>
                    <a:pt x="1859" y="155"/>
                  </a:cubicBezTo>
                  <a:cubicBezTo>
                    <a:pt x="1859" y="159"/>
                    <a:pt x="1859" y="159"/>
                    <a:pt x="1859" y="159"/>
                  </a:cubicBezTo>
                  <a:cubicBezTo>
                    <a:pt x="1859" y="159"/>
                    <a:pt x="1859" y="159"/>
                    <a:pt x="1859" y="159"/>
                  </a:cubicBezTo>
                  <a:cubicBezTo>
                    <a:pt x="1860" y="162"/>
                    <a:pt x="1860" y="162"/>
                    <a:pt x="1860" y="162"/>
                  </a:cubicBezTo>
                  <a:cubicBezTo>
                    <a:pt x="1860" y="162"/>
                    <a:pt x="1860" y="162"/>
                    <a:pt x="1860" y="162"/>
                  </a:cubicBezTo>
                  <a:cubicBezTo>
                    <a:pt x="1863" y="163"/>
                    <a:pt x="1863" y="163"/>
                    <a:pt x="1863" y="163"/>
                  </a:cubicBezTo>
                  <a:cubicBezTo>
                    <a:pt x="1863" y="163"/>
                    <a:pt x="1863" y="163"/>
                    <a:pt x="1863" y="163"/>
                  </a:cubicBezTo>
                  <a:cubicBezTo>
                    <a:pt x="1865" y="164"/>
                    <a:pt x="1865" y="164"/>
                    <a:pt x="1865" y="164"/>
                  </a:cubicBezTo>
                  <a:cubicBezTo>
                    <a:pt x="1865" y="164"/>
                    <a:pt x="1865" y="164"/>
                    <a:pt x="1865" y="164"/>
                  </a:cubicBezTo>
                  <a:cubicBezTo>
                    <a:pt x="1868" y="165"/>
                    <a:pt x="1868" y="165"/>
                    <a:pt x="1868" y="165"/>
                  </a:cubicBezTo>
                  <a:cubicBezTo>
                    <a:pt x="1868" y="165"/>
                    <a:pt x="1868" y="165"/>
                    <a:pt x="1868" y="165"/>
                  </a:cubicBezTo>
                  <a:cubicBezTo>
                    <a:pt x="1870" y="166"/>
                    <a:pt x="1870" y="166"/>
                    <a:pt x="1870" y="166"/>
                  </a:cubicBezTo>
                  <a:cubicBezTo>
                    <a:pt x="1870" y="166"/>
                    <a:pt x="1870" y="166"/>
                    <a:pt x="1870" y="166"/>
                  </a:cubicBezTo>
                  <a:cubicBezTo>
                    <a:pt x="1872" y="167"/>
                    <a:pt x="1872" y="167"/>
                    <a:pt x="1872" y="167"/>
                  </a:cubicBezTo>
                  <a:cubicBezTo>
                    <a:pt x="1872" y="167"/>
                    <a:pt x="1872" y="167"/>
                    <a:pt x="1872" y="167"/>
                  </a:cubicBezTo>
                  <a:cubicBezTo>
                    <a:pt x="1874" y="168"/>
                    <a:pt x="1874" y="168"/>
                    <a:pt x="1874" y="168"/>
                  </a:cubicBezTo>
                  <a:cubicBezTo>
                    <a:pt x="1874" y="168"/>
                    <a:pt x="1874" y="168"/>
                    <a:pt x="1874" y="168"/>
                  </a:cubicBezTo>
                  <a:cubicBezTo>
                    <a:pt x="1877" y="168"/>
                    <a:pt x="1877" y="168"/>
                    <a:pt x="1877" y="168"/>
                  </a:cubicBezTo>
                  <a:lnTo>
                    <a:pt x="1879" y="168"/>
                  </a:lnTo>
                  <a:close/>
                  <a:moveTo>
                    <a:pt x="583" y="131"/>
                  </a:moveTo>
                  <a:cubicBezTo>
                    <a:pt x="583" y="130"/>
                    <a:pt x="583" y="130"/>
                    <a:pt x="583" y="130"/>
                  </a:cubicBezTo>
                  <a:cubicBezTo>
                    <a:pt x="583" y="130"/>
                    <a:pt x="583" y="130"/>
                    <a:pt x="583" y="130"/>
                  </a:cubicBezTo>
                  <a:cubicBezTo>
                    <a:pt x="583" y="128"/>
                    <a:pt x="583" y="128"/>
                    <a:pt x="583" y="128"/>
                  </a:cubicBezTo>
                  <a:cubicBezTo>
                    <a:pt x="583" y="128"/>
                    <a:pt x="583" y="128"/>
                    <a:pt x="583" y="128"/>
                  </a:cubicBezTo>
                  <a:cubicBezTo>
                    <a:pt x="583" y="128"/>
                    <a:pt x="583" y="128"/>
                    <a:pt x="583" y="128"/>
                  </a:cubicBezTo>
                  <a:cubicBezTo>
                    <a:pt x="583" y="128"/>
                    <a:pt x="583" y="128"/>
                    <a:pt x="583" y="128"/>
                  </a:cubicBezTo>
                  <a:cubicBezTo>
                    <a:pt x="583" y="126"/>
                    <a:pt x="583" y="126"/>
                    <a:pt x="583" y="126"/>
                  </a:cubicBezTo>
                  <a:cubicBezTo>
                    <a:pt x="583" y="126"/>
                    <a:pt x="583" y="126"/>
                    <a:pt x="583" y="126"/>
                  </a:cubicBezTo>
                  <a:cubicBezTo>
                    <a:pt x="583" y="125"/>
                    <a:pt x="583" y="125"/>
                    <a:pt x="583" y="125"/>
                  </a:cubicBezTo>
                  <a:cubicBezTo>
                    <a:pt x="583" y="125"/>
                    <a:pt x="583" y="125"/>
                    <a:pt x="583" y="125"/>
                  </a:cubicBezTo>
                  <a:cubicBezTo>
                    <a:pt x="583" y="123"/>
                    <a:pt x="583" y="123"/>
                    <a:pt x="583" y="123"/>
                  </a:cubicBezTo>
                  <a:cubicBezTo>
                    <a:pt x="583" y="123"/>
                    <a:pt x="583" y="123"/>
                    <a:pt x="583" y="123"/>
                  </a:cubicBezTo>
                  <a:cubicBezTo>
                    <a:pt x="583" y="122"/>
                    <a:pt x="583" y="122"/>
                    <a:pt x="583" y="122"/>
                  </a:cubicBezTo>
                  <a:cubicBezTo>
                    <a:pt x="583" y="122"/>
                    <a:pt x="583" y="122"/>
                    <a:pt x="583" y="122"/>
                  </a:cubicBezTo>
                  <a:cubicBezTo>
                    <a:pt x="583" y="119"/>
                    <a:pt x="583" y="119"/>
                    <a:pt x="583" y="119"/>
                  </a:cubicBezTo>
                  <a:cubicBezTo>
                    <a:pt x="583" y="119"/>
                    <a:pt x="583" y="119"/>
                    <a:pt x="583" y="119"/>
                  </a:cubicBezTo>
                  <a:cubicBezTo>
                    <a:pt x="607" y="111"/>
                    <a:pt x="607" y="111"/>
                    <a:pt x="607" y="111"/>
                  </a:cubicBezTo>
                  <a:cubicBezTo>
                    <a:pt x="607" y="111"/>
                    <a:pt x="607" y="111"/>
                    <a:pt x="607" y="111"/>
                  </a:cubicBezTo>
                  <a:cubicBezTo>
                    <a:pt x="604" y="114"/>
                    <a:pt x="604" y="114"/>
                    <a:pt x="604" y="114"/>
                  </a:cubicBezTo>
                  <a:cubicBezTo>
                    <a:pt x="604" y="114"/>
                    <a:pt x="604" y="114"/>
                    <a:pt x="604" y="114"/>
                  </a:cubicBezTo>
                  <a:cubicBezTo>
                    <a:pt x="602" y="117"/>
                    <a:pt x="602" y="117"/>
                    <a:pt x="602" y="117"/>
                  </a:cubicBezTo>
                  <a:cubicBezTo>
                    <a:pt x="602" y="117"/>
                    <a:pt x="602" y="117"/>
                    <a:pt x="602" y="117"/>
                  </a:cubicBezTo>
                  <a:cubicBezTo>
                    <a:pt x="599" y="120"/>
                    <a:pt x="599" y="120"/>
                    <a:pt x="599" y="120"/>
                  </a:cubicBezTo>
                  <a:cubicBezTo>
                    <a:pt x="599" y="120"/>
                    <a:pt x="599" y="120"/>
                    <a:pt x="599" y="120"/>
                  </a:cubicBezTo>
                  <a:cubicBezTo>
                    <a:pt x="597" y="123"/>
                    <a:pt x="597" y="123"/>
                    <a:pt x="597" y="123"/>
                  </a:cubicBezTo>
                  <a:cubicBezTo>
                    <a:pt x="597" y="123"/>
                    <a:pt x="597" y="123"/>
                    <a:pt x="597" y="123"/>
                  </a:cubicBezTo>
                  <a:cubicBezTo>
                    <a:pt x="593" y="126"/>
                    <a:pt x="593" y="126"/>
                    <a:pt x="593" y="126"/>
                  </a:cubicBezTo>
                  <a:cubicBezTo>
                    <a:pt x="593" y="126"/>
                    <a:pt x="593" y="126"/>
                    <a:pt x="593" y="126"/>
                  </a:cubicBezTo>
                  <a:cubicBezTo>
                    <a:pt x="591" y="128"/>
                    <a:pt x="591" y="128"/>
                    <a:pt x="591" y="128"/>
                  </a:cubicBezTo>
                  <a:cubicBezTo>
                    <a:pt x="591" y="128"/>
                    <a:pt x="591" y="128"/>
                    <a:pt x="591" y="128"/>
                  </a:cubicBezTo>
                  <a:cubicBezTo>
                    <a:pt x="587" y="130"/>
                    <a:pt x="587" y="130"/>
                    <a:pt x="587" y="130"/>
                  </a:cubicBezTo>
                  <a:cubicBezTo>
                    <a:pt x="587" y="130"/>
                    <a:pt x="587" y="130"/>
                    <a:pt x="587" y="130"/>
                  </a:cubicBezTo>
                  <a:cubicBezTo>
                    <a:pt x="584" y="131"/>
                    <a:pt x="584" y="131"/>
                    <a:pt x="584" y="131"/>
                  </a:cubicBezTo>
                  <a:lnTo>
                    <a:pt x="583" y="131"/>
                  </a:lnTo>
                  <a:close/>
                  <a:moveTo>
                    <a:pt x="1853" y="121"/>
                  </a:moveTo>
                  <a:cubicBezTo>
                    <a:pt x="1854" y="121"/>
                    <a:pt x="1854" y="121"/>
                    <a:pt x="1854" y="121"/>
                  </a:cubicBezTo>
                  <a:lnTo>
                    <a:pt x="1853" y="121"/>
                  </a:lnTo>
                  <a:close/>
                  <a:moveTo>
                    <a:pt x="196" y="69"/>
                  </a:moveTo>
                  <a:cubicBezTo>
                    <a:pt x="202" y="68"/>
                    <a:pt x="202" y="68"/>
                    <a:pt x="202" y="68"/>
                  </a:cubicBezTo>
                  <a:cubicBezTo>
                    <a:pt x="202" y="68"/>
                    <a:pt x="202" y="68"/>
                    <a:pt x="202" y="68"/>
                  </a:cubicBezTo>
                  <a:cubicBezTo>
                    <a:pt x="211" y="67"/>
                    <a:pt x="211" y="67"/>
                    <a:pt x="211" y="67"/>
                  </a:cubicBezTo>
                  <a:cubicBezTo>
                    <a:pt x="211" y="67"/>
                    <a:pt x="211" y="67"/>
                    <a:pt x="211" y="67"/>
                  </a:cubicBezTo>
                  <a:cubicBezTo>
                    <a:pt x="219" y="67"/>
                    <a:pt x="219" y="67"/>
                    <a:pt x="219" y="67"/>
                  </a:cubicBezTo>
                  <a:cubicBezTo>
                    <a:pt x="219" y="67"/>
                    <a:pt x="219" y="67"/>
                    <a:pt x="219" y="67"/>
                  </a:cubicBezTo>
                  <a:cubicBezTo>
                    <a:pt x="228" y="67"/>
                    <a:pt x="228" y="67"/>
                    <a:pt x="228" y="67"/>
                  </a:cubicBezTo>
                  <a:cubicBezTo>
                    <a:pt x="228" y="67"/>
                    <a:pt x="228" y="67"/>
                    <a:pt x="228" y="67"/>
                  </a:cubicBezTo>
                  <a:cubicBezTo>
                    <a:pt x="234" y="67"/>
                    <a:pt x="234" y="67"/>
                    <a:pt x="234" y="67"/>
                  </a:cubicBezTo>
                  <a:cubicBezTo>
                    <a:pt x="234" y="67"/>
                    <a:pt x="234" y="67"/>
                    <a:pt x="234" y="67"/>
                  </a:cubicBezTo>
                  <a:cubicBezTo>
                    <a:pt x="241" y="66"/>
                    <a:pt x="241" y="66"/>
                    <a:pt x="241" y="66"/>
                  </a:cubicBezTo>
                  <a:cubicBezTo>
                    <a:pt x="241" y="66"/>
                    <a:pt x="241" y="66"/>
                    <a:pt x="241" y="66"/>
                  </a:cubicBezTo>
                  <a:cubicBezTo>
                    <a:pt x="248" y="64"/>
                    <a:pt x="248" y="64"/>
                    <a:pt x="248" y="64"/>
                  </a:cubicBezTo>
                  <a:cubicBezTo>
                    <a:pt x="248" y="64"/>
                    <a:pt x="248" y="64"/>
                    <a:pt x="248" y="64"/>
                  </a:cubicBezTo>
                  <a:cubicBezTo>
                    <a:pt x="253" y="59"/>
                    <a:pt x="253" y="59"/>
                    <a:pt x="253" y="59"/>
                  </a:cubicBezTo>
                  <a:cubicBezTo>
                    <a:pt x="253" y="59"/>
                    <a:pt x="253" y="59"/>
                    <a:pt x="253" y="59"/>
                  </a:cubicBezTo>
                  <a:cubicBezTo>
                    <a:pt x="252" y="57"/>
                    <a:pt x="252" y="57"/>
                    <a:pt x="252" y="57"/>
                  </a:cubicBezTo>
                  <a:cubicBezTo>
                    <a:pt x="252" y="57"/>
                    <a:pt x="252" y="57"/>
                    <a:pt x="252" y="57"/>
                  </a:cubicBezTo>
                  <a:cubicBezTo>
                    <a:pt x="252" y="54"/>
                    <a:pt x="252" y="54"/>
                    <a:pt x="252" y="54"/>
                  </a:cubicBezTo>
                  <a:cubicBezTo>
                    <a:pt x="252" y="54"/>
                    <a:pt x="252" y="54"/>
                    <a:pt x="252" y="54"/>
                  </a:cubicBezTo>
                  <a:cubicBezTo>
                    <a:pt x="251" y="52"/>
                    <a:pt x="251" y="52"/>
                    <a:pt x="251" y="52"/>
                  </a:cubicBezTo>
                  <a:cubicBezTo>
                    <a:pt x="251" y="52"/>
                    <a:pt x="251" y="52"/>
                    <a:pt x="251" y="52"/>
                  </a:cubicBezTo>
                  <a:cubicBezTo>
                    <a:pt x="250" y="49"/>
                    <a:pt x="250" y="49"/>
                    <a:pt x="250" y="49"/>
                  </a:cubicBezTo>
                  <a:cubicBezTo>
                    <a:pt x="250" y="49"/>
                    <a:pt x="250" y="49"/>
                    <a:pt x="250" y="49"/>
                  </a:cubicBezTo>
                  <a:cubicBezTo>
                    <a:pt x="248" y="47"/>
                    <a:pt x="248" y="47"/>
                    <a:pt x="248" y="47"/>
                  </a:cubicBezTo>
                  <a:cubicBezTo>
                    <a:pt x="248" y="47"/>
                    <a:pt x="248" y="47"/>
                    <a:pt x="248" y="47"/>
                  </a:cubicBezTo>
                  <a:cubicBezTo>
                    <a:pt x="247" y="46"/>
                    <a:pt x="247" y="46"/>
                    <a:pt x="247" y="46"/>
                  </a:cubicBezTo>
                  <a:cubicBezTo>
                    <a:pt x="247" y="46"/>
                    <a:pt x="247" y="46"/>
                    <a:pt x="247" y="46"/>
                  </a:cubicBezTo>
                  <a:cubicBezTo>
                    <a:pt x="244" y="44"/>
                    <a:pt x="244" y="44"/>
                    <a:pt x="244" y="44"/>
                  </a:cubicBezTo>
                  <a:cubicBezTo>
                    <a:pt x="244" y="44"/>
                    <a:pt x="244" y="44"/>
                    <a:pt x="244" y="44"/>
                  </a:cubicBezTo>
                  <a:cubicBezTo>
                    <a:pt x="244" y="41"/>
                    <a:pt x="244" y="41"/>
                    <a:pt x="244" y="41"/>
                  </a:cubicBezTo>
                  <a:cubicBezTo>
                    <a:pt x="244" y="41"/>
                    <a:pt x="244" y="41"/>
                    <a:pt x="244" y="41"/>
                  </a:cubicBezTo>
                  <a:cubicBezTo>
                    <a:pt x="235" y="35"/>
                    <a:pt x="235" y="35"/>
                    <a:pt x="235" y="35"/>
                  </a:cubicBezTo>
                  <a:cubicBezTo>
                    <a:pt x="235" y="35"/>
                    <a:pt x="235" y="35"/>
                    <a:pt x="235" y="35"/>
                  </a:cubicBezTo>
                  <a:cubicBezTo>
                    <a:pt x="227" y="29"/>
                    <a:pt x="227" y="29"/>
                    <a:pt x="227" y="29"/>
                  </a:cubicBezTo>
                  <a:cubicBezTo>
                    <a:pt x="227" y="29"/>
                    <a:pt x="227" y="29"/>
                    <a:pt x="227" y="29"/>
                  </a:cubicBezTo>
                  <a:cubicBezTo>
                    <a:pt x="217" y="24"/>
                    <a:pt x="217" y="24"/>
                    <a:pt x="217" y="24"/>
                  </a:cubicBezTo>
                  <a:cubicBezTo>
                    <a:pt x="217" y="24"/>
                    <a:pt x="217" y="24"/>
                    <a:pt x="217" y="24"/>
                  </a:cubicBezTo>
                  <a:cubicBezTo>
                    <a:pt x="209" y="19"/>
                    <a:pt x="209" y="19"/>
                    <a:pt x="209" y="19"/>
                  </a:cubicBezTo>
                  <a:cubicBezTo>
                    <a:pt x="209" y="19"/>
                    <a:pt x="209" y="19"/>
                    <a:pt x="209" y="19"/>
                  </a:cubicBezTo>
                  <a:cubicBezTo>
                    <a:pt x="198" y="18"/>
                    <a:pt x="198" y="18"/>
                    <a:pt x="198" y="18"/>
                  </a:cubicBezTo>
                  <a:cubicBezTo>
                    <a:pt x="198" y="18"/>
                    <a:pt x="198" y="18"/>
                    <a:pt x="198" y="18"/>
                  </a:cubicBezTo>
                  <a:cubicBezTo>
                    <a:pt x="189" y="15"/>
                    <a:pt x="189" y="15"/>
                    <a:pt x="189" y="15"/>
                  </a:cubicBezTo>
                  <a:cubicBezTo>
                    <a:pt x="189" y="15"/>
                    <a:pt x="189" y="15"/>
                    <a:pt x="189" y="15"/>
                  </a:cubicBezTo>
                  <a:cubicBezTo>
                    <a:pt x="178" y="14"/>
                    <a:pt x="178" y="14"/>
                    <a:pt x="178" y="14"/>
                  </a:cubicBezTo>
                  <a:cubicBezTo>
                    <a:pt x="178" y="14"/>
                    <a:pt x="178" y="14"/>
                    <a:pt x="178" y="14"/>
                  </a:cubicBezTo>
                  <a:cubicBezTo>
                    <a:pt x="168" y="14"/>
                    <a:pt x="168" y="14"/>
                    <a:pt x="168" y="14"/>
                  </a:cubicBezTo>
                  <a:cubicBezTo>
                    <a:pt x="168" y="14"/>
                    <a:pt x="168" y="14"/>
                    <a:pt x="168" y="14"/>
                  </a:cubicBezTo>
                  <a:cubicBezTo>
                    <a:pt x="167" y="16"/>
                    <a:pt x="167" y="16"/>
                    <a:pt x="167" y="16"/>
                  </a:cubicBezTo>
                  <a:cubicBezTo>
                    <a:pt x="167" y="16"/>
                    <a:pt x="167" y="16"/>
                    <a:pt x="167" y="16"/>
                  </a:cubicBezTo>
                  <a:cubicBezTo>
                    <a:pt x="166" y="17"/>
                    <a:pt x="166" y="17"/>
                    <a:pt x="166" y="17"/>
                  </a:cubicBezTo>
                  <a:cubicBezTo>
                    <a:pt x="166" y="17"/>
                    <a:pt x="166" y="17"/>
                    <a:pt x="166" y="17"/>
                  </a:cubicBezTo>
                  <a:cubicBezTo>
                    <a:pt x="166" y="18"/>
                    <a:pt x="166" y="18"/>
                    <a:pt x="166" y="18"/>
                  </a:cubicBezTo>
                  <a:cubicBezTo>
                    <a:pt x="166" y="18"/>
                    <a:pt x="166" y="18"/>
                    <a:pt x="166" y="18"/>
                  </a:cubicBezTo>
                  <a:cubicBezTo>
                    <a:pt x="167" y="19"/>
                    <a:pt x="167" y="19"/>
                    <a:pt x="167" y="19"/>
                  </a:cubicBezTo>
                  <a:cubicBezTo>
                    <a:pt x="167" y="19"/>
                    <a:pt x="167" y="19"/>
                    <a:pt x="167" y="19"/>
                  </a:cubicBezTo>
                  <a:cubicBezTo>
                    <a:pt x="167" y="21"/>
                    <a:pt x="167" y="21"/>
                    <a:pt x="167" y="21"/>
                  </a:cubicBezTo>
                  <a:cubicBezTo>
                    <a:pt x="167" y="21"/>
                    <a:pt x="167" y="21"/>
                    <a:pt x="167" y="21"/>
                  </a:cubicBezTo>
                  <a:cubicBezTo>
                    <a:pt x="167" y="22"/>
                    <a:pt x="167" y="22"/>
                    <a:pt x="167" y="22"/>
                  </a:cubicBezTo>
                  <a:cubicBezTo>
                    <a:pt x="167" y="22"/>
                    <a:pt x="167" y="22"/>
                    <a:pt x="167" y="22"/>
                  </a:cubicBezTo>
                  <a:cubicBezTo>
                    <a:pt x="168" y="22"/>
                    <a:pt x="168" y="22"/>
                    <a:pt x="168" y="22"/>
                  </a:cubicBezTo>
                  <a:cubicBezTo>
                    <a:pt x="168" y="22"/>
                    <a:pt x="168" y="22"/>
                    <a:pt x="168" y="22"/>
                  </a:cubicBezTo>
                  <a:cubicBezTo>
                    <a:pt x="169" y="22"/>
                    <a:pt x="169" y="22"/>
                    <a:pt x="169" y="22"/>
                  </a:cubicBezTo>
                  <a:cubicBezTo>
                    <a:pt x="169" y="22"/>
                    <a:pt x="169" y="22"/>
                    <a:pt x="169" y="22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1" y="41"/>
                    <a:pt x="191" y="41"/>
                    <a:pt x="191" y="41"/>
                  </a:cubicBezTo>
                  <a:cubicBezTo>
                    <a:pt x="191" y="41"/>
                    <a:pt x="191" y="41"/>
                    <a:pt x="191" y="41"/>
                  </a:cubicBezTo>
                  <a:cubicBezTo>
                    <a:pt x="192" y="43"/>
                    <a:pt x="192" y="43"/>
                    <a:pt x="192" y="43"/>
                  </a:cubicBezTo>
                  <a:cubicBezTo>
                    <a:pt x="192" y="43"/>
                    <a:pt x="192" y="43"/>
                    <a:pt x="192" y="43"/>
                  </a:cubicBezTo>
                  <a:cubicBezTo>
                    <a:pt x="193" y="46"/>
                    <a:pt x="193" y="46"/>
                    <a:pt x="193" y="46"/>
                  </a:cubicBezTo>
                  <a:cubicBezTo>
                    <a:pt x="193" y="46"/>
                    <a:pt x="193" y="46"/>
                    <a:pt x="193" y="46"/>
                  </a:cubicBezTo>
                  <a:cubicBezTo>
                    <a:pt x="195" y="47"/>
                    <a:pt x="195" y="47"/>
                    <a:pt x="195" y="47"/>
                  </a:cubicBezTo>
                  <a:cubicBezTo>
                    <a:pt x="195" y="47"/>
                    <a:pt x="195" y="47"/>
                    <a:pt x="195" y="47"/>
                  </a:cubicBezTo>
                  <a:cubicBezTo>
                    <a:pt x="196" y="48"/>
                    <a:pt x="196" y="48"/>
                    <a:pt x="196" y="48"/>
                  </a:cubicBezTo>
                  <a:cubicBezTo>
                    <a:pt x="196" y="48"/>
                    <a:pt x="196" y="48"/>
                    <a:pt x="196" y="48"/>
                  </a:cubicBezTo>
                  <a:cubicBezTo>
                    <a:pt x="197" y="49"/>
                    <a:pt x="197" y="49"/>
                    <a:pt x="197" y="49"/>
                  </a:cubicBezTo>
                  <a:cubicBezTo>
                    <a:pt x="197" y="49"/>
                    <a:pt x="197" y="49"/>
                    <a:pt x="197" y="49"/>
                  </a:cubicBezTo>
                  <a:cubicBezTo>
                    <a:pt x="198" y="50"/>
                    <a:pt x="198" y="50"/>
                    <a:pt x="198" y="50"/>
                  </a:cubicBezTo>
                  <a:cubicBezTo>
                    <a:pt x="198" y="50"/>
                    <a:pt x="198" y="50"/>
                    <a:pt x="198" y="50"/>
                  </a:cubicBezTo>
                  <a:cubicBezTo>
                    <a:pt x="200" y="51"/>
                    <a:pt x="200" y="51"/>
                    <a:pt x="200" y="51"/>
                  </a:cubicBezTo>
                  <a:cubicBezTo>
                    <a:pt x="200" y="51"/>
                    <a:pt x="200" y="51"/>
                    <a:pt x="200" y="51"/>
                  </a:cubicBezTo>
                  <a:cubicBezTo>
                    <a:pt x="200" y="54"/>
                    <a:pt x="200" y="54"/>
                    <a:pt x="200" y="54"/>
                  </a:cubicBezTo>
                  <a:cubicBezTo>
                    <a:pt x="200" y="54"/>
                    <a:pt x="200" y="54"/>
                    <a:pt x="200" y="54"/>
                  </a:cubicBezTo>
                  <a:cubicBezTo>
                    <a:pt x="200" y="57"/>
                    <a:pt x="200" y="57"/>
                    <a:pt x="200" y="57"/>
                  </a:cubicBezTo>
                  <a:cubicBezTo>
                    <a:pt x="200" y="57"/>
                    <a:pt x="200" y="57"/>
                    <a:pt x="200" y="57"/>
                  </a:cubicBezTo>
                  <a:cubicBezTo>
                    <a:pt x="199" y="60"/>
                    <a:pt x="199" y="60"/>
                    <a:pt x="199" y="60"/>
                  </a:cubicBezTo>
                  <a:cubicBezTo>
                    <a:pt x="199" y="60"/>
                    <a:pt x="199" y="60"/>
                    <a:pt x="199" y="60"/>
                  </a:cubicBezTo>
                  <a:cubicBezTo>
                    <a:pt x="198" y="61"/>
                    <a:pt x="198" y="61"/>
                    <a:pt x="198" y="61"/>
                  </a:cubicBezTo>
                  <a:cubicBezTo>
                    <a:pt x="198" y="61"/>
                    <a:pt x="198" y="61"/>
                    <a:pt x="198" y="61"/>
                  </a:cubicBezTo>
                  <a:cubicBezTo>
                    <a:pt x="197" y="64"/>
                    <a:pt x="197" y="64"/>
                    <a:pt x="197" y="64"/>
                  </a:cubicBezTo>
                  <a:cubicBezTo>
                    <a:pt x="197" y="64"/>
                    <a:pt x="197" y="64"/>
                    <a:pt x="197" y="64"/>
                  </a:cubicBezTo>
                  <a:cubicBezTo>
                    <a:pt x="196" y="65"/>
                    <a:pt x="196" y="65"/>
                    <a:pt x="196" y="65"/>
                  </a:cubicBezTo>
                  <a:cubicBezTo>
                    <a:pt x="196" y="65"/>
                    <a:pt x="196" y="65"/>
                    <a:pt x="196" y="65"/>
                  </a:cubicBezTo>
                  <a:cubicBezTo>
                    <a:pt x="196" y="68"/>
                    <a:pt x="196" y="68"/>
                    <a:pt x="196" y="68"/>
                  </a:cubicBezTo>
                  <a:cubicBezTo>
                    <a:pt x="196" y="68"/>
                    <a:pt x="196" y="68"/>
                    <a:pt x="196" y="68"/>
                  </a:cubicBezTo>
                  <a:lnTo>
                    <a:pt x="196" y="69"/>
                  </a:lnTo>
                  <a:close/>
                </a:path>
              </a:pathLst>
            </a:custGeom>
            <a:solidFill>
              <a:srgbClr val="B600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2" name="íṧlíḓê"/>
            <p:cNvSpPr/>
            <p:nvPr userDrawn="1"/>
          </p:nvSpPr>
          <p:spPr bwMode="auto">
            <a:xfrm>
              <a:off x="4816081" y="4076932"/>
              <a:ext cx="4728471" cy="131499"/>
            </a:xfrm>
            <a:custGeom>
              <a:avLst/>
              <a:gdLst>
                <a:gd name="T0" fmla="*/ 28 w 2078"/>
                <a:gd name="T1" fmla="*/ 9 h 58"/>
                <a:gd name="T2" fmla="*/ 38 w 2078"/>
                <a:gd name="T3" fmla="*/ 57 h 58"/>
                <a:gd name="T4" fmla="*/ 111 w 2078"/>
                <a:gd name="T5" fmla="*/ 2 h 58"/>
                <a:gd name="T6" fmla="*/ 87 w 2078"/>
                <a:gd name="T7" fmla="*/ 2 h 58"/>
                <a:gd name="T8" fmla="*/ 111 w 2078"/>
                <a:gd name="T9" fmla="*/ 2 h 58"/>
                <a:gd name="T10" fmla="*/ 176 w 2078"/>
                <a:gd name="T11" fmla="*/ 2 h 58"/>
                <a:gd name="T12" fmla="*/ 169 w 2078"/>
                <a:gd name="T13" fmla="*/ 12 h 58"/>
                <a:gd name="T14" fmla="*/ 253 w 2078"/>
                <a:gd name="T15" fmla="*/ 45 h 58"/>
                <a:gd name="T16" fmla="*/ 226 w 2078"/>
                <a:gd name="T17" fmla="*/ 11 h 58"/>
                <a:gd name="T18" fmla="*/ 324 w 2078"/>
                <a:gd name="T19" fmla="*/ 48 h 58"/>
                <a:gd name="T20" fmla="*/ 311 w 2078"/>
                <a:gd name="T21" fmla="*/ 0 h 58"/>
                <a:gd name="T22" fmla="*/ 314 w 2078"/>
                <a:gd name="T23" fmla="*/ 27 h 58"/>
                <a:gd name="T24" fmla="*/ 395 w 2078"/>
                <a:gd name="T25" fmla="*/ 48 h 58"/>
                <a:gd name="T26" fmla="*/ 396 w 2078"/>
                <a:gd name="T27" fmla="*/ 2 h 58"/>
                <a:gd name="T28" fmla="*/ 443 w 2078"/>
                <a:gd name="T29" fmla="*/ 30 h 58"/>
                <a:gd name="T30" fmla="*/ 470 w 2078"/>
                <a:gd name="T31" fmla="*/ 9 h 58"/>
                <a:gd name="T32" fmla="*/ 535 w 2078"/>
                <a:gd name="T33" fmla="*/ 2 h 58"/>
                <a:gd name="T34" fmla="*/ 550 w 2078"/>
                <a:gd name="T35" fmla="*/ 57 h 58"/>
                <a:gd name="T36" fmla="*/ 600 w 2078"/>
                <a:gd name="T37" fmla="*/ 30 h 58"/>
                <a:gd name="T38" fmla="*/ 614 w 2078"/>
                <a:gd name="T39" fmla="*/ 58 h 58"/>
                <a:gd name="T40" fmla="*/ 627 w 2078"/>
                <a:gd name="T41" fmla="*/ 37 h 58"/>
                <a:gd name="T42" fmla="*/ 692 w 2078"/>
                <a:gd name="T43" fmla="*/ 32 h 58"/>
                <a:gd name="T44" fmla="*/ 728 w 2078"/>
                <a:gd name="T45" fmla="*/ 2 h 58"/>
                <a:gd name="T46" fmla="*/ 790 w 2078"/>
                <a:gd name="T47" fmla="*/ 45 h 58"/>
                <a:gd name="T48" fmla="*/ 763 w 2078"/>
                <a:gd name="T49" fmla="*/ 11 h 58"/>
                <a:gd name="T50" fmla="*/ 836 w 2078"/>
                <a:gd name="T51" fmla="*/ 57 h 58"/>
                <a:gd name="T52" fmla="*/ 882 w 2078"/>
                <a:gd name="T53" fmla="*/ 45 h 58"/>
                <a:gd name="T54" fmla="*/ 964 w 2078"/>
                <a:gd name="T55" fmla="*/ 57 h 58"/>
                <a:gd name="T56" fmla="*/ 939 w 2078"/>
                <a:gd name="T57" fmla="*/ 24 h 58"/>
                <a:gd name="T58" fmla="*/ 998 w 2078"/>
                <a:gd name="T59" fmla="*/ 11 h 58"/>
                <a:gd name="T60" fmla="*/ 998 w 2078"/>
                <a:gd name="T61" fmla="*/ 35 h 58"/>
                <a:gd name="T62" fmla="*/ 1027 w 2078"/>
                <a:gd name="T63" fmla="*/ 42 h 58"/>
                <a:gd name="T64" fmla="*/ 987 w 2078"/>
                <a:gd name="T65" fmla="*/ 57 h 58"/>
                <a:gd name="T66" fmla="*/ 1068 w 2078"/>
                <a:gd name="T67" fmla="*/ 34 h 58"/>
                <a:gd name="T68" fmla="*/ 1070 w 2078"/>
                <a:gd name="T69" fmla="*/ 58 h 58"/>
                <a:gd name="T70" fmla="*/ 1080 w 2078"/>
                <a:gd name="T71" fmla="*/ 18 h 58"/>
                <a:gd name="T72" fmla="*/ 1127 w 2078"/>
                <a:gd name="T73" fmla="*/ 2 h 58"/>
                <a:gd name="T74" fmla="*/ 1190 w 2078"/>
                <a:gd name="T75" fmla="*/ 11 h 58"/>
                <a:gd name="T76" fmla="*/ 1236 w 2078"/>
                <a:gd name="T77" fmla="*/ 39 h 58"/>
                <a:gd name="T78" fmla="*/ 1224 w 2078"/>
                <a:gd name="T79" fmla="*/ 39 h 58"/>
                <a:gd name="T80" fmla="*/ 1315 w 2078"/>
                <a:gd name="T81" fmla="*/ 58 h 58"/>
                <a:gd name="T82" fmla="*/ 1375 w 2078"/>
                <a:gd name="T83" fmla="*/ 57 h 58"/>
                <a:gd name="T84" fmla="*/ 1399 w 2078"/>
                <a:gd name="T85" fmla="*/ 11 h 58"/>
                <a:gd name="T86" fmla="*/ 1448 w 2078"/>
                <a:gd name="T87" fmla="*/ 11 h 58"/>
                <a:gd name="T88" fmla="*/ 1431 w 2078"/>
                <a:gd name="T89" fmla="*/ 2 h 58"/>
                <a:gd name="T90" fmla="*/ 1507 w 2078"/>
                <a:gd name="T91" fmla="*/ 33 h 58"/>
                <a:gd name="T92" fmla="*/ 1531 w 2078"/>
                <a:gd name="T93" fmla="*/ 2 h 58"/>
                <a:gd name="T94" fmla="*/ 1576 w 2078"/>
                <a:gd name="T95" fmla="*/ 58 h 58"/>
                <a:gd name="T96" fmla="*/ 1586 w 2078"/>
                <a:gd name="T97" fmla="*/ 20 h 58"/>
                <a:gd name="T98" fmla="*/ 1664 w 2078"/>
                <a:gd name="T99" fmla="*/ 57 h 58"/>
                <a:gd name="T100" fmla="*/ 1620 w 2078"/>
                <a:gd name="T101" fmla="*/ 2 h 58"/>
                <a:gd name="T102" fmla="*/ 1726 w 2078"/>
                <a:gd name="T103" fmla="*/ 45 h 58"/>
                <a:gd name="T104" fmla="*/ 1698 w 2078"/>
                <a:gd name="T105" fmla="*/ 11 h 58"/>
                <a:gd name="T106" fmla="*/ 1784 w 2078"/>
                <a:gd name="T107" fmla="*/ 0 h 58"/>
                <a:gd name="T108" fmla="*/ 1771 w 2078"/>
                <a:gd name="T109" fmla="*/ 30 h 58"/>
                <a:gd name="T110" fmla="*/ 1833 w 2078"/>
                <a:gd name="T111" fmla="*/ 2 h 58"/>
                <a:gd name="T112" fmla="*/ 1886 w 2078"/>
                <a:gd name="T113" fmla="*/ 30 h 58"/>
                <a:gd name="T114" fmla="*/ 1913 w 2078"/>
                <a:gd name="T115" fmla="*/ 9 h 58"/>
                <a:gd name="T116" fmla="*/ 1986 w 2078"/>
                <a:gd name="T117" fmla="*/ 9 h 58"/>
                <a:gd name="T118" fmla="*/ 1997 w 2078"/>
                <a:gd name="T119" fmla="*/ 57 h 58"/>
                <a:gd name="T120" fmla="*/ 2048 w 2078"/>
                <a:gd name="T121" fmla="*/ 57 h 58"/>
                <a:gd name="T122" fmla="*/ 2043 w 2078"/>
                <a:gd name="T123" fmla="*/ 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078" h="58">
                  <a:moveTo>
                    <a:pt x="38" y="37"/>
                  </a:moveTo>
                  <a:cubicBezTo>
                    <a:pt x="38" y="48"/>
                    <a:pt x="38" y="48"/>
                    <a:pt x="38" y="48"/>
                  </a:cubicBezTo>
                  <a:cubicBezTo>
                    <a:pt x="38" y="49"/>
                    <a:pt x="38" y="49"/>
                    <a:pt x="38" y="48"/>
                  </a:cubicBezTo>
                  <a:cubicBezTo>
                    <a:pt x="34" y="49"/>
                    <a:pt x="30" y="50"/>
                    <a:pt x="28" y="50"/>
                  </a:cubicBezTo>
                  <a:cubicBezTo>
                    <a:pt x="18" y="49"/>
                    <a:pt x="12" y="43"/>
                    <a:pt x="12" y="30"/>
                  </a:cubicBezTo>
                  <a:cubicBezTo>
                    <a:pt x="12" y="16"/>
                    <a:pt x="18" y="9"/>
                    <a:pt x="28" y="9"/>
                  </a:cubicBezTo>
                  <a:cubicBezTo>
                    <a:pt x="35" y="9"/>
                    <a:pt x="38" y="12"/>
                    <a:pt x="38" y="18"/>
                  </a:cubicBezTo>
                  <a:cubicBezTo>
                    <a:pt x="51" y="18"/>
                    <a:pt x="51" y="18"/>
                    <a:pt x="51" y="18"/>
                  </a:cubicBezTo>
                  <a:cubicBezTo>
                    <a:pt x="51" y="6"/>
                    <a:pt x="43" y="0"/>
                    <a:pt x="25" y="0"/>
                  </a:cubicBezTo>
                  <a:cubicBezTo>
                    <a:pt x="9" y="2"/>
                    <a:pt x="0" y="11"/>
                    <a:pt x="0" y="30"/>
                  </a:cubicBezTo>
                  <a:cubicBezTo>
                    <a:pt x="0" y="47"/>
                    <a:pt x="9" y="57"/>
                    <a:pt x="25" y="58"/>
                  </a:cubicBezTo>
                  <a:cubicBezTo>
                    <a:pt x="31" y="58"/>
                    <a:pt x="35" y="58"/>
                    <a:pt x="38" y="57"/>
                  </a:cubicBezTo>
                  <a:cubicBezTo>
                    <a:pt x="42" y="57"/>
                    <a:pt x="46" y="57"/>
                    <a:pt x="50" y="55"/>
                  </a:cubicBezTo>
                  <a:cubicBezTo>
                    <a:pt x="50" y="27"/>
                    <a:pt x="50" y="27"/>
                    <a:pt x="50" y="27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8" y="37"/>
                    <a:pt x="28" y="37"/>
                    <a:pt x="28" y="37"/>
                  </a:cubicBezTo>
                  <a:cubicBezTo>
                    <a:pt x="38" y="37"/>
                    <a:pt x="38" y="37"/>
                    <a:pt x="38" y="37"/>
                  </a:cubicBezTo>
                  <a:close/>
                  <a:moveTo>
                    <a:pt x="111" y="2"/>
                  </a:moveTo>
                  <a:cubicBezTo>
                    <a:pt x="111" y="32"/>
                    <a:pt x="111" y="32"/>
                    <a:pt x="111" y="32"/>
                  </a:cubicBezTo>
                  <a:cubicBezTo>
                    <a:pt x="111" y="39"/>
                    <a:pt x="110" y="43"/>
                    <a:pt x="108" y="45"/>
                  </a:cubicBezTo>
                  <a:cubicBezTo>
                    <a:pt x="107" y="48"/>
                    <a:pt x="103" y="50"/>
                    <a:pt x="99" y="50"/>
                  </a:cubicBezTo>
                  <a:cubicBezTo>
                    <a:pt x="94" y="50"/>
                    <a:pt x="91" y="48"/>
                    <a:pt x="89" y="45"/>
                  </a:cubicBezTo>
                  <a:cubicBezTo>
                    <a:pt x="87" y="43"/>
                    <a:pt x="87" y="39"/>
                    <a:pt x="87" y="32"/>
                  </a:cubicBezTo>
                  <a:cubicBezTo>
                    <a:pt x="87" y="2"/>
                    <a:pt x="87" y="2"/>
                    <a:pt x="87" y="2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75" y="36"/>
                    <a:pt x="75" y="36"/>
                    <a:pt x="75" y="36"/>
                  </a:cubicBezTo>
                  <a:cubicBezTo>
                    <a:pt x="75" y="50"/>
                    <a:pt x="83" y="57"/>
                    <a:pt x="99" y="58"/>
                  </a:cubicBezTo>
                  <a:cubicBezTo>
                    <a:pt x="114" y="57"/>
                    <a:pt x="122" y="50"/>
                    <a:pt x="123" y="36"/>
                  </a:cubicBezTo>
                  <a:cubicBezTo>
                    <a:pt x="123" y="2"/>
                    <a:pt x="123" y="2"/>
                    <a:pt x="123" y="2"/>
                  </a:cubicBezTo>
                  <a:cubicBezTo>
                    <a:pt x="111" y="2"/>
                    <a:pt x="111" y="2"/>
                    <a:pt x="111" y="2"/>
                  </a:cubicBezTo>
                  <a:close/>
                  <a:moveTo>
                    <a:pt x="154" y="57"/>
                  </a:moveTo>
                  <a:cubicBezTo>
                    <a:pt x="158" y="45"/>
                    <a:pt x="158" y="45"/>
                    <a:pt x="158" y="45"/>
                  </a:cubicBezTo>
                  <a:cubicBezTo>
                    <a:pt x="180" y="45"/>
                    <a:pt x="180" y="45"/>
                    <a:pt x="180" y="45"/>
                  </a:cubicBezTo>
                  <a:cubicBezTo>
                    <a:pt x="184" y="57"/>
                    <a:pt x="184" y="57"/>
                    <a:pt x="184" y="57"/>
                  </a:cubicBezTo>
                  <a:cubicBezTo>
                    <a:pt x="196" y="57"/>
                    <a:pt x="196" y="57"/>
                    <a:pt x="196" y="57"/>
                  </a:cubicBezTo>
                  <a:cubicBezTo>
                    <a:pt x="176" y="2"/>
                    <a:pt x="176" y="2"/>
                    <a:pt x="176" y="2"/>
                  </a:cubicBezTo>
                  <a:cubicBezTo>
                    <a:pt x="163" y="2"/>
                    <a:pt x="163" y="2"/>
                    <a:pt x="163" y="2"/>
                  </a:cubicBezTo>
                  <a:cubicBezTo>
                    <a:pt x="143" y="57"/>
                    <a:pt x="143" y="57"/>
                    <a:pt x="143" y="57"/>
                  </a:cubicBezTo>
                  <a:cubicBezTo>
                    <a:pt x="154" y="57"/>
                    <a:pt x="154" y="57"/>
                    <a:pt x="154" y="57"/>
                  </a:cubicBezTo>
                  <a:close/>
                  <a:moveTo>
                    <a:pt x="161" y="36"/>
                  </a:moveTo>
                  <a:cubicBezTo>
                    <a:pt x="169" y="12"/>
                    <a:pt x="169" y="12"/>
                    <a:pt x="169" y="12"/>
                  </a:cubicBezTo>
                  <a:cubicBezTo>
                    <a:pt x="169" y="12"/>
                    <a:pt x="169" y="12"/>
                    <a:pt x="169" y="12"/>
                  </a:cubicBezTo>
                  <a:cubicBezTo>
                    <a:pt x="177" y="36"/>
                    <a:pt x="177" y="36"/>
                    <a:pt x="177" y="36"/>
                  </a:cubicBezTo>
                  <a:cubicBezTo>
                    <a:pt x="161" y="36"/>
                    <a:pt x="161" y="36"/>
                    <a:pt x="161" y="36"/>
                  </a:cubicBezTo>
                  <a:close/>
                  <a:moveTo>
                    <a:pt x="264" y="57"/>
                  </a:moveTo>
                  <a:cubicBezTo>
                    <a:pt x="264" y="2"/>
                    <a:pt x="264" y="2"/>
                    <a:pt x="264" y="2"/>
                  </a:cubicBezTo>
                  <a:cubicBezTo>
                    <a:pt x="253" y="2"/>
                    <a:pt x="253" y="2"/>
                    <a:pt x="253" y="2"/>
                  </a:cubicBezTo>
                  <a:cubicBezTo>
                    <a:pt x="253" y="45"/>
                    <a:pt x="253" y="45"/>
                    <a:pt x="253" y="45"/>
                  </a:cubicBezTo>
                  <a:cubicBezTo>
                    <a:pt x="253" y="45"/>
                    <a:pt x="253" y="45"/>
                    <a:pt x="253" y="45"/>
                  </a:cubicBezTo>
                  <a:cubicBezTo>
                    <a:pt x="232" y="2"/>
                    <a:pt x="232" y="2"/>
                    <a:pt x="232" y="2"/>
                  </a:cubicBezTo>
                  <a:cubicBezTo>
                    <a:pt x="215" y="2"/>
                    <a:pt x="215" y="2"/>
                    <a:pt x="215" y="2"/>
                  </a:cubicBezTo>
                  <a:cubicBezTo>
                    <a:pt x="215" y="57"/>
                    <a:pt x="215" y="57"/>
                    <a:pt x="215" y="57"/>
                  </a:cubicBezTo>
                  <a:cubicBezTo>
                    <a:pt x="226" y="57"/>
                    <a:pt x="226" y="57"/>
                    <a:pt x="226" y="57"/>
                  </a:cubicBezTo>
                  <a:cubicBezTo>
                    <a:pt x="226" y="11"/>
                    <a:pt x="226" y="11"/>
                    <a:pt x="226" y="11"/>
                  </a:cubicBezTo>
                  <a:cubicBezTo>
                    <a:pt x="226" y="11"/>
                    <a:pt x="226" y="11"/>
                    <a:pt x="226" y="11"/>
                  </a:cubicBezTo>
                  <a:cubicBezTo>
                    <a:pt x="248" y="57"/>
                    <a:pt x="248" y="57"/>
                    <a:pt x="248" y="57"/>
                  </a:cubicBezTo>
                  <a:cubicBezTo>
                    <a:pt x="264" y="57"/>
                    <a:pt x="264" y="57"/>
                    <a:pt x="264" y="57"/>
                  </a:cubicBezTo>
                  <a:close/>
                  <a:moveTo>
                    <a:pt x="324" y="37"/>
                  </a:moveTo>
                  <a:cubicBezTo>
                    <a:pt x="324" y="48"/>
                    <a:pt x="324" y="48"/>
                    <a:pt x="324" y="48"/>
                  </a:cubicBezTo>
                  <a:cubicBezTo>
                    <a:pt x="324" y="49"/>
                    <a:pt x="323" y="49"/>
                    <a:pt x="324" y="48"/>
                  </a:cubicBezTo>
                  <a:cubicBezTo>
                    <a:pt x="320" y="49"/>
                    <a:pt x="316" y="50"/>
                    <a:pt x="313" y="50"/>
                  </a:cubicBezTo>
                  <a:cubicBezTo>
                    <a:pt x="303" y="49"/>
                    <a:pt x="298" y="43"/>
                    <a:pt x="298" y="30"/>
                  </a:cubicBezTo>
                  <a:cubicBezTo>
                    <a:pt x="298" y="16"/>
                    <a:pt x="303" y="9"/>
                    <a:pt x="313" y="9"/>
                  </a:cubicBezTo>
                  <a:cubicBezTo>
                    <a:pt x="321" y="9"/>
                    <a:pt x="324" y="12"/>
                    <a:pt x="324" y="18"/>
                  </a:cubicBezTo>
                  <a:cubicBezTo>
                    <a:pt x="337" y="18"/>
                    <a:pt x="337" y="18"/>
                    <a:pt x="337" y="18"/>
                  </a:cubicBezTo>
                  <a:cubicBezTo>
                    <a:pt x="337" y="6"/>
                    <a:pt x="328" y="0"/>
                    <a:pt x="311" y="0"/>
                  </a:cubicBezTo>
                  <a:cubicBezTo>
                    <a:pt x="294" y="2"/>
                    <a:pt x="286" y="11"/>
                    <a:pt x="286" y="30"/>
                  </a:cubicBezTo>
                  <a:cubicBezTo>
                    <a:pt x="286" y="47"/>
                    <a:pt x="294" y="57"/>
                    <a:pt x="311" y="58"/>
                  </a:cubicBezTo>
                  <a:cubicBezTo>
                    <a:pt x="316" y="58"/>
                    <a:pt x="320" y="58"/>
                    <a:pt x="324" y="57"/>
                  </a:cubicBezTo>
                  <a:cubicBezTo>
                    <a:pt x="328" y="57"/>
                    <a:pt x="332" y="57"/>
                    <a:pt x="336" y="55"/>
                  </a:cubicBezTo>
                  <a:cubicBezTo>
                    <a:pt x="336" y="27"/>
                    <a:pt x="336" y="27"/>
                    <a:pt x="336" y="27"/>
                  </a:cubicBezTo>
                  <a:cubicBezTo>
                    <a:pt x="314" y="27"/>
                    <a:pt x="314" y="27"/>
                    <a:pt x="314" y="27"/>
                  </a:cubicBezTo>
                  <a:cubicBezTo>
                    <a:pt x="314" y="37"/>
                    <a:pt x="314" y="37"/>
                    <a:pt x="314" y="37"/>
                  </a:cubicBezTo>
                  <a:cubicBezTo>
                    <a:pt x="324" y="37"/>
                    <a:pt x="324" y="37"/>
                    <a:pt x="324" y="37"/>
                  </a:cubicBezTo>
                  <a:close/>
                  <a:moveTo>
                    <a:pt x="388" y="11"/>
                  </a:moveTo>
                  <a:cubicBezTo>
                    <a:pt x="395" y="11"/>
                    <a:pt x="395" y="11"/>
                    <a:pt x="395" y="11"/>
                  </a:cubicBezTo>
                  <a:cubicBezTo>
                    <a:pt x="405" y="11"/>
                    <a:pt x="411" y="17"/>
                    <a:pt x="411" y="30"/>
                  </a:cubicBezTo>
                  <a:cubicBezTo>
                    <a:pt x="411" y="42"/>
                    <a:pt x="405" y="48"/>
                    <a:pt x="395" y="48"/>
                  </a:cubicBezTo>
                  <a:cubicBezTo>
                    <a:pt x="388" y="48"/>
                    <a:pt x="388" y="48"/>
                    <a:pt x="388" y="48"/>
                  </a:cubicBezTo>
                  <a:cubicBezTo>
                    <a:pt x="388" y="11"/>
                    <a:pt x="388" y="11"/>
                    <a:pt x="388" y="11"/>
                  </a:cubicBezTo>
                  <a:close/>
                  <a:moveTo>
                    <a:pt x="377" y="57"/>
                  </a:moveTo>
                  <a:cubicBezTo>
                    <a:pt x="396" y="57"/>
                    <a:pt x="396" y="57"/>
                    <a:pt x="396" y="57"/>
                  </a:cubicBezTo>
                  <a:cubicBezTo>
                    <a:pt x="414" y="57"/>
                    <a:pt x="423" y="48"/>
                    <a:pt x="423" y="30"/>
                  </a:cubicBezTo>
                  <a:cubicBezTo>
                    <a:pt x="423" y="11"/>
                    <a:pt x="414" y="2"/>
                    <a:pt x="396" y="2"/>
                  </a:cubicBezTo>
                  <a:cubicBezTo>
                    <a:pt x="377" y="2"/>
                    <a:pt x="377" y="2"/>
                    <a:pt x="377" y="2"/>
                  </a:cubicBezTo>
                  <a:cubicBezTo>
                    <a:pt x="377" y="57"/>
                    <a:pt x="377" y="57"/>
                    <a:pt x="377" y="57"/>
                  </a:cubicBezTo>
                  <a:close/>
                  <a:moveTo>
                    <a:pt x="470" y="58"/>
                  </a:moveTo>
                  <a:cubicBezTo>
                    <a:pt x="486" y="57"/>
                    <a:pt x="495" y="48"/>
                    <a:pt x="495" y="30"/>
                  </a:cubicBezTo>
                  <a:cubicBezTo>
                    <a:pt x="495" y="11"/>
                    <a:pt x="486" y="1"/>
                    <a:pt x="470" y="0"/>
                  </a:cubicBezTo>
                  <a:cubicBezTo>
                    <a:pt x="453" y="1"/>
                    <a:pt x="444" y="11"/>
                    <a:pt x="443" y="30"/>
                  </a:cubicBezTo>
                  <a:cubicBezTo>
                    <a:pt x="444" y="48"/>
                    <a:pt x="452" y="57"/>
                    <a:pt x="470" y="58"/>
                  </a:cubicBezTo>
                  <a:close/>
                  <a:moveTo>
                    <a:pt x="470" y="9"/>
                  </a:moveTo>
                  <a:cubicBezTo>
                    <a:pt x="479" y="9"/>
                    <a:pt x="483" y="16"/>
                    <a:pt x="483" y="30"/>
                  </a:cubicBezTo>
                  <a:cubicBezTo>
                    <a:pt x="483" y="43"/>
                    <a:pt x="479" y="50"/>
                    <a:pt x="470" y="50"/>
                  </a:cubicBezTo>
                  <a:cubicBezTo>
                    <a:pt x="460" y="50"/>
                    <a:pt x="456" y="43"/>
                    <a:pt x="456" y="30"/>
                  </a:cubicBezTo>
                  <a:cubicBezTo>
                    <a:pt x="456" y="16"/>
                    <a:pt x="460" y="9"/>
                    <a:pt x="470" y="9"/>
                  </a:cubicBezTo>
                  <a:close/>
                  <a:moveTo>
                    <a:pt x="567" y="57"/>
                  </a:moveTo>
                  <a:cubicBezTo>
                    <a:pt x="567" y="2"/>
                    <a:pt x="567" y="2"/>
                    <a:pt x="567" y="2"/>
                  </a:cubicBezTo>
                  <a:cubicBezTo>
                    <a:pt x="556" y="2"/>
                    <a:pt x="556" y="2"/>
                    <a:pt x="556" y="2"/>
                  </a:cubicBezTo>
                  <a:cubicBezTo>
                    <a:pt x="556" y="45"/>
                    <a:pt x="556" y="45"/>
                    <a:pt x="556" y="45"/>
                  </a:cubicBezTo>
                  <a:cubicBezTo>
                    <a:pt x="556" y="45"/>
                    <a:pt x="556" y="45"/>
                    <a:pt x="556" y="45"/>
                  </a:cubicBezTo>
                  <a:cubicBezTo>
                    <a:pt x="535" y="2"/>
                    <a:pt x="535" y="2"/>
                    <a:pt x="535" y="2"/>
                  </a:cubicBezTo>
                  <a:cubicBezTo>
                    <a:pt x="518" y="2"/>
                    <a:pt x="518" y="2"/>
                    <a:pt x="518" y="2"/>
                  </a:cubicBezTo>
                  <a:cubicBezTo>
                    <a:pt x="518" y="57"/>
                    <a:pt x="518" y="57"/>
                    <a:pt x="518" y="57"/>
                  </a:cubicBezTo>
                  <a:cubicBezTo>
                    <a:pt x="528" y="57"/>
                    <a:pt x="528" y="57"/>
                    <a:pt x="528" y="57"/>
                  </a:cubicBezTo>
                  <a:cubicBezTo>
                    <a:pt x="528" y="11"/>
                    <a:pt x="528" y="11"/>
                    <a:pt x="528" y="11"/>
                  </a:cubicBezTo>
                  <a:cubicBezTo>
                    <a:pt x="529" y="11"/>
                    <a:pt x="529" y="11"/>
                    <a:pt x="529" y="11"/>
                  </a:cubicBezTo>
                  <a:cubicBezTo>
                    <a:pt x="550" y="57"/>
                    <a:pt x="550" y="57"/>
                    <a:pt x="550" y="57"/>
                  </a:cubicBezTo>
                  <a:cubicBezTo>
                    <a:pt x="567" y="57"/>
                    <a:pt x="567" y="57"/>
                    <a:pt x="567" y="57"/>
                  </a:cubicBezTo>
                  <a:close/>
                  <a:moveTo>
                    <a:pt x="627" y="37"/>
                  </a:moveTo>
                  <a:cubicBezTo>
                    <a:pt x="627" y="48"/>
                    <a:pt x="627" y="48"/>
                    <a:pt x="627" y="48"/>
                  </a:cubicBezTo>
                  <a:cubicBezTo>
                    <a:pt x="626" y="49"/>
                    <a:pt x="626" y="49"/>
                    <a:pt x="626" y="48"/>
                  </a:cubicBezTo>
                  <a:cubicBezTo>
                    <a:pt x="622" y="49"/>
                    <a:pt x="619" y="50"/>
                    <a:pt x="616" y="50"/>
                  </a:cubicBezTo>
                  <a:cubicBezTo>
                    <a:pt x="606" y="49"/>
                    <a:pt x="601" y="43"/>
                    <a:pt x="600" y="30"/>
                  </a:cubicBezTo>
                  <a:cubicBezTo>
                    <a:pt x="601" y="16"/>
                    <a:pt x="606" y="9"/>
                    <a:pt x="616" y="9"/>
                  </a:cubicBezTo>
                  <a:cubicBezTo>
                    <a:pt x="623" y="9"/>
                    <a:pt x="627" y="12"/>
                    <a:pt x="627" y="18"/>
                  </a:cubicBezTo>
                  <a:cubicBezTo>
                    <a:pt x="639" y="18"/>
                    <a:pt x="639" y="18"/>
                    <a:pt x="639" y="18"/>
                  </a:cubicBezTo>
                  <a:cubicBezTo>
                    <a:pt x="639" y="6"/>
                    <a:pt x="631" y="0"/>
                    <a:pt x="614" y="0"/>
                  </a:cubicBezTo>
                  <a:cubicBezTo>
                    <a:pt x="597" y="2"/>
                    <a:pt x="588" y="11"/>
                    <a:pt x="588" y="30"/>
                  </a:cubicBezTo>
                  <a:cubicBezTo>
                    <a:pt x="588" y="47"/>
                    <a:pt x="597" y="57"/>
                    <a:pt x="614" y="58"/>
                  </a:cubicBezTo>
                  <a:cubicBezTo>
                    <a:pt x="619" y="58"/>
                    <a:pt x="623" y="58"/>
                    <a:pt x="626" y="57"/>
                  </a:cubicBezTo>
                  <a:cubicBezTo>
                    <a:pt x="630" y="57"/>
                    <a:pt x="634" y="57"/>
                    <a:pt x="638" y="55"/>
                  </a:cubicBezTo>
                  <a:cubicBezTo>
                    <a:pt x="638" y="27"/>
                    <a:pt x="638" y="27"/>
                    <a:pt x="638" y="27"/>
                  </a:cubicBezTo>
                  <a:cubicBezTo>
                    <a:pt x="616" y="27"/>
                    <a:pt x="616" y="27"/>
                    <a:pt x="616" y="27"/>
                  </a:cubicBezTo>
                  <a:cubicBezTo>
                    <a:pt x="616" y="37"/>
                    <a:pt x="616" y="37"/>
                    <a:pt x="616" y="37"/>
                  </a:cubicBezTo>
                  <a:cubicBezTo>
                    <a:pt x="627" y="37"/>
                    <a:pt x="627" y="37"/>
                    <a:pt x="627" y="37"/>
                  </a:cubicBezTo>
                  <a:close/>
                  <a:moveTo>
                    <a:pt x="716" y="2"/>
                  </a:moveTo>
                  <a:cubicBezTo>
                    <a:pt x="716" y="32"/>
                    <a:pt x="716" y="32"/>
                    <a:pt x="716" y="32"/>
                  </a:cubicBezTo>
                  <a:cubicBezTo>
                    <a:pt x="716" y="39"/>
                    <a:pt x="715" y="43"/>
                    <a:pt x="713" y="45"/>
                  </a:cubicBezTo>
                  <a:cubicBezTo>
                    <a:pt x="712" y="48"/>
                    <a:pt x="708" y="50"/>
                    <a:pt x="704" y="50"/>
                  </a:cubicBezTo>
                  <a:cubicBezTo>
                    <a:pt x="699" y="50"/>
                    <a:pt x="696" y="48"/>
                    <a:pt x="694" y="45"/>
                  </a:cubicBezTo>
                  <a:cubicBezTo>
                    <a:pt x="692" y="43"/>
                    <a:pt x="692" y="39"/>
                    <a:pt x="692" y="32"/>
                  </a:cubicBezTo>
                  <a:cubicBezTo>
                    <a:pt x="692" y="2"/>
                    <a:pt x="692" y="2"/>
                    <a:pt x="692" y="2"/>
                  </a:cubicBezTo>
                  <a:cubicBezTo>
                    <a:pt x="680" y="2"/>
                    <a:pt x="680" y="2"/>
                    <a:pt x="680" y="2"/>
                  </a:cubicBezTo>
                  <a:cubicBezTo>
                    <a:pt x="680" y="36"/>
                    <a:pt x="680" y="36"/>
                    <a:pt x="680" y="36"/>
                  </a:cubicBezTo>
                  <a:cubicBezTo>
                    <a:pt x="680" y="50"/>
                    <a:pt x="688" y="57"/>
                    <a:pt x="704" y="58"/>
                  </a:cubicBezTo>
                  <a:cubicBezTo>
                    <a:pt x="719" y="57"/>
                    <a:pt x="727" y="50"/>
                    <a:pt x="728" y="36"/>
                  </a:cubicBezTo>
                  <a:cubicBezTo>
                    <a:pt x="728" y="2"/>
                    <a:pt x="728" y="2"/>
                    <a:pt x="728" y="2"/>
                  </a:cubicBezTo>
                  <a:cubicBezTo>
                    <a:pt x="716" y="2"/>
                    <a:pt x="716" y="2"/>
                    <a:pt x="716" y="2"/>
                  </a:cubicBezTo>
                  <a:close/>
                  <a:moveTo>
                    <a:pt x="801" y="57"/>
                  </a:moveTo>
                  <a:cubicBezTo>
                    <a:pt x="801" y="2"/>
                    <a:pt x="801" y="2"/>
                    <a:pt x="801" y="2"/>
                  </a:cubicBezTo>
                  <a:cubicBezTo>
                    <a:pt x="790" y="2"/>
                    <a:pt x="790" y="2"/>
                    <a:pt x="790" y="2"/>
                  </a:cubicBezTo>
                  <a:cubicBezTo>
                    <a:pt x="790" y="45"/>
                    <a:pt x="790" y="45"/>
                    <a:pt x="790" y="45"/>
                  </a:cubicBezTo>
                  <a:cubicBezTo>
                    <a:pt x="790" y="45"/>
                    <a:pt x="790" y="45"/>
                    <a:pt x="790" y="45"/>
                  </a:cubicBezTo>
                  <a:cubicBezTo>
                    <a:pt x="769" y="2"/>
                    <a:pt x="769" y="2"/>
                    <a:pt x="769" y="2"/>
                  </a:cubicBezTo>
                  <a:cubicBezTo>
                    <a:pt x="752" y="2"/>
                    <a:pt x="752" y="2"/>
                    <a:pt x="752" y="2"/>
                  </a:cubicBezTo>
                  <a:cubicBezTo>
                    <a:pt x="752" y="57"/>
                    <a:pt x="752" y="57"/>
                    <a:pt x="752" y="57"/>
                  </a:cubicBezTo>
                  <a:cubicBezTo>
                    <a:pt x="763" y="57"/>
                    <a:pt x="763" y="57"/>
                    <a:pt x="763" y="57"/>
                  </a:cubicBezTo>
                  <a:cubicBezTo>
                    <a:pt x="763" y="11"/>
                    <a:pt x="763" y="11"/>
                    <a:pt x="763" y="11"/>
                  </a:cubicBezTo>
                  <a:cubicBezTo>
                    <a:pt x="763" y="11"/>
                    <a:pt x="763" y="11"/>
                    <a:pt x="763" y="11"/>
                  </a:cubicBezTo>
                  <a:cubicBezTo>
                    <a:pt x="784" y="57"/>
                    <a:pt x="784" y="57"/>
                    <a:pt x="784" y="57"/>
                  </a:cubicBezTo>
                  <a:cubicBezTo>
                    <a:pt x="801" y="57"/>
                    <a:pt x="801" y="57"/>
                    <a:pt x="801" y="57"/>
                  </a:cubicBezTo>
                  <a:close/>
                  <a:moveTo>
                    <a:pt x="836" y="2"/>
                  </a:moveTo>
                  <a:cubicBezTo>
                    <a:pt x="824" y="2"/>
                    <a:pt x="824" y="2"/>
                    <a:pt x="824" y="2"/>
                  </a:cubicBezTo>
                  <a:cubicBezTo>
                    <a:pt x="824" y="57"/>
                    <a:pt x="824" y="57"/>
                    <a:pt x="824" y="57"/>
                  </a:cubicBezTo>
                  <a:cubicBezTo>
                    <a:pt x="836" y="57"/>
                    <a:pt x="836" y="57"/>
                    <a:pt x="836" y="57"/>
                  </a:cubicBezTo>
                  <a:cubicBezTo>
                    <a:pt x="836" y="2"/>
                    <a:pt x="836" y="2"/>
                    <a:pt x="836" y="2"/>
                  </a:cubicBezTo>
                  <a:close/>
                  <a:moveTo>
                    <a:pt x="875" y="57"/>
                  </a:moveTo>
                  <a:cubicBezTo>
                    <a:pt x="888" y="57"/>
                    <a:pt x="888" y="57"/>
                    <a:pt x="888" y="57"/>
                  </a:cubicBezTo>
                  <a:cubicBezTo>
                    <a:pt x="908" y="2"/>
                    <a:pt x="908" y="2"/>
                    <a:pt x="908" y="2"/>
                  </a:cubicBezTo>
                  <a:cubicBezTo>
                    <a:pt x="896" y="2"/>
                    <a:pt x="896" y="2"/>
                    <a:pt x="896" y="2"/>
                  </a:cubicBezTo>
                  <a:cubicBezTo>
                    <a:pt x="882" y="45"/>
                    <a:pt x="882" y="45"/>
                    <a:pt x="882" y="45"/>
                  </a:cubicBezTo>
                  <a:cubicBezTo>
                    <a:pt x="882" y="45"/>
                    <a:pt x="882" y="45"/>
                    <a:pt x="882" y="45"/>
                  </a:cubicBezTo>
                  <a:cubicBezTo>
                    <a:pt x="868" y="2"/>
                    <a:pt x="868" y="2"/>
                    <a:pt x="868" y="2"/>
                  </a:cubicBezTo>
                  <a:cubicBezTo>
                    <a:pt x="855" y="2"/>
                    <a:pt x="855" y="2"/>
                    <a:pt x="855" y="2"/>
                  </a:cubicBezTo>
                  <a:cubicBezTo>
                    <a:pt x="875" y="57"/>
                    <a:pt x="875" y="57"/>
                    <a:pt x="875" y="57"/>
                  </a:cubicBezTo>
                  <a:close/>
                  <a:moveTo>
                    <a:pt x="927" y="57"/>
                  </a:moveTo>
                  <a:cubicBezTo>
                    <a:pt x="964" y="57"/>
                    <a:pt x="964" y="57"/>
                    <a:pt x="964" y="57"/>
                  </a:cubicBezTo>
                  <a:cubicBezTo>
                    <a:pt x="964" y="48"/>
                    <a:pt x="964" y="48"/>
                    <a:pt x="964" y="48"/>
                  </a:cubicBezTo>
                  <a:cubicBezTo>
                    <a:pt x="939" y="48"/>
                    <a:pt x="939" y="48"/>
                    <a:pt x="939" y="48"/>
                  </a:cubicBezTo>
                  <a:cubicBezTo>
                    <a:pt x="939" y="33"/>
                    <a:pt x="939" y="33"/>
                    <a:pt x="939" y="33"/>
                  </a:cubicBezTo>
                  <a:cubicBezTo>
                    <a:pt x="962" y="33"/>
                    <a:pt x="962" y="33"/>
                    <a:pt x="962" y="33"/>
                  </a:cubicBezTo>
                  <a:cubicBezTo>
                    <a:pt x="962" y="24"/>
                    <a:pt x="962" y="24"/>
                    <a:pt x="962" y="24"/>
                  </a:cubicBezTo>
                  <a:cubicBezTo>
                    <a:pt x="939" y="24"/>
                    <a:pt x="939" y="24"/>
                    <a:pt x="939" y="24"/>
                  </a:cubicBezTo>
                  <a:cubicBezTo>
                    <a:pt x="939" y="11"/>
                    <a:pt x="939" y="11"/>
                    <a:pt x="939" y="11"/>
                  </a:cubicBezTo>
                  <a:cubicBezTo>
                    <a:pt x="963" y="11"/>
                    <a:pt x="963" y="11"/>
                    <a:pt x="963" y="11"/>
                  </a:cubicBezTo>
                  <a:cubicBezTo>
                    <a:pt x="963" y="2"/>
                    <a:pt x="963" y="2"/>
                    <a:pt x="963" y="2"/>
                  </a:cubicBezTo>
                  <a:cubicBezTo>
                    <a:pt x="927" y="2"/>
                    <a:pt x="927" y="2"/>
                    <a:pt x="927" y="2"/>
                  </a:cubicBezTo>
                  <a:cubicBezTo>
                    <a:pt x="927" y="57"/>
                    <a:pt x="927" y="57"/>
                    <a:pt x="927" y="57"/>
                  </a:cubicBezTo>
                  <a:close/>
                  <a:moveTo>
                    <a:pt x="998" y="11"/>
                  </a:moveTo>
                  <a:cubicBezTo>
                    <a:pt x="1008" y="11"/>
                    <a:pt x="1008" y="11"/>
                    <a:pt x="1008" y="11"/>
                  </a:cubicBezTo>
                  <a:cubicBezTo>
                    <a:pt x="1014" y="11"/>
                    <a:pt x="1016" y="13"/>
                    <a:pt x="1016" y="18"/>
                  </a:cubicBezTo>
                  <a:cubicBezTo>
                    <a:pt x="1016" y="23"/>
                    <a:pt x="1014" y="26"/>
                    <a:pt x="1008" y="26"/>
                  </a:cubicBezTo>
                  <a:cubicBezTo>
                    <a:pt x="998" y="26"/>
                    <a:pt x="998" y="26"/>
                    <a:pt x="998" y="26"/>
                  </a:cubicBezTo>
                  <a:cubicBezTo>
                    <a:pt x="998" y="11"/>
                    <a:pt x="998" y="11"/>
                    <a:pt x="998" y="11"/>
                  </a:cubicBezTo>
                  <a:close/>
                  <a:moveTo>
                    <a:pt x="998" y="35"/>
                  </a:moveTo>
                  <a:cubicBezTo>
                    <a:pt x="1011" y="35"/>
                    <a:pt x="1011" y="35"/>
                    <a:pt x="1011" y="35"/>
                  </a:cubicBezTo>
                  <a:cubicBezTo>
                    <a:pt x="1014" y="35"/>
                    <a:pt x="1015" y="37"/>
                    <a:pt x="1016" y="42"/>
                  </a:cubicBezTo>
                  <a:cubicBezTo>
                    <a:pt x="1016" y="47"/>
                    <a:pt x="1017" y="52"/>
                    <a:pt x="1018" y="57"/>
                  </a:cubicBezTo>
                  <a:cubicBezTo>
                    <a:pt x="1031" y="57"/>
                    <a:pt x="1031" y="57"/>
                    <a:pt x="1031" y="57"/>
                  </a:cubicBezTo>
                  <a:cubicBezTo>
                    <a:pt x="1029" y="55"/>
                    <a:pt x="1028" y="51"/>
                    <a:pt x="1028" y="44"/>
                  </a:cubicBezTo>
                  <a:cubicBezTo>
                    <a:pt x="1028" y="44"/>
                    <a:pt x="1028" y="43"/>
                    <a:pt x="1027" y="42"/>
                  </a:cubicBezTo>
                  <a:cubicBezTo>
                    <a:pt x="1027" y="34"/>
                    <a:pt x="1024" y="30"/>
                    <a:pt x="1018" y="30"/>
                  </a:cubicBezTo>
                  <a:cubicBezTo>
                    <a:pt x="1018" y="30"/>
                    <a:pt x="1018" y="30"/>
                    <a:pt x="1018" y="30"/>
                  </a:cubicBezTo>
                  <a:cubicBezTo>
                    <a:pt x="1025" y="28"/>
                    <a:pt x="1029" y="23"/>
                    <a:pt x="1029" y="16"/>
                  </a:cubicBezTo>
                  <a:cubicBezTo>
                    <a:pt x="1029" y="7"/>
                    <a:pt x="1022" y="2"/>
                    <a:pt x="1010" y="2"/>
                  </a:cubicBezTo>
                  <a:cubicBezTo>
                    <a:pt x="987" y="2"/>
                    <a:pt x="987" y="2"/>
                    <a:pt x="987" y="2"/>
                  </a:cubicBezTo>
                  <a:cubicBezTo>
                    <a:pt x="987" y="57"/>
                    <a:pt x="987" y="57"/>
                    <a:pt x="987" y="57"/>
                  </a:cubicBezTo>
                  <a:cubicBezTo>
                    <a:pt x="998" y="57"/>
                    <a:pt x="998" y="57"/>
                    <a:pt x="998" y="57"/>
                  </a:cubicBezTo>
                  <a:cubicBezTo>
                    <a:pt x="998" y="35"/>
                    <a:pt x="998" y="35"/>
                    <a:pt x="998" y="35"/>
                  </a:cubicBezTo>
                  <a:close/>
                  <a:moveTo>
                    <a:pt x="1092" y="18"/>
                  </a:moveTo>
                  <a:cubicBezTo>
                    <a:pt x="1091" y="7"/>
                    <a:pt x="1085" y="1"/>
                    <a:pt x="1073" y="0"/>
                  </a:cubicBezTo>
                  <a:cubicBezTo>
                    <a:pt x="1059" y="1"/>
                    <a:pt x="1051" y="7"/>
                    <a:pt x="1050" y="19"/>
                  </a:cubicBezTo>
                  <a:cubicBezTo>
                    <a:pt x="1050" y="26"/>
                    <a:pt x="1056" y="31"/>
                    <a:pt x="1068" y="34"/>
                  </a:cubicBezTo>
                  <a:cubicBezTo>
                    <a:pt x="1069" y="34"/>
                    <a:pt x="1069" y="34"/>
                    <a:pt x="1070" y="35"/>
                  </a:cubicBezTo>
                  <a:cubicBezTo>
                    <a:pt x="1077" y="36"/>
                    <a:pt x="1081" y="39"/>
                    <a:pt x="1081" y="42"/>
                  </a:cubicBezTo>
                  <a:cubicBezTo>
                    <a:pt x="1081" y="47"/>
                    <a:pt x="1077" y="49"/>
                    <a:pt x="1070" y="50"/>
                  </a:cubicBezTo>
                  <a:cubicBezTo>
                    <a:pt x="1064" y="49"/>
                    <a:pt x="1061" y="46"/>
                    <a:pt x="1061" y="39"/>
                  </a:cubicBezTo>
                  <a:cubicBezTo>
                    <a:pt x="1049" y="39"/>
                    <a:pt x="1049" y="39"/>
                    <a:pt x="1049" y="39"/>
                  </a:cubicBezTo>
                  <a:cubicBezTo>
                    <a:pt x="1049" y="52"/>
                    <a:pt x="1056" y="58"/>
                    <a:pt x="1070" y="58"/>
                  </a:cubicBezTo>
                  <a:cubicBezTo>
                    <a:pt x="1085" y="57"/>
                    <a:pt x="1093" y="51"/>
                    <a:pt x="1093" y="40"/>
                  </a:cubicBezTo>
                  <a:cubicBezTo>
                    <a:pt x="1093" y="32"/>
                    <a:pt x="1087" y="27"/>
                    <a:pt x="1074" y="24"/>
                  </a:cubicBezTo>
                  <a:cubicBezTo>
                    <a:pt x="1073" y="24"/>
                    <a:pt x="1073" y="24"/>
                    <a:pt x="1073" y="24"/>
                  </a:cubicBezTo>
                  <a:cubicBezTo>
                    <a:pt x="1066" y="23"/>
                    <a:pt x="1062" y="21"/>
                    <a:pt x="1063" y="16"/>
                  </a:cubicBezTo>
                  <a:cubicBezTo>
                    <a:pt x="1063" y="12"/>
                    <a:pt x="1066" y="10"/>
                    <a:pt x="1072" y="9"/>
                  </a:cubicBezTo>
                  <a:cubicBezTo>
                    <a:pt x="1077" y="9"/>
                    <a:pt x="1080" y="12"/>
                    <a:pt x="1080" y="18"/>
                  </a:cubicBezTo>
                  <a:cubicBezTo>
                    <a:pt x="1092" y="18"/>
                    <a:pt x="1092" y="18"/>
                    <a:pt x="1092" y="18"/>
                  </a:cubicBezTo>
                  <a:close/>
                  <a:moveTo>
                    <a:pt x="1127" y="2"/>
                  </a:moveTo>
                  <a:cubicBezTo>
                    <a:pt x="1115" y="2"/>
                    <a:pt x="1115" y="2"/>
                    <a:pt x="1115" y="2"/>
                  </a:cubicBezTo>
                  <a:cubicBezTo>
                    <a:pt x="1115" y="57"/>
                    <a:pt x="1115" y="57"/>
                    <a:pt x="1115" y="57"/>
                  </a:cubicBezTo>
                  <a:cubicBezTo>
                    <a:pt x="1127" y="57"/>
                    <a:pt x="1127" y="57"/>
                    <a:pt x="1127" y="57"/>
                  </a:cubicBezTo>
                  <a:cubicBezTo>
                    <a:pt x="1127" y="2"/>
                    <a:pt x="1127" y="2"/>
                    <a:pt x="1127" y="2"/>
                  </a:cubicBezTo>
                  <a:close/>
                  <a:moveTo>
                    <a:pt x="1146" y="11"/>
                  </a:moveTo>
                  <a:cubicBezTo>
                    <a:pt x="1162" y="11"/>
                    <a:pt x="1162" y="11"/>
                    <a:pt x="1162" y="11"/>
                  </a:cubicBezTo>
                  <a:cubicBezTo>
                    <a:pt x="1162" y="57"/>
                    <a:pt x="1162" y="57"/>
                    <a:pt x="1162" y="57"/>
                  </a:cubicBezTo>
                  <a:cubicBezTo>
                    <a:pt x="1174" y="57"/>
                    <a:pt x="1174" y="57"/>
                    <a:pt x="1174" y="57"/>
                  </a:cubicBezTo>
                  <a:cubicBezTo>
                    <a:pt x="1174" y="11"/>
                    <a:pt x="1174" y="11"/>
                    <a:pt x="1174" y="11"/>
                  </a:cubicBezTo>
                  <a:cubicBezTo>
                    <a:pt x="1190" y="11"/>
                    <a:pt x="1190" y="11"/>
                    <a:pt x="1190" y="11"/>
                  </a:cubicBezTo>
                  <a:cubicBezTo>
                    <a:pt x="1190" y="2"/>
                    <a:pt x="1190" y="2"/>
                    <a:pt x="1190" y="2"/>
                  </a:cubicBezTo>
                  <a:cubicBezTo>
                    <a:pt x="1146" y="2"/>
                    <a:pt x="1146" y="2"/>
                    <a:pt x="1146" y="2"/>
                  </a:cubicBezTo>
                  <a:cubicBezTo>
                    <a:pt x="1146" y="11"/>
                    <a:pt x="1146" y="11"/>
                    <a:pt x="1146" y="11"/>
                  </a:cubicBezTo>
                  <a:close/>
                  <a:moveTo>
                    <a:pt x="1224" y="57"/>
                  </a:moveTo>
                  <a:cubicBezTo>
                    <a:pt x="1236" y="57"/>
                    <a:pt x="1236" y="57"/>
                    <a:pt x="1236" y="57"/>
                  </a:cubicBezTo>
                  <a:cubicBezTo>
                    <a:pt x="1236" y="39"/>
                    <a:pt x="1236" y="39"/>
                    <a:pt x="1236" y="39"/>
                  </a:cubicBezTo>
                  <a:cubicBezTo>
                    <a:pt x="1254" y="2"/>
                    <a:pt x="1254" y="2"/>
                    <a:pt x="1254" y="2"/>
                  </a:cubicBezTo>
                  <a:cubicBezTo>
                    <a:pt x="1242" y="2"/>
                    <a:pt x="1242" y="2"/>
                    <a:pt x="1242" y="2"/>
                  </a:cubicBezTo>
                  <a:cubicBezTo>
                    <a:pt x="1231" y="27"/>
                    <a:pt x="1231" y="27"/>
                    <a:pt x="1231" y="27"/>
                  </a:cubicBezTo>
                  <a:cubicBezTo>
                    <a:pt x="1220" y="2"/>
                    <a:pt x="1220" y="2"/>
                    <a:pt x="1220" y="2"/>
                  </a:cubicBezTo>
                  <a:cubicBezTo>
                    <a:pt x="1206" y="2"/>
                    <a:pt x="1206" y="2"/>
                    <a:pt x="1206" y="2"/>
                  </a:cubicBezTo>
                  <a:cubicBezTo>
                    <a:pt x="1224" y="39"/>
                    <a:pt x="1224" y="39"/>
                    <a:pt x="1224" y="39"/>
                  </a:cubicBezTo>
                  <a:cubicBezTo>
                    <a:pt x="1224" y="57"/>
                    <a:pt x="1224" y="57"/>
                    <a:pt x="1224" y="57"/>
                  </a:cubicBezTo>
                  <a:close/>
                  <a:moveTo>
                    <a:pt x="1315" y="58"/>
                  </a:moveTo>
                  <a:cubicBezTo>
                    <a:pt x="1332" y="57"/>
                    <a:pt x="1340" y="48"/>
                    <a:pt x="1341" y="30"/>
                  </a:cubicBezTo>
                  <a:cubicBezTo>
                    <a:pt x="1340" y="11"/>
                    <a:pt x="1332" y="1"/>
                    <a:pt x="1315" y="0"/>
                  </a:cubicBezTo>
                  <a:cubicBezTo>
                    <a:pt x="1298" y="1"/>
                    <a:pt x="1289" y="11"/>
                    <a:pt x="1289" y="30"/>
                  </a:cubicBezTo>
                  <a:cubicBezTo>
                    <a:pt x="1289" y="48"/>
                    <a:pt x="1298" y="57"/>
                    <a:pt x="1315" y="58"/>
                  </a:cubicBezTo>
                  <a:close/>
                  <a:moveTo>
                    <a:pt x="1315" y="9"/>
                  </a:moveTo>
                  <a:cubicBezTo>
                    <a:pt x="1324" y="9"/>
                    <a:pt x="1329" y="16"/>
                    <a:pt x="1329" y="30"/>
                  </a:cubicBezTo>
                  <a:cubicBezTo>
                    <a:pt x="1329" y="43"/>
                    <a:pt x="1324" y="50"/>
                    <a:pt x="1315" y="50"/>
                  </a:cubicBezTo>
                  <a:cubicBezTo>
                    <a:pt x="1306" y="50"/>
                    <a:pt x="1301" y="43"/>
                    <a:pt x="1301" y="30"/>
                  </a:cubicBezTo>
                  <a:cubicBezTo>
                    <a:pt x="1301" y="16"/>
                    <a:pt x="1306" y="9"/>
                    <a:pt x="1315" y="9"/>
                  </a:cubicBezTo>
                  <a:close/>
                  <a:moveTo>
                    <a:pt x="1375" y="57"/>
                  </a:moveTo>
                  <a:cubicBezTo>
                    <a:pt x="1375" y="33"/>
                    <a:pt x="1375" y="33"/>
                    <a:pt x="1375" y="33"/>
                  </a:cubicBezTo>
                  <a:cubicBezTo>
                    <a:pt x="1397" y="33"/>
                    <a:pt x="1397" y="33"/>
                    <a:pt x="1397" y="33"/>
                  </a:cubicBezTo>
                  <a:cubicBezTo>
                    <a:pt x="1397" y="24"/>
                    <a:pt x="1397" y="24"/>
                    <a:pt x="1397" y="24"/>
                  </a:cubicBezTo>
                  <a:cubicBezTo>
                    <a:pt x="1375" y="24"/>
                    <a:pt x="1375" y="24"/>
                    <a:pt x="1375" y="24"/>
                  </a:cubicBezTo>
                  <a:cubicBezTo>
                    <a:pt x="1375" y="11"/>
                    <a:pt x="1375" y="11"/>
                    <a:pt x="1375" y="11"/>
                  </a:cubicBezTo>
                  <a:cubicBezTo>
                    <a:pt x="1399" y="11"/>
                    <a:pt x="1399" y="11"/>
                    <a:pt x="1399" y="11"/>
                  </a:cubicBezTo>
                  <a:cubicBezTo>
                    <a:pt x="1399" y="2"/>
                    <a:pt x="1399" y="2"/>
                    <a:pt x="1399" y="2"/>
                  </a:cubicBezTo>
                  <a:cubicBezTo>
                    <a:pt x="1363" y="2"/>
                    <a:pt x="1363" y="2"/>
                    <a:pt x="1363" y="2"/>
                  </a:cubicBezTo>
                  <a:cubicBezTo>
                    <a:pt x="1363" y="57"/>
                    <a:pt x="1363" y="57"/>
                    <a:pt x="1363" y="57"/>
                  </a:cubicBezTo>
                  <a:cubicBezTo>
                    <a:pt x="1375" y="57"/>
                    <a:pt x="1375" y="57"/>
                    <a:pt x="1375" y="57"/>
                  </a:cubicBezTo>
                  <a:close/>
                  <a:moveTo>
                    <a:pt x="1431" y="11"/>
                  </a:moveTo>
                  <a:cubicBezTo>
                    <a:pt x="1448" y="11"/>
                    <a:pt x="1448" y="11"/>
                    <a:pt x="1448" y="11"/>
                  </a:cubicBezTo>
                  <a:cubicBezTo>
                    <a:pt x="1448" y="57"/>
                    <a:pt x="1448" y="57"/>
                    <a:pt x="1448" y="57"/>
                  </a:cubicBezTo>
                  <a:cubicBezTo>
                    <a:pt x="1459" y="57"/>
                    <a:pt x="1459" y="57"/>
                    <a:pt x="1459" y="57"/>
                  </a:cubicBezTo>
                  <a:cubicBezTo>
                    <a:pt x="1459" y="11"/>
                    <a:pt x="1459" y="11"/>
                    <a:pt x="1459" y="11"/>
                  </a:cubicBezTo>
                  <a:cubicBezTo>
                    <a:pt x="1476" y="11"/>
                    <a:pt x="1476" y="11"/>
                    <a:pt x="1476" y="11"/>
                  </a:cubicBezTo>
                  <a:cubicBezTo>
                    <a:pt x="1476" y="2"/>
                    <a:pt x="1476" y="2"/>
                    <a:pt x="1476" y="2"/>
                  </a:cubicBezTo>
                  <a:cubicBezTo>
                    <a:pt x="1431" y="2"/>
                    <a:pt x="1431" y="2"/>
                    <a:pt x="1431" y="2"/>
                  </a:cubicBezTo>
                  <a:cubicBezTo>
                    <a:pt x="1431" y="11"/>
                    <a:pt x="1431" y="11"/>
                    <a:pt x="1431" y="11"/>
                  </a:cubicBezTo>
                  <a:close/>
                  <a:moveTo>
                    <a:pt x="1495" y="57"/>
                  </a:moveTo>
                  <a:cubicBezTo>
                    <a:pt x="1532" y="57"/>
                    <a:pt x="1532" y="57"/>
                    <a:pt x="1532" y="57"/>
                  </a:cubicBezTo>
                  <a:cubicBezTo>
                    <a:pt x="1532" y="48"/>
                    <a:pt x="1532" y="48"/>
                    <a:pt x="1532" y="48"/>
                  </a:cubicBezTo>
                  <a:cubicBezTo>
                    <a:pt x="1507" y="48"/>
                    <a:pt x="1507" y="48"/>
                    <a:pt x="1507" y="48"/>
                  </a:cubicBezTo>
                  <a:cubicBezTo>
                    <a:pt x="1507" y="33"/>
                    <a:pt x="1507" y="33"/>
                    <a:pt x="1507" y="33"/>
                  </a:cubicBezTo>
                  <a:cubicBezTo>
                    <a:pt x="1530" y="33"/>
                    <a:pt x="1530" y="33"/>
                    <a:pt x="1530" y="33"/>
                  </a:cubicBezTo>
                  <a:cubicBezTo>
                    <a:pt x="1530" y="24"/>
                    <a:pt x="1530" y="24"/>
                    <a:pt x="1530" y="24"/>
                  </a:cubicBezTo>
                  <a:cubicBezTo>
                    <a:pt x="1507" y="24"/>
                    <a:pt x="1507" y="24"/>
                    <a:pt x="1507" y="24"/>
                  </a:cubicBezTo>
                  <a:cubicBezTo>
                    <a:pt x="1507" y="11"/>
                    <a:pt x="1507" y="11"/>
                    <a:pt x="1507" y="11"/>
                  </a:cubicBezTo>
                  <a:cubicBezTo>
                    <a:pt x="1531" y="11"/>
                    <a:pt x="1531" y="11"/>
                    <a:pt x="1531" y="11"/>
                  </a:cubicBezTo>
                  <a:cubicBezTo>
                    <a:pt x="1531" y="2"/>
                    <a:pt x="1531" y="2"/>
                    <a:pt x="1531" y="2"/>
                  </a:cubicBezTo>
                  <a:cubicBezTo>
                    <a:pt x="1495" y="2"/>
                    <a:pt x="1495" y="2"/>
                    <a:pt x="1495" y="2"/>
                  </a:cubicBezTo>
                  <a:cubicBezTo>
                    <a:pt x="1495" y="57"/>
                    <a:pt x="1495" y="57"/>
                    <a:pt x="1495" y="57"/>
                  </a:cubicBezTo>
                  <a:close/>
                  <a:moveTo>
                    <a:pt x="1599" y="20"/>
                  </a:moveTo>
                  <a:cubicBezTo>
                    <a:pt x="1598" y="7"/>
                    <a:pt x="1590" y="1"/>
                    <a:pt x="1576" y="0"/>
                  </a:cubicBezTo>
                  <a:cubicBezTo>
                    <a:pt x="1561" y="1"/>
                    <a:pt x="1553" y="11"/>
                    <a:pt x="1553" y="30"/>
                  </a:cubicBezTo>
                  <a:cubicBezTo>
                    <a:pt x="1553" y="48"/>
                    <a:pt x="1561" y="57"/>
                    <a:pt x="1576" y="58"/>
                  </a:cubicBezTo>
                  <a:cubicBezTo>
                    <a:pt x="1590" y="58"/>
                    <a:pt x="1598" y="51"/>
                    <a:pt x="1599" y="39"/>
                  </a:cubicBezTo>
                  <a:cubicBezTo>
                    <a:pt x="1586" y="39"/>
                    <a:pt x="1586" y="39"/>
                    <a:pt x="1586" y="39"/>
                  </a:cubicBezTo>
                  <a:cubicBezTo>
                    <a:pt x="1586" y="46"/>
                    <a:pt x="1583" y="49"/>
                    <a:pt x="1576" y="50"/>
                  </a:cubicBezTo>
                  <a:cubicBezTo>
                    <a:pt x="1569" y="49"/>
                    <a:pt x="1566" y="43"/>
                    <a:pt x="1565" y="30"/>
                  </a:cubicBezTo>
                  <a:cubicBezTo>
                    <a:pt x="1566" y="16"/>
                    <a:pt x="1569" y="10"/>
                    <a:pt x="1576" y="9"/>
                  </a:cubicBezTo>
                  <a:cubicBezTo>
                    <a:pt x="1582" y="9"/>
                    <a:pt x="1586" y="13"/>
                    <a:pt x="1586" y="20"/>
                  </a:cubicBezTo>
                  <a:cubicBezTo>
                    <a:pt x="1599" y="20"/>
                    <a:pt x="1599" y="20"/>
                    <a:pt x="1599" y="20"/>
                  </a:cubicBezTo>
                  <a:close/>
                  <a:moveTo>
                    <a:pt x="1631" y="57"/>
                  </a:moveTo>
                  <a:cubicBezTo>
                    <a:pt x="1631" y="33"/>
                    <a:pt x="1631" y="33"/>
                    <a:pt x="1631" y="33"/>
                  </a:cubicBezTo>
                  <a:cubicBezTo>
                    <a:pt x="1652" y="33"/>
                    <a:pt x="1652" y="33"/>
                    <a:pt x="1652" y="33"/>
                  </a:cubicBezTo>
                  <a:cubicBezTo>
                    <a:pt x="1652" y="57"/>
                    <a:pt x="1652" y="57"/>
                    <a:pt x="1652" y="57"/>
                  </a:cubicBezTo>
                  <a:cubicBezTo>
                    <a:pt x="1664" y="57"/>
                    <a:pt x="1664" y="57"/>
                    <a:pt x="1664" y="57"/>
                  </a:cubicBezTo>
                  <a:cubicBezTo>
                    <a:pt x="1664" y="2"/>
                    <a:pt x="1664" y="2"/>
                    <a:pt x="1664" y="2"/>
                  </a:cubicBezTo>
                  <a:cubicBezTo>
                    <a:pt x="1652" y="2"/>
                    <a:pt x="1652" y="2"/>
                    <a:pt x="1652" y="2"/>
                  </a:cubicBezTo>
                  <a:cubicBezTo>
                    <a:pt x="1652" y="24"/>
                    <a:pt x="1652" y="24"/>
                    <a:pt x="1652" y="24"/>
                  </a:cubicBezTo>
                  <a:cubicBezTo>
                    <a:pt x="1631" y="24"/>
                    <a:pt x="1631" y="24"/>
                    <a:pt x="1631" y="24"/>
                  </a:cubicBezTo>
                  <a:cubicBezTo>
                    <a:pt x="1631" y="2"/>
                    <a:pt x="1631" y="2"/>
                    <a:pt x="1631" y="2"/>
                  </a:cubicBezTo>
                  <a:cubicBezTo>
                    <a:pt x="1620" y="2"/>
                    <a:pt x="1620" y="2"/>
                    <a:pt x="1620" y="2"/>
                  </a:cubicBezTo>
                  <a:cubicBezTo>
                    <a:pt x="1620" y="57"/>
                    <a:pt x="1620" y="57"/>
                    <a:pt x="1620" y="57"/>
                  </a:cubicBezTo>
                  <a:cubicBezTo>
                    <a:pt x="1631" y="57"/>
                    <a:pt x="1631" y="57"/>
                    <a:pt x="1631" y="57"/>
                  </a:cubicBezTo>
                  <a:close/>
                  <a:moveTo>
                    <a:pt x="1737" y="57"/>
                  </a:moveTo>
                  <a:cubicBezTo>
                    <a:pt x="1737" y="2"/>
                    <a:pt x="1737" y="2"/>
                    <a:pt x="1737" y="2"/>
                  </a:cubicBezTo>
                  <a:cubicBezTo>
                    <a:pt x="1726" y="2"/>
                    <a:pt x="1726" y="2"/>
                    <a:pt x="1726" y="2"/>
                  </a:cubicBezTo>
                  <a:cubicBezTo>
                    <a:pt x="1726" y="45"/>
                    <a:pt x="1726" y="45"/>
                    <a:pt x="1726" y="45"/>
                  </a:cubicBezTo>
                  <a:cubicBezTo>
                    <a:pt x="1725" y="45"/>
                    <a:pt x="1725" y="45"/>
                    <a:pt x="1725" y="45"/>
                  </a:cubicBezTo>
                  <a:cubicBezTo>
                    <a:pt x="1705" y="2"/>
                    <a:pt x="1705" y="2"/>
                    <a:pt x="1705" y="2"/>
                  </a:cubicBezTo>
                  <a:cubicBezTo>
                    <a:pt x="1687" y="2"/>
                    <a:pt x="1687" y="2"/>
                    <a:pt x="1687" y="2"/>
                  </a:cubicBezTo>
                  <a:cubicBezTo>
                    <a:pt x="1687" y="57"/>
                    <a:pt x="1687" y="57"/>
                    <a:pt x="1687" y="57"/>
                  </a:cubicBezTo>
                  <a:cubicBezTo>
                    <a:pt x="1698" y="57"/>
                    <a:pt x="1698" y="57"/>
                    <a:pt x="1698" y="57"/>
                  </a:cubicBezTo>
                  <a:cubicBezTo>
                    <a:pt x="1698" y="11"/>
                    <a:pt x="1698" y="11"/>
                    <a:pt x="1698" y="11"/>
                  </a:cubicBezTo>
                  <a:cubicBezTo>
                    <a:pt x="1699" y="11"/>
                    <a:pt x="1699" y="11"/>
                    <a:pt x="1699" y="11"/>
                  </a:cubicBezTo>
                  <a:cubicBezTo>
                    <a:pt x="1720" y="57"/>
                    <a:pt x="1720" y="57"/>
                    <a:pt x="1720" y="57"/>
                  </a:cubicBezTo>
                  <a:cubicBezTo>
                    <a:pt x="1737" y="57"/>
                    <a:pt x="1737" y="57"/>
                    <a:pt x="1737" y="57"/>
                  </a:cubicBezTo>
                  <a:close/>
                  <a:moveTo>
                    <a:pt x="1784" y="58"/>
                  </a:moveTo>
                  <a:cubicBezTo>
                    <a:pt x="1801" y="57"/>
                    <a:pt x="1810" y="48"/>
                    <a:pt x="1810" y="30"/>
                  </a:cubicBezTo>
                  <a:cubicBezTo>
                    <a:pt x="1810" y="11"/>
                    <a:pt x="1801" y="1"/>
                    <a:pt x="1784" y="0"/>
                  </a:cubicBezTo>
                  <a:cubicBezTo>
                    <a:pt x="1767" y="1"/>
                    <a:pt x="1759" y="11"/>
                    <a:pt x="1758" y="30"/>
                  </a:cubicBezTo>
                  <a:cubicBezTo>
                    <a:pt x="1759" y="48"/>
                    <a:pt x="1767" y="57"/>
                    <a:pt x="1784" y="58"/>
                  </a:cubicBezTo>
                  <a:close/>
                  <a:moveTo>
                    <a:pt x="1784" y="9"/>
                  </a:moveTo>
                  <a:cubicBezTo>
                    <a:pt x="1793" y="9"/>
                    <a:pt x="1798" y="16"/>
                    <a:pt x="1798" y="30"/>
                  </a:cubicBezTo>
                  <a:cubicBezTo>
                    <a:pt x="1798" y="43"/>
                    <a:pt x="1793" y="50"/>
                    <a:pt x="1784" y="50"/>
                  </a:cubicBezTo>
                  <a:cubicBezTo>
                    <a:pt x="1775" y="50"/>
                    <a:pt x="1771" y="43"/>
                    <a:pt x="1771" y="30"/>
                  </a:cubicBezTo>
                  <a:cubicBezTo>
                    <a:pt x="1771" y="16"/>
                    <a:pt x="1775" y="9"/>
                    <a:pt x="1784" y="9"/>
                  </a:cubicBezTo>
                  <a:close/>
                  <a:moveTo>
                    <a:pt x="1868" y="57"/>
                  </a:moveTo>
                  <a:cubicBezTo>
                    <a:pt x="1868" y="48"/>
                    <a:pt x="1868" y="48"/>
                    <a:pt x="1868" y="48"/>
                  </a:cubicBezTo>
                  <a:cubicBezTo>
                    <a:pt x="1844" y="48"/>
                    <a:pt x="1844" y="48"/>
                    <a:pt x="1844" y="48"/>
                  </a:cubicBezTo>
                  <a:cubicBezTo>
                    <a:pt x="1844" y="2"/>
                    <a:pt x="1844" y="2"/>
                    <a:pt x="1844" y="2"/>
                  </a:cubicBezTo>
                  <a:cubicBezTo>
                    <a:pt x="1833" y="2"/>
                    <a:pt x="1833" y="2"/>
                    <a:pt x="1833" y="2"/>
                  </a:cubicBezTo>
                  <a:cubicBezTo>
                    <a:pt x="1833" y="57"/>
                    <a:pt x="1833" y="57"/>
                    <a:pt x="1833" y="57"/>
                  </a:cubicBezTo>
                  <a:cubicBezTo>
                    <a:pt x="1868" y="57"/>
                    <a:pt x="1868" y="57"/>
                    <a:pt x="1868" y="57"/>
                  </a:cubicBezTo>
                  <a:close/>
                  <a:moveTo>
                    <a:pt x="1913" y="58"/>
                  </a:moveTo>
                  <a:cubicBezTo>
                    <a:pt x="1929" y="57"/>
                    <a:pt x="1938" y="48"/>
                    <a:pt x="1939" y="30"/>
                  </a:cubicBezTo>
                  <a:cubicBezTo>
                    <a:pt x="1938" y="11"/>
                    <a:pt x="1929" y="1"/>
                    <a:pt x="1913" y="0"/>
                  </a:cubicBezTo>
                  <a:cubicBezTo>
                    <a:pt x="1896" y="1"/>
                    <a:pt x="1887" y="11"/>
                    <a:pt x="1886" y="30"/>
                  </a:cubicBezTo>
                  <a:cubicBezTo>
                    <a:pt x="1887" y="48"/>
                    <a:pt x="1896" y="57"/>
                    <a:pt x="1913" y="58"/>
                  </a:cubicBezTo>
                  <a:close/>
                  <a:moveTo>
                    <a:pt x="1913" y="9"/>
                  </a:moveTo>
                  <a:cubicBezTo>
                    <a:pt x="1922" y="9"/>
                    <a:pt x="1926" y="16"/>
                    <a:pt x="1926" y="30"/>
                  </a:cubicBezTo>
                  <a:cubicBezTo>
                    <a:pt x="1926" y="43"/>
                    <a:pt x="1922" y="50"/>
                    <a:pt x="1913" y="50"/>
                  </a:cubicBezTo>
                  <a:cubicBezTo>
                    <a:pt x="1903" y="50"/>
                    <a:pt x="1899" y="43"/>
                    <a:pt x="1899" y="30"/>
                  </a:cubicBezTo>
                  <a:cubicBezTo>
                    <a:pt x="1899" y="16"/>
                    <a:pt x="1903" y="9"/>
                    <a:pt x="1913" y="9"/>
                  </a:cubicBezTo>
                  <a:close/>
                  <a:moveTo>
                    <a:pt x="1997" y="37"/>
                  </a:moveTo>
                  <a:cubicBezTo>
                    <a:pt x="1997" y="48"/>
                    <a:pt x="1997" y="48"/>
                    <a:pt x="1997" y="48"/>
                  </a:cubicBezTo>
                  <a:cubicBezTo>
                    <a:pt x="1997" y="49"/>
                    <a:pt x="1997" y="49"/>
                    <a:pt x="1997" y="48"/>
                  </a:cubicBezTo>
                  <a:cubicBezTo>
                    <a:pt x="1993" y="49"/>
                    <a:pt x="1989" y="50"/>
                    <a:pt x="1986" y="50"/>
                  </a:cubicBezTo>
                  <a:cubicBezTo>
                    <a:pt x="1976" y="49"/>
                    <a:pt x="1971" y="43"/>
                    <a:pt x="1971" y="30"/>
                  </a:cubicBezTo>
                  <a:cubicBezTo>
                    <a:pt x="1971" y="16"/>
                    <a:pt x="1976" y="9"/>
                    <a:pt x="1986" y="9"/>
                  </a:cubicBezTo>
                  <a:cubicBezTo>
                    <a:pt x="1994" y="9"/>
                    <a:pt x="1997" y="12"/>
                    <a:pt x="1997" y="18"/>
                  </a:cubicBezTo>
                  <a:cubicBezTo>
                    <a:pt x="2010" y="18"/>
                    <a:pt x="2010" y="18"/>
                    <a:pt x="2010" y="18"/>
                  </a:cubicBezTo>
                  <a:cubicBezTo>
                    <a:pt x="2010" y="6"/>
                    <a:pt x="2001" y="0"/>
                    <a:pt x="1984" y="0"/>
                  </a:cubicBezTo>
                  <a:cubicBezTo>
                    <a:pt x="1968" y="2"/>
                    <a:pt x="1959" y="11"/>
                    <a:pt x="1959" y="30"/>
                  </a:cubicBezTo>
                  <a:cubicBezTo>
                    <a:pt x="1959" y="47"/>
                    <a:pt x="1968" y="57"/>
                    <a:pt x="1984" y="58"/>
                  </a:cubicBezTo>
                  <a:cubicBezTo>
                    <a:pt x="1989" y="58"/>
                    <a:pt x="1994" y="58"/>
                    <a:pt x="1997" y="57"/>
                  </a:cubicBezTo>
                  <a:cubicBezTo>
                    <a:pt x="2001" y="57"/>
                    <a:pt x="2005" y="57"/>
                    <a:pt x="2009" y="55"/>
                  </a:cubicBezTo>
                  <a:cubicBezTo>
                    <a:pt x="2009" y="27"/>
                    <a:pt x="2009" y="27"/>
                    <a:pt x="2009" y="27"/>
                  </a:cubicBezTo>
                  <a:cubicBezTo>
                    <a:pt x="1987" y="27"/>
                    <a:pt x="1987" y="27"/>
                    <a:pt x="1987" y="27"/>
                  </a:cubicBezTo>
                  <a:cubicBezTo>
                    <a:pt x="1987" y="37"/>
                    <a:pt x="1987" y="37"/>
                    <a:pt x="1987" y="37"/>
                  </a:cubicBezTo>
                  <a:cubicBezTo>
                    <a:pt x="1997" y="37"/>
                    <a:pt x="1997" y="37"/>
                    <a:pt x="1997" y="37"/>
                  </a:cubicBezTo>
                  <a:close/>
                  <a:moveTo>
                    <a:pt x="2048" y="57"/>
                  </a:moveTo>
                  <a:cubicBezTo>
                    <a:pt x="2059" y="57"/>
                    <a:pt x="2059" y="57"/>
                    <a:pt x="2059" y="57"/>
                  </a:cubicBezTo>
                  <a:cubicBezTo>
                    <a:pt x="2059" y="39"/>
                    <a:pt x="2059" y="39"/>
                    <a:pt x="2059" y="39"/>
                  </a:cubicBezTo>
                  <a:cubicBezTo>
                    <a:pt x="2078" y="2"/>
                    <a:pt x="2078" y="2"/>
                    <a:pt x="2078" y="2"/>
                  </a:cubicBezTo>
                  <a:cubicBezTo>
                    <a:pt x="2066" y="2"/>
                    <a:pt x="2066" y="2"/>
                    <a:pt x="2066" y="2"/>
                  </a:cubicBezTo>
                  <a:cubicBezTo>
                    <a:pt x="2054" y="27"/>
                    <a:pt x="2054" y="27"/>
                    <a:pt x="2054" y="27"/>
                  </a:cubicBezTo>
                  <a:cubicBezTo>
                    <a:pt x="2043" y="2"/>
                    <a:pt x="2043" y="2"/>
                    <a:pt x="2043" y="2"/>
                  </a:cubicBezTo>
                  <a:cubicBezTo>
                    <a:pt x="2029" y="2"/>
                    <a:pt x="2029" y="2"/>
                    <a:pt x="2029" y="2"/>
                  </a:cubicBezTo>
                  <a:cubicBezTo>
                    <a:pt x="2048" y="39"/>
                    <a:pt x="2048" y="39"/>
                    <a:pt x="2048" y="39"/>
                  </a:cubicBezTo>
                  <a:lnTo>
                    <a:pt x="2048" y="57"/>
                  </a:lnTo>
                  <a:close/>
                </a:path>
              </a:pathLst>
            </a:custGeom>
            <a:solidFill>
              <a:srgbClr val="B600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3" name="îṩḻïḓé"/>
            <p:cNvSpPr/>
            <p:nvPr userDrawn="1"/>
          </p:nvSpPr>
          <p:spPr bwMode="auto">
            <a:xfrm>
              <a:off x="2647449" y="2492374"/>
              <a:ext cx="1838789" cy="1871663"/>
            </a:xfrm>
            <a:custGeom>
              <a:avLst/>
              <a:gdLst>
                <a:gd name="T0" fmla="*/ 606 w 808"/>
                <a:gd name="T1" fmla="*/ 701 h 821"/>
                <a:gd name="T2" fmla="*/ 597 w 808"/>
                <a:gd name="T3" fmla="*/ 703 h 821"/>
                <a:gd name="T4" fmla="*/ 597 w 808"/>
                <a:gd name="T5" fmla="*/ 684 h 821"/>
                <a:gd name="T6" fmla="*/ 620 w 808"/>
                <a:gd name="T7" fmla="*/ 651 h 821"/>
                <a:gd name="T8" fmla="*/ 606 w 808"/>
                <a:gd name="T9" fmla="*/ 661 h 821"/>
                <a:gd name="T10" fmla="*/ 584 w 808"/>
                <a:gd name="T11" fmla="*/ 659 h 821"/>
                <a:gd name="T12" fmla="*/ 591 w 808"/>
                <a:gd name="T13" fmla="*/ 642 h 821"/>
                <a:gd name="T14" fmla="*/ 597 w 808"/>
                <a:gd name="T15" fmla="*/ 649 h 821"/>
                <a:gd name="T16" fmla="*/ 620 w 808"/>
                <a:gd name="T17" fmla="*/ 619 h 821"/>
                <a:gd name="T18" fmla="*/ 636 w 808"/>
                <a:gd name="T19" fmla="*/ 634 h 821"/>
                <a:gd name="T20" fmla="*/ 623 w 808"/>
                <a:gd name="T21" fmla="*/ 679 h 821"/>
                <a:gd name="T22" fmla="*/ 620 w 808"/>
                <a:gd name="T23" fmla="*/ 692 h 821"/>
                <a:gd name="T24" fmla="*/ 177 w 808"/>
                <a:gd name="T25" fmla="*/ 710 h 821"/>
                <a:gd name="T26" fmla="*/ 216 w 808"/>
                <a:gd name="T27" fmla="*/ 643 h 821"/>
                <a:gd name="T28" fmla="*/ 233 w 808"/>
                <a:gd name="T29" fmla="*/ 632 h 821"/>
                <a:gd name="T30" fmla="*/ 209 w 808"/>
                <a:gd name="T31" fmla="*/ 667 h 821"/>
                <a:gd name="T32" fmla="*/ 245 w 808"/>
                <a:gd name="T33" fmla="*/ 647 h 821"/>
                <a:gd name="T34" fmla="*/ 246 w 808"/>
                <a:gd name="T35" fmla="*/ 676 h 821"/>
                <a:gd name="T36" fmla="*/ 228 w 808"/>
                <a:gd name="T37" fmla="*/ 694 h 821"/>
                <a:gd name="T38" fmla="*/ 203 w 808"/>
                <a:gd name="T39" fmla="*/ 719 h 821"/>
                <a:gd name="T40" fmla="*/ 207 w 808"/>
                <a:gd name="T41" fmla="*/ 683 h 821"/>
                <a:gd name="T42" fmla="*/ 446 w 808"/>
                <a:gd name="T43" fmla="*/ 698 h 821"/>
                <a:gd name="T44" fmla="*/ 444 w 808"/>
                <a:gd name="T45" fmla="*/ 686 h 821"/>
                <a:gd name="T46" fmla="*/ 445 w 808"/>
                <a:gd name="T47" fmla="*/ 674 h 821"/>
                <a:gd name="T48" fmla="*/ 434 w 808"/>
                <a:gd name="T49" fmla="*/ 668 h 821"/>
                <a:gd name="T50" fmla="*/ 438 w 808"/>
                <a:gd name="T51" fmla="*/ 651 h 821"/>
                <a:gd name="T52" fmla="*/ 456 w 808"/>
                <a:gd name="T53" fmla="*/ 644 h 821"/>
                <a:gd name="T54" fmla="*/ 465 w 808"/>
                <a:gd name="T55" fmla="*/ 643 h 821"/>
                <a:gd name="T56" fmla="*/ 457 w 808"/>
                <a:gd name="T57" fmla="*/ 675 h 821"/>
                <a:gd name="T58" fmla="*/ 455 w 808"/>
                <a:gd name="T59" fmla="*/ 690 h 821"/>
                <a:gd name="T60" fmla="*/ 265 w 808"/>
                <a:gd name="T61" fmla="*/ 713 h 821"/>
                <a:gd name="T62" fmla="*/ 562 w 808"/>
                <a:gd name="T63" fmla="*/ 715 h 821"/>
                <a:gd name="T64" fmla="*/ 292 w 808"/>
                <a:gd name="T65" fmla="*/ 705 h 821"/>
                <a:gd name="T66" fmla="*/ 300 w 808"/>
                <a:gd name="T67" fmla="*/ 666 h 821"/>
                <a:gd name="T68" fmla="*/ 285 w 808"/>
                <a:gd name="T69" fmla="*/ 672 h 821"/>
                <a:gd name="T70" fmla="*/ 302 w 808"/>
                <a:gd name="T71" fmla="*/ 650 h 821"/>
                <a:gd name="T72" fmla="*/ 307 w 808"/>
                <a:gd name="T73" fmla="*/ 637 h 821"/>
                <a:gd name="T74" fmla="*/ 319 w 808"/>
                <a:gd name="T75" fmla="*/ 648 h 821"/>
                <a:gd name="T76" fmla="*/ 305 w 808"/>
                <a:gd name="T77" fmla="*/ 696 h 821"/>
                <a:gd name="T78" fmla="*/ 511 w 808"/>
                <a:gd name="T79" fmla="*/ 689 h 821"/>
                <a:gd name="T80" fmla="*/ 538 w 808"/>
                <a:gd name="T81" fmla="*/ 638 h 821"/>
                <a:gd name="T82" fmla="*/ 529 w 808"/>
                <a:gd name="T83" fmla="*/ 700 h 821"/>
                <a:gd name="T84" fmla="*/ 241 w 808"/>
                <a:gd name="T85" fmla="*/ 701 h 821"/>
                <a:gd name="T86" fmla="*/ 469 w 808"/>
                <a:gd name="T87" fmla="*/ 701 h 821"/>
                <a:gd name="T88" fmla="*/ 447 w 808"/>
                <a:gd name="T89" fmla="*/ 705 h 821"/>
                <a:gd name="T90" fmla="*/ 349 w 808"/>
                <a:gd name="T91" fmla="*/ 697 h 821"/>
                <a:gd name="T92" fmla="*/ 371 w 808"/>
                <a:gd name="T93" fmla="*/ 665 h 821"/>
                <a:gd name="T94" fmla="*/ 400 w 808"/>
                <a:gd name="T95" fmla="*/ 667 h 821"/>
                <a:gd name="T96" fmla="*/ 375 w 808"/>
                <a:gd name="T97" fmla="*/ 697 h 821"/>
                <a:gd name="T98" fmla="*/ 220 w 808"/>
                <a:gd name="T99" fmla="*/ 683 h 821"/>
                <a:gd name="T100" fmla="*/ 223 w 808"/>
                <a:gd name="T101" fmla="*/ 690 h 821"/>
                <a:gd name="T102" fmla="*/ 318 w 808"/>
                <a:gd name="T103" fmla="*/ 697 h 821"/>
                <a:gd name="T104" fmla="*/ 206 w 808"/>
                <a:gd name="T105" fmla="*/ 674 h 821"/>
                <a:gd name="T106" fmla="*/ 311 w 808"/>
                <a:gd name="T107" fmla="*/ 660 h 821"/>
                <a:gd name="T108" fmla="*/ 614 w 808"/>
                <a:gd name="T109" fmla="*/ 661 h 821"/>
                <a:gd name="T110" fmla="*/ 607 w 808"/>
                <a:gd name="T111" fmla="*/ 650 h 821"/>
                <a:gd name="T112" fmla="*/ 217 w 808"/>
                <a:gd name="T113" fmla="*/ 627 h 821"/>
                <a:gd name="T114" fmla="*/ 161 w 808"/>
                <a:gd name="T115" fmla="*/ 585 h 821"/>
                <a:gd name="T116" fmla="*/ 114 w 808"/>
                <a:gd name="T117" fmla="*/ 372 h 821"/>
                <a:gd name="T118" fmla="*/ 243 w 808"/>
                <a:gd name="T119" fmla="*/ 205 h 821"/>
                <a:gd name="T120" fmla="*/ 433 w 808"/>
                <a:gd name="T121" fmla="*/ 152 h 821"/>
                <a:gd name="T122" fmla="*/ 653 w 808"/>
                <a:gd name="T123" fmla="*/ 325 h 821"/>
                <a:gd name="T124" fmla="*/ 664 w 808"/>
                <a:gd name="T125" fmla="*/ 501 h 8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808" h="821">
                  <a:moveTo>
                    <a:pt x="404" y="821"/>
                  </a:moveTo>
                  <a:cubicBezTo>
                    <a:pt x="626" y="821"/>
                    <a:pt x="808" y="637"/>
                    <a:pt x="808" y="411"/>
                  </a:cubicBezTo>
                  <a:cubicBezTo>
                    <a:pt x="808" y="185"/>
                    <a:pt x="626" y="0"/>
                    <a:pt x="404" y="0"/>
                  </a:cubicBezTo>
                  <a:cubicBezTo>
                    <a:pt x="181" y="0"/>
                    <a:pt x="0" y="185"/>
                    <a:pt x="0" y="411"/>
                  </a:cubicBezTo>
                  <a:cubicBezTo>
                    <a:pt x="0" y="637"/>
                    <a:pt x="181" y="821"/>
                    <a:pt x="404" y="821"/>
                  </a:cubicBezTo>
                  <a:close/>
                  <a:moveTo>
                    <a:pt x="404" y="3"/>
                  </a:moveTo>
                  <a:cubicBezTo>
                    <a:pt x="474" y="48"/>
                    <a:pt x="616" y="90"/>
                    <a:pt x="583" y="158"/>
                  </a:cubicBezTo>
                  <a:cubicBezTo>
                    <a:pt x="638" y="106"/>
                    <a:pt x="721" y="230"/>
                    <a:pt x="785" y="285"/>
                  </a:cubicBezTo>
                  <a:cubicBezTo>
                    <a:pt x="765" y="362"/>
                    <a:pt x="769" y="520"/>
                    <a:pt x="693" y="507"/>
                  </a:cubicBezTo>
                  <a:cubicBezTo>
                    <a:pt x="761" y="544"/>
                    <a:pt x="669" y="666"/>
                    <a:pt x="644" y="734"/>
                  </a:cubicBezTo>
                  <a:cubicBezTo>
                    <a:pt x="567" y="740"/>
                    <a:pt x="412" y="799"/>
                    <a:pt x="405" y="723"/>
                  </a:cubicBezTo>
                  <a:cubicBezTo>
                    <a:pt x="392" y="797"/>
                    <a:pt x="241" y="737"/>
                    <a:pt x="161" y="732"/>
                  </a:cubicBezTo>
                  <a:cubicBezTo>
                    <a:pt x="134" y="658"/>
                    <a:pt x="46" y="545"/>
                    <a:pt x="113" y="509"/>
                  </a:cubicBezTo>
                  <a:cubicBezTo>
                    <a:pt x="35" y="520"/>
                    <a:pt x="47" y="364"/>
                    <a:pt x="23" y="284"/>
                  </a:cubicBezTo>
                  <a:cubicBezTo>
                    <a:pt x="90" y="245"/>
                    <a:pt x="172" y="105"/>
                    <a:pt x="229" y="159"/>
                  </a:cubicBezTo>
                  <a:cubicBezTo>
                    <a:pt x="197" y="85"/>
                    <a:pt x="340" y="46"/>
                    <a:pt x="404" y="3"/>
                  </a:cubicBezTo>
                  <a:close/>
                  <a:moveTo>
                    <a:pt x="609" y="729"/>
                  </a:moveTo>
                  <a:cubicBezTo>
                    <a:pt x="601" y="725"/>
                    <a:pt x="601" y="725"/>
                    <a:pt x="601" y="725"/>
                  </a:cubicBezTo>
                  <a:cubicBezTo>
                    <a:pt x="601" y="725"/>
                    <a:pt x="601" y="725"/>
                    <a:pt x="601" y="725"/>
                  </a:cubicBezTo>
                  <a:cubicBezTo>
                    <a:pt x="601" y="725"/>
                    <a:pt x="601" y="725"/>
                    <a:pt x="601" y="725"/>
                  </a:cubicBezTo>
                  <a:cubicBezTo>
                    <a:pt x="601" y="725"/>
                    <a:pt x="601" y="725"/>
                    <a:pt x="601" y="725"/>
                  </a:cubicBezTo>
                  <a:cubicBezTo>
                    <a:pt x="600" y="725"/>
                    <a:pt x="600" y="725"/>
                    <a:pt x="600" y="725"/>
                  </a:cubicBezTo>
                  <a:cubicBezTo>
                    <a:pt x="600" y="725"/>
                    <a:pt x="600" y="725"/>
                    <a:pt x="600" y="725"/>
                  </a:cubicBezTo>
                  <a:cubicBezTo>
                    <a:pt x="599" y="725"/>
                    <a:pt x="599" y="725"/>
                    <a:pt x="599" y="725"/>
                  </a:cubicBezTo>
                  <a:cubicBezTo>
                    <a:pt x="599" y="725"/>
                    <a:pt x="599" y="725"/>
                    <a:pt x="599" y="725"/>
                  </a:cubicBezTo>
                  <a:cubicBezTo>
                    <a:pt x="599" y="725"/>
                    <a:pt x="599" y="725"/>
                    <a:pt x="599" y="725"/>
                  </a:cubicBezTo>
                  <a:cubicBezTo>
                    <a:pt x="599" y="725"/>
                    <a:pt x="599" y="725"/>
                    <a:pt x="599" y="725"/>
                  </a:cubicBezTo>
                  <a:cubicBezTo>
                    <a:pt x="598" y="725"/>
                    <a:pt x="598" y="725"/>
                    <a:pt x="598" y="725"/>
                  </a:cubicBezTo>
                  <a:cubicBezTo>
                    <a:pt x="598" y="725"/>
                    <a:pt x="598" y="725"/>
                    <a:pt x="598" y="725"/>
                  </a:cubicBezTo>
                  <a:cubicBezTo>
                    <a:pt x="598" y="725"/>
                    <a:pt x="598" y="725"/>
                    <a:pt x="598" y="725"/>
                  </a:cubicBezTo>
                  <a:cubicBezTo>
                    <a:pt x="598" y="725"/>
                    <a:pt x="598" y="725"/>
                    <a:pt x="598" y="725"/>
                  </a:cubicBezTo>
                  <a:cubicBezTo>
                    <a:pt x="597" y="725"/>
                    <a:pt x="597" y="725"/>
                    <a:pt x="597" y="725"/>
                  </a:cubicBezTo>
                  <a:cubicBezTo>
                    <a:pt x="597" y="725"/>
                    <a:pt x="597" y="725"/>
                    <a:pt x="597" y="725"/>
                  </a:cubicBezTo>
                  <a:cubicBezTo>
                    <a:pt x="596" y="725"/>
                    <a:pt x="596" y="725"/>
                    <a:pt x="596" y="725"/>
                  </a:cubicBezTo>
                  <a:cubicBezTo>
                    <a:pt x="596" y="725"/>
                    <a:pt x="596" y="725"/>
                    <a:pt x="596" y="725"/>
                  </a:cubicBezTo>
                  <a:cubicBezTo>
                    <a:pt x="595" y="724"/>
                    <a:pt x="595" y="724"/>
                    <a:pt x="595" y="724"/>
                  </a:cubicBezTo>
                  <a:cubicBezTo>
                    <a:pt x="595" y="724"/>
                    <a:pt x="595" y="724"/>
                    <a:pt x="595" y="724"/>
                  </a:cubicBezTo>
                  <a:cubicBezTo>
                    <a:pt x="595" y="724"/>
                    <a:pt x="595" y="724"/>
                    <a:pt x="595" y="724"/>
                  </a:cubicBezTo>
                  <a:cubicBezTo>
                    <a:pt x="595" y="724"/>
                    <a:pt x="595" y="724"/>
                    <a:pt x="595" y="724"/>
                  </a:cubicBezTo>
                  <a:cubicBezTo>
                    <a:pt x="595" y="724"/>
                    <a:pt x="595" y="724"/>
                    <a:pt x="595" y="724"/>
                  </a:cubicBezTo>
                  <a:cubicBezTo>
                    <a:pt x="595" y="724"/>
                    <a:pt x="595" y="724"/>
                    <a:pt x="595" y="724"/>
                  </a:cubicBezTo>
                  <a:cubicBezTo>
                    <a:pt x="595" y="724"/>
                    <a:pt x="595" y="724"/>
                    <a:pt x="595" y="724"/>
                  </a:cubicBezTo>
                  <a:cubicBezTo>
                    <a:pt x="595" y="724"/>
                    <a:pt x="595" y="724"/>
                    <a:pt x="595" y="724"/>
                  </a:cubicBezTo>
                  <a:cubicBezTo>
                    <a:pt x="595" y="724"/>
                    <a:pt x="595" y="724"/>
                    <a:pt x="595" y="724"/>
                  </a:cubicBezTo>
                  <a:cubicBezTo>
                    <a:pt x="595" y="724"/>
                    <a:pt x="595" y="724"/>
                    <a:pt x="595" y="724"/>
                  </a:cubicBezTo>
                  <a:cubicBezTo>
                    <a:pt x="595" y="723"/>
                    <a:pt x="595" y="723"/>
                    <a:pt x="595" y="723"/>
                  </a:cubicBezTo>
                  <a:cubicBezTo>
                    <a:pt x="595" y="723"/>
                    <a:pt x="595" y="723"/>
                    <a:pt x="595" y="723"/>
                  </a:cubicBezTo>
                  <a:cubicBezTo>
                    <a:pt x="595" y="723"/>
                    <a:pt x="595" y="723"/>
                    <a:pt x="595" y="723"/>
                  </a:cubicBezTo>
                  <a:cubicBezTo>
                    <a:pt x="595" y="723"/>
                    <a:pt x="595" y="723"/>
                    <a:pt x="595" y="723"/>
                  </a:cubicBezTo>
                  <a:cubicBezTo>
                    <a:pt x="595" y="723"/>
                    <a:pt x="595" y="723"/>
                    <a:pt x="595" y="723"/>
                  </a:cubicBezTo>
                  <a:cubicBezTo>
                    <a:pt x="595" y="723"/>
                    <a:pt x="595" y="723"/>
                    <a:pt x="595" y="723"/>
                  </a:cubicBezTo>
                  <a:cubicBezTo>
                    <a:pt x="595" y="722"/>
                    <a:pt x="595" y="722"/>
                    <a:pt x="595" y="722"/>
                  </a:cubicBezTo>
                  <a:cubicBezTo>
                    <a:pt x="595" y="722"/>
                    <a:pt x="595" y="722"/>
                    <a:pt x="595" y="722"/>
                  </a:cubicBezTo>
                  <a:cubicBezTo>
                    <a:pt x="596" y="722"/>
                    <a:pt x="596" y="722"/>
                    <a:pt x="596" y="722"/>
                  </a:cubicBezTo>
                  <a:cubicBezTo>
                    <a:pt x="596" y="722"/>
                    <a:pt x="596" y="722"/>
                    <a:pt x="596" y="722"/>
                  </a:cubicBezTo>
                  <a:cubicBezTo>
                    <a:pt x="598" y="722"/>
                    <a:pt x="598" y="722"/>
                    <a:pt x="598" y="722"/>
                  </a:cubicBezTo>
                  <a:cubicBezTo>
                    <a:pt x="598" y="722"/>
                    <a:pt x="598" y="722"/>
                    <a:pt x="598" y="722"/>
                  </a:cubicBezTo>
                  <a:cubicBezTo>
                    <a:pt x="600" y="722"/>
                    <a:pt x="600" y="722"/>
                    <a:pt x="600" y="722"/>
                  </a:cubicBezTo>
                  <a:cubicBezTo>
                    <a:pt x="600" y="722"/>
                    <a:pt x="600" y="722"/>
                    <a:pt x="600" y="722"/>
                  </a:cubicBezTo>
                  <a:cubicBezTo>
                    <a:pt x="602" y="722"/>
                    <a:pt x="602" y="722"/>
                    <a:pt x="602" y="722"/>
                  </a:cubicBezTo>
                  <a:cubicBezTo>
                    <a:pt x="602" y="722"/>
                    <a:pt x="602" y="722"/>
                    <a:pt x="602" y="722"/>
                  </a:cubicBezTo>
                  <a:cubicBezTo>
                    <a:pt x="603" y="722"/>
                    <a:pt x="603" y="722"/>
                    <a:pt x="603" y="722"/>
                  </a:cubicBezTo>
                  <a:cubicBezTo>
                    <a:pt x="603" y="722"/>
                    <a:pt x="603" y="722"/>
                    <a:pt x="603" y="722"/>
                  </a:cubicBezTo>
                  <a:cubicBezTo>
                    <a:pt x="605" y="722"/>
                    <a:pt x="605" y="722"/>
                    <a:pt x="605" y="722"/>
                  </a:cubicBezTo>
                  <a:cubicBezTo>
                    <a:pt x="605" y="722"/>
                    <a:pt x="605" y="722"/>
                    <a:pt x="605" y="722"/>
                  </a:cubicBezTo>
                  <a:cubicBezTo>
                    <a:pt x="606" y="721"/>
                    <a:pt x="606" y="721"/>
                    <a:pt x="606" y="721"/>
                  </a:cubicBezTo>
                  <a:cubicBezTo>
                    <a:pt x="606" y="721"/>
                    <a:pt x="606" y="721"/>
                    <a:pt x="606" y="721"/>
                  </a:cubicBezTo>
                  <a:cubicBezTo>
                    <a:pt x="608" y="719"/>
                    <a:pt x="608" y="719"/>
                    <a:pt x="608" y="719"/>
                  </a:cubicBezTo>
                  <a:cubicBezTo>
                    <a:pt x="608" y="719"/>
                    <a:pt x="608" y="719"/>
                    <a:pt x="608" y="719"/>
                  </a:cubicBezTo>
                  <a:cubicBezTo>
                    <a:pt x="608" y="717"/>
                    <a:pt x="608" y="717"/>
                    <a:pt x="608" y="717"/>
                  </a:cubicBezTo>
                  <a:cubicBezTo>
                    <a:pt x="608" y="717"/>
                    <a:pt x="608" y="717"/>
                    <a:pt x="608" y="717"/>
                  </a:cubicBezTo>
                  <a:cubicBezTo>
                    <a:pt x="608" y="715"/>
                    <a:pt x="608" y="715"/>
                    <a:pt x="608" y="715"/>
                  </a:cubicBezTo>
                  <a:cubicBezTo>
                    <a:pt x="608" y="715"/>
                    <a:pt x="608" y="715"/>
                    <a:pt x="608" y="715"/>
                  </a:cubicBezTo>
                  <a:cubicBezTo>
                    <a:pt x="608" y="712"/>
                    <a:pt x="608" y="712"/>
                    <a:pt x="608" y="712"/>
                  </a:cubicBezTo>
                  <a:cubicBezTo>
                    <a:pt x="608" y="712"/>
                    <a:pt x="608" y="712"/>
                    <a:pt x="608" y="712"/>
                  </a:cubicBezTo>
                  <a:cubicBezTo>
                    <a:pt x="608" y="710"/>
                    <a:pt x="608" y="710"/>
                    <a:pt x="608" y="710"/>
                  </a:cubicBezTo>
                  <a:cubicBezTo>
                    <a:pt x="608" y="710"/>
                    <a:pt x="608" y="710"/>
                    <a:pt x="608" y="710"/>
                  </a:cubicBezTo>
                  <a:cubicBezTo>
                    <a:pt x="608" y="707"/>
                    <a:pt x="608" y="707"/>
                    <a:pt x="608" y="707"/>
                  </a:cubicBezTo>
                  <a:cubicBezTo>
                    <a:pt x="608" y="707"/>
                    <a:pt x="608" y="707"/>
                    <a:pt x="608" y="707"/>
                  </a:cubicBezTo>
                  <a:cubicBezTo>
                    <a:pt x="608" y="705"/>
                    <a:pt x="608" y="705"/>
                    <a:pt x="608" y="705"/>
                  </a:cubicBezTo>
                  <a:cubicBezTo>
                    <a:pt x="608" y="705"/>
                    <a:pt x="608" y="705"/>
                    <a:pt x="608" y="705"/>
                  </a:cubicBezTo>
                  <a:cubicBezTo>
                    <a:pt x="608" y="702"/>
                    <a:pt x="608" y="702"/>
                    <a:pt x="608" y="702"/>
                  </a:cubicBezTo>
                  <a:cubicBezTo>
                    <a:pt x="608" y="702"/>
                    <a:pt x="608" y="702"/>
                    <a:pt x="608" y="702"/>
                  </a:cubicBezTo>
                  <a:cubicBezTo>
                    <a:pt x="608" y="700"/>
                    <a:pt x="608" y="700"/>
                    <a:pt x="608" y="700"/>
                  </a:cubicBezTo>
                  <a:cubicBezTo>
                    <a:pt x="608" y="700"/>
                    <a:pt x="608" y="700"/>
                    <a:pt x="608" y="700"/>
                  </a:cubicBezTo>
                  <a:cubicBezTo>
                    <a:pt x="606" y="701"/>
                    <a:pt x="606" y="701"/>
                    <a:pt x="606" y="701"/>
                  </a:cubicBezTo>
                  <a:cubicBezTo>
                    <a:pt x="606" y="701"/>
                    <a:pt x="606" y="701"/>
                    <a:pt x="606" y="701"/>
                  </a:cubicBezTo>
                  <a:cubicBezTo>
                    <a:pt x="604" y="702"/>
                    <a:pt x="604" y="702"/>
                    <a:pt x="604" y="702"/>
                  </a:cubicBezTo>
                  <a:cubicBezTo>
                    <a:pt x="604" y="702"/>
                    <a:pt x="604" y="702"/>
                    <a:pt x="604" y="702"/>
                  </a:cubicBezTo>
                  <a:cubicBezTo>
                    <a:pt x="603" y="703"/>
                    <a:pt x="603" y="703"/>
                    <a:pt x="603" y="703"/>
                  </a:cubicBezTo>
                  <a:cubicBezTo>
                    <a:pt x="603" y="703"/>
                    <a:pt x="603" y="703"/>
                    <a:pt x="603" y="703"/>
                  </a:cubicBezTo>
                  <a:cubicBezTo>
                    <a:pt x="601" y="704"/>
                    <a:pt x="601" y="704"/>
                    <a:pt x="601" y="704"/>
                  </a:cubicBezTo>
                  <a:cubicBezTo>
                    <a:pt x="601" y="704"/>
                    <a:pt x="601" y="704"/>
                    <a:pt x="601" y="704"/>
                  </a:cubicBezTo>
                  <a:cubicBezTo>
                    <a:pt x="599" y="705"/>
                    <a:pt x="599" y="705"/>
                    <a:pt x="599" y="705"/>
                  </a:cubicBezTo>
                  <a:cubicBezTo>
                    <a:pt x="599" y="705"/>
                    <a:pt x="599" y="705"/>
                    <a:pt x="599" y="705"/>
                  </a:cubicBezTo>
                  <a:cubicBezTo>
                    <a:pt x="598" y="706"/>
                    <a:pt x="598" y="706"/>
                    <a:pt x="598" y="706"/>
                  </a:cubicBezTo>
                  <a:cubicBezTo>
                    <a:pt x="598" y="706"/>
                    <a:pt x="598" y="706"/>
                    <a:pt x="598" y="706"/>
                  </a:cubicBezTo>
                  <a:cubicBezTo>
                    <a:pt x="596" y="708"/>
                    <a:pt x="596" y="708"/>
                    <a:pt x="596" y="708"/>
                  </a:cubicBezTo>
                  <a:cubicBezTo>
                    <a:pt x="596" y="708"/>
                    <a:pt x="596" y="708"/>
                    <a:pt x="596" y="708"/>
                  </a:cubicBezTo>
                  <a:cubicBezTo>
                    <a:pt x="594" y="708"/>
                    <a:pt x="594" y="708"/>
                    <a:pt x="594" y="708"/>
                  </a:cubicBezTo>
                  <a:cubicBezTo>
                    <a:pt x="594" y="708"/>
                    <a:pt x="594" y="708"/>
                    <a:pt x="594" y="708"/>
                  </a:cubicBezTo>
                  <a:cubicBezTo>
                    <a:pt x="593" y="709"/>
                    <a:pt x="593" y="709"/>
                    <a:pt x="593" y="709"/>
                  </a:cubicBezTo>
                  <a:cubicBezTo>
                    <a:pt x="593" y="709"/>
                    <a:pt x="593" y="709"/>
                    <a:pt x="593" y="709"/>
                  </a:cubicBezTo>
                  <a:cubicBezTo>
                    <a:pt x="592" y="710"/>
                    <a:pt x="592" y="710"/>
                    <a:pt x="592" y="710"/>
                  </a:cubicBezTo>
                  <a:cubicBezTo>
                    <a:pt x="592" y="710"/>
                    <a:pt x="592" y="710"/>
                    <a:pt x="592" y="710"/>
                  </a:cubicBezTo>
                  <a:cubicBezTo>
                    <a:pt x="590" y="710"/>
                    <a:pt x="590" y="710"/>
                    <a:pt x="590" y="710"/>
                  </a:cubicBezTo>
                  <a:cubicBezTo>
                    <a:pt x="590" y="710"/>
                    <a:pt x="590" y="710"/>
                    <a:pt x="590" y="710"/>
                  </a:cubicBezTo>
                  <a:cubicBezTo>
                    <a:pt x="589" y="711"/>
                    <a:pt x="589" y="711"/>
                    <a:pt x="589" y="711"/>
                  </a:cubicBezTo>
                  <a:cubicBezTo>
                    <a:pt x="589" y="711"/>
                    <a:pt x="589" y="711"/>
                    <a:pt x="589" y="711"/>
                  </a:cubicBezTo>
                  <a:cubicBezTo>
                    <a:pt x="588" y="712"/>
                    <a:pt x="588" y="712"/>
                    <a:pt x="588" y="712"/>
                  </a:cubicBezTo>
                  <a:cubicBezTo>
                    <a:pt x="588" y="712"/>
                    <a:pt x="588" y="712"/>
                    <a:pt x="588" y="712"/>
                  </a:cubicBezTo>
                  <a:cubicBezTo>
                    <a:pt x="587" y="712"/>
                    <a:pt x="587" y="712"/>
                    <a:pt x="587" y="712"/>
                  </a:cubicBezTo>
                  <a:cubicBezTo>
                    <a:pt x="587" y="712"/>
                    <a:pt x="587" y="712"/>
                    <a:pt x="587" y="712"/>
                  </a:cubicBezTo>
                  <a:cubicBezTo>
                    <a:pt x="585" y="712"/>
                    <a:pt x="585" y="712"/>
                    <a:pt x="585" y="712"/>
                  </a:cubicBezTo>
                  <a:cubicBezTo>
                    <a:pt x="585" y="712"/>
                    <a:pt x="585" y="712"/>
                    <a:pt x="585" y="712"/>
                  </a:cubicBezTo>
                  <a:cubicBezTo>
                    <a:pt x="584" y="711"/>
                    <a:pt x="584" y="711"/>
                    <a:pt x="584" y="711"/>
                  </a:cubicBezTo>
                  <a:cubicBezTo>
                    <a:pt x="584" y="711"/>
                    <a:pt x="584" y="711"/>
                    <a:pt x="584" y="711"/>
                  </a:cubicBezTo>
                  <a:cubicBezTo>
                    <a:pt x="584" y="712"/>
                    <a:pt x="584" y="712"/>
                    <a:pt x="584" y="712"/>
                  </a:cubicBezTo>
                  <a:cubicBezTo>
                    <a:pt x="584" y="712"/>
                    <a:pt x="584" y="712"/>
                    <a:pt x="584" y="712"/>
                  </a:cubicBezTo>
                  <a:cubicBezTo>
                    <a:pt x="583" y="712"/>
                    <a:pt x="583" y="712"/>
                    <a:pt x="583" y="712"/>
                  </a:cubicBezTo>
                  <a:cubicBezTo>
                    <a:pt x="583" y="712"/>
                    <a:pt x="583" y="712"/>
                    <a:pt x="583" y="712"/>
                  </a:cubicBezTo>
                  <a:cubicBezTo>
                    <a:pt x="582" y="712"/>
                    <a:pt x="582" y="712"/>
                    <a:pt x="582" y="712"/>
                  </a:cubicBezTo>
                  <a:cubicBezTo>
                    <a:pt x="582" y="712"/>
                    <a:pt x="582" y="712"/>
                    <a:pt x="582" y="712"/>
                  </a:cubicBezTo>
                  <a:cubicBezTo>
                    <a:pt x="582" y="711"/>
                    <a:pt x="582" y="711"/>
                    <a:pt x="582" y="711"/>
                  </a:cubicBezTo>
                  <a:cubicBezTo>
                    <a:pt x="582" y="711"/>
                    <a:pt x="582" y="711"/>
                    <a:pt x="582" y="711"/>
                  </a:cubicBezTo>
                  <a:cubicBezTo>
                    <a:pt x="581" y="711"/>
                    <a:pt x="581" y="711"/>
                    <a:pt x="581" y="711"/>
                  </a:cubicBezTo>
                  <a:cubicBezTo>
                    <a:pt x="581" y="711"/>
                    <a:pt x="581" y="711"/>
                    <a:pt x="581" y="711"/>
                  </a:cubicBezTo>
                  <a:cubicBezTo>
                    <a:pt x="581" y="711"/>
                    <a:pt x="581" y="711"/>
                    <a:pt x="581" y="711"/>
                  </a:cubicBezTo>
                  <a:cubicBezTo>
                    <a:pt x="581" y="711"/>
                    <a:pt x="581" y="711"/>
                    <a:pt x="581" y="711"/>
                  </a:cubicBezTo>
                  <a:cubicBezTo>
                    <a:pt x="580" y="711"/>
                    <a:pt x="580" y="711"/>
                    <a:pt x="580" y="711"/>
                  </a:cubicBezTo>
                  <a:cubicBezTo>
                    <a:pt x="580" y="711"/>
                    <a:pt x="580" y="711"/>
                    <a:pt x="580" y="711"/>
                  </a:cubicBezTo>
                  <a:cubicBezTo>
                    <a:pt x="580" y="710"/>
                    <a:pt x="580" y="710"/>
                    <a:pt x="580" y="710"/>
                  </a:cubicBezTo>
                  <a:cubicBezTo>
                    <a:pt x="580" y="710"/>
                    <a:pt x="580" y="710"/>
                    <a:pt x="580" y="710"/>
                  </a:cubicBezTo>
                  <a:cubicBezTo>
                    <a:pt x="579" y="709"/>
                    <a:pt x="579" y="709"/>
                    <a:pt x="579" y="709"/>
                  </a:cubicBezTo>
                  <a:cubicBezTo>
                    <a:pt x="579" y="709"/>
                    <a:pt x="579" y="709"/>
                    <a:pt x="579" y="709"/>
                  </a:cubicBezTo>
                  <a:cubicBezTo>
                    <a:pt x="580" y="709"/>
                    <a:pt x="580" y="709"/>
                    <a:pt x="580" y="709"/>
                  </a:cubicBezTo>
                  <a:cubicBezTo>
                    <a:pt x="580" y="709"/>
                    <a:pt x="580" y="709"/>
                    <a:pt x="580" y="709"/>
                  </a:cubicBezTo>
                  <a:cubicBezTo>
                    <a:pt x="592" y="704"/>
                    <a:pt x="592" y="704"/>
                    <a:pt x="592" y="704"/>
                  </a:cubicBezTo>
                  <a:cubicBezTo>
                    <a:pt x="592" y="704"/>
                    <a:pt x="592" y="704"/>
                    <a:pt x="592" y="704"/>
                  </a:cubicBezTo>
                  <a:cubicBezTo>
                    <a:pt x="592" y="705"/>
                    <a:pt x="592" y="705"/>
                    <a:pt x="592" y="705"/>
                  </a:cubicBezTo>
                  <a:cubicBezTo>
                    <a:pt x="592" y="705"/>
                    <a:pt x="592" y="705"/>
                    <a:pt x="592" y="705"/>
                  </a:cubicBezTo>
                  <a:cubicBezTo>
                    <a:pt x="593" y="705"/>
                    <a:pt x="593" y="705"/>
                    <a:pt x="593" y="705"/>
                  </a:cubicBezTo>
                  <a:cubicBezTo>
                    <a:pt x="593" y="705"/>
                    <a:pt x="593" y="705"/>
                    <a:pt x="593" y="705"/>
                  </a:cubicBezTo>
                  <a:cubicBezTo>
                    <a:pt x="593" y="705"/>
                    <a:pt x="593" y="705"/>
                    <a:pt x="593" y="705"/>
                  </a:cubicBezTo>
                  <a:cubicBezTo>
                    <a:pt x="593" y="705"/>
                    <a:pt x="593" y="705"/>
                    <a:pt x="593" y="705"/>
                  </a:cubicBezTo>
                  <a:cubicBezTo>
                    <a:pt x="593" y="705"/>
                    <a:pt x="593" y="705"/>
                    <a:pt x="593" y="705"/>
                  </a:cubicBezTo>
                  <a:cubicBezTo>
                    <a:pt x="593" y="705"/>
                    <a:pt x="593" y="705"/>
                    <a:pt x="593" y="705"/>
                  </a:cubicBezTo>
                  <a:cubicBezTo>
                    <a:pt x="593" y="705"/>
                    <a:pt x="593" y="705"/>
                    <a:pt x="593" y="705"/>
                  </a:cubicBezTo>
                  <a:cubicBezTo>
                    <a:pt x="593" y="705"/>
                    <a:pt x="593" y="705"/>
                    <a:pt x="593" y="705"/>
                  </a:cubicBezTo>
                  <a:cubicBezTo>
                    <a:pt x="594" y="704"/>
                    <a:pt x="594" y="704"/>
                    <a:pt x="594" y="704"/>
                  </a:cubicBezTo>
                  <a:cubicBezTo>
                    <a:pt x="594" y="704"/>
                    <a:pt x="594" y="704"/>
                    <a:pt x="594" y="704"/>
                  </a:cubicBezTo>
                  <a:cubicBezTo>
                    <a:pt x="594" y="704"/>
                    <a:pt x="594" y="704"/>
                    <a:pt x="594" y="704"/>
                  </a:cubicBezTo>
                  <a:cubicBezTo>
                    <a:pt x="594" y="704"/>
                    <a:pt x="594" y="704"/>
                    <a:pt x="594" y="704"/>
                  </a:cubicBezTo>
                  <a:cubicBezTo>
                    <a:pt x="594" y="704"/>
                    <a:pt x="594" y="704"/>
                    <a:pt x="594" y="704"/>
                  </a:cubicBezTo>
                  <a:cubicBezTo>
                    <a:pt x="594" y="704"/>
                    <a:pt x="594" y="704"/>
                    <a:pt x="594" y="704"/>
                  </a:cubicBezTo>
                  <a:cubicBezTo>
                    <a:pt x="594" y="704"/>
                    <a:pt x="594" y="704"/>
                    <a:pt x="594" y="704"/>
                  </a:cubicBezTo>
                  <a:cubicBezTo>
                    <a:pt x="594" y="704"/>
                    <a:pt x="594" y="704"/>
                    <a:pt x="594" y="704"/>
                  </a:cubicBezTo>
                  <a:cubicBezTo>
                    <a:pt x="595" y="704"/>
                    <a:pt x="595" y="704"/>
                    <a:pt x="595" y="704"/>
                  </a:cubicBezTo>
                  <a:cubicBezTo>
                    <a:pt x="595" y="704"/>
                    <a:pt x="595" y="704"/>
                    <a:pt x="595" y="704"/>
                  </a:cubicBezTo>
                  <a:cubicBezTo>
                    <a:pt x="595" y="704"/>
                    <a:pt x="595" y="704"/>
                    <a:pt x="595" y="704"/>
                  </a:cubicBezTo>
                  <a:cubicBezTo>
                    <a:pt x="595" y="704"/>
                    <a:pt x="595" y="704"/>
                    <a:pt x="595" y="704"/>
                  </a:cubicBezTo>
                  <a:cubicBezTo>
                    <a:pt x="595" y="704"/>
                    <a:pt x="595" y="704"/>
                    <a:pt x="595" y="704"/>
                  </a:cubicBezTo>
                  <a:cubicBezTo>
                    <a:pt x="595" y="704"/>
                    <a:pt x="595" y="704"/>
                    <a:pt x="595" y="704"/>
                  </a:cubicBezTo>
                  <a:cubicBezTo>
                    <a:pt x="595" y="704"/>
                    <a:pt x="595" y="704"/>
                    <a:pt x="595" y="704"/>
                  </a:cubicBezTo>
                  <a:cubicBezTo>
                    <a:pt x="595" y="704"/>
                    <a:pt x="595" y="704"/>
                    <a:pt x="595" y="704"/>
                  </a:cubicBezTo>
                  <a:cubicBezTo>
                    <a:pt x="596" y="703"/>
                    <a:pt x="596" y="703"/>
                    <a:pt x="596" y="703"/>
                  </a:cubicBezTo>
                  <a:cubicBezTo>
                    <a:pt x="596" y="703"/>
                    <a:pt x="596" y="703"/>
                    <a:pt x="596" y="703"/>
                  </a:cubicBezTo>
                  <a:cubicBezTo>
                    <a:pt x="596" y="703"/>
                    <a:pt x="596" y="703"/>
                    <a:pt x="596" y="703"/>
                  </a:cubicBezTo>
                  <a:cubicBezTo>
                    <a:pt x="596" y="703"/>
                    <a:pt x="596" y="703"/>
                    <a:pt x="596" y="703"/>
                  </a:cubicBezTo>
                  <a:cubicBezTo>
                    <a:pt x="597" y="703"/>
                    <a:pt x="597" y="703"/>
                    <a:pt x="597" y="703"/>
                  </a:cubicBezTo>
                  <a:cubicBezTo>
                    <a:pt x="597" y="703"/>
                    <a:pt x="597" y="703"/>
                    <a:pt x="597" y="703"/>
                  </a:cubicBezTo>
                  <a:cubicBezTo>
                    <a:pt x="597" y="703"/>
                    <a:pt x="597" y="703"/>
                    <a:pt x="597" y="703"/>
                  </a:cubicBezTo>
                  <a:cubicBezTo>
                    <a:pt x="597" y="703"/>
                    <a:pt x="597" y="703"/>
                    <a:pt x="597" y="703"/>
                  </a:cubicBezTo>
                  <a:cubicBezTo>
                    <a:pt x="598" y="702"/>
                    <a:pt x="598" y="702"/>
                    <a:pt x="598" y="702"/>
                  </a:cubicBezTo>
                  <a:cubicBezTo>
                    <a:pt x="598" y="702"/>
                    <a:pt x="598" y="702"/>
                    <a:pt x="598" y="702"/>
                  </a:cubicBezTo>
                  <a:cubicBezTo>
                    <a:pt x="599" y="702"/>
                    <a:pt x="599" y="702"/>
                    <a:pt x="599" y="702"/>
                  </a:cubicBezTo>
                  <a:cubicBezTo>
                    <a:pt x="599" y="702"/>
                    <a:pt x="599" y="702"/>
                    <a:pt x="599" y="702"/>
                  </a:cubicBezTo>
                  <a:cubicBezTo>
                    <a:pt x="599" y="701"/>
                    <a:pt x="599" y="701"/>
                    <a:pt x="599" y="701"/>
                  </a:cubicBezTo>
                  <a:cubicBezTo>
                    <a:pt x="599" y="701"/>
                    <a:pt x="599" y="701"/>
                    <a:pt x="599" y="701"/>
                  </a:cubicBezTo>
                  <a:cubicBezTo>
                    <a:pt x="600" y="701"/>
                    <a:pt x="600" y="701"/>
                    <a:pt x="600" y="701"/>
                  </a:cubicBezTo>
                  <a:cubicBezTo>
                    <a:pt x="600" y="701"/>
                    <a:pt x="600" y="701"/>
                    <a:pt x="600" y="701"/>
                  </a:cubicBezTo>
                  <a:cubicBezTo>
                    <a:pt x="601" y="701"/>
                    <a:pt x="601" y="701"/>
                    <a:pt x="601" y="701"/>
                  </a:cubicBezTo>
                  <a:cubicBezTo>
                    <a:pt x="601" y="701"/>
                    <a:pt x="601" y="701"/>
                    <a:pt x="601" y="701"/>
                  </a:cubicBezTo>
                  <a:cubicBezTo>
                    <a:pt x="601" y="700"/>
                    <a:pt x="601" y="700"/>
                    <a:pt x="601" y="700"/>
                  </a:cubicBezTo>
                  <a:cubicBezTo>
                    <a:pt x="601" y="700"/>
                    <a:pt x="601" y="700"/>
                    <a:pt x="601" y="700"/>
                  </a:cubicBezTo>
                  <a:cubicBezTo>
                    <a:pt x="602" y="699"/>
                    <a:pt x="602" y="699"/>
                    <a:pt x="602" y="699"/>
                  </a:cubicBezTo>
                  <a:cubicBezTo>
                    <a:pt x="602" y="699"/>
                    <a:pt x="602" y="699"/>
                    <a:pt x="602" y="699"/>
                  </a:cubicBezTo>
                  <a:cubicBezTo>
                    <a:pt x="602" y="699"/>
                    <a:pt x="602" y="699"/>
                    <a:pt x="602" y="699"/>
                  </a:cubicBezTo>
                  <a:cubicBezTo>
                    <a:pt x="602" y="699"/>
                    <a:pt x="602" y="699"/>
                    <a:pt x="602" y="699"/>
                  </a:cubicBezTo>
                  <a:cubicBezTo>
                    <a:pt x="603" y="698"/>
                    <a:pt x="603" y="698"/>
                    <a:pt x="603" y="698"/>
                  </a:cubicBezTo>
                  <a:cubicBezTo>
                    <a:pt x="603" y="698"/>
                    <a:pt x="603" y="698"/>
                    <a:pt x="603" y="698"/>
                  </a:cubicBezTo>
                  <a:cubicBezTo>
                    <a:pt x="603" y="697"/>
                    <a:pt x="603" y="697"/>
                    <a:pt x="603" y="697"/>
                  </a:cubicBezTo>
                  <a:cubicBezTo>
                    <a:pt x="603" y="697"/>
                    <a:pt x="603" y="697"/>
                    <a:pt x="603" y="697"/>
                  </a:cubicBezTo>
                  <a:cubicBezTo>
                    <a:pt x="604" y="697"/>
                    <a:pt x="604" y="697"/>
                    <a:pt x="604" y="697"/>
                  </a:cubicBezTo>
                  <a:cubicBezTo>
                    <a:pt x="604" y="697"/>
                    <a:pt x="604" y="697"/>
                    <a:pt x="604" y="697"/>
                  </a:cubicBezTo>
                  <a:cubicBezTo>
                    <a:pt x="604" y="696"/>
                    <a:pt x="604" y="696"/>
                    <a:pt x="604" y="696"/>
                  </a:cubicBezTo>
                  <a:cubicBezTo>
                    <a:pt x="604" y="696"/>
                    <a:pt x="604" y="696"/>
                    <a:pt x="604" y="696"/>
                  </a:cubicBezTo>
                  <a:cubicBezTo>
                    <a:pt x="605" y="696"/>
                    <a:pt x="605" y="696"/>
                    <a:pt x="605" y="696"/>
                  </a:cubicBezTo>
                  <a:cubicBezTo>
                    <a:pt x="605" y="696"/>
                    <a:pt x="605" y="696"/>
                    <a:pt x="605" y="696"/>
                  </a:cubicBezTo>
                  <a:cubicBezTo>
                    <a:pt x="606" y="695"/>
                    <a:pt x="606" y="695"/>
                    <a:pt x="606" y="695"/>
                  </a:cubicBezTo>
                  <a:cubicBezTo>
                    <a:pt x="606" y="695"/>
                    <a:pt x="606" y="695"/>
                    <a:pt x="606" y="695"/>
                  </a:cubicBezTo>
                  <a:cubicBezTo>
                    <a:pt x="607" y="695"/>
                    <a:pt x="607" y="695"/>
                    <a:pt x="607" y="695"/>
                  </a:cubicBezTo>
                  <a:cubicBezTo>
                    <a:pt x="607" y="695"/>
                    <a:pt x="607" y="695"/>
                    <a:pt x="607" y="695"/>
                  </a:cubicBezTo>
                  <a:cubicBezTo>
                    <a:pt x="607" y="695"/>
                    <a:pt x="607" y="695"/>
                    <a:pt x="607" y="695"/>
                  </a:cubicBezTo>
                  <a:cubicBezTo>
                    <a:pt x="607" y="695"/>
                    <a:pt x="607" y="695"/>
                    <a:pt x="607" y="695"/>
                  </a:cubicBezTo>
                  <a:cubicBezTo>
                    <a:pt x="607" y="694"/>
                    <a:pt x="607" y="694"/>
                    <a:pt x="607" y="694"/>
                  </a:cubicBezTo>
                  <a:cubicBezTo>
                    <a:pt x="607" y="694"/>
                    <a:pt x="607" y="694"/>
                    <a:pt x="607" y="694"/>
                  </a:cubicBezTo>
                  <a:cubicBezTo>
                    <a:pt x="607" y="694"/>
                    <a:pt x="607" y="694"/>
                    <a:pt x="607" y="694"/>
                  </a:cubicBezTo>
                  <a:cubicBezTo>
                    <a:pt x="607" y="694"/>
                    <a:pt x="607" y="694"/>
                    <a:pt x="607" y="694"/>
                  </a:cubicBezTo>
                  <a:cubicBezTo>
                    <a:pt x="607" y="693"/>
                    <a:pt x="607" y="693"/>
                    <a:pt x="607" y="693"/>
                  </a:cubicBezTo>
                  <a:cubicBezTo>
                    <a:pt x="607" y="693"/>
                    <a:pt x="607" y="693"/>
                    <a:pt x="607" y="693"/>
                  </a:cubicBezTo>
                  <a:cubicBezTo>
                    <a:pt x="606" y="693"/>
                    <a:pt x="606" y="693"/>
                    <a:pt x="606" y="693"/>
                  </a:cubicBezTo>
                  <a:cubicBezTo>
                    <a:pt x="606" y="693"/>
                    <a:pt x="606" y="693"/>
                    <a:pt x="606" y="693"/>
                  </a:cubicBezTo>
                  <a:cubicBezTo>
                    <a:pt x="606" y="692"/>
                    <a:pt x="606" y="692"/>
                    <a:pt x="606" y="692"/>
                  </a:cubicBezTo>
                  <a:cubicBezTo>
                    <a:pt x="606" y="692"/>
                    <a:pt x="606" y="692"/>
                    <a:pt x="606" y="692"/>
                  </a:cubicBezTo>
                  <a:cubicBezTo>
                    <a:pt x="606" y="692"/>
                    <a:pt x="606" y="692"/>
                    <a:pt x="606" y="692"/>
                  </a:cubicBezTo>
                  <a:cubicBezTo>
                    <a:pt x="606" y="692"/>
                    <a:pt x="606" y="692"/>
                    <a:pt x="606" y="692"/>
                  </a:cubicBezTo>
                  <a:cubicBezTo>
                    <a:pt x="607" y="691"/>
                    <a:pt x="607" y="691"/>
                    <a:pt x="607" y="691"/>
                  </a:cubicBezTo>
                  <a:cubicBezTo>
                    <a:pt x="607" y="691"/>
                    <a:pt x="607" y="691"/>
                    <a:pt x="607" y="691"/>
                  </a:cubicBezTo>
                  <a:cubicBezTo>
                    <a:pt x="611" y="685"/>
                    <a:pt x="611" y="685"/>
                    <a:pt x="611" y="685"/>
                  </a:cubicBezTo>
                  <a:cubicBezTo>
                    <a:pt x="611" y="685"/>
                    <a:pt x="611" y="685"/>
                    <a:pt x="611" y="685"/>
                  </a:cubicBezTo>
                  <a:cubicBezTo>
                    <a:pt x="611" y="685"/>
                    <a:pt x="611" y="685"/>
                    <a:pt x="611" y="685"/>
                  </a:cubicBezTo>
                  <a:cubicBezTo>
                    <a:pt x="611" y="685"/>
                    <a:pt x="611" y="685"/>
                    <a:pt x="611" y="685"/>
                  </a:cubicBezTo>
                  <a:cubicBezTo>
                    <a:pt x="612" y="685"/>
                    <a:pt x="612" y="685"/>
                    <a:pt x="612" y="685"/>
                  </a:cubicBezTo>
                  <a:cubicBezTo>
                    <a:pt x="612" y="685"/>
                    <a:pt x="612" y="685"/>
                    <a:pt x="612" y="685"/>
                  </a:cubicBezTo>
                  <a:cubicBezTo>
                    <a:pt x="612" y="685"/>
                    <a:pt x="612" y="685"/>
                    <a:pt x="612" y="685"/>
                  </a:cubicBezTo>
                  <a:cubicBezTo>
                    <a:pt x="612" y="685"/>
                    <a:pt x="612" y="685"/>
                    <a:pt x="612" y="685"/>
                  </a:cubicBezTo>
                  <a:cubicBezTo>
                    <a:pt x="612" y="685"/>
                    <a:pt x="612" y="685"/>
                    <a:pt x="612" y="685"/>
                  </a:cubicBezTo>
                  <a:cubicBezTo>
                    <a:pt x="612" y="685"/>
                    <a:pt x="612" y="685"/>
                    <a:pt x="612" y="685"/>
                  </a:cubicBezTo>
                  <a:cubicBezTo>
                    <a:pt x="612" y="685"/>
                    <a:pt x="612" y="685"/>
                    <a:pt x="612" y="685"/>
                  </a:cubicBezTo>
                  <a:cubicBezTo>
                    <a:pt x="612" y="685"/>
                    <a:pt x="612" y="685"/>
                    <a:pt x="612" y="685"/>
                  </a:cubicBezTo>
                  <a:cubicBezTo>
                    <a:pt x="612" y="685"/>
                    <a:pt x="612" y="685"/>
                    <a:pt x="612" y="685"/>
                  </a:cubicBezTo>
                  <a:cubicBezTo>
                    <a:pt x="612" y="685"/>
                    <a:pt x="612" y="685"/>
                    <a:pt x="612" y="685"/>
                  </a:cubicBezTo>
                  <a:cubicBezTo>
                    <a:pt x="613" y="685"/>
                    <a:pt x="613" y="685"/>
                    <a:pt x="613" y="685"/>
                  </a:cubicBezTo>
                  <a:cubicBezTo>
                    <a:pt x="613" y="685"/>
                    <a:pt x="613" y="685"/>
                    <a:pt x="613" y="685"/>
                  </a:cubicBezTo>
                  <a:cubicBezTo>
                    <a:pt x="613" y="685"/>
                    <a:pt x="613" y="685"/>
                    <a:pt x="613" y="685"/>
                  </a:cubicBezTo>
                  <a:cubicBezTo>
                    <a:pt x="613" y="685"/>
                    <a:pt x="613" y="685"/>
                    <a:pt x="613" y="685"/>
                  </a:cubicBezTo>
                  <a:cubicBezTo>
                    <a:pt x="619" y="677"/>
                    <a:pt x="619" y="677"/>
                    <a:pt x="619" y="677"/>
                  </a:cubicBezTo>
                  <a:cubicBezTo>
                    <a:pt x="619" y="677"/>
                    <a:pt x="619" y="677"/>
                    <a:pt x="619" y="677"/>
                  </a:cubicBezTo>
                  <a:cubicBezTo>
                    <a:pt x="619" y="677"/>
                    <a:pt x="619" y="677"/>
                    <a:pt x="619" y="677"/>
                  </a:cubicBezTo>
                  <a:cubicBezTo>
                    <a:pt x="619" y="677"/>
                    <a:pt x="619" y="677"/>
                    <a:pt x="619" y="677"/>
                  </a:cubicBezTo>
                  <a:cubicBezTo>
                    <a:pt x="619" y="677"/>
                    <a:pt x="619" y="677"/>
                    <a:pt x="619" y="677"/>
                  </a:cubicBezTo>
                  <a:cubicBezTo>
                    <a:pt x="619" y="677"/>
                    <a:pt x="619" y="677"/>
                    <a:pt x="619" y="677"/>
                  </a:cubicBezTo>
                  <a:cubicBezTo>
                    <a:pt x="619" y="677"/>
                    <a:pt x="619" y="677"/>
                    <a:pt x="619" y="677"/>
                  </a:cubicBezTo>
                  <a:cubicBezTo>
                    <a:pt x="619" y="677"/>
                    <a:pt x="619" y="677"/>
                    <a:pt x="619" y="677"/>
                  </a:cubicBezTo>
                  <a:cubicBezTo>
                    <a:pt x="619" y="676"/>
                    <a:pt x="619" y="676"/>
                    <a:pt x="619" y="676"/>
                  </a:cubicBezTo>
                  <a:cubicBezTo>
                    <a:pt x="619" y="676"/>
                    <a:pt x="619" y="676"/>
                    <a:pt x="619" y="676"/>
                  </a:cubicBezTo>
                  <a:cubicBezTo>
                    <a:pt x="619" y="676"/>
                    <a:pt x="619" y="676"/>
                    <a:pt x="619" y="676"/>
                  </a:cubicBezTo>
                  <a:cubicBezTo>
                    <a:pt x="619" y="676"/>
                    <a:pt x="619" y="676"/>
                    <a:pt x="619" y="676"/>
                  </a:cubicBezTo>
                  <a:cubicBezTo>
                    <a:pt x="619" y="676"/>
                    <a:pt x="619" y="676"/>
                    <a:pt x="619" y="676"/>
                  </a:cubicBezTo>
                  <a:cubicBezTo>
                    <a:pt x="619" y="676"/>
                    <a:pt x="619" y="676"/>
                    <a:pt x="619" y="676"/>
                  </a:cubicBezTo>
                  <a:cubicBezTo>
                    <a:pt x="619" y="675"/>
                    <a:pt x="619" y="675"/>
                    <a:pt x="619" y="675"/>
                  </a:cubicBezTo>
                  <a:cubicBezTo>
                    <a:pt x="619" y="675"/>
                    <a:pt x="619" y="675"/>
                    <a:pt x="619" y="675"/>
                  </a:cubicBezTo>
                  <a:cubicBezTo>
                    <a:pt x="619" y="675"/>
                    <a:pt x="619" y="675"/>
                    <a:pt x="619" y="675"/>
                  </a:cubicBezTo>
                  <a:cubicBezTo>
                    <a:pt x="619" y="675"/>
                    <a:pt x="619" y="675"/>
                    <a:pt x="619" y="675"/>
                  </a:cubicBezTo>
                  <a:cubicBezTo>
                    <a:pt x="598" y="684"/>
                    <a:pt x="598" y="684"/>
                    <a:pt x="598" y="684"/>
                  </a:cubicBezTo>
                  <a:cubicBezTo>
                    <a:pt x="598" y="684"/>
                    <a:pt x="598" y="684"/>
                    <a:pt x="598" y="684"/>
                  </a:cubicBezTo>
                  <a:cubicBezTo>
                    <a:pt x="597" y="684"/>
                    <a:pt x="597" y="684"/>
                    <a:pt x="597" y="684"/>
                  </a:cubicBezTo>
                  <a:cubicBezTo>
                    <a:pt x="597" y="684"/>
                    <a:pt x="597" y="684"/>
                    <a:pt x="597" y="684"/>
                  </a:cubicBezTo>
                  <a:cubicBezTo>
                    <a:pt x="597" y="684"/>
                    <a:pt x="597" y="684"/>
                    <a:pt x="597" y="684"/>
                  </a:cubicBezTo>
                  <a:cubicBezTo>
                    <a:pt x="597" y="684"/>
                    <a:pt x="597" y="684"/>
                    <a:pt x="597" y="684"/>
                  </a:cubicBezTo>
                  <a:cubicBezTo>
                    <a:pt x="597" y="684"/>
                    <a:pt x="597" y="684"/>
                    <a:pt x="597" y="684"/>
                  </a:cubicBezTo>
                  <a:cubicBezTo>
                    <a:pt x="597" y="684"/>
                    <a:pt x="597" y="684"/>
                    <a:pt x="597" y="684"/>
                  </a:cubicBezTo>
                  <a:cubicBezTo>
                    <a:pt x="597" y="684"/>
                    <a:pt x="597" y="684"/>
                    <a:pt x="597" y="684"/>
                  </a:cubicBezTo>
                  <a:cubicBezTo>
                    <a:pt x="597" y="684"/>
                    <a:pt x="597" y="684"/>
                    <a:pt x="597" y="684"/>
                  </a:cubicBezTo>
                  <a:cubicBezTo>
                    <a:pt x="596" y="684"/>
                    <a:pt x="596" y="684"/>
                    <a:pt x="596" y="684"/>
                  </a:cubicBezTo>
                  <a:cubicBezTo>
                    <a:pt x="596" y="684"/>
                    <a:pt x="596" y="684"/>
                    <a:pt x="596" y="684"/>
                  </a:cubicBezTo>
                  <a:cubicBezTo>
                    <a:pt x="596" y="683"/>
                    <a:pt x="596" y="683"/>
                    <a:pt x="596" y="683"/>
                  </a:cubicBezTo>
                  <a:cubicBezTo>
                    <a:pt x="596" y="683"/>
                    <a:pt x="596" y="683"/>
                    <a:pt x="596" y="683"/>
                  </a:cubicBezTo>
                  <a:cubicBezTo>
                    <a:pt x="596" y="683"/>
                    <a:pt x="596" y="683"/>
                    <a:pt x="596" y="683"/>
                  </a:cubicBezTo>
                  <a:cubicBezTo>
                    <a:pt x="596" y="683"/>
                    <a:pt x="596" y="683"/>
                    <a:pt x="596" y="683"/>
                  </a:cubicBezTo>
                  <a:cubicBezTo>
                    <a:pt x="596" y="683"/>
                    <a:pt x="596" y="683"/>
                    <a:pt x="596" y="683"/>
                  </a:cubicBezTo>
                  <a:cubicBezTo>
                    <a:pt x="596" y="683"/>
                    <a:pt x="596" y="683"/>
                    <a:pt x="596" y="683"/>
                  </a:cubicBezTo>
                  <a:cubicBezTo>
                    <a:pt x="597" y="681"/>
                    <a:pt x="597" y="681"/>
                    <a:pt x="597" y="681"/>
                  </a:cubicBezTo>
                  <a:cubicBezTo>
                    <a:pt x="597" y="681"/>
                    <a:pt x="597" y="681"/>
                    <a:pt x="597" y="681"/>
                  </a:cubicBezTo>
                  <a:cubicBezTo>
                    <a:pt x="620" y="670"/>
                    <a:pt x="620" y="670"/>
                    <a:pt x="620" y="670"/>
                  </a:cubicBezTo>
                  <a:cubicBezTo>
                    <a:pt x="620" y="670"/>
                    <a:pt x="620" y="670"/>
                    <a:pt x="620" y="670"/>
                  </a:cubicBezTo>
                  <a:cubicBezTo>
                    <a:pt x="621" y="668"/>
                    <a:pt x="621" y="668"/>
                    <a:pt x="621" y="668"/>
                  </a:cubicBezTo>
                  <a:cubicBezTo>
                    <a:pt x="621" y="668"/>
                    <a:pt x="621" y="668"/>
                    <a:pt x="621" y="668"/>
                  </a:cubicBezTo>
                  <a:cubicBezTo>
                    <a:pt x="622" y="665"/>
                    <a:pt x="622" y="665"/>
                    <a:pt x="622" y="665"/>
                  </a:cubicBezTo>
                  <a:cubicBezTo>
                    <a:pt x="622" y="665"/>
                    <a:pt x="622" y="665"/>
                    <a:pt x="622" y="665"/>
                  </a:cubicBezTo>
                  <a:cubicBezTo>
                    <a:pt x="624" y="663"/>
                    <a:pt x="624" y="663"/>
                    <a:pt x="624" y="663"/>
                  </a:cubicBezTo>
                  <a:cubicBezTo>
                    <a:pt x="624" y="663"/>
                    <a:pt x="624" y="663"/>
                    <a:pt x="624" y="663"/>
                  </a:cubicBezTo>
                  <a:cubicBezTo>
                    <a:pt x="626" y="660"/>
                    <a:pt x="626" y="660"/>
                    <a:pt x="626" y="660"/>
                  </a:cubicBezTo>
                  <a:cubicBezTo>
                    <a:pt x="626" y="660"/>
                    <a:pt x="626" y="660"/>
                    <a:pt x="626" y="660"/>
                  </a:cubicBezTo>
                  <a:cubicBezTo>
                    <a:pt x="627" y="658"/>
                    <a:pt x="627" y="658"/>
                    <a:pt x="627" y="658"/>
                  </a:cubicBezTo>
                  <a:cubicBezTo>
                    <a:pt x="627" y="658"/>
                    <a:pt x="627" y="658"/>
                    <a:pt x="627" y="658"/>
                  </a:cubicBezTo>
                  <a:cubicBezTo>
                    <a:pt x="628" y="655"/>
                    <a:pt x="628" y="655"/>
                    <a:pt x="628" y="655"/>
                  </a:cubicBezTo>
                  <a:cubicBezTo>
                    <a:pt x="628" y="655"/>
                    <a:pt x="628" y="655"/>
                    <a:pt x="628" y="655"/>
                  </a:cubicBezTo>
                  <a:cubicBezTo>
                    <a:pt x="630" y="653"/>
                    <a:pt x="630" y="653"/>
                    <a:pt x="630" y="653"/>
                  </a:cubicBezTo>
                  <a:cubicBezTo>
                    <a:pt x="630" y="653"/>
                    <a:pt x="630" y="653"/>
                    <a:pt x="630" y="653"/>
                  </a:cubicBezTo>
                  <a:cubicBezTo>
                    <a:pt x="631" y="650"/>
                    <a:pt x="631" y="650"/>
                    <a:pt x="631" y="650"/>
                  </a:cubicBezTo>
                  <a:cubicBezTo>
                    <a:pt x="631" y="650"/>
                    <a:pt x="631" y="650"/>
                    <a:pt x="631" y="650"/>
                  </a:cubicBezTo>
                  <a:cubicBezTo>
                    <a:pt x="634" y="644"/>
                    <a:pt x="634" y="644"/>
                    <a:pt x="634" y="644"/>
                  </a:cubicBezTo>
                  <a:cubicBezTo>
                    <a:pt x="634" y="644"/>
                    <a:pt x="634" y="644"/>
                    <a:pt x="634" y="644"/>
                  </a:cubicBezTo>
                  <a:cubicBezTo>
                    <a:pt x="634" y="644"/>
                    <a:pt x="634" y="644"/>
                    <a:pt x="634" y="644"/>
                  </a:cubicBezTo>
                  <a:cubicBezTo>
                    <a:pt x="634" y="644"/>
                    <a:pt x="634" y="644"/>
                    <a:pt x="634" y="644"/>
                  </a:cubicBezTo>
                  <a:cubicBezTo>
                    <a:pt x="634" y="644"/>
                    <a:pt x="634" y="644"/>
                    <a:pt x="634" y="644"/>
                  </a:cubicBezTo>
                  <a:cubicBezTo>
                    <a:pt x="634" y="644"/>
                    <a:pt x="634" y="644"/>
                    <a:pt x="634" y="644"/>
                  </a:cubicBezTo>
                  <a:cubicBezTo>
                    <a:pt x="633" y="643"/>
                    <a:pt x="633" y="643"/>
                    <a:pt x="633" y="643"/>
                  </a:cubicBezTo>
                  <a:cubicBezTo>
                    <a:pt x="633" y="643"/>
                    <a:pt x="633" y="643"/>
                    <a:pt x="633" y="643"/>
                  </a:cubicBezTo>
                  <a:cubicBezTo>
                    <a:pt x="633" y="643"/>
                    <a:pt x="633" y="643"/>
                    <a:pt x="633" y="643"/>
                  </a:cubicBezTo>
                  <a:cubicBezTo>
                    <a:pt x="633" y="643"/>
                    <a:pt x="633" y="643"/>
                    <a:pt x="633" y="643"/>
                  </a:cubicBezTo>
                  <a:cubicBezTo>
                    <a:pt x="633" y="643"/>
                    <a:pt x="633" y="643"/>
                    <a:pt x="633" y="643"/>
                  </a:cubicBezTo>
                  <a:cubicBezTo>
                    <a:pt x="633" y="643"/>
                    <a:pt x="633" y="643"/>
                    <a:pt x="633" y="643"/>
                  </a:cubicBezTo>
                  <a:cubicBezTo>
                    <a:pt x="633" y="643"/>
                    <a:pt x="633" y="643"/>
                    <a:pt x="633" y="643"/>
                  </a:cubicBezTo>
                  <a:cubicBezTo>
                    <a:pt x="633" y="643"/>
                    <a:pt x="633" y="643"/>
                    <a:pt x="633" y="643"/>
                  </a:cubicBezTo>
                  <a:cubicBezTo>
                    <a:pt x="633" y="643"/>
                    <a:pt x="633" y="643"/>
                    <a:pt x="633" y="643"/>
                  </a:cubicBezTo>
                  <a:cubicBezTo>
                    <a:pt x="633" y="643"/>
                    <a:pt x="633" y="643"/>
                    <a:pt x="633" y="643"/>
                  </a:cubicBezTo>
                  <a:cubicBezTo>
                    <a:pt x="633" y="642"/>
                    <a:pt x="633" y="642"/>
                    <a:pt x="633" y="642"/>
                  </a:cubicBezTo>
                  <a:cubicBezTo>
                    <a:pt x="633" y="642"/>
                    <a:pt x="633" y="642"/>
                    <a:pt x="633" y="642"/>
                  </a:cubicBezTo>
                  <a:cubicBezTo>
                    <a:pt x="632" y="642"/>
                    <a:pt x="632" y="642"/>
                    <a:pt x="632" y="642"/>
                  </a:cubicBezTo>
                  <a:cubicBezTo>
                    <a:pt x="632" y="642"/>
                    <a:pt x="632" y="642"/>
                    <a:pt x="632" y="642"/>
                  </a:cubicBezTo>
                  <a:cubicBezTo>
                    <a:pt x="631" y="642"/>
                    <a:pt x="631" y="642"/>
                    <a:pt x="631" y="642"/>
                  </a:cubicBezTo>
                  <a:cubicBezTo>
                    <a:pt x="631" y="642"/>
                    <a:pt x="631" y="642"/>
                    <a:pt x="631" y="642"/>
                  </a:cubicBezTo>
                  <a:cubicBezTo>
                    <a:pt x="629" y="643"/>
                    <a:pt x="629" y="643"/>
                    <a:pt x="629" y="643"/>
                  </a:cubicBezTo>
                  <a:cubicBezTo>
                    <a:pt x="629" y="643"/>
                    <a:pt x="629" y="643"/>
                    <a:pt x="629" y="643"/>
                  </a:cubicBezTo>
                  <a:cubicBezTo>
                    <a:pt x="628" y="643"/>
                    <a:pt x="628" y="643"/>
                    <a:pt x="628" y="643"/>
                  </a:cubicBezTo>
                  <a:cubicBezTo>
                    <a:pt x="628" y="643"/>
                    <a:pt x="628" y="643"/>
                    <a:pt x="628" y="643"/>
                  </a:cubicBezTo>
                  <a:cubicBezTo>
                    <a:pt x="627" y="644"/>
                    <a:pt x="627" y="644"/>
                    <a:pt x="627" y="644"/>
                  </a:cubicBezTo>
                  <a:cubicBezTo>
                    <a:pt x="627" y="644"/>
                    <a:pt x="627" y="644"/>
                    <a:pt x="627" y="644"/>
                  </a:cubicBezTo>
                  <a:cubicBezTo>
                    <a:pt x="626" y="645"/>
                    <a:pt x="626" y="645"/>
                    <a:pt x="626" y="645"/>
                  </a:cubicBezTo>
                  <a:cubicBezTo>
                    <a:pt x="626" y="645"/>
                    <a:pt x="626" y="645"/>
                    <a:pt x="626" y="645"/>
                  </a:cubicBezTo>
                  <a:cubicBezTo>
                    <a:pt x="625" y="645"/>
                    <a:pt x="625" y="645"/>
                    <a:pt x="625" y="645"/>
                  </a:cubicBezTo>
                  <a:cubicBezTo>
                    <a:pt x="625" y="645"/>
                    <a:pt x="625" y="645"/>
                    <a:pt x="625" y="645"/>
                  </a:cubicBezTo>
                  <a:cubicBezTo>
                    <a:pt x="624" y="646"/>
                    <a:pt x="624" y="646"/>
                    <a:pt x="624" y="646"/>
                  </a:cubicBezTo>
                  <a:cubicBezTo>
                    <a:pt x="624" y="646"/>
                    <a:pt x="624" y="646"/>
                    <a:pt x="624" y="646"/>
                  </a:cubicBezTo>
                  <a:cubicBezTo>
                    <a:pt x="620" y="649"/>
                    <a:pt x="620" y="649"/>
                    <a:pt x="620" y="649"/>
                  </a:cubicBezTo>
                  <a:cubicBezTo>
                    <a:pt x="620" y="649"/>
                    <a:pt x="620" y="649"/>
                    <a:pt x="620" y="649"/>
                  </a:cubicBezTo>
                  <a:cubicBezTo>
                    <a:pt x="620" y="650"/>
                    <a:pt x="620" y="650"/>
                    <a:pt x="620" y="650"/>
                  </a:cubicBezTo>
                  <a:cubicBezTo>
                    <a:pt x="620" y="650"/>
                    <a:pt x="620" y="650"/>
                    <a:pt x="620" y="650"/>
                  </a:cubicBezTo>
                  <a:cubicBezTo>
                    <a:pt x="620" y="651"/>
                    <a:pt x="620" y="651"/>
                    <a:pt x="620" y="651"/>
                  </a:cubicBezTo>
                  <a:cubicBezTo>
                    <a:pt x="620" y="651"/>
                    <a:pt x="620" y="651"/>
                    <a:pt x="620" y="651"/>
                  </a:cubicBezTo>
                  <a:cubicBezTo>
                    <a:pt x="620" y="651"/>
                    <a:pt x="620" y="651"/>
                    <a:pt x="620" y="651"/>
                  </a:cubicBezTo>
                  <a:cubicBezTo>
                    <a:pt x="620" y="651"/>
                    <a:pt x="620" y="651"/>
                    <a:pt x="620" y="651"/>
                  </a:cubicBezTo>
                  <a:cubicBezTo>
                    <a:pt x="620" y="651"/>
                    <a:pt x="620" y="651"/>
                    <a:pt x="620" y="651"/>
                  </a:cubicBezTo>
                  <a:cubicBezTo>
                    <a:pt x="620" y="651"/>
                    <a:pt x="620" y="651"/>
                    <a:pt x="620" y="651"/>
                  </a:cubicBezTo>
                  <a:cubicBezTo>
                    <a:pt x="620" y="651"/>
                    <a:pt x="620" y="651"/>
                    <a:pt x="620" y="651"/>
                  </a:cubicBezTo>
                  <a:cubicBezTo>
                    <a:pt x="620" y="651"/>
                    <a:pt x="620" y="651"/>
                    <a:pt x="620" y="651"/>
                  </a:cubicBezTo>
                  <a:cubicBezTo>
                    <a:pt x="620" y="651"/>
                    <a:pt x="620" y="651"/>
                    <a:pt x="620" y="651"/>
                  </a:cubicBezTo>
                  <a:cubicBezTo>
                    <a:pt x="620" y="651"/>
                    <a:pt x="620" y="651"/>
                    <a:pt x="620" y="651"/>
                  </a:cubicBezTo>
                  <a:cubicBezTo>
                    <a:pt x="620" y="651"/>
                    <a:pt x="620" y="651"/>
                    <a:pt x="620" y="651"/>
                  </a:cubicBezTo>
                  <a:cubicBezTo>
                    <a:pt x="620" y="651"/>
                    <a:pt x="620" y="651"/>
                    <a:pt x="620" y="651"/>
                  </a:cubicBezTo>
                  <a:cubicBezTo>
                    <a:pt x="620" y="651"/>
                    <a:pt x="620" y="651"/>
                    <a:pt x="620" y="651"/>
                  </a:cubicBezTo>
                  <a:cubicBezTo>
                    <a:pt x="620" y="651"/>
                    <a:pt x="620" y="651"/>
                    <a:pt x="620" y="651"/>
                  </a:cubicBezTo>
                  <a:cubicBezTo>
                    <a:pt x="621" y="651"/>
                    <a:pt x="621" y="651"/>
                    <a:pt x="621" y="651"/>
                  </a:cubicBezTo>
                  <a:cubicBezTo>
                    <a:pt x="621" y="651"/>
                    <a:pt x="621" y="651"/>
                    <a:pt x="621" y="651"/>
                  </a:cubicBezTo>
                  <a:cubicBezTo>
                    <a:pt x="621" y="652"/>
                    <a:pt x="621" y="652"/>
                    <a:pt x="621" y="652"/>
                  </a:cubicBezTo>
                  <a:cubicBezTo>
                    <a:pt x="621" y="652"/>
                    <a:pt x="621" y="652"/>
                    <a:pt x="621" y="652"/>
                  </a:cubicBezTo>
                  <a:cubicBezTo>
                    <a:pt x="622" y="654"/>
                    <a:pt x="622" y="654"/>
                    <a:pt x="622" y="654"/>
                  </a:cubicBezTo>
                  <a:cubicBezTo>
                    <a:pt x="622" y="654"/>
                    <a:pt x="622" y="654"/>
                    <a:pt x="622" y="654"/>
                  </a:cubicBezTo>
                  <a:cubicBezTo>
                    <a:pt x="622" y="655"/>
                    <a:pt x="622" y="655"/>
                    <a:pt x="622" y="655"/>
                  </a:cubicBezTo>
                  <a:cubicBezTo>
                    <a:pt x="622" y="655"/>
                    <a:pt x="622" y="655"/>
                    <a:pt x="622" y="655"/>
                  </a:cubicBezTo>
                  <a:cubicBezTo>
                    <a:pt x="622" y="656"/>
                    <a:pt x="622" y="656"/>
                    <a:pt x="622" y="656"/>
                  </a:cubicBezTo>
                  <a:cubicBezTo>
                    <a:pt x="622" y="656"/>
                    <a:pt x="622" y="656"/>
                    <a:pt x="622" y="656"/>
                  </a:cubicBezTo>
                  <a:cubicBezTo>
                    <a:pt x="622" y="657"/>
                    <a:pt x="622" y="657"/>
                    <a:pt x="622" y="657"/>
                  </a:cubicBezTo>
                  <a:cubicBezTo>
                    <a:pt x="622" y="657"/>
                    <a:pt x="622" y="657"/>
                    <a:pt x="622" y="657"/>
                  </a:cubicBezTo>
                  <a:cubicBezTo>
                    <a:pt x="622" y="658"/>
                    <a:pt x="622" y="658"/>
                    <a:pt x="622" y="658"/>
                  </a:cubicBezTo>
                  <a:cubicBezTo>
                    <a:pt x="622" y="658"/>
                    <a:pt x="622" y="658"/>
                    <a:pt x="622" y="658"/>
                  </a:cubicBezTo>
                  <a:cubicBezTo>
                    <a:pt x="621" y="659"/>
                    <a:pt x="621" y="659"/>
                    <a:pt x="621" y="659"/>
                  </a:cubicBezTo>
                  <a:cubicBezTo>
                    <a:pt x="621" y="659"/>
                    <a:pt x="621" y="659"/>
                    <a:pt x="621" y="659"/>
                  </a:cubicBezTo>
                  <a:cubicBezTo>
                    <a:pt x="621" y="660"/>
                    <a:pt x="621" y="660"/>
                    <a:pt x="621" y="660"/>
                  </a:cubicBezTo>
                  <a:cubicBezTo>
                    <a:pt x="621" y="660"/>
                    <a:pt x="621" y="660"/>
                    <a:pt x="621" y="660"/>
                  </a:cubicBezTo>
                  <a:cubicBezTo>
                    <a:pt x="613" y="668"/>
                    <a:pt x="613" y="668"/>
                    <a:pt x="613" y="668"/>
                  </a:cubicBezTo>
                  <a:cubicBezTo>
                    <a:pt x="613" y="668"/>
                    <a:pt x="613" y="668"/>
                    <a:pt x="613" y="668"/>
                  </a:cubicBezTo>
                  <a:cubicBezTo>
                    <a:pt x="613" y="669"/>
                    <a:pt x="613" y="669"/>
                    <a:pt x="613" y="669"/>
                  </a:cubicBezTo>
                  <a:cubicBezTo>
                    <a:pt x="613" y="669"/>
                    <a:pt x="613" y="669"/>
                    <a:pt x="613" y="669"/>
                  </a:cubicBezTo>
                  <a:cubicBezTo>
                    <a:pt x="612" y="668"/>
                    <a:pt x="612" y="668"/>
                    <a:pt x="612" y="668"/>
                  </a:cubicBezTo>
                  <a:cubicBezTo>
                    <a:pt x="612" y="668"/>
                    <a:pt x="612" y="668"/>
                    <a:pt x="612" y="668"/>
                  </a:cubicBezTo>
                  <a:cubicBezTo>
                    <a:pt x="615" y="662"/>
                    <a:pt x="615" y="662"/>
                    <a:pt x="615" y="662"/>
                  </a:cubicBezTo>
                  <a:cubicBezTo>
                    <a:pt x="615" y="662"/>
                    <a:pt x="615" y="662"/>
                    <a:pt x="615" y="662"/>
                  </a:cubicBezTo>
                  <a:cubicBezTo>
                    <a:pt x="614" y="662"/>
                    <a:pt x="614" y="662"/>
                    <a:pt x="614" y="662"/>
                  </a:cubicBezTo>
                  <a:cubicBezTo>
                    <a:pt x="614" y="662"/>
                    <a:pt x="614" y="662"/>
                    <a:pt x="614" y="662"/>
                  </a:cubicBezTo>
                  <a:cubicBezTo>
                    <a:pt x="614" y="662"/>
                    <a:pt x="614" y="662"/>
                    <a:pt x="614" y="662"/>
                  </a:cubicBezTo>
                  <a:cubicBezTo>
                    <a:pt x="614" y="662"/>
                    <a:pt x="614" y="662"/>
                    <a:pt x="614" y="662"/>
                  </a:cubicBezTo>
                  <a:cubicBezTo>
                    <a:pt x="613" y="662"/>
                    <a:pt x="613" y="662"/>
                    <a:pt x="613" y="662"/>
                  </a:cubicBezTo>
                  <a:cubicBezTo>
                    <a:pt x="613" y="662"/>
                    <a:pt x="613" y="662"/>
                    <a:pt x="613" y="662"/>
                  </a:cubicBezTo>
                  <a:cubicBezTo>
                    <a:pt x="613" y="662"/>
                    <a:pt x="613" y="662"/>
                    <a:pt x="613" y="662"/>
                  </a:cubicBezTo>
                  <a:cubicBezTo>
                    <a:pt x="613" y="662"/>
                    <a:pt x="613" y="662"/>
                    <a:pt x="613" y="662"/>
                  </a:cubicBezTo>
                  <a:cubicBezTo>
                    <a:pt x="612" y="662"/>
                    <a:pt x="612" y="662"/>
                    <a:pt x="612" y="662"/>
                  </a:cubicBezTo>
                  <a:cubicBezTo>
                    <a:pt x="612" y="662"/>
                    <a:pt x="612" y="662"/>
                    <a:pt x="612" y="662"/>
                  </a:cubicBezTo>
                  <a:cubicBezTo>
                    <a:pt x="612" y="662"/>
                    <a:pt x="612" y="662"/>
                    <a:pt x="612" y="662"/>
                  </a:cubicBezTo>
                  <a:cubicBezTo>
                    <a:pt x="612" y="662"/>
                    <a:pt x="612" y="662"/>
                    <a:pt x="612" y="662"/>
                  </a:cubicBezTo>
                  <a:cubicBezTo>
                    <a:pt x="611" y="662"/>
                    <a:pt x="611" y="662"/>
                    <a:pt x="611" y="662"/>
                  </a:cubicBezTo>
                  <a:cubicBezTo>
                    <a:pt x="611" y="662"/>
                    <a:pt x="611" y="662"/>
                    <a:pt x="611" y="662"/>
                  </a:cubicBezTo>
                  <a:cubicBezTo>
                    <a:pt x="611" y="662"/>
                    <a:pt x="611" y="662"/>
                    <a:pt x="611" y="662"/>
                  </a:cubicBezTo>
                  <a:cubicBezTo>
                    <a:pt x="611" y="662"/>
                    <a:pt x="611" y="662"/>
                    <a:pt x="611" y="662"/>
                  </a:cubicBezTo>
                  <a:cubicBezTo>
                    <a:pt x="605" y="670"/>
                    <a:pt x="605" y="670"/>
                    <a:pt x="605" y="670"/>
                  </a:cubicBezTo>
                  <a:cubicBezTo>
                    <a:pt x="605" y="670"/>
                    <a:pt x="605" y="670"/>
                    <a:pt x="605" y="670"/>
                  </a:cubicBezTo>
                  <a:cubicBezTo>
                    <a:pt x="604" y="670"/>
                    <a:pt x="604" y="670"/>
                    <a:pt x="604" y="670"/>
                  </a:cubicBezTo>
                  <a:cubicBezTo>
                    <a:pt x="604" y="670"/>
                    <a:pt x="604" y="670"/>
                    <a:pt x="604" y="670"/>
                  </a:cubicBezTo>
                  <a:cubicBezTo>
                    <a:pt x="603" y="670"/>
                    <a:pt x="603" y="670"/>
                    <a:pt x="603" y="670"/>
                  </a:cubicBezTo>
                  <a:cubicBezTo>
                    <a:pt x="603" y="670"/>
                    <a:pt x="603" y="670"/>
                    <a:pt x="603" y="670"/>
                  </a:cubicBezTo>
                  <a:cubicBezTo>
                    <a:pt x="603" y="669"/>
                    <a:pt x="603" y="669"/>
                    <a:pt x="603" y="669"/>
                  </a:cubicBezTo>
                  <a:cubicBezTo>
                    <a:pt x="603" y="669"/>
                    <a:pt x="603" y="669"/>
                    <a:pt x="603" y="669"/>
                  </a:cubicBezTo>
                  <a:cubicBezTo>
                    <a:pt x="603" y="668"/>
                    <a:pt x="603" y="668"/>
                    <a:pt x="603" y="668"/>
                  </a:cubicBezTo>
                  <a:cubicBezTo>
                    <a:pt x="603" y="668"/>
                    <a:pt x="603" y="668"/>
                    <a:pt x="603" y="668"/>
                  </a:cubicBezTo>
                  <a:cubicBezTo>
                    <a:pt x="604" y="668"/>
                    <a:pt x="604" y="668"/>
                    <a:pt x="604" y="668"/>
                  </a:cubicBezTo>
                  <a:cubicBezTo>
                    <a:pt x="604" y="668"/>
                    <a:pt x="604" y="668"/>
                    <a:pt x="604" y="668"/>
                  </a:cubicBezTo>
                  <a:cubicBezTo>
                    <a:pt x="604" y="667"/>
                    <a:pt x="604" y="667"/>
                    <a:pt x="604" y="667"/>
                  </a:cubicBezTo>
                  <a:cubicBezTo>
                    <a:pt x="604" y="667"/>
                    <a:pt x="604" y="667"/>
                    <a:pt x="604" y="667"/>
                  </a:cubicBezTo>
                  <a:cubicBezTo>
                    <a:pt x="604" y="667"/>
                    <a:pt x="604" y="667"/>
                    <a:pt x="604" y="667"/>
                  </a:cubicBezTo>
                  <a:cubicBezTo>
                    <a:pt x="604" y="667"/>
                    <a:pt x="604" y="667"/>
                    <a:pt x="604" y="667"/>
                  </a:cubicBezTo>
                  <a:cubicBezTo>
                    <a:pt x="605" y="666"/>
                    <a:pt x="605" y="666"/>
                    <a:pt x="605" y="666"/>
                  </a:cubicBezTo>
                  <a:cubicBezTo>
                    <a:pt x="605" y="666"/>
                    <a:pt x="605" y="666"/>
                    <a:pt x="605" y="666"/>
                  </a:cubicBezTo>
                  <a:cubicBezTo>
                    <a:pt x="605" y="665"/>
                    <a:pt x="605" y="665"/>
                    <a:pt x="605" y="665"/>
                  </a:cubicBezTo>
                  <a:cubicBezTo>
                    <a:pt x="605" y="665"/>
                    <a:pt x="605" y="665"/>
                    <a:pt x="605" y="665"/>
                  </a:cubicBezTo>
                  <a:cubicBezTo>
                    <a:pt x="605" y="665"/>
                    <a:pt x="605" y="665"/>
                    <a:pt x="605" y="665"/>
                  </a:cubicBezTo>
                  <a:cubicBezTo>
                    <a:pt x="605" y="665"/>
                    <a:pt x="605" y="665"/>
                    <a:pt x="605" y="665"/>
                  </a:cubicBezTo>
                  <a:cubicBezTo>
                    <a:pt x="605" y="665"/>
                    <a:pt x="605" y="665"/>
                    <a:pt x="605" y="665"/>
                  </a:cubicBezTo>
                  <a:cubicBezTo>
                    <a:pt x="605" y="665"/>
                    <a:pt x="605" y="665"/>
                    <a:pt x="605" y="665"/>
                  </a:cubicBezTo>
                  <a:cubicBezTo>
                    <a:pt x="605" y="665"/>
                    <a:pt x="605" y="665"/>
                    <a:pt x="605" y="665"/>
                  </a:cubicBezTo>
                  <a:cubicBezTo>
                    <a:pt x="605" y="665"/>
                    <a:pt x="605" y="665"/>
                    <a:pt x="605" y="665"/>
                  </a:cubicBezTo>
                  <a:cubicBezTo>
                    <a:pt x="606" y="664"/>
                    <a:pt x="606" y="664"/>
                    <a:pt x="606" y="664"/>
                  </a:cubicBezTo>
                  <a:cubicBezTo>
                    <a:pt x="606" y="664"/>
                    <a:pt x="606" y="664"/>
                    <a:pt x="606" y="664"/>
                  </a:cubicBezTo>
                  <a:cubicBezTo>
                    <a:pt x="606" y="664"/>
                    <a:pt x="606" y="664"/>
                    <a:pt x="606" y="664"/>
                  </a:cubicBezTo>
                  <a:cubicBezTo>
                    <a:pt x="606" y="664"/>
                    <a:pt x="606" y="664"/>
                    <a:pt x="606" y="664"/>
                  </a:cubicBezTo>
                  <a:cubicBezTo>
                    <a:pt x="606" y="664"/>
                    <a:pt x="606" y="664"/>
                    <a:pt x="606" y="664"/>
                  </a:cubicBezTo>
                  <a:cubicBezTo>
                    <a:pt x="606" y="664"/>
                    <a:pt x="606" y="664"/>
                    <a:pt x="606" y="664"/>
                  </a:cubicBezTo>
                  <a:cubicBezTo>
                    <a:pt x="607" y="663"/>
                    <a:pt x="607" y="663"/>
                    <a:pt x="607" y="663"/>
                  </a:cubicBezTo>
                  <a:cubicBezTo>
                    <a:pt x="607" y="663"/>
                    <a:pt x="607" y="663"/>
                    <a:pt x="607" y="663"/>
                  </a:cubicBezTo>
                  <a:cubicBezTo>
                    <a:pt x="607" y="663"/>
                    <a:pt x="607" y="663"/>
                    <a:pt x="607" y="663"/>
                  </a:cubicBezTo>
                  <a:cubicBezTo>
                    <a:pt x="607" y="663"/>
                    <a:pt x="607" y="663"/>
                    <a:pt x="607" y="663"/>
                  </a:cubicBezTo>
                  <a:cubicBezTo>
                    <a:pt x="607" y="662"/>
                    <a:pt x="607" y="662"/>
                    <a:pt x="607" y="662"/>
                  </a:cubicBezTo>
                  <a:cubicBezTo>
                    <a:pt x="607" y="662"/>
                    <a:pt x="607" y="662"/>
                    <a:pt x="607" y="662"/>
                  </a:cubicBezTo>
                  <a:cubicBezTo>
                    <a:pt x="607" y="662"/>
                    <a:pt x="607" y="662"/>
                    <a:pt x="607" y="662"/>
                  </a:cubicBezTo>
                  <a:cubicBezTo>
                    <a:pt x="607" y="662"/>
                    <a:pt x="607" y="662"/>
                    <a:pt x="607" y="662"/>
                  </a:cubicBezTo>
                  <a:cubicBezTo>
                    <a:pt x="607" y="661"/>
                    <a:pt x="607" y="661"/>
                    <a:pt x="607" y="661"/>
                  </a:cubicBezTo>
                  <a:cubicBezTo>
                    <a:pt x="607" y="661"/>
                    <a:pt x="607" y="661"/>
                    <a:pt x="607" y="661"/>
                  </a:cubicBezTo>
                  <a:cubicBezTo>
                    <a:pt x="606" y="661"/>
                    <a:pt x="606" y="661"/>
                    <a:pt x="606" y="661"/>
                  </a:cubicBezTo>
                  <a:cubicBezTo>
                    <a:pt x="606" y="661"/>
                    <a:pt x="606" y="661"/>
                    <a:pt x="606" y="661"/>
                  </a:cubicBezTo>
                  <a:cubicBezTo>
                    <a:pt x="606" y="661"/>
                    <a:pt x="606" y="661"/>
                    <a:pt x="606" y="661"/>
                  </a:cubicBezTo>
                  <a:cubicBezTo>
                    <a:pt x="606" y="661"/>
                    <a:pt x="606" y="661"/>
                    <a:pt x="606" y="661"/>
                  </a:cubicBezTo>
                  <a:cubicBezTo>
                    <a:pt x="606" y="661"/>
                    <a:pt x="606" y="661"/>
                    <a:pt x="606" y="661"/>
                  </a:cubicBezTo>
                  <a:cubicBezTo>
                    <a:pt x="606" y="661"/>
                    <a:pt x="606" y="661"/>
                    <a:pt x="606" y="661"/>
                  </a:cubicBezTo>
                  <a:cubicBezTo>
                    <a:pt x="606" y="661"/>
                    <a:pt x="606" y="661"/>
                    <a:pt x="606" y="661"/>
                  </a:cubicBezTo>
                  <a:cubicBezTo>
                    <a:pt x="606" y="661"/>
                    <a:pt x="606" y="661"/>
                    <a:pt x="606" y="661"/>
                  </a:cubicBezTo>
                  <a:cubicBezTo>
                    <a:pt x="606" y="661"/>
                    <a:pt x="606" y="661"/>
                    <a:pt x="606" y="661"/>
                  </a:cubicBezTo>
                  <a:cubicBezTo>
                    <a:pt x="606" y="661"/>
                    <a:pt x="606" y="661"/>
                    <a:pt x="606" y="661"/>
                  </a:cubicBezTo>
                  <a:cubicBezTo>
                    <a:pt x="606" y="660"/>
                    <a:pt x="606" y="660"/>
                    <a:pt x="606" y="660"/>
                  </a:cubicBezTo>
                  <a:cubicBezTo>
                    <a:pt x="606" y="660"/>
                    <a:pt x="606" y="660"/>
                    <a:pt x="606" y="660"/>
                  </a:cubicBezTo>
                  <a:cubicBezTo>
                    <a:pt x="604" y="661"/>
                    <a:pt x="604" y="661"/>
                    <a:pt x="604" y="661"/>
                  </a:cubicBezTo>
                  <a:cubicBezTo>
                    <a:pt x="604" y="661"/>
                    <a:pt x="604" y="661"/>
                    <a:pt x="604" y="661"/>
                  </a:cubicBezTo>
                  <a:cubicBezTo>
                    <a:pt x="602" y="662"/>
                    <a:pt x="602" y="662"/>
                    <a:pt x="602" y="662"/>
                  </a:cubicBezTo>
                  <a:cubicBezTo>
                    <a:pt x="602" y="662"/>
                    <a:pt x="602" y="662"/>
                    <a:pt x="602" y="662"/>
                  </a:cubicBezTo>
                  <a:cubicBezTo>
                    <a:pt x="601" y="663"/>
                    <a:pt x="601" y="663"/>
                    <a:pt x="601" y="663"/>
                  </a:cubicBezTo>
                  <a:cubicBezTo>
                    <a:pt x="601" y="663"/>
                    <a:pt x="601" y="663"/>
                    <a:pt x="601" y="663"/>
                  </a:cubicBezTo>
                  <a:cubicBezTo>
                    <a:pt x="600" y="663"/>
                    <a:pt x="600" y="663"/>
                    <a:pt x="600" y="663"/>
                  </a:cubicBezTo>
                  <a:cubicBezTo>
                    <a:pt x="600" y="663"/>
                    <a:pt x="600" y="663"/>
                    <a:pt x="600" y="663"/>
                  </a:cubicBezTo>
                  <a:cubicBezTo>
                    <a:pt x="598" y="665"/>
                    <a:pt x="598" y="665"/>
                    <a:pt x="598" y="665"/>
                  </a:cubicBezTo>
                  <a:cubicBezTo>
                    <a:pt x="598" y="665"/>
                    <a:pt x="598" y="665"/>
                    <a:pt x="598" y="665"/>
                  </a:cubicBezTo>
                  <a:cubicBezTo>
                    <a:pt x="597" y="666"/>
                    <a:pt x="597" y="666"/>
                    <a:pt x="597" y="666"/>
                  </a:cubicBezTo>
                  <a:cubicBezTo>
                    <a:pt x="597" y="666"/>
                    <a:pt x="597" y="666"/>
                    <a:pt x="597" y="666"/>
                  </a:cubicBezTo>
                  <a:cubicBezTo>
                    <a:pt x="595" y="667"/>
                    <a:pt x="595" y="667"/>
                    <a:pt x="595" y="667"/>
                  </a:cubicBezTo>
                  <a:cubicBezTo>
                    <a:pt x="595" y="667"/>
                    <a:pt x="595" y="667"/>
                    <a:pt x="595" y="667"/>
                  </a:cubicBezTo>
                  <a:cubicBezTo>
                    <a:pt x="595" y="668"/>
                    <a:pt x="595" y="668"/>
                    <a:pt x="595" y="668"/>
                  </a:cubicBezTo>
                  <a:cubicBezTo>
                    <a:pt x="595" y="668"/>
                    <a:pt x="595" y="668"/>
                    <a:pt x="595" y="668"/>
                  </a:cubicBezTo>
                  <a:cubicBezTo>
                    <a:pt x="594" y="669"/>
                    <a:pt x="594" y="669"/>
                    <a:pt x="594" y="669"/>
                  </a:cubicBezTo>
                  <a:cubicBezTo>
                    <a:pt x="594" y="669"/>
                    <a:pt x="594" y="669"/>
                    <a:pt x="594" y="669"/>
                  </a:cubicBezTo>
                  <a:cubicBezTo>
                    <a:pt x="594" y="669"/>
                    <a:pt x="594" y="669"/>
                    <a:pt x="594" y="669"/>
                  </a:cubicBezTo>
                  <a:cubicBezTo>
                    <a:pt x="594" y="669"/>
                    <a:pt x="594" y="669"/>
                    <a:pt x="594" y="669"/>
                  </a:cubicBezTo>
                  <a:cubicBezTo>
                    <a:pt x="594" y="670"/>
                    <a:pt x="594" y="670"/>
                    <a:pt x="594" y="670"/>
                  </a:cubicBezTo>
                  <a:cubicBezTo>
                    <a:pt x="594" y="670"/>
                    <a:pt x="594" y="670"/>
                    <a:pt x="594" y="670"/>
                  </a:cubicBezTo>
                  <a:cubicBezTo>
                    <a:pt x="594" y="670"/>
                    <a:pt x="594" y="670"/>
                    <a:pt x="594" y="670"/>
                  </a:cubicBezTo>
                  <a:cubicBezTo>
                    <a:pt x="594" y="670"/>
                    <a:pt x="594" y="670"/>
                    <a:pt x="594" y="670"/>
                  </a:cubicBezTo>
                  <a:cubicBezTo>
                    <a:pt x="594" y="671"/>
                    <a:pt x="594" y="671"/>
                    <a:pt x="594" y="671"/>
                  </a:cubicBezTo>
                  <a:cubicBezTo>
                    <a:pt x="594" y="671"/>
                    <a:pt x="594" y="671"/>
                    <a:pt x="594" y="671"/>
                  </a:cubicBezTo>
                  <a:cubicBezTo>
                    <a:pt x="594" y="671"/>
                    <a:pt x="594" y="671"/>
                    <a:pt x="594" y="671"/>
                  </a:cubicBezTo>
                  <a:cubicBezTo>
                    <a:pt x="594" y="671"/>
                    <a:pt x="594" y="671"/>
                    <a:pt x="594" y="671"/>
                  </a:cubicBezTo>
                  <a:cubicBezTo>
                    <a:pt x="594" y="672"/>
                    <a:pt x="594" y="672"/>
                    <a:pt x="594" y="672"/>
                  </a:cubicBezTo>
                  <a:cubicBezTo>
                    <a:pt x="594" y="672"/>
                    <a:pt x="594" y="672"/>
                    <a:pt x="594" y="672"/>
                  </a:cubicBezTo>
                  <a:cubicBezTo>
                    <a:pt x="594" y="672"/>
                    <a:pt x="594" y="672"/>
                    <a:pt x="594" y="672"/>
                  </a:cubicBezTo>
                  <a:cubicBezTo>
                    <a:pt x="594" y="672"/>
                    <a:pt x="594" y="672"/>
                    <a:pt x="594" y="672"/>
                  </a:cubicBezTo>
                  <a:cubicBezTo>
                    <a:pt x="593" y="672"/>
                    <a:pt x="593" y="672"/>
                    <a:pt x="593" y="672"/>
                  </a:cubicBezTo>
                  <a:cubicBezTo>
                    <a:pt x="593" y="672"/>
                    <a:pt x="593" y="672"/>
                    <a:pt x="593" y="672"/>
                  </a:cubicBezTo>
                  <a:cubicBezTo>
                    <a:pt x="593" y="672"/>
                    <a:pt x="593" y="672"/>
                    <a:pt x="593" y="672"/>
                  </a:cubicBezTo>
                  <a:cubicBezTo>
                    <a:pt x="593" y="672"/>
                    <a:pt x="593" y="672"/>
                    <a:pt x="593" y="672"/>
                  </a:cubicBezTo>
                  <a:cubicBezTo>
                    <a:pt x="592" y="673"/>
                    <a:pt x="592" y="673"/>
                    <a:pt x="592" y="673"/>
                  </a:cubicBezTo>
                  <a:cubicBezTo>
                    <a:pt x="592" y="673"/>
                    <a:pt x="592" y="673"/>
                    <a:pt x="592" y="673"/>
                  </a:cubicBezTo>
                  <a:cubicBezTo>
                    <a:pt x="592" y="673"/>
                    <a:pt x="592" y="673"/>
                    <a:pt x="592" y="673"/>
                  </a:cubicBezTo>
                  <a:cubicBezTo>
                    <a:pt x="592" y="673"/>
                    <a:pt x="592" y="673"/>
                    <a:pt x="592" y="673"/>
                  </a:cubicBezTo>
                  <a:cubicBezTo>
                    <a:pt x="592" y="673"/>
                    <a:pt x="592" y="673"/>
                    <a:pt x="592" y="673"/>
                  </a:cubicBezTo>
                  <a:cubicBezTo>
                    <a:pt x="592" y="673"/>
                    <a:pt x="592" y="673"/>
                    <a:pt x="592" y="673"/>
                  </a:cubicBezTo>
                  <a:cubicBezTo>
                    <a:pt x="591" y="673"/>
                    <a:pt x="591" y="673"/>
                    <a:pt x="591" y="673"/>
                  </a:cubicBezTo>
                  <a:cubicBezTo>
                    <a:pt x="591" y="673"/>
                    <a:pt x="591" y="673"/>
                    <a:pt x="591" y="673"/>
                  </a:cubicBezTo>
                  <a:cubicBezTo>
                    <a:pt x="591" y="673"/>
                    <a:pt x="591" y="673"/>
                    <a:pt x="591" y="673"/>
                  </a:cubicBezTo>
                  <a:cubicBezTo>
                    <a:pt x="591" y="673"/>
                    <a:pt x="591" y="673"/>
                    <a:pt x="591" y="673"/>
                  </a:cubicBezTo>
                  <a:cubicBezTo>
                    <a:pt x="590" y="673"/>
                    <a:pt x="590" y="673"/>
                    <a:pt x="590" y="673"/>
                  </a:cubicBezTo>
                  <a:cubicBezTo>
                    <a:pt x="590" y="673"/>
                    <a:pt x="590" y="673"/>
                    <a:pt x="590" y="673"/>
                  </a:cubicBezTo>
                  <a:cubicBezTo>
                    <a:pt x="590" y="671"/>
                    <a:pt x="590" y="671"/>
                    <a:pt x="590" y="671"/>
                  </a:cubicBezTo>
                  <a:cubicBezTo>
                    <a:pt x="590" y="671"/>
                    <a:pt x="590" y="671"/>
                    <a:pt x="590" y="671"/>
                  </a:cubicBezTo>
                  <a:cubicBezTo>
                    <a:pt x="589" y="669"/>
                    <a:pt x="589" y="669"/>
                    <a:pt x="589" y="669"/>
                  </a:cubicBezTo>
                  <a:cubicBezTo>
                    <a:pt x="589" y="669"/>
                    <a:pt x="589" y="669"/>
                    <a:pt x="589" y="669"/>
                  </a:cubicBezTo>
                  <a:cubicBezTo>
                    <a:pt x="588" y="668"/>
                    <a:pt x="588" y="668"/>
                    <a:pt x="588" y="668"/>
                  </a:cubicBezTo>
                  <a:cubicBezTo>
                    <a:pt x="588" y="668"/>
                    <a:pt x="588" y="668"/>
                    <a:pt x="588" y="668"/>
                  </a:cubicBezTo>
                  <a:cubicBezTo>
                    <a:pt x="587" y="666"/>
                    <a:pt x="587" y="666"/>
                    <a:pt x="587" y="666"/>
                  </a:cubicBezTo>
                  <a:cubicBezTo>
                    <a:pt x="587" y="666"/>
                    <a:pt x="587" y="666"/>
                    <a:pt x="587" y="666"/>
                  </a:cubicBezTo>
                  <a:cubicBezTo>
                    <a:pt x="586" y="664"/>
                    <a:pt x="586" y="664"/>
                    <a:pt x="586" y="664"/>
                  </a:cubicBezTo>
                  <a:cubicBezTo>
                    <a:pt x="586" y="664"/>
                    <a:pt x="586" y="664"/>
                    <a:pt x="586" y="664"/>
                  </a:cubicBezTo>
                  <a:cubicBezTo>
                    <a:pt x="585" y="662"/>
                    <a:pt x="585" y="662"/>
                    <a:pt x="585" y="662"/>
                  </a:cubicBezTo>
                  <a:cubicBezTo>
                    <a:pt x="585" y="662"/>
                    <a:pt x="585" y="662"/>
                    <a:pt x="585" y="662"/>
                  </a:cubicBezTo>
                  <a:cubicBezTo>
                    <a:pt x="584" y="661"/>
                    <a:pt x="584" y="661"/>
                    <a:pt x="584" y="661"/>
                  </a:cubicBezTo>
                  <a:cubicBezTo>
                    <a:pt x="584" y="661"/>
                    <a:pt x="584" y="661"/>
                    <a:pt x="584" y="661"/>
                  </a:cubicBezTo>
                  <a:cubicBezTo>
                    <a:pt x="583" y="659"/>
                    <a:pt x="583" y="659"/>
                    <a:pt x="583" y="659"/>
                  </a:cubicBezTo>
                  <a:cubicBezTo>
                    <a:pt x="583" y="659"/>
                    <a:pt x="583" y="659"/>
                    <a:pt x="583" y="659"/>
                  </a:cubicBezTo>
                  <a:cubicBezTo>
                    <a:pt x="583" y="659"/>
                    <a:pt x="583" y="659"/>
                    <a:pt x="583" y="659"/>
                  </a:cubicBezTo>
                  <a:cubicBezTo>
                    <a:pt x="583" y="659"/>
                    <a:pt x="583" y="659"/>
                    <a:pt x="583" y="659"/>
                  </a:cubicBezTo>
                  <a:cubicBezTo>
                    <a:pt x="583" y="659"/>
                    <a:pt x="583" y="659"/>
                    <a:pt x="583" y="659"/>
                  </a:cubicBezTo>
                  <a:cubicBezTo>
                    <a:pt x="583" y="659"/>
                    <a:pt x="583" y="659"/>
                    <a:pt x="583" y="659"/>
                  </a:cubicBezTo>
                  <a:cubicBezTo>
                    <a:pt x="583" y="659"/>
                    <a:pt x="583" y="659"/>
                    <a:pt x="583" y="659"/>
                  </a:cubicBezTo>
                  <a:cubicBezTo>
                    <a:pt x="583" y="659"/>
                    <a:pt x="583" y="659"/>
                    <a:pt x="583" y="659"/>
                  </a:cubicBezTo>
                  <a:cubicBezTo>
                    <a:pt x="583" y="659"/>
                    <a:pt x="583" y="659"/>
                    <a:pt x="583" y="659"/>
                  </a:cubicBezTo>
                  <a:cubicBezTo>
                    <a:pt x="583" y="659"/>
                    <a:pt x="583" y="659"/>
                    <a:pt x="583" y="659"/>
                  </a:cubicBezTo>
                  <a:cubicBezTo>
                    <a:pt x="583" y="659"/>
                    <a:pt x="583" y="659"/>
                    <a:pt x="583" y="659"/>
                  </a:cubicBezTo>
                  <a:cubicBezTo>
                    <a:pt x="583" y="659"/>
                    <a:pt x="583" y="659"/>
                    <a:pt x="583" y="659"/>
                  </a:cubicBezTo>
                  <a:cubicBezTo>
                    <a:pt x="584" y="659"/>
                    <a:pt x="584" y="659"/>
                    <a:pt x="584" y="659"/>
                  </a:cubicBezTo>
                  <a:cubicBezTo>
                    <a:pt x="584" y="659"/>
                    <a:pt x="584" y="659"/>
                    <a:pt x="584" y="659"/>
                  </a:cubicBezTo>
                  <a:cubicBezTo>
                    <a:pt x="584" y="658"/>
                    <a:pt x="584" y="658"/>
                    <a:pt x="584" y="658"/>
                  </a:cubicBezTo>
                  <a:cubicBezTo>
                    <a:pt x="584" y="658"/>
                    <a:pt x="584" y="658"/>
                    <a:pt x="584" y="658"/>
                  </a:cubicBezTo>
                  <a:cubicBezTo>
                    <a:pt x="584" y="658"/>
                    <a:pt x="584" y="658"/>
                    <a:pt x="584" y="658"/>
                  </a:cubicBezTo>
                  <a:cubicBezTo>
                    <a:pt x="584" y="658"/>
                    <a:pt x="584" y="658"/>
                    <a:pt x="584" y="658"/>
                  </a:cubicBezTo>
                  <a:cubicBezTo>
                    <a:pt x="585" y="658"/>
                    <a:pt x="585" y="658"/>
                    <a:pt x="585" y="658"/>
                  </a:cubicBezTo>
                  <a:cubicBezTo>
                    <a:pt x="585" y="658"/>
                    <a:pt x="585" y="658"/>
                    <a:pt x="585" y="658"/>
                  </a:cubicBezTo>
                  <a:cubicBezTo>
                    <a:pt x="585" y="658"/>
                    <a:pt x="585" y="658"/>
                    <a:pt x="585" y="658"/>
                  </a:cubicBezTo>
                  <a:cubicBezTo>
                    <a:pt x="585" y="658"/>
                    <a:pt x="585" y="658"/>
                    <a:pt x="585" y="658"/>
                  </a:cubicBezTo>
                  <a:cubicBezTo>
                    <a:pt x="585" y="658"/>
                    <a:pt x="585" y="658"/>
                    <a:pt x="585" y="658"/>
                  </a:cubicBezTo>
                  <a:cubicBezTo>
                    <a:pt x="585" y="658"/>
                    <a:pt x="585" y="658"/>
                    <a:pt x="585" y="658"/>
                  </a:cubicBezTo>
                  <a:cubicBezTo>
                    <a:pt x="586" y="658"/>
                    <a:pt x="586" y="658"/>
                    <a:pt x="586" y="658"/>
                  </a:cubicBezTo>
                  <a:cubicBezTo>
                    <a:pt x="586" y="658"/>
                    <a:pt x="586" y="658"/>
                    <a:pt x="586" y="658"/>
                  </a:cubicBezTo>
                  <a:cubicBezTo>
                    <a:pt x="586" y="658"/>
                    <a:pt x="586" y="658"/>
                    <a:pt x="586" y="658"/>
                  </a:cubicBezTo>
                  <a:cubicBezTo>
                    <a:pt x="586" y="658"/>
                    <a:pt x="586" y="658"/>
                    <a:pt x="586" y="658"/>
                  </a:cubicBezTo>
                  <a:cubicBezTo>
                    <a:pt x="587" y="658"/>
                    <a:pt x="587" y="658"/>
                    <a:pt x="587" y="658"/>
                  </a:cubicBezTo>
                  <a:cubicBezTo>
                    <a:pt x="587" y="658"/>
                    <a:pt x="587" y="658"/>
                    <a:pt x="587" y="658"/>
                  </a:cubicBezTo>
                  <a:cubicBezTo>
                    <a:pt x="588" y="658"/>
                    <a:pt x="588" y="658"/>
                    <a:pt x="588" y="658"/>
                  </a:cubicBezTo>
                  <a:cubicBezTo>
                    <a:pt x="588" y="658"/>
                    <a:pt x="588" y="658"/>
                    <a:pt x="588" y="658"/>
                  </a:cubicBezTo>
                  <a:cubicBezTo>
                    <a:pt x="594" y="665"/>
                    <a:pt x="594" y="665"/>
                    <a:pt x="594" y="665"/>
                  </a:cubicBezTo>
                  <a:cubicBezTo>
                    <a:pt x="594" y="665"/>
                    <a:pt x="594" y="665"/>
                    <a:pt x="594" y="665"/>
                  </a:cubicBezTo>
                  <a:cubicBezTo>
                    <a:pt x="594" y="665"/>
                    <a:pt x="594" y="665"/>
                    <a:pt x="594" y="665"/>
                  </a:cubicBezTo>
                  <a:cubicBezTo>
                    <a:pt x="594" y="665"/>
                    <a:pt x="594" y="665"/>
                    <a:pt x="594" y="665"/>
                  </a:cubicBezTo>
                  <a:cubicBezTo>
                    <a:pt x="594" y="665"/>
                    <a:pt x="594" y="665"/>
                    <a:pt x="594" y="665"/>
                  </a:cubicBezTo>
                  <a:cubicBezTo>
                    <a:pt x="594" y="665"/>
                    <a:pt x="594" y="665"/>
                    <a:pt x="594" y="665"/>
                  </a:cubicBezTo>
                  <a:cubicBezTo>
                    <a:pt x="595" y="665"/>
                    <a:pt x="595" y="665"/>
                    <a:pt x="595" y="665"/>
                  </a:cubicBezTo>
                  <a:cubicBezTo>
                    <a:pt x="595" y="665"/>
                    <a:pt x="595" y="665"/>
                    <a:pt x="595" y="665"/>
                  </a:cubicBezTo>
                  <a:cubicBezTo>
                    <a:pt x="595" y="665"/>
                    <a:pt x="595" y="665"/>
                    <a:pt x="595" y="665"/>
                  </a:cubicBezTo>
                  <a:cubicBezTo>
                    <a:pt x="595" y="665"/>
                    <a:pt x="595" y="665"/>
                    <a:pt x="595" y="665"/>
                  </a:cubicBezTo>
                  <a:cubicBezTo>
                    <a:pt x="595" y="665"/>
                    <a:pt x="595" y="665"/>
                    <a:pt x="595" y="665"/>
                  </a:cubicBezTo>
                  <a:cubicBezTo>
                    <a:pt x="595" y="665"/>
                    <a:pt x="595" y="665"/>
                    <a:pt x="595" y="665"/>
                  </a:cubicBezTo>
                  <a:cubicBezTo>
                    <a:pt x="595" y="665"/>
                    <a:pt x="595" y="665"/>
                    <a:pt x="595" y="665"/>
                  </a:cubicBezTo>
                  <a:cubicBezTo>
                    <a:pt x="595" y="665"/>
                    <a:pt x="595" y="665"/>
                    <a:pt x="595" y="665"/>
                  </a:cubicBezTo>
                  <a:cubicBezTo>
                    <a:pt x="596" y="664"/>
                    <a:pt x="596" y="664"/>
                    <a:pt x="596" y="664"/>
                  </a:cubicBezTo>
                  <a:cubicBezTo>
                    <a:pt x="596" y="664"/>
                    <a:pt x="596" y="664"/>
                    <a:pt x="596" y="664"/>
                  </a:cubicBezTo>
                  <a:cubicBezTo>
                    <a:pt x="596" y="664"/>
                    <a:pt x="596" y="664"/>
                    <a:pt x="596" y="664"/>
                  </a:cubicBezTo>
                  <a:cubicBezTo>
                    <a:pt x="596" y="664"/>
                    <a:pt x="596" y="664"/>
                    <a:pt x="596" y="664"/>
                  </a:cubicBezTo>
                  <a:cubicBezTo>
                    <a:pt x="594" y="656"/>
                    <a:pt x="594" y="656"/>
                    <a:pt x="594" y="656"/>
                  </a:cubicBezTo>
                  <a:cubicBezTo>
                    <a:pt x="594" y="656"/>
                    <a:pt x="594" y="656"/>
                    <a:pt x="594" y="656"/>
                  </a:cubicBezTo>
                  <a:cubicBezTo>
                    <a:pt x="588" y="647"/>
                    <a:pt x="588" y="647"/>
                    <a:pt x="588" y="647"/>
                  </a:cubicBezTo>
                  <a:cubicBezTo>
                    <a:pt x="588" y="647"/>
                    <a:pt x="588" y="647"/>
                    <a:pt x="588" y="647"/>
                  </a:cubicBezTo>
                  <a:cubicBezTo>
                    <a:pt x="588" y="647"/>
                    <a:pt x="588" y="647"/>
                    <a:pt x="588" y="647"/>
                  </a:cubicBezTo>
                  <a:cubicBezTo>
                    <a:pt x="588" y="647"/>
                    <a:pt x="588" y="647"/>
                    <a:pt x="588" y="647"/>
                  </a:cubicBezTo>
                  <a:cubicBezTo>
                    <a:pt x="588" y="646"/>
                    <a:pt x="588" y="646"/>
                    <a:pt x="588" y="646"/>
                  </a:cubicBezTo>
                  <a:cubicBezTo>
                    <a:pt x="588" y="646"/>
                    <a:pt x="588" y="646"/>
                    <a:pt x="588" y="646"/>
                  </a:cubicBezTo>
                  <a:cubicBezTo>
                    <a:pt x="588" y="646"/>
                    <a:pt x="588" y="646"/>
                    <a:pt x="588" y="646"/>
                  </a:cubicBezTo>
                  <a:cubicBezTo>
                    <a:pt x="588" y="646"/>
                    <a:pt x="588" y="646"/>
                    <a:pt x="588" y="646"/>
                  </a:cubicBezTo>
                  <a:cubicBezTo>
                    <a:pt x="588" y="646"/>
                    <a:pt x="588" y="646"/>
                    <a:pt x="588" y="646"/>
                  </a:cubicBezTo>
                  <a:cubicBezTo>
                    <a:pt x="588" y="646"/>
                    <a:pt x="588" y="646"/>
                    <a:pt x="588" y="646"/>
                  </a:cubicBezTo>
                  <a:cubicBezTo>
                    <a:pt x="588" y="646"/>
                    <a:pt x="588" y="646"/>
                    <a:pt x="588" y="646"/>
                  </a:cubicBezTo>
                  <a:cubicBezTo>
                    <a:pt x="588" y="646"/>
                    <a:pt x="588" y="646"/>
                    <a:pt x="588" y="646"/>
                  </a:cubicBezTo>
                  <a:cubicBezTo>
                    <a:pt x="588" y="645"/>
                    <a:pt x="588" y="645"/>
                    <a:pt x="588" y="645"/>
                  </a:cubicBezTo>
                  <a:cubicBezTo>
                    <a:pt x="588" y="645"/>
                    <a:pt x="588" y="645"/>
                    <a:pt x="588" y="645"/>
                  </a:cubicBezTo>
                  <a:cubicBezTo>
                    <a:pt x="588" y="645"/>
                    <a:pt x="588" y="645"/>
                    <a:pt x="588" y="645"/>
                  </a:cubicBezTo>
                  <a:cubicBezTo>
                    <a:pt x="588" y="645"/>
                    <a:pt x="588" y="645"/>
                    <a:pt x="588" y="645"/>
                  </a:cubicBezTo>
                  <a:cubicBezTo>
                    <a:pt x="588" y="645"/>
                    <a:pt x="588" y="645"/>
                    <a:pt x="588" y="645"/>
                  </a:cubicBezTo>
                  <a:cubicBezTo>
                    <a:pt x="588" y="645"/>
                    <a:pt x="588" y="645"/>
                    <a:pt x="588" y="645"/>
                  </a:cubicBezTo>
                  <a:cubicBezTo>
                    <a:pt x="587" y="645"/>
                    <a:pt x="587" y="645"/>
                    <a:pt x="587" y="645"/>
                  </a:cubicBezTo>
                  <a:cubicBezTo>
                    <a:pt x="587" y="645"/>
                    <a:pt x="587" y="645"/>
                    <a:pt x="587" y="645"/>
                  </a:cubicBezTo>
                  <a:cubicBezTo>
                    <a:pt x="586" y="644"/>
                    <a:pt x="586" y="644"/>
                    <a:pt x="586" y="644"/>
                  </a:cubicBezTo>
                  <a:cubicBezTo>
                    <a:pt x="586" y="644"/>
                    <a:pt x="586" y="644"/>
                    <a:pt x="586" y="644"/>
                  </a:cubicBezTo>
                  <a:cubicBezTo>
                    <a:pt x="585" y="643"/>
                    <a:pt x="585" y="643"/>
                    <a:pt x="585" y="643"/>
                  </a:cubicBezTo>
                  <a:cubicBezTo>
                    <a:pt x="585" y="643"/>
                    <a:pt x="585" y="643"/>
                    <a:pt x="585" y="643"/>
                  </a:cubicBezTo>
                  <a:cubicBezTo>
                    <a:pt x="585" y="643"/>
                    <a:pt x="585" y="643"/>
                    <a:pt x="585" y="643"/>
                  </a:cubicBezTo>
                  <a:cubicBezTo>
                    <a:pt x="585" y="643"/>
                    <a:pt x="585" y="643"/>
                    <a:pt x="585" y="643"/>
                  </a:cubicBezTo>
                  <a:cubicBezTo>
                    <a:pt x="585" y="642"/>
                    <a:pt x="585" y="642"/>
                    <a:pt x="585" y="642"/>
                  </a:cubicBezTo>
                  <a:cubicBezTo>
                    <a:pt x="585" y="642"/>
                    <a:pt x="585" y="642"/>
                    <a:pt x="585" y="642"/>
                  </a:cubicBezTo>
                  <a:cubicBezTo>
                    <a:pt x="585" y="641"/>
                    <a:pt x="585" y="641"/>
                    <a:pt x="585" y="641"/>
                  </a:cubicBezTo>
                  <a:cubicBezTo>
                    <a:pt x="585" y="641"/>
                    <a:pt x="585" y="641"/>
                    <a:pt x="585" y="641"/>
                  </a:cubicBezTo>
                  <a:cubicBezTo>
                    <a:pt x="585" y="640"/>
                    <a:pt x="585" y="640"/>
                    <a:pt x="585" y="640"/>
                  </a:cubicBezTo>
                  <a:cubicBezTo>
                    <a:pt x="585" y="640"/>
                    <a:pt x="585" y="640"/>
                    <a:pt x="585" y="640"/>
                  </a:cubicBezTo>
                  <a:cubicBezTo>
                    <a:pt x="585" y="639"/>
                    <a:pt x="585" y="639"/>
                    <a:pt x="585" y="639"/>
                  </a:cubicBezTo>
                  <a:cubicBezTo>
                    <a:pt x="585" y="639"/>
                    <a:pt x="585" y="639"/>
                    <a:pt x="585" y="639"/>
                  </a:cubicBezTo>
                  <a:cubicBezTo>
                    <a:pt x="587" y="639"/>
                    <a:pt x="587" y="639"/>
                    <a:pt x="587" y="639"/>
                  </a:cubicBezTo>
                  <a:cubicBezTo>
                    <a:pt x="587" y="639"/>
                    <a:pt x="587" y="639"/>
                    <a:pt x="587" y="639"/>
                  </a:cubicBezTo>
                  <a:cubicBezTo>
                    <a:pt x="588" y="640"/>
                    <a:pt x="588" y="640"/>
                    <a:pt x="588" y="640"/>
                  </a:cubicBezTo>
                  <a:cubicBezTo>
                    <a:pt x="588" y="640"/>
                    <a:pt x="588" y="640"/>
                    <a:pt x="588" y="640"/>
                  </a:cubicBezTo>
                  <a:cubicBezTo>
                    <a:pt x="588" y="640"/>
                    <a:pt x="588" y="640"/>
                    <a:pt x="588" y="640"/>
                  </a:cubicBezTo>
                  <a:cubicBezTo>
                    <a:pt x="588" y="640"/>
                    <a:pt x="588" y="640"/>
                    <a:pt x="588" y="640"/>
                  </a:cubicBezTo>
                  <a:cubicBezTo>
                    <a:pt x="589" y="640"/>
                    <a:pt x="589" y="640"/>
                    <a:pt x="589" y="640"/>
                  </a:cubicBezTo>
                  <a:cubicBezTo>
                    <a:pt x="589" y="640"/>
                    <a:pt x="589" y="640"/>
                    <a:pt x="589" y="640"/>
                  </a:cubicBezTo>
                  <a:cubicBezTo>
                    <a:pt x="590" y="641"/>
                    <a:pt x="590" y="641"/>
                    <a:pt x="590" y="641"/>
                  </a:cubicBezTo>
                  <a:cubicBezTo>
                    <a:pt x="590" y="641"/>
                    <a:pt x="590" y="641"/>
                    <a:pt x="590" y="641"/>
                  </a:cubicBezTo>
                  <a:cubicBezTo>
                    <a:pt x="590" y="641"/>
                    <a:pt x="590" y="641"/>
                    <a:pt x="590" y="641"/>
                  </a:cubicBezTo>
                  <a:cubicBezTo>
                    <a:pt x="590" y="641"/>
                    <a:pt x="590" y="641"/>
                    <a:pt x="590" y="641"/>
                  </a:cubicBezTo>
                  <a:cubicBezTo>
                    <a:pt x="591" y="642"/>
                    <a:pt x="591" y="642"/>
                    <a:pt x="591" y="642"/>
                  </a:cubicBezTo>
                  <a:cubicBezTo>
                    <a:pt x="591" y="642"/>
                    <a:pt x="591" y="642"/>
                    <a:pt x="591" y="642"/>
                  </a:cubicBezTo>
                  <a:cubicBezTo>
                    <a:pt x="592" y="642"/>
                    <a:pt x="592" y="642"/>
                    <a:pt x="592" y="642"/>
                  </a:cubicBezTo>
                  <a:cubicBezTo>
                    <a:pt x="592" y="642"/>
                    <a:pt x="592" y="642"/>
                    <a:pt x="592" y="642"/>
                  </a:cubicBezTo>
                  <a:cubicBezTo>
                    <a:pt x="592" y="643"/>
                    <a:pt x="592" y="643"/>
                    <a:pt x="592" y="643"/>
                  </a:cubicBezTo>
                  <a:cubicBezTo>
                    <a:pt x="592" y="643"/>
                    <a:pt x="592" y="643"/>
                    <a:pt x="592" y="643"/>
                  </a:cubicBezTo>
                  <a:cubicBezTo>
                    <a:pt x="592" y="643"/>
                    <a:pt x="592" y="643"/>
                    <a:pt x="592" y="643"/>
                  </a:cubicBezTo>
                  <a:cubicBezTo>
                    <a:pt x="592" y="643"/>
                    <a:pt x="592" y="643"/>
                    <a:pt x="592" y="643"/>
                  </a:cubicBezTo>
                  <a:cubicBezTo>
                    <a:pt x="593" y="644"/>
                    <a:pt x="593" y="644"/>
                    <a:pt x="593" y="644"/>
                  </a:cubicBezTo>
                  <a:cubicBezTo>
                    <a:pt x="593" y="644"/>
                    <a:pt x="593" y="644"/>
                    <a:pt x="593" y="644"/>
                  </a:cubicBezTo>
                  <a:cubicBezTo>
                    <a:pt x="593" y="644"/>
                    <a:pt x="593" y="644"/>
                    <a:pt x="593" y="644"/>
                  </a:cubicBezTo>
                  <a:cubicBezTo>
                    <a:pt x="593" y="644"/>
                    <a:pt x="593" y="644"/>
                    <a:pt x="593" y="644"/>
                  </a:cubicBezTo>
                  <a:cubicBezTo>
                    <a:pt x="593" y="644"/>
                    <a:pt x="593" y="644"/>
                    <a:pt x="593" y="644"/>
                  </a:cubicBezTo>
                  <a:cubicBezTo>
                    <a:pt x="593" y="644"/>
                    <a:pt x="593" y="644"/>
                    <a:pt x="593" y="644"/>
                  </a:cubicBezTo>
                  <a:cubicBezTo>
                    <a:pt x="593" y="645"/>
                    <a:pt x="593" y="645"/>
                    <a:pt x="593" y="645"/>
                  </a:cubicBezTo>
                  <a:cubicBezTo>
                    <a:pt x="593" y="645"/>
                    <a:pt x="593" y="645"/>
                    <a:pt x="593" y="645"/>
                  </a:cubicBezTo>
                  <a:cubicBezTo>
                    <a:pt x="593" y="645"/>
                    <a:pt x="593" y="645"/>
                    <a:pt x="593" y="645"/>
                  </a:cubicBezTo>
                  <a:cubicBezTo>
                    <a:pt x="593" y="645"/>
                    <a:pt x="593" y="645"/>
                    <a:pt x="593" y="645"/>
                  </a:cubicBezTo>
                  <a:cubicBezTo>
                    <a:pt x="594" y="646"/>
                    <a:pt x="594" y="646"/>
                    <a:pt x="594" y="646"/>
                  </a:cubicBezTo>
                  <a:cubicBezTo>
                    <a:pt x="594" y="646"/>
                    <a:pt x="594" y="646"/>
                    <a:pt x="594" y="646"/>
                  </a:cubicBezTo>
                  <a:cubicBezTo>
                    <a:pt x="594" y="646"/>
                    <a:pt x="594" y="646"/>
                    <a:pt x="594" y="646"/>
                  </a:cubicBezTo>
                  <a:cubicBezTo>
                    <a:pt x="594" y="646"/>
                    <a:pt x="594" y="646"/>
                    <a:pt x="594" y="646"/>
                  </a:cubicBezTo>
                  <a:cubicBezTo>
                    <a:pt x="594" y="647"/>
                    <a:pt x="594" y="647"/>
                    <a:pt x="594" y="647"/>
                  </a:cubicBezTo>
                  <a:cubicBezTo>
                    <a:pt x="594" y="647"/>
                    <a:pt x="594" y="647"/>
                    <a:pt x="594" y="647"/>
                  </a:cubicBezTo>
                  <a:cubicBezTo>
                    <a:pt x="594" y="648"/>
                    <a:pt x="594" y="648"/>
                    <a:pt x="594" y="648"/>
                  </a:cubicBezTo>
                  <a:cubicBezTo>
                    <a:pt x="594" y="648"/>
                    <a:pt x="594" y="648"/>
                    <a:pt x="594" y="648"/>
                  </a:cubicBezTo>
                  <a:cubicBezTo>
                    <a:pt x="594" y="649"/>
                    <a:pt x="594" y="649"/>
                    <a:pt x="594" y="649"/>
                  </a:cubicBezTo>
                  <a:cubicBezTo>
                    <a:pt x="594" y="649"/>
                    <a:pt x="594" y="649"/>
                    <a:pt x="594" y="649"/>
                  </a:cubicBezTo>
                  <a:cubicBezTo>
                    <a:pt x="595" y="650"/>
                    <a:pt x="595" y="650"/>
                    <a:pt x="595" y="650"/>
                  </a:cubicBezTo>
                  <a:cubicBezTo>
                    <a:pt x="595" y="650"/>
                    <a:pt x="595" y="650"/>
                    <a:pt x="595" y="650"/>
                  </a:cubicBezTo>
                  <a:cubicBezTo>
                    <a:pt x="595" y="650"/>
                    <a:pt x="595" y="650"/>
                    <a:pt x="595" y="650"/>
                  </a:cubicBezTo>
                  <a:cubicBezTo>
                    <a:pt x="595" y="650"/>
                    <a:pt x="595" y="650"/>
                    <a:pt x="595" y="650"/>
                  </a:cubicBezTo>
                  <a:cubicBezTo>
                    <a:pt x="596" y="651"/>
                    <a:pt x="596" y="651"/>
                    <a:pt x="596" y="651"/>
                  </a:cubicBezTo>
                  <a:cubicBezTo>
                    <a:pt x="596" y="651"/>
                    <a:pt x="596" y="651"/>
                    <a:pt x="596" y="651"/>
                  </a:cubicBezTo>
                  <a:cubicBezTo>
                    <a:pt x="597" y="652"/>
                    <a:pt x="597" y="652"/>
                    <a:pt x="597" y="652"/>
                  </a:cubicBezTo>
                  <a:cubicBezTo>
                    <a:pt x="597" y="652"/>
                    <a:pt x="597" y="652"/>
                    <a:pt x="597" y="652"/>
                  </a:cubicBezTo>
                  <a:cubicBezTo>
                    <a:pt x="597" y="653"/>
                    <a:pt x="597" y="653"/>
                    <a:pt x="597" y="653"/>
                  </a:cubicBezTo>
                  <a:cubicBezTo>
                    <a:pt x="597" y="653"/>
                    <a:pt x="597" y="653"/>
                    <a:pt x="597" y="653"/>
                  </a:cubicBezTo>
                  <a:cubicBezTo>
                    <a:pt x="597" y="653"/>
                    <a:pt x="597" y="653"/>
                    <a:pt x="597" y="653"/>
                  </a:cubicBezTo>
                  <a:cubicBezTo>
                    <a:pt x="597" y="653"/>
                    <a:pt x="597" y="653"/>
                    <a:pt x="597" y="653"/>
                  </a:cubicBezTo>
                  <a:cubicBezTo>
                    <a:pt x="598" y="653"/>
                    <a:pt x="598" y="653"/>
                    <a:pt x="598" y="653"/>
                  </a:cubicBezTo>
                  <a:cubicBezTo>
                    <a:pt x="598" y="653"/>
                    <a:pt x="598" y="653"/>
                    <a:pt x="598" y="653"/>
                  </a:cubicBezTo>
                  <a:cubicBezTo>
                    <a:pt x="598" y="653"/>
                    <a:pt x="598" y="653"/>
                    <a:pt x="598" y="653"/>
                  </a:cubicBezTo>
                  <a:cubicBezTo>
                    <a:pt x="598" y="653"/>
                    <a:pt x="598" y="653"/>
                    <a:pt x="598" y="653"/>
                  </a:cubicBezTo>
                  <a:cubicBezTo>
                    <a:pt x="598" y="653"/>
                    <a:pt x="598" y="653"/>
                    <a:pt x="598" y="653"/>
                  </a:cubicBezTo>
                  <a:cubicBezTo>
                    <a:pt x="598" y="653"/>
                    <a:pt x="598" y="653"/>
                    <a:pt x="598" y="653"/>
                  </a:cubicBezTo>
                  <a:cubicBezTo>
                    <a:pt x="598" y="653"/>
                    <a:pt x="598" y="653"/>
                    <a:pt x="598" y="653"/>
                  </a:cubicBezTo>
                  <a:cubicBezTo>
                    <a:pt x="598" y="653"/>
                    <a:pt x="598" y="653"/>
                    <a:pt x="598" y="653"/>
                  </a:cubicBezTo>
                  <a:cubicBezTo>
                    <a:pt x="599" y="653"/>
                    <a:pt x="599" y="653"/>
                    <a:pt x="599" y="653"/>
                  </a:cubicBezTo>
                  <a:cubicBezTo>
                    <a:pt x="599" y="653"/>
                    <a:pt x="599" y="653"/>
                    <a:pt x="599" y="653"/>
                  </a:cubicBezTo>
                  <a:cubicBezTo>
                    <a:pt x="599" y="653"/>
                    <a:pt x="599" y="653"/>
                    <a:pt x="599" y="653"/>
                  </a:cubicBezTo>
                  <a:cubicBezTo>
                    <a:pt x="599" y="653"/>
                    <a:pt x="599" y="653"/>
                    <a:pt x="599" y="653"/>
                  </a:cubicBezTo>
                  <a:cubicBezTo>
                    <a:pt x="599" y="653"/>
                    <a:pt x="599" y="653"/>
                    <a:pt x="599" y="653"/>
                  </a:cubicBezTo>
                  <a:cubicBezTo>
                    <a:pt x="599" y="653"/>
                    <a:pt x="599" y="653"/>
                    <a:pt x="599" y="653"/>
                  </a:cubicBezTo>
                  <a:cubicBezTo>
                    <a:pt x="599" y="653"/>
                    <a:pt x="599" y="653"/>
                    <a:pt x="599" y="653"/>
                  </a:cubicBezTo>
                  <a:cubicBezTo>
                    <a:pt x="599" y="653"/>
                    <a:pt x="599" y="653"/>
                    <a:pt x="599" y="653"/>
                  </a:cubicBezTo>
                  <a:cubicBezTo>
                    <a:pt x="600" y="652"/>
                    <a:pt x="600" y="652"/>
                    <a:pt x="600" y="652"/>
                  </a:cubicBezTo>
                  <a:cubicBezTo>
                    <a:pt x="600" y="652"/>
                    <a:pt x="600" y="652"/>
                    <a:pt x="600" y="652"/>
                  </a:cubicBezTo>
                  <a:cubicBezTo>
                    <a:pt x="600" y="652"/>
                    <a:pt x="600" y="652"/>
                    <a:pt x="600" y="652"/>
                  </a:cubicBezTo>
                  <a:cubicBezTo>
                    <a:pt x="600" y="652"/>
                    <a:pt x="600" y="652"/>
                    <a:pt x="600" y="652"/>
                  </a:cubicBezTo>
                  <a:cubicBezTo>
                    <a:pt x="601" y="651"/>
                    <a:pt x="601" y="651"/>
                    <a:pt x="601" y="651"/>
                  </a:cubicBezTo>
                  <a:cubicBezTo>
                    <a:pt x="601" y="651"/>
                    <a:pt x="601" y="651"/>
                    <a:pt x="601" y="651"/>
                  </a:cubicBezTo>
                  <a:cubicBezTo>
                    <a:pt x="601" y="651"/>
                    <a:pt x="601" y="651"/>
                    <a:pt x="601" y="651"/>
                  </a:cubicBezTo>
                  <a:cubicBezTo>
                    <a:pt x="601" y="651"/>
                    <a:pt x="601" y="651"/>
                    <a:pt x="601" y="651"/>
                  </a:cubicBezTo>
                  <a:cubicBezTo>
                    <a:pt x="601" y="650"/>
                    <a:pt x="601" y="650"/>
                    <a:pt x="601" y="650"/>
                  </a:cubicBezTo>
                  <a:cubicBezTo>
                    <a:pt x="601" y="650"/>
                    <a:pt x="601" y="650"/>
                    <a:pt x="601" y="650"/>
                  </a:cubicBezTo>
                  <a:cubicBezTo>
                    <a:pt x="601" y="650"/>
                    <a:pt x="601" y="650"/>
                    <a:pt x="601" y="650"/>
                  </a:cubicBezTo>
                  <a:cubicBezTo>
                    <a:pt x="601" y="650"/>
                    <a:pt x="601" y="650"/>
                    <a:pt x="601" y="650"/>
                  </a:cubicBezTo>
                  <a:cubicBezTo>
                    <a:pt x="601" y="649"/>
                    <a:pt x="601" y="649"/>
                    <a:pt x="601" y="649"/>
                  </a:cubicBezTo>
                  <a:cubicBezTo>
                    <a:pt x="601" y="649"/>
                    <a:pt x="601" y="649"/>
                    <a:pt x="601" y="649"/>
                  </a:cubicBezTo>
                  <a:cubicBezTo>
                    <a:pt x="600" y="649"/>
                    <a:pt x="600" y="649"/>
                    <a:pt x="600" y="649"/>
                  </a:cubicBezTo>
                  <a:cubicBezTo>
                    <a:pt x="600" y="649"/>
                    <a:pt x="600" y="649"/>
                    <a:pt x="600" y="649"/>
                  </a:cubicBezTo>
                  <a:cubicBezTo>
                    <a:pt x="600" y="649"/>
                    <a:pt x="600" y="649"/>
                    <a:pt x="600" y="649"/>
                  </a:cubicBezTo>
                  <a:cubicBezTo>
                    <a:pt x="600" y="649"/>
                    <a:pt x="600" y="649"/>
                    <a:pt x="600" y="649"/>
                  </a:cubicBezTo>
                  <a:cubicBezTo>
                    <a:pt x="599" y="650"/>
                    <a:pt x="599" y="650"/>
                    <a:pt x="599" y="650"/>
                  </a:cubicBezTo>
                  <a:cubicBezTo>
                    <a:pt x="599" y="650"/>
                    <a:pt x="599" y="650"/>
                    <a:pt x="599" y="650"/>
                  </a:cubicBezTo>
                  <a:cubicBezTo>
                    <a:pt x="599" y="650"/>
                    <a:pt x="599" y="650"/>
                    <a:pt x="599" y="650"/>
                  </a:cubicBezTo>
                  <a:cubicBezTo>
                    <a:pt x="599" y="650"/>
                    <a:pt x="599" y="650"/>
                    <a:pt x="599" y="650"/>
                  </a:cubicBezTo>
                  <a:cubicBezTo>
                    <a:pt x="598" y="650"/>
                    <a:pt x="598" y="650"/>
                    <a:pt x="598" y="650"/>
                  </a:cubicBezTo>
                  <a:cubicBezTo>
                    <a:pt x="598" y="650"/>
                    <a:pt x="598" y="650"/>
                    <a:pt x="598" y="650"/>
                  </a:cubicBezTo>
                  <a:cubicBezTo>
                    <a:pt x="598" y="650"/>
                    <a:pt x="598" y="650"/>
                    <a:pt x="598" y="650"/>
                  </a:cubicBezTo>
                  <a:cubicBezTo>
                    <a:pt x="598" y="650"/>
                    <a:pt x="598" y="650"/>
                    <a:pt x="598" y="650"/>
                  </a:cubicBezTo>
                  <a:cubicBezTo>
                    <a:pt x="597" y="650"/>
                    <a:pt x="597" y="650"/>
                    <a:pt x="597" y="650"/>
                  </a:cubicBezTo>
                  <a:cubicBezTo>
                    <a:pt x="597" y="650"/>
                    <a:pt x="597" y="650"/>
                    <a:pt x="597" y="650"/>
                  </a:cubicBezTo>
                  <a:cubicBezTo>
                    <a:pt x="597" y="649"/>
                    <a:pt x="597" y="649"/>
                    <a:pt x="597" y="649"/>
                  </a:cubicBezTo>
                  <a:cubicBezTo>
                    <a:pt x="597" y="649"/>
                    <a:pt x="597" y="649"/>
                    <a:pt x="597" y="649"/>
                  </a:cubicBezTo>
                  <a:cubicBezTo>
                    <a:pt x="597" y="649"/>
                    <a:pt x="597" y="649"/>
                    <a:pt x="597" y="649"/>
                  </a:cubicBezTo>
                  <a:cubicBezTo>
                    <a:pt x="597" y="649"/>
                    <a:pt x="597" y="649"/>
                    <a:pt x="597" y="649"/>
                  </a:cubicBezTo>
                  <a:cubicBezTo>
                    <a:pt x="596" y="649"/>
                    <a:pt x="596" y="649"/>
                    <a:pt x="596" y="649"/>
                  </a:cubicBezTo>
                  <a:cubicBezTo>
                    <a:pt x="596" y="649"/>
                    <a:pt x="596" y="649"/>
                    <a:pt x="596" y="649"/>
                  </a:cubicBezTo>
                  <a:cubicBezTo>
                    <a:pt x="596" y="649"/>
                    <a:pt x="596" y="649"/>
                    <a:pt x="596" y="649"/>
                  </a:cubicBezTo>
                  <a:cubicBezTo>
                    <a:pt x="596" y="649"/>
                    <a:pt x="596" y="649"/>
                    <a:pt x="596" y="649"/>
                  </a:cubicBezTo>
                  <a:cubicBezTo>
                    <a:pt x="596" y="649"/>
                    <a:pt x="596" y="649"/>
                    <a:pt x="596" y="649"/>
                  </a:cubicBezTo>
                  <a:cubicBezTo>
                    <a:pt x="596" y="649"/>
                    <a:pt x="596" y="649"/>
                    <a:pt x="596" y="649"/>
                  </a:cubicBezTo>
                  <a:cubicBezTo>
                    <a:pt x="596" y="648"/>
                    <a:pt x="596" y="648"/>
                    <a:pt x="596" y="648"/>
                  </a:cubicBezTo>
                  <a:cubicBezTo>
                    <a:pt x="596" y="648"/>
                    <a:pt x="596" y="648"/>
                    <a:pt x="596" y="648"/>
                  </a:cubicBezTo>
                  <a:cubicBezTo>
                    <a:pt x="596" y="648"/>
                    <a:pt x="596" y="648"/>
                    <a:pt x="596" y="648"/>
                  </a:cubicBezTo>
                  <a:cubicBezTo>
                    <a:pt x="596" y="648"/>
                    <a:pt x="596" y="648"/>
                    <a:pt x="596" y="648"/>
                  </a:cubicBezTo>
                  <a:cubicBezTo>
                    <a:pt x="596" y="647"/>
                    <a:pt x="596" y="647"/>
                    <a:pt x="596" y="647"/>
                  </a:cubicBezTo>
                  <a:cubicBezTo>
                    <a:pt x="596" y="647"/>
                    <a:pt x="596" y="647"/>
                    <a:pt x="596" y="647"/>
                  </a:cubicBezTo>
                  <a:cubicBezTo>
                    <a:pt x="597" y="647"/>
                    <a:pt x="597" y="647"/>
                    <a:pt x="597" y="647"/>
                  </a:cubicBezTo>
                  <a:cubicBezTo>
                    <a:pt x="597" y="647"/>
                    <a:pt x="597" y="647"/>
                    <a:pt x="597" y="647"/>
                  </a:cubicBezTo>
                  <a:cubicBezTo>
                    <a:pt x="597" y="647"/>
                    <a:pt x="597" y="647"/>
                    <a:pt x="597" y="647"/>
                  </a:cubicBezTo>
                  <a:cubicBezTo>
                    <a:pt x="597" y="647"/>
                    <a:pt x="597" y="647"/>
                    <a:pt x="597" y="647"/>
                  </a:cubicBezTo>
                  <a:cubicBezTo>
                    <a:pt x="598" y="646"/>
                    <a:pt x="598" y="646"/>
                    <a:pt x="598" y="646"/>
                  </a:cubicBezTo>
                  <a:cubicBezTo>
                    <a:pt x="598" y="646"/>
                    <a:pt x="598" y="646"/>
                    <a:pt x="598" y="646"/>
                  </a:cubicBezTo>
                  <a:cubicBezTo>
                    <a:pt x="599" y="646"/>
                    <a:pt x="599" y="646"/>
                    <a:pt x="599" y="646"/>
                  </a:cubicBezTo>
                  <a:cubicBezTo>
                    <a:pt x="599" y="646"/>
                    <a:pt x="599" y="646"/>
                    <a:pt x="599" y="646"/>
                  </a:cubicBezTo>
                  <a:cubicBezTo>
                    <a:pt x="600" y="646"/>
                    <a:pt x="600" y="646"/>
                    <a:pt x="600" y="646"/>
                  </a:cubicBezTo>
                  <a:cubicBezTo>
                    <a:pt x="600" y="646"/>
                    <a:pt x="600" y="646"/>
                    <a:pt x="600" y="646"/>
                  </a:cubicBezTo>
                  <a:cubicBezTo>
                    <a:pt x="601" y="646"/>
                    <a:pt x="601" y="646"/>
                    <a:pt x="601" y="646"/>
                  </a:cubicBezTo>
                  <a:cubicBezTo>
                    <a:pt x="601" y="646"/>
                    <a:pt x="601" y="646"/>
                    <a:pt x="601" y="646"/>
                  </a:cubicBezTo>
                  <a:cubicBezTo>
                    <a:pt x="603" y="645"/>
                    <a:pt x="603" y="645"/>
                    <a:pt x="603" y="645"/>
                  </a:cubicBezTo>
                  <a:cubicBezTo>
                    <a:pt x="603" y="645"/>
                    <a:pt x="603" y="645"/>
                    <a:pt x="603" y="645"/>
                  </a:cubicBezTo>
                  <a:cubicBezTo>
                    <a:pt x="604" y="645"/>
                    <a:pt x="604" y="645"/>
                    <a:pt x="604" y="645"/>
                  </a:cubicBezTo>
                  <a:cubicBezTo>
                    <a:pt x="604" y="645"/>
                    <a:pt x="604" y="645"/>
                    <a:pt x="604" y="645"/>
                  </a:cubicBezTo>
                  <a:cubicBezTo>
                    <a:pt x="605" y="645"/>
                    <a:pt x="605" y="645"/>
                    <a:pt x="605" y="645"/>
                  </a:cubicBezTo>
                  <a:cubicBezTo>
                    <a:pt x="605" y="645"/>
                    <a:pt x="605" y="645"/>
                    <a:pt x="605" y="645"/>
                  </a:cubicBezTo>
                  <a:cubicBezTo>
                    <a:pt x="605" y="645"/>
                    <a:pt x="605" y="645"/>
                    <a:pt x="605" y="645"/>
                  </a:cubicBezTo>
                  <a:cubicBezTo>
                    <a:pt x="605" y="645"/>
                    <a:pt x="605" y="645"/>
                    <a:pt x="605" y="645"/>
                  </a:cubicBezTo>
                  <a:cubicBezTo>
                    <a:pt x="605" y="644"/>
                    <a:pt x="605" y="644"/>
                    <a:pt x="605" y="644"/>
                  </a:cubicBezTo>
                  <a:cubicBezTo>
                    <a:pt x="605" y="644"/>
                    <a:pt x="605" y="644"/>
                    <a:pt x="605" y="644"/>
                  </a:cubicBezTo>
                  <a:cubicBezTo>
                    <a:pt x="605" y="644"/>
                    <a:pt x="605" y="644"/>
                    <a:pt x="605" y="644"/>
                  </a:cubicBezTo>
                  <a:cubicBezTo>
                    <a:pt x="605" y="644"/>
                    <a:pt x="605" y="644"/>
                    <a:pt x="605" y="644"/>
                  </a:cubicBezTo>
                  <a:cubicBezTo>
                    <a:pt x="605" y="643"/>
                    <a:pt x="605" y="643"/>
                    <a:pt x="605" y="643"/>
                  </a:cubicBezTo>
                  <a:cubicBezTo>
                    <a:pt x="605" y="643"/>
                    <a:pt x="605" y="643"/>
                    <a:pt x="605" y="643"/>
                  </a:cubicBezTo>
                  <a:cubicBezTo>
                    <a:pt x="605" y="643"/>
                    <a:pt x="605" y="643"/>
                    <a:pt x="605" y="643"/>
                  </a:cubicBezTo>
                  <a:cubicBezTo>
                    <a:pt x="605" y="643"/>
                    <a:pt x="605" y="643"/>
                    <a:pt x="605" y="643"/>
                  </a:cubicBezTo>
                  <a:cubicBezTo>
                    <a:pt x="605" y="643"/>
                    <a:pt x="605" y="643"/>
                    <a:pt x="605" y="643"/>
                  </a:cubicBezTo>
                  <a:cubicBezTo>
                    <a:pt x="605" y="643"/>
                    <a:pt x="605" y="643"/>
                    <a:pt x="605" y="643"/>
                  </a:cubicBezTo>
                  <a:cubicBezTo>
                    <a:pt x="605" y="643"/>
                    <a:pt x="605" y="643"/>
                    <a:pt x="605" y="643"/>
                  </a:cubicBezTo>
                  <a:cubicBezTo>
                    <a:pt x="605" y="643"/>
                    <a:pt x="605" y="643"/>
                    <a:pt x="605" y="643"/>
                  </a:cubicBezTo>
                  <a:cubicBezTo>
                    <a:pt x="606" y="642"/>
                    <a:pt x="606" y="642"/>
                    <a:pt x="606" y="642"/>
                  </a:cubicBezTo>
                  <a:cubicBezTo>
                    <a:pt x="606" y="642"/>
                    <a:pt x="606" y="642"/>
                    <a:pt x="606" y="642"/>
                  </a:cubicBezTo>
                  <a:cubicBezTo>
                    <a:pt x="613" y="629"/>
                    <a:pt x="613" y="629"/>
                    <a:pt x="613" y="629"/>
                  </a:cubicBezTo>
                  <a:cubicBezTo>
                    <a:pt x="613" y="629"/>
                    <a:pt x="613" y="629"/>
                    <a:pt x="613" y="629"/>
                  </a:cubicBezTo>
                  <a:cubicBezTo>
                    <a:pt x="614" y="627"/>
                    <a:pt x="614" y="627"/>
                    <a:pt x="614" y="627"/>
                  </a:cubicBezTo>
                  <a:cubicBezTo>
                    <a:pt x="614" y="627"/>
                    <a:pt x="614" y="627"/>
                    <a:pt x="614" y="627"/>
                  </a:cubicBezTo>
                  <a:cubicBezTo>
                    <a:pt x="614" y="626"/>
                    <a:pt x="614" y="626"/>
                    <a:pt x="614" y="626"/>
                  </a:cubicBezTo>
                  <a:cubicBezTo>
                    <a:pt x="614" y="626"/>
                    <a:pt x="614" y="626"/>
                    <a:pt x="614" y="626"/>
                  </a:cubicBezTo>
                  <a:cubicBezTo>
                    <a:pt x="614" y="625"/>
                    <a:pt x="614" y="625"/>
                    <a:pt x="614" y="625"/>
                  </a:cubicBezTo>
                  <a:cubicBezTo>
                    <a:pt x="614" y="625"/>
                    <a:pt x="614" y="625"/>
                    <a:pt x="614" y="625"/>
                  </a:cubicBezTo>
                  <a:cubicBezTo>
                    <a:pt x="614" y="623"/>
                    <a:pt x="614" y="623"/>
                    <a:pt x="614" y="623"/>
                  </a:cubicBezTo>
                  <a:cubicBezTo>
                    <a:pt x="614" y="623"/>
                    <a:pt x="614" y="623"/>
                    <a:pt x="614" y="623"/>
                  </a:cubicBezTo>
                  <a:cubicBezTo>
                    <a:pt x="614" y="622"/>
                    <a:pt x="614" y="622"/>
                    <a:pt x="614" y="622"/>
                  </a:cubicBezTo>
                  <a:cubicBezTo>
                    <a:pt x="614" y="622"/>
                    <a:pt x="614" y="622"/>
                    <a:pt x="614" y="622"/>
                  </a:cubicBezTo>
                  <a:cubicBezTo>
                    <a:pt x="614" y="621"/>
                    <a:pt x="614" y="621"/>
                    <a:pt x="614" y="621"/>
                  </a:cubicBezTo>
                  <a:cubicBezTo>
                    <a:pt x="614" y="621"/>
                    <a:pt x="614" y="621"/>
                    <a:pt x="614" y="621"/>
                  </a:cubicBezTo>
                  <a:cubicBezTo>
                    <a:pt x="614" y="619"/>
                    <a:pt x="614" y="619"/>
                    <a:pt x="614" y="619"/>
                  </a:cubicBezTo>
                  <a:cubicBezTo>
                    <a:pt x="614" y="619"/>
                    <a:pt x="614" y="619"/>
                    <a:pt x="614" y="619"/>
                  </a:cubicBezTo>
                  <a:cubicBezTo>
                    <a:pt x="613" y="618"/>
                    <a:pt x="613" y="618"/>
                    <a:pt x="613" y="618"/>
                  </a:cubicBezTo>
                  <a:cubicBezTo>
                    <a:pt x="613" y="618"/>
                    <a:pt x="613" y="618"/>
                    <a:pt x="613" y="618"/>
                  </a:cubicBezTo>
                  <a:cubicBezTo>
                    <a:pt x="614" y="616"/>
                    <a:pt x="614" y="616"/>
                    <a:pt x="614" y="616"/>
                  </a:cubicBezTo>
                  <a:cubicBezTo>
                    <a:pt x="614" y="616"/>
                    <a:pt x="614" y="616"/>
                    <a:pt x="614" y="616"/>
                  </a:cubicBezTo>
                  <a:cubicBezTo>
                    <a:pt x="614" y="616"/>
                    <a:pt x="614" y="616"/>
                    <a:pt x="614" y="616"/>
                  </a:cubicBezTo>
                  <a:cubicBezTo>
                    <a:pt x="614" y="616"/>
                    <a:pt x="614" y="616"/>
                    <a:pt x="614" y="616"/>
                  </a:cubicBezTo>
                  <a:cubicBezTo>
                    <a:pt x="615" y="616"/>
                    <a:pt x="615" y="616"/>
                    <a:pt x="615" y="616"/>
                  </a:cubicBezTo>
                  <a:cubicBezTo>
                    <a:pt x="615" y="616"/>
                    <a:pt x="615" y="616"/>
                    <a:pt x="615" y="616"/>
                  </a:cubicBezTo>
                  <a:cubicBezTo>
                    <a:pt x="615" y="616"/>
                    <a:pt x="615" y="616"/>
                    <a:pt x="615" y="616"/>
                  </a:cubicBezTo>
                  <a:cubicBezTo>
                    <a:pt x="615" y="616"/>
                    <a:pt x="615" y="616"/>
                    <a:pt x="615" y="616"/>
                  </a:cubicBezTo>
                  <a:cubicBezTo>
                    <a:pt x="616" y="616"/>
                    <a:pt x="616" y="616"/>
                    <a:pt x="616" y="616"/>
                  </a:cubicBezTo>
                  <a:cubicBezTo>
                    <a:pt x="616" y="616"/>
                    <a:pt x="616" y="616"/>
                    <a:pt x="616" y="616"/>
                  </a:cubicBezTo>
                  <a:cubicBezTo>
                    <a:pt x="617" y="616"/>
                    <a:pt x="617" y="616"/>
                    <a:pt x="617" y="616"/>
                  </a:cubicBezTo>
                  <a:cubicBezTo>
                    <a:pt x="617" y="616"/>
                    <a:pt x="617" y="616"/>
                    <a:pt x="617" y="616"/>
                  </a:cubicBezTo>
                  <a:cubicBezTo>
                    <a:pt x="617" y="616"/>
                    <a:pt x="617" y="616"/>
                    <a:pt x="617" y="616"/>
                  </a:cubicBezTo>
                  <a:cubicBezTo>
                    <a:pt x="617" y="616"/>
                    <a:pt x="617" y="616"/>
                    <a:pt x="617" y="616"/>
                  </a:cubicBezTo>
                  <a:cubicBezTo>
                    <a:pt x="618" y="617"/>
                    <a:pt x="618" y="617"/>
                    <a:pt x="618" y="617"/>
                  </a:cubicBezTo>
                  <a:cubicBezTo>
                    <a:pt x="618" y="617"/>
                    <a:pt x="618" y="617"/>
                    <a:pt x="618" y="617"/>
                  </a:cubicBezTo>
                  <a:cubicBezTo>
                    <a:pt x="619" y="617"/>
                    <a:pt x="619" y="617"/>
                    <a:pt x="619" y="617"/>
                  </a:cubicBezTo>
                  <a:cubicBezTo>
                    <a:pt x="619" y="617"/>
                    <a:pt x="619" y="617"/>
                    <a:pt x="619" y="617"/>
                  </a:cubicBezTo>
                  <a:cubicBezTo>
                    <a:pt x="620" y="618"/>
                    <a:pt x="620" y="618"/>
                    <a:pt x="620" y="618"/>
                  </a:cubicBezTo>
                  <a:cubicBezTo>
                    <a:pt x="620" y="618"/>
                    <a:pt x="620" y="618"/>
                    <a:pt x="620" y="618"/>
                  </a:cubicBezTo>
                  <a:cubicBezTo>
                    <a:pt x="620" y="619"/>
                    <a:pt x="620" y="619"/>
                    <a:pt x="620" y="619"/>
                  </a:cubicBezTo>
                  <a:cubicBezTo>
                    <a:pt x="620" y="619"/>
                    <a:pt x="620" y="619"/>
                    <a:pt x="620" y="619"/>
                  </a:cubicBezTo>
                  <a:cubicBezTo>
                    <a:pt x="621" y="620"/>
                    <a:pt x="621" y="620"/>
                    <a:pt x="621" y="620"/>
                  </a:cubicBezTo>
                  <a:cubicBezTo>
                    <a:pt x="621" y="620"/>
                    <a:pt x="621" y="620"/>
                    <a:pt x="621" y="620"/>
                  </a:cubicBezTo>
                  <a:cubicBezTo>
                    <a:pt x="622" y="621"/>
                    <a:pt x="622" y="621"/>
                    <a:pt x="622" y="621"/>
                  </a:cubicBezTo>
                  <a:cubicBezTo>
                    <a:pt x="622" y="621"/>
                    <a:pt x="622" y="621"/>
                    <a:pt x="622" y="621"/>
                  </a:cubicBezTo>
                  <a:cubicBezTo>
                    <a:pt x="622" y="622"/>
                    <a:pt x="622" y="622"/>
                    <a:pt x="622" y="622"/>
                  </a:cubicBezTo>
                  <a:cubicBezTo>
                    <a:pt x="622" y="622"/>
                    <a:pt x="622" y="622"/>
                    <a:pt x="622" y="622"/>
                  </a:cubicBezTo>
                  <a:cubicBezTo>
                    <a:pt x="623" y="623"/>
                    <a:pt x="623" y="623"/>
                    <a:pt x="623" y="623"/>
                  </a:cubicBezTo>
                  <a:cubicBezTo>
                    <a:pt x="623" y="623"/>
                    <a:pt x="623" y="623"/>
                    <a:pt x="623" y="623"/>
                  </a:cubicBezTo>
                  <a:cubicBezTo>
                    <a:pt x="623" y="625"/>
                    <a:pt x="623" y="625"/>
                    <a:pt x="623" y="625"/>
                  </a:cubicBezTo>
                  <a:cubicBezTo>
                    <a:pt x="623" y="625"/>
                    <a:pt x="623" y="625"/>
                    <a:pt x="623" y="625"/>
                  </a:cubicBezTo>
                  <a:cubicBezTo>
                    <a:pt x="622" y="626"/>
                    <a:pt x="622" y="626"/>
                    <a:pt x="622" y="626"/>
                  </a:cubicBezTo>
                  <a:cubicBezTo>
                    <a:pt x="622" y="626"/>
                    <a:pt x="622" y="626"/>
                    <a:pt x="622" y="626"/>
                  </a:cubicBezTo>
                  <a:cubicBezTo>
                    <a:pt x="622" y="626"/>
                    <a:pt x="622" y="626"/>
                    <a:pt x="622" y="626"/>
                  </a:cubicBezTo>
                  <a:cubicBezTo>
                    <a:pt x="622" y="626"/>
                    <a:pt x="622" y="626"/>
                    <a:pt x="622" y="626"/>
                  </a:cubicBezTo>
                  <a:cubicBezTo>
                    <a:pt x="622" y="627"/>
                    <a:pt x="622" y="627"/>
                    <a:pt x="622" y="627"/>
                  </a:cubicBezTo>
                  <a:cubicBezTo>
                    <a:pt x="622" y="627"/>
                    <a:pt x="622" y="627"/>
                    <a:pt x="622" y="627"/>
                  </a:cubicBezTo>
                  <a:cubicBezTo>
                    <a:pt x="622" y="627"/>
                    <a:pt x="622" y="627"/>
                    <a:pt x="622" y="627"/>
                  </a:cubicBezTo>
                  <a:cubicBezTo>
                    <a:pt x="622" y="627"/>
                    <a:pt x="622" y="627"/>
                    <a:pt x="622" y="627"/>
                  </a:cubicBezTo>
                  <a:cubicBezTo>
                    <a:pt x="622" y="627"/>
                    <a:pt x="622" y="627"/>
                    <a:pt x="622" y="627"/>
                  </a:cubicBezTo>
                  <a:cubicBezTo>
                    <a:pt x="622" y="627"/>
                    <a:pt x="622" y="627"/>
                    <a:pt x="622" y="627"/>
                  </a:cubicBezTo>
                  <a:cubicBezTo>
                    <a:pt x="622" y="627"/>
                    <a:pt x="622" y="627"/>
                    <a:pt x="622" y="627"/>
                  </a:cubicBezTo>
                  <a:cubicBezTo>
                    <a:pt x="622" y="627"/>
                    <a:pt x="622" y="627"/>
                    <a:pt x="622" y="627"/>
                  </a:cubicBezTo>
                  <a:cubicBezTo>
                    <a:pt x="622" y="627"/>
                    <a:pt x="622" y="627"/>
                    <a:pt x="622" y="627"/>
                  </a:cubicBezTo>
                  <a:cubicBezTo>
                    <a:pt x="622" y="627"/>
                    <a:pt x="622" y="627"/>
                    <a:pt x="622" y="627"/>
                  </a:cubicBezTo>
                  <a:cubicBezTo>
                    <a:pt x="622" y="627"/>
                    <a:pt x="622" y="627"/>
                    <a:pt x="622" y="627"/>
                  </a:cubicBezTo>
                  <a:cubicBezTo>
                    <a:pt x="622" y="627"/>
                    <a:pt x="622" y="627"/>
                    <a:pt x="622" y="627"/>
                  </a:cubicBezTo>
                  <a:cubicBezTo>
                    <a:pt x="622" y="627"/>
                    <a:pt x="622" y="627"/>
                    <a:pt x="622" y="627"/>
                  </a:cubicBezTo>
                  <a:cubicBezTo>
                    <a:pt x="621" y="628"/>
                    <a:pt x="621" y="628"/>
                    <a:pt x="621" y="628"/>
                  </a:cubicBezTo>
                  <a:cubicBezTo>
                    <a:pt x="620" y="629"/>
                    <a:pt x="620" y="629"/>
                    <a:pt x="620" y="629"/>
                  </a:cubicBezTo>
                  <a:cubicBezTo>
                    <a:pt x="620" y="629"/>
                    <a:pt x="620" y="629"/>
                    <a:pt x="620" y="629"/>
                  </a:cubicBezTo>
                  <a:cubicBezTo>
                    <a:pt x="619" y="630"/>
                    <a:pt x="619" y="630"/>
                    <a:pt x="619" y="630"/>
                  </a:cubicBezTo>
                  <a:cubicBezTo>
                    <a:pt x="619" y="630"/>
                    <a:pt x="619" y="630"/>
                    <a:pt x="619" y="630"/>
                  </a:cubicBezTo>
                  <a:cubicBezTo>
                    <a:pt x="618" y="631"/>
                    <a:pt x="618" y="631"/>
                    <a:pt x="618" y="631"/>
                  </a:cubicBezTo>
                  <a:cubicBezTo>
                    <a:pt x="618" y="631"/>
                    <a:pt x="618" y="631"/>
                    <a:pt x="618" y="631"/>
                  </a:cubicBezTo>
                  <a:cubicBezTo>
                    <a:pt x="617" y="633"/>
                    <a:pt x="617" y="633"/>
                    <a:pt x="617" y="633"/>
                  </a:cubicBezTo>
                  <a:cubicBezTo>
                    <a:pt x="617" y="633"/>
                    <a:pt x="617" y="633"/>
                    <a:pt x="617" y="633"/>
                  </a:cubicBezTo>
                  <a:cubicBezTo>
                    <a:pt x="616" y="634"/>
                    <a:pt x="616" y="634"/>
                    <a:pt x="616" y="634"/>
                  </a:cubicBezTo>
                  <a:cubicBezTo>
                    <a:pt x="616" y="634"/>
                    <a:pt x="616" y="634"/>
                    <a:pt x="616" y="634"/>
                  </a:cubicBezTo>
                  <a:cubicBezTo>
                    <a:pt x="615" y="636"/>
                    <a:pt x="615" y="636"/>
                    <a:pt x="615" y="636"/>
                  </a:cubicBezTo>
                  <a:cubicBezTo>
                    <a:pt x="615" y="636"/>
                    <a:pt x="615" y="636"/>
                    <a:pt x="615" y="636"/>
                  </a:cubicBezTo>
                  <a:cubicBezTo>
                    <a:pt x="614" y="637"/>
                    <a:pt x="614" y="637"/>
                    <a:pt x="614" y="637"/>
                  </a:cubicBezTo>
                  <a:cubicBezTo>
                    <a:pt x="614" y="637"/>
                    <a:pt x="614" y="637"/>
                    <a:pt x="614" y="637"/>
                  </a:cubicBezTo>
                  <a:cubicBezTo>
                    <a:pt x="613" y="638"/>
                    <a:pt x="613" y="638"/>
                    <a:pt x="613" y="638"/>
                  </a:cubicBezTo>
                  <a:cubicBezTo>
                    <a:pt x="613" y="638"/>
                    <a:pt x="613" y="638"/>
                    <a:pt x="613" y="638"/>
                  </a:cubicBezTo>
                  <a:cubicBezTo>
                    <a:pt x="609" y="644"/>
                    <a:pt x="609" y="644"/>
                    <a:pt x="609" y="644"/>
                  </a:cubicBezTo>
                  <a:cubicBezTo>
                    <a:pt x="609" y="644"/>
                    <a:pt x="609" y="644"/>
                    <a:pt x="609" y="644"/>
                  </a:cubicBezTo>
                  <a:cubicBezTo>
                    <a:pt x="609" y="645"/>
                    <a:pt x="609" y="645"/>
                    <a:pt x="609" y="645"/>
                  </a:cubicBezTo>
                  <a:cubicBezTo>
                    <a:pt x="609" y="645"/>
                    <a:pt x="609" y="645"/>
                    <a:pt x="609" y="645"/>
                  </a:cubicBezTo>
                  <a:cubicBezTo>
                    <a:pt x="610" y="645"/>
                    <a:pt x="610" y="645"/>
                    <a:pt x="610" y="645"/>
                  </a:cubicBezTo>
                  <a:cubicBezTo>
                    <a:pt x="610" y="645"/>
                    <a:pt x="610" y="645"/>
                    <a:pt x="610" y="645"/>
                  </a:cubicBezTo>
                  <a:cubicBezTo>
                    <a:pt x="611" y="646"/>
                    <a:pt x="611" y="646"/>
                    <a:pt x="611" y="646"/>
                  </a:cubicBezTo>
                  <a:cubicBezTo>
                    <a:pt x="611" y="646"/>
                    <a:pt x="611" y="646"/>
                    <a:pt x="611" y="646"/>
                  </a:cubicBezTo>
                  <a:cubicBezTo>
                    <a:pt x="612" y="647"/>
                    <a:pt x="612" y="647"/>
                    <a:pt x="612" y="647"/>
                  </a:cubicBezTo>
                  <a:cubicBezTo>
                    <a:pt x="612" y="647"/>
                    <a:pt x="612" y="647"/>
                    <a:pt x="612" y="647"/>
                  </a:cubicBezTo>
                  <a:cubicBezTo>
                    <a:pt x="614" y="647"/>
                    <a:pt x="614" y="647"/>
                    <a:pt x="614" y="647"/>
                  </a:cubicBezTo>
                  <a:cubicBezTo>
                    <a:pt x="614" y="647"/>
                    <a:pt x="614" y="647"/>
                    <a:pt x="614" y="647"/>
                  </a:cubicBezTo>
                  <a:cubicBezTo>
                    <a:pt x="615" y="648"/>
                    <a:pt x="615" y="648"/>
                    <a:pt x="615" y="648"/>
                  </a:cubicBezTo>
                  <a:cubicBezTo>
                    <a:pt x="615" y="648"/>
                    <a:pt x="615" y="648"/>
                    <a:pt x="615" y="648"/>
                  </a:cubicBezTo>
                  <a:cubicBezTo>
                    <a:pt x="616" y="648"/>
                    <a:pt x="616" y="648"/>
                    <a:pt x="616" y="648"/>
                  </a:cubicBezTo>
                  <a:cubicBezTo>
                    <a:pt x="616" y="648"/>
                    <a:pt x="616" y="648"/>
                    <a:pt x="616" y="648"/>
                  </a:cubicBezTo>
                  <a:cubicBezTo>
                    <a:pt x="618" y="647"/>
                    <a:pt x="618" y="647"/>
                    <a:pt x="618" y="647"/>
                  </a:cubicBezTo>
                  <a:cubicBezTo>
                    <a:pt x="618" y="647"/>
                    <a:pt x="618" y="647"/>
                    <a:pt x="618" y="647"/>
                  </a:cubicBezTo>
                  <a:cubicBezTo>
                    <a:pt x="619" y="646"/>
                    <a:pt x="619" y="646"/>
                    <a:pt x="619" y="646"/>
                  </a:cubicBezTo>
                  <a:cubicBezTo>
                    <a:pt x="619" y="646"/>
                    <a:pt x="619" y="646"/>
                    <a:pt x="619" y="646"/>
                  </a:cubicBezTo>
                  <a:cubicBezTo>
                    <a:pt x="625" y="641"/>
                    <a:pt x="625" y="641"/>
                    <a:pt x="625" y="641"/>
                  </a:cubicBezTo>
                  <a:cubicBezTo>
                    <a:pt x="625" y="641"/>
                    <a:pt x="625" y="641"/>
                    <a:pt x="625" y="641"/>
                  </a:cubicBezTo>
                  <a:cubicBezTo>
                    <a:pt x="625" y="641"/>
                    <a:pt x="625" y="641"/>
                    <a:pt x="625" y="641"/>
                  </a:cubicBezTo>
                  <a:cubicBezTo>
                    <a:pt x="625" y="641"/>
                    <a:pt x="625" y="641"/>
                    <a:pt x="625" y="641"/>
                  </a:cubicBezTo>
                  <a:cubicBezTo>
                    <a:pt x="625" y="641"/>
                    <a:pt x="625" y="641"/>
                    <a:pt x="625" y="641"/>
                  </a:cubicBezTo>
                  <a:cubicBezTo>
                    <a:pt x="625" y="641"/>
                    <a:pt x="625" y="641"/>
                    <a:pt x="625" y="641"/>
                  </a:cubicBezTo>
                  <a:cubicBezTo>
                    <a:pt x="625" y="641"/>
                    <a:pt x="625" y="641"/>
                    <a:pt x="625" y="641"/>
                  </a:cubicBezTo>
                  <a:cubicBezTo>
                    <a:pt x="625" y="641"/>
                    <a:pt x="625" y="641"/>
                    <a:pt x="625" y="641"/>
                  </a:cubicBezTo>
                  <a:cubicBezTo>
                    <a:pt x="626" y="641"/>
                    <a:pt x="626" y="641"/>
                    <a:pt x="626" y="641"/>
                  </a:cubicBezTo>
                  <a:cubicBezTo>
                    <a:pt x="626" y="641"/>
                    <a:pt x="626" y="641"/>
                    <a:pt x="626" y="641"/>
                  </a:cubicBezTo>
                  <a:cubicBezTo>
                    <a:pt x="626" y="641"/>
                    <a:pt x="626" y="641"/>
                    <a:pt x="626" y="641"/>
                  </a:cubicBezTo>
                  <a:cubicBezTo>
                    <a:pt x="626" y="641"/>
                    <a:pt x="626" y="641"/>
                    <a:pt x="626" y="641"/>
                  </a:cubicBezTo>
                  <a:cubicBezTo>
                    <a:pt x="626" y="640"/>
                    <a:pt x="626" y="640"/>
                    <a:pt x="626" y="640"/>
                  </a:cubicBezTo>
                  <a:cubicBezTo>
                    <a:pt x="626" y="640"/>
                    <a:pt x="626" y="640"/>
                    <a:pt x="626" y="640"/>
                  </a:cubicBezTo>
                  <a:cubicBezTo>
                    <a:pt x="626" y="640"/>
                    <a:pt x="626" y="640"/>
                    <a:pt x="626" y="640"/>
                  </a:cubicBezTo>
                  <a:cubicBezTo>
                    <a:pt x="626" y="640"/>
                    <a:pt x="626" y="640"/>
                    <a:pt x="626" y="640"/>
                  </a:cubicBezTo>
                  <a:cubicBezTo>
                    <a:pt x="627" y="639"/>
                    <a:pt x="627" y="639"/>
                    <a:pt x="627" y="639"/>
                  </a:cubicBezTo>
                  <a:cubicBezTo>
                    <a:pt x="627" y="639"/>
                    <a:pt x="627" y="639"/>
                    <a:pt x="627" y="639"/>
                  </a:cubicBezTo>
                  <a:cubicBezTo>
                    <a:pt x="635" y="634"/>
                    <a:pt x="635" y="634"/>
                    <a:pt x="635" y="634"/>
                  </a:cubicBezTo>
                  <a:cubicBezTo>
                    <a:pt x="635" y="634"/>
                    <a:pt x="635" y="634"/>
                    <a:pt x="635" y="634"/>
                  </a:cubicBezTo>
                  <a:cubicBezTo>
                    <a:pt x="636" y="634"/>
                    <a:pt x="636" y="634"/>
                    <a:pt x="636" y="634"/>
                  </a:cubicBezTo>
                  <a:cubicBezTo>
                    <a:pt x="636" y="634"/>
                    <a:pt x="636" y="634"/>
                    <a:pt x="636" y="634"/>
                  </a:cubicBezTo>
                  <a:cubicBezTo>
                    <a:pt x="637" y="634"/>
                    <a:pt x="637" y="634"/>
                    <a:pt x="637" y="634"/>
                  </a:cubicBezTo>
                  <a:cubicBezTo>
                    <a:pt x="637" y="634"/>
                    <a:pt x="637" y="634"/>
                    <a:pt x="637" y="634"/>
                  </a:cubicBezTo>
                  <a:cubicBezTo>
                    <a:pt x="638" y="634"/>
                    <a:pt x="638" y="634"/>
                    <a:pt x="638" y="634"/>
                  </a:cubicBezTo>
                  <a:cubicBezTo>
                    <a:pt x="638" y="634"/>
                    <a:pt x="638" y="634"/>
                    <a:pt x="638" y="634"/>
                  </a:cubicBezTo>
                  <a:cubicBezTo>
                    <a:pt x="639" y="635"/>
                    <a:pt x="639" y="635"/>
                    <a:pt x="639" y="635"/>
                  </a:cubicBezTo>
                  <a:cubicBezTo>
                    <a:pt x="639" y="635"/>
                    <a:pt x="639" y="635"/>
                    <a:pt x="639" y="635"/>
                  </a:cubicBezTo>
                  <a:cubicBezTo>
                    <a:pt x="639" y="635"/>
                    <a:pt x="639" y="635"/>
                    <a:pt x="639" y="635"/>
                  </a:cubicBezTo>
                  <a:cubicBezTo>
                    <a:pt x="639" y="635"/>
                    <a:pt x="639" y="635"/>
                    <a:pt x="639" y="635"/>
                  </a:cubicBezTo>
                  <a:cubicBezTo>
                    <a:pt x="640" y="636"/>
                    <a:pt x="640" y="636"/>
                    <a:pt x="640" y="636"/>
                  </a:cubicBezTo>
                  <a:cubicBezTo>
                    <a:pt x="640" y="636"/>
                    <a:pt x="640" y="636"/>
                    <a:pt x="640" y="636"/>
                  </a:cubicBezTo>
                  <a:cubicBezTo>
                    <a:pt x="641" y="636"/>
                    <a:pt x="641" y="636"/>
                    <a:pt x="641" y="636"/>
                  </a:cubicBezTo>
                  <a:cubicBezTo>
                    <a:pt x="641" y="636"/>
                    <a:pt x="641" y="636"/>
                    <a:pt x="641" y="636"/>
                  </a:cubicBezTo>
                  <a:cubicBezTo>
                    <a:pt x="643" y="636"/>
                    <a:pt x="643" y="636"/>
                    <a:pt x="643" y="636"/>
                  </a:cubicBezTo>
                  <a:cubicBezTo>
                    <a:pt x="643" y="636"/>
                    <a:pt x="643" y="636"/>
                    <a:pt x="643" y="636"/>
                  </a:cubicBezTo>
                  <a:cubicBezTo>
                    <a:pt x="643" y="638"/>
                    <a:pt x="643" y="638"/>
                    <a:pt x="643" y="638"/>
                  </a:cubicBezTo>
                  <a:cubicBezTo>
                    <a:pt x="643" y="638"/>
                    <a:pt x="643" y="638"/>
                    <a:pt x="643" y="638"/>
                  </a:cubicBezTo>
                  <a:cubicBezTo>
                    <a:pt x="643" y="639"/>
                    <a:pt x="643" y="639"/>
                    <a:pt x="643" y="639"/>
                  </a:cubicBezTo>
                  <a:cubicBezTo>
                    <a:pt x="643" y="639"/>
                    <a:pt x="643" y="639"/>
                    <a:pt x="643" y="639"/>
                  </a:cubicBezTo>
                  <a:cubicBezTo>
                    <a:pt x="642" y="640"/>
                    <a:pt x="642" y="640"/>
                    <a:pt x="642" y="640"/>
                  </a:cubicBezTo>
                  <a:cubicBezTo>
                    <a:pt x="642" y="640"/>
                    <a:pt x="642" y="640"/>
                    <a:pt x="642" y="640"/>
                  </a:cubicBezTo>
                  <a:cubicBezTo>
                    <a:pt x="642" y="641"/>
                    <a:pt x="642" y="641"/>
                    <a:pt x="642" y="641"/>
                  </a:cubicBezTo>
                  <a:cubicBezTo>
                    <a:pt x="642" y="641"/>
                    <a:pt x="642" y="641"/>
                    <a:pt x="642" y="641"/>
                  </a:cubicBezTo>
                  <a:cubicBezTo>
                    <a:pt x="642" y="643"/>
                    <a:pt x="642" y="643"/>
                    <a:pt x="642" y="643"/>
                  </a:cubicBezTo>
                  <a:cubicBezTo>
                    <a:pt x="642" y="643"/>
                    <a:pt x="642" y="643"/>
                    <a:pt x="642" y="643"/>
                  </a:cubicBezTo>
                  <a:cubicBezTo>
                    <a:pt x="642" y="644"/>
                    <a:pt x="642" y="644"/>
                    <a:pt x="642" y="644"/>
                  </a:cubicBezTo>
                  <a:cubicBezTo>
                    <a:pt x="642" y="644"/>
                    <a:pt x="642" y="644"/>
                    <a:pt x="642" y="644"/>
                  </a:cubicBezTo>
                  <a:cubicBezTo>
                    <a:pt x="641" y="645"/>
                    <a:pt x="641" y="645"/>
                    <a:pt x="641" y="645"/>
                  </a:cubicBezTo>
                  <a:cubicBezTo>
                    <a:pt x="641" y="645"/>
                    <a:pt x="641" y="645"/>
                    <a:pt x="641" y="645"/>
                  </a:cubicBezTo>
                  <a:cubicBezTo>
                    <a:pt x="640" y="646"/>
                    <a:pt x="640" y="646"/>
                    <a:pt x="640" y="646"/>
                  </a:cubicBezTo>
                  <a:cubicBezTo>
                    <a:pt x="640" y="646"/>
                    <a:pt x="640" y="646"/>
                    <a:pt x="640" y="646"/>
                  </a:cubicBezTo>
                  <a:cubicBezTo>
                    <a:pt x="639" y="646"/>
                    <a:pt x="639" y="646"/>
                    <a:pt x="639" y="646"/>
                  </a:cubicBezTo>
                  <a:cubicBezTo>
                    <a:pt x="639" y="646"/>
                    <a:pt x="639" y="646"/>
                    <a:pt x="639" y="646"/>
                  </a:cubicBezTo>
                  <a:cubicBezTo>
                    <a:pt x="639" y="647"/>
                    <a:pt x="639" y="647"/>
                    <a:pt x="639" y="647"/>
                  </a:cubicBezTo>
                  <a:cubicBezTo>
                    <a:pt x="639" y="647"/>
                    <a:pt x="639" y="647"/>
                    <a:pt x="639" y="647"/>
                  </a:cubicBezTo>
                  <a:cubicBezTo>
                    <a:pt x="638" y="647"/>
                    <a:pt x="638" y="647"/>
                    <a:pt x="638" y="647"/>
                  </a:cubicBezTo>
                  <a:cubicBezTo>
                    <a:pt x="638" y="647"/>
                    <a:pt x="638" y="647"/>
                    <a:pt x="638" y="647"/>
                  </a:cubicBezTo>
                  <a:cubicBezTo>
                    <a:pt x="638" y="648"/>
                    <a:pt x="638" y="648"/>
                    <a:pt x="638" y="648"/>
                  </a:cubicBezTo>
                  <a:cubicBezTo>
                    <a:pt x="638" y="648"/>
                    <a:pt x="638" y="648"/>
                    <a:pt x="638" y="648"/>
                  </a:cubicBezTo>
                  <a:cubicBezTo>
                    <a:pt x="638" y="649"/>
                    <a:pt x="638" y="649"/>
                    <a:pt x="638" y="649"/>
                  </a:cubicBezTo>
                  <a:cubicBezTo>
                    <a:pt x="638" y="649"/>
                    <a:pt x="638" y="649"/>
                    <a:pt x="638" y="649"/>
                  </a:cubicBezTo>
                  <a:cubicBezTo>
                    <a:pt x="637" y="649"/>
                    <a:pt x="637" y="649"/>
                    <a:pt x="637" y="649"/>
                  </a:cubicBezTo>
                  <a:cubicBezTo>
                    <a:pt x="637" y="649"/>
                    <a:pt x="637" y="649"/>
                    <a:pt x="637" y="649"/>
                  </a:cubicBezTo>
                  <a:cubicBezTo>
                    <a:pt x="636" y="649"/>
                    <a:pt x="636" y="649"/>
                    <a:pt x="636" y="649"/>
                  </a:cubicBezTo>
                  <a:cubicBezTo>
                    <a:pt x="636" y="649"/>
                    <a:pt x="636" y="649"/>
                    <a:pt x="636" y="649"/>
                  </a:cubicBezTo>
                  <a:cubicBezTo>
                    <a:pt x="636" y="649"/>
                    <a:pt x="636" y="649"/>
                    <a:pt x="636" y="649"/>
                  </a:cubicBezTo>
                  <a:cubicBezTo>
                    <a:pt x="636" y="649"/>
                    <a:pt x="636" y="649"/>
                    <a:pt x="636" y="649"/>
                  </a:cubicBezTo>
                  <a:cubicBezTo>
                    <a:pt x="627" y="662"/>
                    <a:pt x="627" y="662"/>
                    <a:pt x="627" y="662"/>
                  </a:cubicBezTo>
                  <a:cubicBezTo>
                    <a:pt x="627" y="662"/>
                    <a:pt x="627" y="662"/>
                    <a:pt x="627" y="662"/>
                  </a:cubicBezTo>
                  <a:cubicBezTo>
                    <a:pt x="623" y="668"/>
                    <a:pt x="623" y="668"/>
                    <a:pt x="623" y="668"/>
                  </a:cubicBezTo>
                  <a:cubicBezTo>
                    <a:pt x="623" y="668"/>
                    <a:pt x="623" y="668"/>
                    <a:pt x="623" y="668"/>
                  </a:cubicBezTo>
                  <a:cubicBezTo>
                    <a:pt x="624" y="669"/>
                    <a:pt x="624" y="669"/>
                    <a:pt x="624" y="669"/>
                  </a:cubicBezTo>
                  <a:cubicBezTo>
                    <a:pt x="624" y="669"/>
                    <a:pt x="624" y="669"/>
                    <a:pt x="624" y="669"/>
                  </a:cubicBezTo>
                  <a:cubicBezTo>
                    <a:pt x="624" y="669"/>
                    <a:pt x="624" y="669"/>
                    <a:pt x="624" y="669"/>
                  </a:cubicBezTo>
                  <a:cubicBezTo>
                    <a:pt x="624" y="669"/>
                    <a:pt x="624" y="669"/>
                    <a:pt x="624" y="669"/>
                  </a:cubicBezTo>
                  <a:cubicBezTo>
                    <a:pt x="625" y="669"/>
                    <a:pt x="625" y="669"/>
                    <a:pt x="625" y="669"/>
                  </a:cubicBezTo>
                  <a:cubicBezTo>
                    <a:pt x="625" y="669"/>
                    <a:pt x="625" y="669"/>
                    <a:pt x="625" y="669"/>
                  </a:cubicBezTo>
                  <a:cubicBezTo>
                    <a:pt x="625" y="668"/>
                    <a:pt x="625" y="668"/>
                    <a:pt x="625" y="668"/>
                  </a:cubicBezTo>
                  <a:cubicBezTo>
                    <a:pt x="625" y="668"/>
                    <a:pt x="625" y="668"/>
                    <a:pt x="625" y="668"/>
                  </a:cubicBezTo>
                  <a:cubicBezTo>
                    <a:pt x="626" y="668"/>
                    <a:pt x="626" y="668"/>
                    <a:pt x="626" y="668"/>
                  </a:cubicBezTo>
                  <a:cubicBezTo>
                    <a:pt x="626" y="668"/>
                    <a:pt x="626" y="668"/>
                    <a:pt x="626" y="668"/>
                  </a:cubicBezTo>
                  <a:cubicBezTo>
                    <a:pt x="626" y="668"/>
                    <a:pt x="626" y="668"/>
                    <a:pt x="626" y="668"/>
                  </a:cubicBezTo>
                  <a:cubicBezTo>
                    <a:pt x="626" y="668"/>
                    <a:pt x="626" y="668"/>
                    <a:pt x="626" y="668"/>
                  </a:cubicBezTo>
                  <a:cubicBezTo>
                    <a:pt x="627" y="668"/>
                    <a:pt x="627" y="668"/>
                    <a:pt x="627" y="668"/>
                  </a:cubicBezTo>
                  <a:cubicBezTo>
                    <a:pt x="627" y="668"/>
                    <a:pt x="627" y="668"/>
                    <a:pt x="627" y="668"/>
                  </a:cubicBezTo>
                  <a:cubicBezTo>
                    <a:pt x="628" y="668"/>
                    <a:pt x="628" y="668"/>
                    <a:pt x="628" y="668"/>
                  </a:cubicBezTo>
                  <a:cubicBezTo>
                    <a:pt x="628" y="668"/>
                    <a:pt x="628" y="668"/>
                    <a:pt x="628" y="668"/>
                  </a:cubicBezTo>
                  <a:cubicBezTo>
                    <a:pt x="628" y="668"/>
                    <a:pt x="628" y="668"/>
                    <a:pt x="628" y="668"/>
                  </a:cubicBezTo>
                  <a:cubicBezTo>
                    <a:pt x="628" y="668"/>
                    <a:pt x="628" y="668"/>
                    <a:pt x="628" y="668"/>
                  </a:cubicBezTo>
                  <a:cubicBezTo>
                    <a:pt x="629" y="669"/>
                    <a:pt x="629" y="669"/>
                    <a:pt x="629" y="669"/>
                  </a:cubicBezTo>
                  <a:cubicBezTo>
                    <a:pt x="629" y="669"/>
                    <a:pt x="629" y="669"/>
                    <a:pt x="629" y="669"/>
                  </a:cubicBezTo>
                  <a:cubicBezTo>
                    <a:pt x="629" y="669"/>
                    <a:pt x="629" y="669"/>
                    <a:pt x="629" y="669"/>
                  </a:cubicBezTo>
                  <a:cubicBezTo>
                    <a:pt x="629" y="669"/>
                    <a:pt x="629" y="669"/>
                    <a:pt x="629" y="669"/>
                  </a:cubicBezTo>
                  <a:cubicBezTo>
                    <a:pt x="629" y="670"/>
                    <a:pt x="629" y="670"/>
                    <a:pt x="629" y="670"/>
                  </a:cubicBezTo>
                  <a:cubicBezTo>
                    <a:pt x="629" y="670"/>
                    <a:pt x="629" y="670"/>
                    <a:pt x="629" y="670"/>
                  </a:cubicBezTo>
                  <a:cubicBezTo>
                    <a:pt x="630" y="671"/>
                    <a:pt x="630" y="671"/>
                    <a:pt x="630" y="671"/>
                  </a:cubicBezTo>
                  <a:cubicBezTo>
                    <a:pt x="630" y="671"/>
                    <a:pt x="630" y="671"/>
                    <a:pt x="630" y="671"/>
                  </a:cubicBezTo>
                  <a:cubicBezTo>
                    <a:pt x="630" y="672"/>
                    <a:pt x="630" y="672"/>
                    <a:pt x="630" y="672"/>
                  </a:cubicBezTo>
                  <a:cubicBezTo>
                    <a:pt x="630" y="672"/>
                    <a:pt x="630" y="672"/>
                    <a:pt x="630" y="672"/>
                  </a:cubicBezTo>
                  <a:cubicBezTo>
                    <a:pt x="630" y="672"/>
                    <a:pt x="630" y="672"/>
                    <a:pt x="630" y="672"/>
                  </a:cubicBezTo>
                  <a:cubicBezTo>
                    <a:pt x="630" y="672"/>
                    <a:pt x="630" y="672"/>
                    <a:pt x="630" y="672"/>
                  </a:cubicBezTo>
                  <a:cubicBezTo>
                    <a:pt x="630" y="673"/>
                    <a:pt x="630" y="673"/>
                    <a:pt x="630" y="673"/>
                  </a:cubicBezTo>
                  <a:cubicBezTo>
                    <a:pt x="630" y="673"/>
                    <a:pt x="630" y="673"/>
                    <a:pt x="630" y="673"/>
                  </a:cubicBezTo>
                  <a:cubicBezTo>
                    <a:pt x="630" y="674"/>
                    <a:pt x="630" y="674"/>
                    <a:pt x="630" y="674"/>
                  </a:cubicBezTo>
                  <a:cubicBezTo>
                    <a:pt x="630" y="674"/>
                    <a:pt x="630" y="674"/>
                    <a:pt x="630" y="674"/>
                  </a:cubicBezTo>
                  <a:cubicBezTo>
                    <a:pt x="623" y="679"/>
                    <a:pt x="623" y="679"/>
                    <a:pt x="623" y="679"/>
                  </a:cubicBezTo>
                  <a:cubicBezTo>
                    <a:pt x="623" y="679"/>
                    <a:pt x="623" y="679"/>
                    <a:pt x="623" y="679"/>
                  </a:cubicBezTo>
                  <a:cubicBezTo>
                    <a:pt x="610" y="690"/>
                    <a:pt x="610" y="690"/>
                    <a:pt x="610" y="690"/>
                  </a:cubicBezTo>
                  <a:cubicBezTo>
                    <a:pt x="610" y="690"/>
                    <a:pt x="610" y="690"/>
                    <a:pt x="610" y="690"/>
                  </a:cubicBezTo>
                  <a:cubicBezTo>
                    <a:pt x="611" y="691"/>
                    <a:pt x="611" y="691"/>
                    <a:pt x="611" y="691"/>
                  </a:cubicBezTo>
                  <a:cubicBezTo>
                    <a:pt x="611" y="691"/>
                    <a:pt x="611" y="691"/>
                    <a:pt x="611" y="691"/>
                  </a:cubicBezTo>
                  <a:cubicBezTo>
                    <a:pt x="617" y="688"/>
                    <a:pt x="617" y="688"/>
                    <a:pt x="617" y="688"/>
                  </a:cubicBezTo>
                  <a:cubicBezTo>
                    <a:pt x="617" y="688"/>
                    <a:pt x="617" y="688"/>
                    <a:pt x="617" y="688"/>
                  </a:cubicBezTo>
                  <a:cubicBezTo>
                    <a:pt x="618" y="688"/>
                    <a:pt x="618" y="688"/>
                    <a:pt x="618" y="688"/>
                  </a:cubicBezTo>
                  <a:cubicBezTo>
                    <a:pt x="618" y="688"/>
                    <a:pt x="618" y="688"/>
                    <a:pt x="618" y="688"/>
                  </a:cubicBezTo>
                  <a:cubicBezTo>
                    <a:pt x="618" y="688"/>
                    <a:pt x="618" y="688"/>
                    <a:pt x="618" y="688"/>
                  </a:cubicBezTo>
                  <a:cubicBezTo>
                    <a:pt x="618" y="688"/>
                    <a:pt x="618" y="688"/>
                    <a:pt x="618" y="688"/>
                  </a:cubicBezTo>
                  <a:cubicBezTo>
                    <a:pt x="619" y="688"/>
                    <a:pt x="619" y="688"/>
                    <a:pt x="619" y="688"/>
                  </a:cubicBezTo>
                  <a:cubicBezTo>
                    <a:pt x="619" y="688"/>
                    <a:pt x="619" y="688"/>
                    <a:pt x="619" y="688"/>
                  </a:cubicBezTo>
                  <a:cubicBezTo>
                    <a:pt x="620" y="687"/>
                    <a:pt x="620" y="687"/>
                    <a:pt x="620" y="687"/>
                  </a:cubicBezTo>
                  <a:cubicBezTo>
                    <a:pt x="620" y="687"/>
                    <a:pt x="620" y="687"/>
                    <a:pt x="620" y="687"/>
                  </a:cubicBezTo>
                  <a:cubicBezTo>
                    <a:pt x="621" y="688"/>
                    <a:pt x="621" y="688"/>
                    <a:pt x="621" y="688"/>
                  </a:cubicBezTo>
                  <a:cubicBezTo>
                    <a:pt x="621" y="688"/>
                    <a:pt x="621" y="688"/>
                    <a:pt x="621" y="688"/>
                  </a:cubicBezTo>
                  <a:cubicBezTo>
                    <a:pt x="621" y="688"/>
                    <a:pt x="621" y="688"/>
                    <a:pt x="621" y="688"/>
                  </a:cubicBezTo>
                  <a:cubicBezTo>
                    <a:pt x="621" y="688"/>
                    <a:pt x="621" y="688"/>
                    <a:pt x="621" y="688"/>
                  </a:cubicBezTo>
                  <a:cubicBezTo>
                    <a:pt x="622" y="688"/>
                    <a:pt x="622" y="688"/>
                    <a:pt x="622" y="688"/>
                  </a:cubicBezTo>
                  <a:cubicBezTo>
                    <a:pt x="622" y="688"/>
                    <a:pt x="622" y="688"/>
                    <a:pt x="622" y="688"/>
                  </a:cubicBezTo>
                  <a:cubicBezTo>
                    <a:pt x="623" y="688"/>
                    <a:pt x="623" y="688"/>
                    <a:pt x="623" y="688"/>
                  </a:cubicBezTo>
                  <a:cubicBezTo>
                    <a:pt x="623" y="688"/>
                    <a:pt x="623" y="688"/>
                    <a:pt x="623" y="688"/>
                  </a:cubicBezTo>
                  <a:cubicBezTo>
                    <a:pt x="623" y="688"/>
                    <a:pt x="623" y="688"/>
                    <a:pt x="623" y="688"/>
                  </a:cubicBezTo>
                  <a:cubicBezTo>
                    <a:pt x="623" y="688"/>
                    <a:pt x="623" y="688"/>
                    <a:pt x="623" y="688"/>
                  </a:cubicBezTo>
                  <a:cubicBezTo>
                    <a:pt x="624" y="688"/>
                    <a:pt x="624" y="688"/>
                    <a:pt x="624" y="688"/>
                  </a:cubicBezTo>
                  <a:cubicBezTo>
                    <a:pt x="624" y="688"/>
                    <a:pt x="624" y="688"/>
                    <a:pt x="624" y="688"/>
                  </a:cubicBezTo>
                  <a:cubicBezTo>
                    <a:pt x="624" y="688"/>
                    <a:pt x="624" y="688"/>
                    <a:pt x="624" y="688"/>
                  </a:cubicBezTo>
                  <a:cubicBezTo>
                    <a:pt x="624" y="688"/>
                    <a:pt x="624" y="688"/>
                    <a:pt x="624" y="688"/>
                  </a:cubicBezTo>
                  <a:cubicBezTo>
                    <a:pt x="624" y="688"/>
                    <a:pt x="624" y="688"/>
                    <a:pt x="624" y="688"/>
                  </a:cubicBezTo>
                  <a:cubicBezTo>
                    <a:pt x="624" y="688"/>
                    <a:pt x="624" y="688"/>
                    <a:pt x="624" y="688"/>
                  </a:cubicBezTo>
                  <a:cubicBezTo>
                    <a:pt x="624" y="689"/>
                    <a:pt x="624" y="689"/>
                    <a:pt x="624" y="689"/>
                  </a:cubicBezTo>
                  <a:cubicBezTo>
                    <a:pt x="624" y="689"/>
                    <a:pt x="624" y="689"/>
                    <a:pt x="624" y="689"/>
                  </a:cubicBezTo>
                  <a:cubicBezTo>
                    <a:pt x="625" y="689"/>
                    <a:pt x="625" y="689"/>
                    <a:pt x="625" y="689"/>
                  </a:cubicBezTo>
                  <a:cubicBezTo>
                    <a:pt x="625" y="689"/>
                    <a:pt x="625" y="689"/>
                    <a:pt x="625" y="689"/>
                  </a:cubicBezTo>
                  <a:cubicBezTo>
                    <a:pt x="625" y="689"/>
                    <a:pt x="625" y="689"/>
                    <a:pt x="625" y="689"/>
                  </a:cubicBezTo>
                  <a:cubicBezTo>
                    <a:pt x="625" y="689"/>
                    <a:pt x="625" y="689"/>
                    <a:pt x="625" y="689"/>
                  </a:cubicBezTo>
                  <a:cubicBezTo>
                    <a:pt x="626" y="689"/>
                    <a:pt x="626" y="689"/>
                    <a:pt x="626" y="689"/>
                  </a:cubicBezTo>
                  <a:cubicBezTo>
                    <a:pt x="626" y="689"/>
                    <a:pt x="626" y="689"/>
                    <a:pt x="626" y="689"/>
                  </a:cubicBezTo>
                  <a:cubicBezTo>
                    <a:pt x="626" y="690"/>
                    <a:pt x="626" y="690"/>
                    <a:pt x="626" y="690"/>
                  </a:cubicBezTo>
                  <a:cubicBezTo>
                    <a:pt x="626" y="690"/>
                    <a:pt x="626" y="690"/>
                    <a:pt x="626" y="690"/>
                  </a:cubicBezTo>
                  <a:cubicBezTo>
                    <a:pt x="626" y="690"/>
                    <a:pt x="626" y="690"/>
                    <a:pt x="626" y="690"/>
                  </a:cubicBezTo>
                  <a:cubicBezTo>
                    <a:pt x="626" y="690"/>
                    <a:pt x="626" y="690"/>
                    <a:pt x="626" y="690"/>
                  </a:cubicBezTo>
                  <a:cubicBezTo>
                    <a:pt x="626" y="691"/>
                    <a:pt x="626" y="691"/>
                    <a:pt x="626" y="691"/>
                  </a:cubicBezTo>
                  <a:cubicBezTo>
                    <a:pt x="626" y="691"/>
                    <a:pt x="626" y="691"/>
                    <a:pt x="626" y="691"/>
                  </a:cubicBezTo>
                  <a:cubicBezTo>
                    <a:pt x="626" y="692"/>
                    <a:pt x="626" y="692"/>
                    <a:pt x="626" y="692"/>
                  </a:cubicBezTo>
                  <a:cubicBezTo>
                    <a:pt x="626" y="692"/>
                    <a:pt x="626" y="692"/>
                    <a:pt x="626" y="692"/>
                  </a:cubicBezTo>
                  <a:cubicBezTo>
                    <a:pt x="625" y="692"/>
                    <a:pt x="625" y="692"/>
                    <a:pt x="625" y="692"/>
                  </a:cubicBezTo>
                  <a:cubicBezTo>
                    <a:pt x="625" y="692"/>
                    <a:pt x="625" y="692"/>
                    <a:pt x="625" y="692"/>
                  </a:cubicBezTo>
                  <a:cubicBezTo>
                    <a:pt x="625" y="693"/>
                    <a:pt x="625" y="693"/>
                    <a:pt x="625" y="693"/>
                  </a:cubicBezTo>
                  <a:cubicBezTo>
                    <a:pt x="625" y="693"/>
                    <a:pt x="625" y="693"/>
                    <a:pt x="625" y="693"/>
                  </a:cubicBezTo>
                  <a:cubicBezTo>
                    <a:pt x="625" y="694"/>
                    <a:pt x="625" y="694"/>
                    <a:pt x="625" y="694"/>
                  </a:cubicBezTo>
                  <a:cubicBezTo>
                    <a:pt x="625" y="694"/>
                    <a:pt x="625" y="694"/>
                    <a:pt x="625" y="694"/>
                  </a:cubicBezTo>
                  <a:cubicBezTo>
                    <a:pt x="624" y="694"/>
                    <a:pt x="624" y="694"/>
                    <a:pt x="624" y="694"/>
                  </a:cubicBezTo>
                  <a:cubicBezTo>
                    <a:pt x="624" y="694"/>
                    <a:pt x="624" y="694"/>
                    <a:pt x="624" y="694"/>
                  </a:cubicBezTo>
                  <a:cubicBezTo>
                    <a:pt x="623" y="695"/>
                    <a:pt x="623" y="695"/>
                    <a:pt x="623" y="695"/>
                  </a:cubicBezTo>
                  <a:cubicBezTo>
                    <a:pt x="623" y="695"/>
                    <a:pt x="623" y="695"/>
                    <a:pt x="623" y="695"/>
                  </a:cubicBezTo>
                  <a:cubicBezTo>
                    <a:pt x="622" y="695"/>
                    <a:pt x="622" y="695"/>
                    <a:pt x="622" y="695"/>
                  </a:cubicBezTo>
                  <a:cubicBezTo>
                    <a:pt x="622" y="695"/>
                    <a:pt x="622" y="695"/>
                    <a:pt x="622" y="695"/>
                  </a:cubicBezTo>
                  <a:cubicBezTo>
                    <a:pt x="621" y="696"/>
                    <a:pt x="621" y="696"/>
                    <a:pt x="621" y="696"/>
                  </a:cubicBezTo>
                  <a:cubicBezTo>
                    <a:pt x="621" y="696"/>
                    <a:pt x="621" y="696"/>
                    <a:pt x="621" y="696"/>
                  </a:cubicBezTo>
                  <a:cubicBezTo>
                    <a:pt x="621" y="697"/>
                    <a:pt x="621" y="697"/>
                    <a:pt x="621" y="697"/>
                  </a:cubicBezTo>
                  <a:cubicBezTo>
                    <a:pt x="621" y="697"/>
                    <a:pt x="621" y="697"/>
                    <a:pt x="621" y="697"/>
                  </a:cubicBezTo>
                  <a:cubicBezTo>
                    <a:pt x="620" y="698"/>
                    <a:pt x="620" y="698"/>
                    <a:pt x="620" y="698"/>
                  </a:cubicBezTo>
                  <a:cubicBezTo>
                    <a:pt x="620" y="698"/>
                    <a:pt x="620" y="698"/>
                    <a:pt x="620" y="698"/>
                  </a:cubicBezTo>
                  <a:cubicBezTo>
                    <a:pt x="619" y="699"/>
                    <a:pt x="619" y="699"/>
                    <a:pt x="619" y="699"/>
                  </a:cubicBezTo>
                  <a:cubicBezTo>
                    <a:pt x="619" y="699"/>
                    <a:pt x="619" y="699"/>
                    <a:pt x="619" y="699"/>
                  </a:cubicBezTo>
                  <a:cubicBezTo>
                    <a:pt x="618" y="700"/>
                    <a:pt x="618" y="700"/>
                    <a:pt x="618" y="700"/>
                  </a:cubicBezTo>
                  <a:cubicBezTo>
                    <a:pt x="618" y="700"/>
                    <a:pt x="618" y="700"/>
                    <a:pt x="618" y="700"/>
                  </a:cubicBezTo>
                  <a:cubicBezTo>
                    <a:pt x="616" y="700"/>
                    <a:pt x="616" y="700"/>
                    <a:pt x="616" y="700"/>
                  </a:cubicBezTo>
                  <a:cubicBezTo>
                    <a:pt x="616" y="700"/>
                    <a:pt x="616" y="700"/>
                    <a:pt x="616" y="700"/>
                  </a:cubicBezTo>
                  <a:cubicBezTo>
                    <a:pt x="616" y="699"/>
                    <a:pt x="616" y="699"/>
                    <a:pt x="616" y="699"/>
                  </a:cubicBezTo>
                  <a:cubicBezTo>
                    <a:pt x="616" y="699"/>
                    <a:pt x="616" y="699"/>
                    <a:pt x="616" y="699"/>
                  </a:cubicBezTo>
                  <a:cubicBezTo>
                    <a:pt x="616" y="698"/>
                    <a:pt x="616" y="698"/>
                    <a:pt x="616" y="698"/>
                  </a:cubicBezTo>
                  <a:cubicBezTo>
                    <a:pt x="616" y="698"/>
                    <a:pt x="616" y="698"/>
                    <a:pt x="616" y="698"/>
                  </a:cubicBezTo>
                  <a:cubicBezTo>
                    <a:pt x="617" y="697"/>
                    <a:pt x="617" y="697"/>
                    <a:pt x="617" y="697"/>
                  </a:cubicBezTo>
                  <a:cubicBezTo>
                    <a:pt x="617" y="697"/>
                    <a:pt x="617" y="697"/>
                    <a:pt x="617" y="697"/>
                  </a:cubicBezTo>
                  <a:cubicBezTo>
                    <a:pt x="618" y="696"/>
                    <a:pt x="618" y="696"/>
                    <a:pt x="618" y="696"/>
                  </a:cubicBezTo>
                  <a:cubicBezTo>
                    <a:pt x="618" y="696"/>
                    <a:pt x="618" y="696"/>
                    <a:pt x="618" y="696"/>
                  </a:cubicBezTo>
                  <a:cubicBezTo>
                    <a:pt x="618" y="695"/>
                    <a:pt x="618" y="695"/>
                    <a:pt x="618" y="695"/>
                  </a:cubicBezTo>
                  <a:cubicBezTo>
                    <a:pt x="618" y="695"/>
                    <a:pt x="618" y="695"/>
                    <a:pt x="618" y="695"/>
                  </a:cubicBezTo>
                  <a:cubicBezTo>
                    <a:pt x="619" y="695"/>
                    <a:pt x="619" y="695"/>
                    <a:pt x="619" y="695"/>
                  </a:cubicBezTo>
                  <a:cubicBezTo>
                    <a:pt x="619" y="695"/>
                    <a:pt x="619" y="695"/>
                    <a:pt x="619" y="695"/>
                  </a:cubicBezTo>
                  <a:cubicBezTo>
                    <a:pt x="619" y="694"/>
                    <a:pt x="619" y="694"/>
                    <a:pt x="619" y="694"/>
                  </a:cubicBezTo>
                  <a:cubicBezTo>
                    <a:pt x="619" y="694"/>
                    <a:pt x="619" y="694"/>
                    <a:pt x="619" y="694"/>
                  </a:cubicBezTo>
                  <a:cubicBezTo>
                    <a:pt x="620" y="692"/>
                    <a:pt x="620" y="692"/>
                    <a:pt x="620" y="692"/>
                  </a:cubicBezTo>
                  <a:cubicBezTo>
                    <a:pt x="620" y="692"/>
                    <a:pt x="620" y="692"/>
                    <a:pt x="620" y="692"/>
                  </a:cubicBezTo>
                  <a:cubicBezTo>
                    <a:pt x="619" y="692"/>
                    <a:pt x="619" y="692"/>
                    <a:pt x="619" y="692"/>
                  </a:cubicBezTo>
                  <a:cubicBezTo>
                    <a:pt x="619" y="692"/>
                    <a:pt x="619" y="692"/>
                    <a:pt x="619" y="692"/>
                  </a:cubicBezTo>
                  <a:cubicBezTo>
                    <a:pt x="619" y="692"/>
                    <a:pt x="619" y="692"/>
                    <a:pt x="619" y="692"/>
                  </a:cubicBezTo>
                  <a:cubicBezTo>
                    <a:pt x="619" y="692"/>
                    <a:pt x="619" y="692"/>
                    <a:pt x="619" y="692"/>
                  </a:cubicBezTo>
                  <a:cubicBezTo>
                    <a:pt x="618" y="692"/>
                    <a:pt x="618" y="692"/>
                    <a:pt x="618" y="692"/>
                  </a:cubicBezTo>
                  <a:cubicBezTo>
                    <a:pt x="618" y="692"/>
                    <a:pt x="618" y="692"/>
                    <a:pt x="618" y="692"/>
                  </a:cubicBezTo>
                  <a:cubicBezTo>
                    <a:pt x="618" y="692"/>
                    <a:pt x="618" y="692"/>
                    <a:pt x="618" y="692"/>
                  </a:cubicBezTo>
                  <a:cubicBezTo>
                    <a:pt x="618" y="692"/>
                    <a:pt x="618" y="692"/>
                    <a:pt x="618" y="692"/>
                  </a:cubicBezTo>
                  <a:cubicBezTo>
                    <a:pt x="617" y="692"/>
                    <a:pt x="617" y="692"/>
                    <a:pt x="617" y="692"/>
                  </a:cubicBezTo>
                  <a:cubicBezTo>
                    <a:pt x="617" y="692"/>
                    <a:pt x="617" y="692"/>
                    <a:pt x="617" y="692"/>
                  </a:cubicBezTo>
                  <a:cubicBezTo>
                    <a:pt x="617" y="692"/>
                    <a:pt x="617" y="692"/>
                    <a:pt x="617" y="692"/>
                  </a:cubicBezTo>
                  <a:cubicBezTo>
                    <a:pt x="617" y="692"/>
                    <a:pt x="617" y="692"/>
                    <a:pt x="617" y="692"/>
                  </a:cubicBezTo>
                  <a:cubicBezTo>
                    <a:pt x="616" y="692"/>
                    <a:pt x="616" y="692"/>
                    <a:pt x="616" y="692"/>
                  </a:cubicBezTo>
                  <a:cubicBezTo>
                    <a:pt x="616" y="692"/>
                    <a:pt x="616" y="692"/>
                    <a:pt x="616" y="692"/>
                  </a:cubicBezTo>
                  <a:cubicBezTo>
                    <a:pt x="616" y="692"/>
                    <a:pt x="616" y="692"/>
                    <a:pt x="616" y="692"/>
                  </a:cubicBezTo>
                  <a:cubicBezTo>
                    <a:pt x="616" y="692"/>
                    <a:pt x="616" y="692"/>
                    <a:pt x="616" y="692"/>
                  </a:cubicBezTo>
                  <a:cubicBezTo>
                    <a:pt x="612" y="697"/>
                    <a:pt x="612" y="697"/>
                    <a:pt x="612" y="697"/>
                  </a:cubicBezTo>
                  <a:cubicBezTo>
                    <a:pt x="612" y="697"/>
                    <a:pt x="612" y="697"/>
                    <a:pt x="612" y="697"/>
                  </a:cubicBezTo>
                  <a:cubicBezTo>
                    <a:pt x="612" y="701"/>
                    <a:pt x="612" y="701"/>
                    <a:pt x="612" y="701"/>
                  </a:cubicBezTo>
                  <a:cubicBezTo>
                    <a:pt x="612" y="701"/>
                    <a:pt x="612" y="701"/>
                    <a:pt x="612" y="701"/>
                  </a:cubicBezTo>
                  <a:cubicBezTo>
                    <a:pt x="613" y="705"/>
                    <a:pt x="613" y="705"/>
                    <a:pt x="613" y="705"/>
                  </a:cubicBezTo>
                  <a:cubicBezTo>
                    <a:pt x="613" y="705"/>
                    <a:pt x="613" y="705"/>
                    <a:pt x="613" y="705"/>
                  </a:cubicBezTo>
                  <a:cubicBezTo>
                    <a:pt x="613" y="709"/>
                    <a:pt x="613" y="709"/>
                    <a:pt x="613" y="709"/>
                  </a:cubicBezTo>
                  <a:cubicBezTo>
                    <a:pt x="613" y="709"/>
                    <a:pt x="613" y="709"/>
                    <a:pt x="613" y="709"/>
                  </a:cubicBezTo>
                  <a:cubicBezTo>
                    <a:pt x="613" y="712"/>
                    <a:pt x="613" y="712"/>
                    <a:pt x="613" y="712"/>
                  </a:cubicBezTo>
                  <a:cubicBezTo>
                    <a:pt x="613" y="712"/>
                    <a:pt x="613" y="712"/>
                    <a:pt x="613" y="712"/>
                  </a:cubicBezTo>
                  <a:cubicBezTo>
                    <a:pt x="613" y="716"/>
                    <a:pt x="613" y="716"/>
                    <a:pt x="613" y="716"/>
                  </a:cubicBezTo>
                  <a:cubicBezTo>
                    <a:pt x="613" y="716"/>
                    <a:pt x="613" y="716"/>
                    <a:pt x="613" y="716"/>
                  </a:cubicBezTo>
                  <a:cubicBezTo>
                    <a:pt x="612" y="720"/>
                    <a:pt x="612" y="720"/>
                    <a:pt x="612" y="720"/>
                  </a:cubicBezTo>
                  <a:cubicBezTo>
                    <a:pt x="612" y="720"/>
                    <a:pt x="612" y="720"/>
                    <a:pt x="612" y="720"/>
                  </a:cubicBezTo>
                  <a:cubicBezTo>
                    <a:pt x="612" y="724"/>
                    <a:pt x="612" y="724"/>
                    <a:pt x="612" y="724"/>
                  </a:cubicBezTo>
                  <a:cubicBezTo>
                    <a:pt x="612" y="724"/>
                    <a:pt x="612" y="724"/>
                    <a:pt x="612" y="724"/>
                  </a:cubicBezTo>
                  <a:cubicBezTo>
                    <a:pt x="612" y="728"/>
                    <a:pt x="612" y="728"/>
                    <a:pt x="612" y="728"/>
                  </a:cubicBezTo>
                  <a:cubicBezTo>
                    <a:pt x="612" y="728"/>
                    <a:pt x="612" y="728"/>
                    <a:pt x="612" y="728"/>
                  </a:cubicBezTo>
                  <a:cubicBezTo>
                    <a:pt x="612" y="728"/>
                    <a:pt x="612" y="728"/>
                    <a:pt x="612" y="728"/>
                  </a:cubicBezTo>
                  <a:cubicBezTo>
                    <a:pt x="612" y="728"/>
                    <a:pt x="612" y="728"/>
                    <a:pt x="612" y="728"/>
                  </a:cubicBezTo>
                  <a:cubicBezTo>
                    <a:pt x="611" y="728"/>
                    <a:pt x="611" y="728"/>
                    <a:pt x="611" y="728"/>
                  </a:cubicBezTo>
                  <a:cubicBezTo>
                    <a:pt x="611" y="728"/>
                    <a:pt x="611" y="728"/>
                    <a:pt x="611" y="728"/>
                  </a:cubicBezTo>
                  <a:cubicBezTo>
                    <a:pt x="611" y="728"/>
                    <a:pt x="611" y="728"/>
                    <a:pt x="611" y="728"/>
                  </a:cubicBezTo>
                  <a:cubicBezTo>
                    <a:pt x="611" y="728"/>
                    <a:pt x="611" y="728"/>
                    <a:pt x="611" y="728"/>
                  </a:cubicBezTo>
                  <a:cubicBezTo>
                    <a:pt x="611" y="728"/>
                    <a:pt x="611" y="728"/>
                    <a:pt x="611" y="728"/>
                  </a:cubicBezTo>
                  <a:cubicBezTo>
                    <a:pt x="611" y="728"/>
                    <a:pt x="611" y="728"/>
                    <a:pt x="611" y="728"/>
                  </a:cubicBezTo>
                  <a:cubicBezTo>
                    <a:pt x="610" y="728"/>
                    <a:pt x="610" y="728"/>
                    <a:pt x="610" y="728"/>
                  </a:cubicBezTo>
                  <a:cubicBezTo>
                    <a:pt x="610" y="728"/>
                    <a:pt x="610" y="728"/>
                    <a:pt x="610" y="728"/>
                  </a:cubicBezTo>
                  <a:cubicBezTo>
                    <a:pt x="610" y="728"/>
                    <a:pt x="610" y="728"/>
                    <a:pt x="610" y="728"/>
                  </a:cubicBezTo>
                  <a:cubicBezTo>
                    <a:pt x="610" y="728"/>
                    <a:pt x="610" y="728"/>
                    <a:pt x="610" y="728"/>
                  </a:cubicBezTo>
                  <a:cubicBezTo>
                    <a:pt x="610" y="729"/>
                    <a:pt x="610" y="729"/>
                    <a:pt x="610" y="729"/>
                  </a:cubicBezTo>
                  <a:cubicBezTo>
                    <a:pt x="610" y="729"/>
                    <a:pt x="610" y="729"/>
                    <a:pt x="610" y="729"/>
                  </a:cubicBezTo>
                  <a:cubicBezTo>
                    <a:pt x="609" y="729"/>
                    <a:pt x="609" y="729"/>
                    <a:pt x="609" y="729"/>
                  </a:cubicBezTo>
                  <a:close/>
                  <a:moveTo>
                    <a:pt x="176" y="724"/>
                  </a:moveTo>
                  <a:cubicBezTo>
                    <a:pt x="175" y="724"/>
                    <a:pt x="175" y="724"/>
                    <a:pt x="175" y="724"/>
                  </a:cubicBezTo>
                  <a:cubicBezTo>
                    <a:pt x="175" y="724"/>
                    <a:pt x="175" y="724"/>
                    <a:pt x="175" y="724"/>
                  </a:cubicBezTo>
                  <a:cubicBezTo>
                    <a:pt x="175" y="724"/>
                    <a:pt x="175" y="724"/>
                    <a:pt x="175" y="724"/>
                  </a:cubicBezTo>
                  <a:cubicBezTo>
                    <a:pt x="175" y="724"/>
                    <a:pt x="175" y="724"/>
                    <a:pt x="175" y="724"/>
                  </a:cubicBezTo>
                  <a:cubicBezTo>
                    <a:pt x="175" y="724"/>
                    <a:pt x="175" y="724"/>
                    <a:pt x="175" y="724"/>
                  </a:cubicBezTo>
                  <a:cubicBezTo>
                    <a:pt x="175" y="724"/>
                    <a:pt x="175" y="724"/>
                    <a:pt x="175" y="724"/>
                  </a:cubicBezTo>
                  <a:cubicBezTo>
                    <a:pt x="174" y="724"/>
                    <a:pt x="174" y="724"/>
                    <a:pt x="174" y="724"/>
                  </a:cubicBezTo>
                  <a:cubicBezTo>
                    <a:pt x="174" y="724"/>
                    <a:pt x="174" y="724"/>
                    <a:pt x="174" y="724"/>
                  </a:cubicBezTo>
                  <a:cubicBezTo>
                    <a:pt x="174" y="724"/>
                    <a:pt x="174" y="724"/>
                    <a:pt x="174" y="724"/>
                  </a:cubicBezTo>
                  <a:cubicBezTo>
                    <a:pt x="174" y="724"/>
                    <a:pt x="174" y="724"/>
                    <a:pt x="174" y="724"/>
                  </a:cubicBezTo>
                  <a:cubicBezTo>
                    <a:pt x="174" y="724"/>
                    <a:pt x="174" y="724"/>
                    <a:pt x="174" y="724"/>
                  </a:cubicBezTo>
                  <a:cubicBezTo>
                    <a:pt x="174" y="724"/>
                    <a:pt x="174" y="724"/>
                    <a:pt x="174" y="724"/>
                  </a:cubicBezTo>
                  <a:cubicBezTo>
                    <a:pt x="173" y="724"/>
                    <a:pt x="173" y="724"/>
                    <a:pt x="173" y="724"/>
                  </a:cubicBezTo>
                  <a:cubicBezTo>
                    <a:pt x="173" y="724"/>
                    <a:pt x="173" y="724"/>
                    <a:pt x="173" y="724"/>
                  </a:cubicBezTo>
                  <a:cubicBezTo>
                    <a:pt x="173" y="723"/>
                    <a:pt x="173" y="723"/>
                    <a:pt x="173" y="723"/>
                  </a:cubicBezTo>
                  <a:cubicBezTo>
                    <a:pt x="173" y="723"/>
                    <a:pt x="173" y="723"/>
                    <a:pt x="173" y="723"/>
                  </a:cubicBezTo>
                  <a:cubicBezTo>
                    <a:pt x="173" y="723"/>
                    <a:pt x="173" y="723"/>
                    <a:pt x="173" y="723"/>
                  </a:cubicBezTo>
                  <a:cubicBezTo>
                    <a:pt x="173" y="723"/>
                    <a:pt x="173" y="723"/>
                    <a:pt x="173" y="723"/>
                  </a:cubicBezTo>
                  <a:cubicBezTo>
                    <a:pt x="172" y="722"/>
                    <a:pt x="172" y="722"/>
                    <a:pt x="172" y="722"/>
                  </a:cubicBezTo>
                  <a:cubicBezTo>
                    <a:pt x="172" y="722"/>
                    <a:pt x="172" y="722"/>
                    <a:pt x="172" y="722"/>
                  </a:cubicBezTo>
                  <a:cubicBezTo>
                    <a:pt x="172" y="722"/>
                    <a:pt x="172" y="722"/>
                    <a:pt x="172" y="722"/>
                  </a:cubicBezTo>
                  <a:cubicBezTo>
                    <a:pt x="172" y="722"/>
                    <a:pt x="172" y="722"/>
                    <a:pt x="172" y="722"/>
                  </a:cubicBezTo>
                  <a:cubicBezTo>
                    <a:pt x="172" y="721"/>
                    <a:pt x="172" y="721"/>
                    <a:pt x="172" y="721"/>
                  </a:cubicBezTo>
                  <a:cubicBezTo>
                    <a:pt x="172" y="721"/>
                    <a:pt x="172" y="721"/>
                    <a:pt x="172" y="721"/>
                  </a:cubicBezTo>
                  <a:cubicBezTo>
                    <a:pt x="171" y="720"/>
                    <a:pt x="171" y="720"/>
                    <a:pt x="171" y="720"/>
                  </a:cubicBezTo>
                  <a:cubicBezTo>
                    <a:pt x="171" y="720"/>
                    <a:pt x="171" y="720"/>
                    <a:pt x="171" y="720"/>
                  </a:cubicBezTo>
                  <a:cubicBezTo>
                    <a:pt x="171" y="719"/>
                    <a:pt x="171" y="719"/>
                    <a:pt x="171" y="719"/>
                  </a:cubicBezTo>
                  <a:cubicBezTo>
                    <a:pt x="171" y="719"/>
                    <a:pt x="171" y="719"/>
                    <a:pt x="171" y="719"/>
                  </a:cubicBezTo>
                  <a:cubicBezTo>
                    <a:pt x="171" y="719"/>
                    <a:pt x="171" y="719"/>
                    <a:pt x="171" y="719"/>
                  </a:cubicBezTo>
                  <a:cubicBezTo>
                    <a:pt x="171" y="719"/>
                    <a:pt x="171" y="719"/>
                    <a:pt x="171" y="719"/>
                  </a:cubicBezTo>
                  <a:cubicBezTo>
                    <a:pt x="172" y="718"/>
                    <a:pt x="172" y="718"/>
                    <a:pt x="172" y="718"/>
                  </a:cubicBezTo>
                  <a:cubicBezTo>
                    <a:pt x="172" y="718"/>
                    <a:pt x="172" y="718"/>
                    <a:pt x="172" y="718"/>
                  </a:cubicBezTo>
                  <a:cubicBezTo>
                    <a:pt x="175" y="714"/>
                    <a:pt x="175" y="714"/>
                    <a:pt x="175" y="714"/>
                  </a:cubicBezTo>
                  <a:cubicBezTo>
                    <a:pt x="175" y="714"/>
                    <a:pt x="175" y="714"/>
                    <a:pt x="175" y="714"/>
                  </a:cubicBezTo>
                  <a:cubicBezTo>
                    <a:pt x="177" y="710"/>
                    <a:pt x="177" y="710"/>
                    <a:pt x="177" y="710"/>
                  </a:cubicBezTo>
                  <a:cubicBezTo>
                    <a:pt x="177" y="710"/>
                    <a:pt x="177" y="710"/>
                    <a:pt x="177" y="710"/>
                  </a:cubicBezTo>
                  <a:cubicBezTo>
                    <a:pt x="180" y="706"/>
                    <a:pt x="180" y="706"/>
                    <a:pt x="180" y="706"/>
                  </a:cubicBezTo>
                  <a:cubicBezTo>
                    <a:pt x="180" y="706"/>
                    <a:pt x="180" y="706"/>
                    <a:pt x="180" y="706"/>
                  </a:cubicBezTo>
                  <a:cubicBezTo>
                    <a:pt x="183" y="701"/>
                    <a:pt x="183" y="701"/>
                    <a:pt x="183" y="701"/>
                  </a:cubicBezTo>
                  <a:cubicBezTo>
                    <a:pt x="183" y="701"/>
                    <a:pt x="183" y="701"/>
                    <a:pt x="183" y="701"/>
                  </a:cubicBezTo>
                  <a:cubicBezTo>
                    <a:pt x="185" y="697"/>
                    <a:pt x="185" y="697"/>
                    <a:pt x="185" y="697"/>
                  </a:cubicBezTo>
                  <a:cubicBezTo>
                    <a:pt x="185" y="697"/>
                    <a:pt x="185" y="697"/>
                    <a:pt x="185" y="697"/>
                  </a:cubicBezTo>
                  <a:cubicBezTo>
                    <a:pt x="188" y="693"/>
                    <a:pt x="188" y="693"/>
                    <a:pt x="188" y="693"/>
                  </a:cubicBezTo>
                  <a:cubicBezTo>
                    <a:pt x="188" y="693"/>
                    <a:pt x="188" y="693"/>
                    <a:pt x="188" y="693"/>
                  </a:cubicBezTo>
                  <a:cubicBezTo>
                    <a:pt x="191" y="688"/>
                    <a:pt x="191" y="688"/>
                    <a:pt x="191" y="688"/>
                  </a:cubicBezTo>
                  <a:cubicBezTo>
                    <a:pt x="191" y="688"/>
                    <a:pt x="191" y="688"/>
                    <a:pt x="191" y="688"/>
                  </a:cubicBezTo>
                  <a:cubicBezTo>
                    <a:pt x="193" y="684"/>
                    <a:pt x="193" y="684"/>
                    <a:pt x="193" y="684"/>
                  </a:cubicBezTo>
                  <a:cubicBezTo>
                    <a:pt x="193" y="684"/>
                    <a:pt x="193" y="684"/>
                    <a:pt x="193" y="684"/>
                  </a:cubicBezTo>
                  <a:cubicBezTo>
                    <a:pt x="193" y="684"/>
                    <a:pt x="194" y="684"/>
                    <a:pt x="194" y="684"/>
                  </a:cubicBezTo>
                  <a:cubicBezTo>
                    <a:pt x="194" y="684"/>
                    <a:pt x="194" y="684"/>
                    <a:pt x="194" y="684"/>
                  </a:cubicBezTo>
                  <a:cubicBezTo>
                    <a:pt x="194" y="684"/>
                    <a:pt x="194" y="684"/>
                    <a:pt x="194" y="684"/>
                  </a:cubicBezTo>
                  <a:cubicBezTo>
                    <a:pt x="194" y="684"/>
                    <a:pt x="194" y="684"/>
                    <a:pt x="194" y="684"/>
                  </a:cubicBezTo>
                  <a:cubicBezTo>
                    <a:pt x="194" y="683"/>
                    <a:pt x="194" y="683"/>
                    <a:pt x="195" y="683"/>
                  </a:cubicBezTo>
                  <a:cubicBezTo>
                    <a:pt x="195" y="683"/>
                    <a:pt x="195" y="683"/>
                    <a:pt x="195" y="683"/>
                  </a:cubicBezTo>
                  <a:cubicBezTo>
                    <a:pt x="195" y="683"/>
                    <a:pt x="195" y="682"/>
                    <a:pt x="196" y="682"/>
                  </a:cubicBezTo>
                  <a:cubicBezTo>
                    <a:pt x="196" y="682"/>
                    <a:pt x="196" y="682"/>
                    <a:pt x="196" y="682"/>
                  </a:cubicBezTo>
                  <a:cubicBezTo>
                    <a:pt x="196" y="682"/>
                    <a:pt x="196" y="682"/>
                    <a:pt x="196" y="681"/>
                  </a:cubicBezTo>
                  <a:cubicBezTo>
                    <a:pt x="196" y="681"/>
                    <a:pt x="196" y="681"/>
                    <a:pt x="196" y="681"/>
                  </a:cubicBezTo>
                  <a:cubicBezTo>
                    <a:pt x="196" y="681"/>
                    <a:pt x="196" y="681"/>
                    <a:pt x="197" y="681"/>
                  </a:cubicBezTo>
                  <a:cubicBezTo>
                    <a:pt x="197" y="681"/>
                    <a:pt x="197" y="681"/>
                    <a:pt x="197" y="681"/>
                  </a:cubicBezTo>
                  <a:cubicBezTo>
                    <a:pt x="198" y="679"/>
                    <a:pt x="199" y="677"/>
                    <a:pt x="199" y="676"/>
                  </a:cubicBezTo>
                  <a:cubicBezTo>
                    <a:pt x="199" y="676"/>
                    <a:pt x="199" y="676"/>
                    <a:pt x="199" y="676"/>
                  </a:cubicBezTo>
                  <a:cubicBezTo>
                    <a:pt x="199" y="676"/>
                    <a:pt x="199" y="676"/>
                    <a:pt x="199" y="676"/>
                  </a:cubicBezTo>
                  <a:cubicBezTo>
                    <a:pt x="199" y="676"/>
                    <a:pt x="199" y="676"/>
                    <a:pt x="199" y="676"/>
                  </a:cubicBezTo>
                  <a:cubicBezTo>
                    <a:pt x="199" y="676"/>
                    <a:pt x="199" y="676"/>
                    <a:pt x="199" y="676"/>
                  </a:cubicBezTo>
                  <a:cubicBezTo>
                    <a:pt x="199" y="676"/>
                    <a:pt x="199" y="676"/>
                    <a:pt x="199" y="676"/>
                  </a:cubicBezTo>
                  <a:cubicBezTo>
                    <a:pt x="199" y="675"/>
                    <a:pt x="199" y="675"/>
                    <a:pt x="199" y="675"/>
                  </a:cubicBezTo>
                  <a:cubicBezTo>
                    <a:pt x="199" y="675"/>
                    <a:pt x="199" y="675"/>
                    <a:pt x="199" y="675"/>
                  </a:cubicBezTo>
                  <a:cubicBezTo>
                    <a:pt x="199" y="675"/>
                    <a:pt x="199" y="675"/>
                    <a:pt x="199" y="675"/>
                  </a:cubicBezTo>
                  <a:cubicBezTo>
                    <a:pt x="199" y="675"/>
                    <a:pt x="199" y="675"/>
                    <a:pt x="199" y="675"/>
                  </a:cubicBezTo>
                  <a:cubicBezTo>
                    <a:pt x="198" y="675"/>
                    <a:pt x="198" y="675"/>
                    <a:pt x="198" y="675"/>
                  </a:cubicBezTo>
                  <a:cubicBezTo>
                    <a:pt x="198" y="675"/>
                    <a:pt x="198" y="675"/>
                    <a:pt x="198" y="675"/>
                  </a:cubicBezTo>
                  <a:cubicBezTo>
                    <a:pt x="198" y="675"/>
                    <a:pt x="198" y="675"/>
                    <a:pt x="198" y="675"/>
                  </a:cubicBezTo>
                  <a:cubicBezTo>
                    <a:pt x="198" y="675"/>
                    <a:pt x="198" y="675"/>
                    <a:pt x="198" y="675"/>
                  </a:cubicBezTo>
                  <a:cubicBezTo>
                    <a:pt x="198" y="674"/>
                    <a:pt x="198" y="674"/>
                    <a:pt x="198" y="674"/>
                  </a:cubicBezTo>
                  <a:cubicBezTo>
                    <a:pt x="198" y="674"/>
                    <a:pt x="198" y="674"/>
                    <a:pt x="198" y="674"/>
                  </a:cubicBezTo>
                  <a:cubicBezTo>
                    <a:pt x="198" y="674"/>
                    <a:pt x="198" y="674"/>
                    <a:pt x="198" y="674"/>
                  </a:cubicBezTo>
                  <a:cubicBezTo>
                    <a:pt x="198" y="674"/>
                    <a:pt x="198" y="674"/>
                    <a:pt x="198" y="674"/>
                  </a:cubicBezTo>
                  <a:cubicBezTo>
                    <a:pt x="200" y="672"/>
                    <a:pt x="200" y="672"/>
                    <a:pt x="200" y="672"/>
                  </a:cubicBezTo>
                  <a:cubicBezTo>
                    <a:pt x="200" y="672"/>
                    <a:pt x="200" y="672"/>
                    <a:pt x="200" y="672"/>
                  </a:cubicBezTo>
                  <a:cubicBezTo>
                    <a:pt x="202" y="671"/>
                    <a:pt x="202" y="671"/>
                    <a:pt x="202" y="671"/>
                  </a:cubicBezTo>
                  <a:cubicBezTo>
                    <a:pt x="202" y="671"/>
                    <a:pt x="202" y="671"/>
                    <a:pt x="202" y="671"/>
                  </a:cubicBezTo>
                  <a:cubicBezTo>
                    <a:pt x="204" y="669"/>
                    <a:pt x="204" y="669"/>
                    <a:pt x="204" y="669"/>
                  </a:cubicBezTo>
                  <a:cubicBezTo>
                    <a:pt x="204" y="669"/>
                    <a:pt x="204" y="669"/>
                    <a:pt x="204" y="669"/>
                  </a:cubicBezTo>
                  <a:cubicBezTo>
                    <a:pt x="206" y="667"/>
                    <a:pt x="206" y="667"/>
                    <a:pt x="206" y="667"/>
                  </a:cubicBezTo>
                  <a:cubicBezTo>
                    <a:pt x="206" y="667"/>
                    <a:pt x="206" y="667"/>
                    <a:pt x="206" y="667"/>
                  </a:cubicBezTo>
                  <a:cubicBezTo>
                    <a:pt x="207" y="665"/>
                    <a:pt x="207" y="665"/>
                    <a:pt x="207" y="665"/>
                  </a:cubicBezTo>
                  <a:cubicBezTo>
                    <a:pt x="207" y="665"/>
                    <a:pt x="207" y="665"/>
                    <a:pt x="207" y="665"/>
                  </a:cubicBezTo>
                  <a:cubicBezTo>
                    <a:pt x="209" y="662"/>
                    <a:pt x="209" y="662"/>
                    <a:pt x="209" y="662"/>
                  </a:cubicBezTo>
                  <a:cubicBezTo>
                    <a:pt x="209" y="662"/>
                    <a:pt x="209" y="662"/>
                    <a:pt x="209" y="662"/>
                  </a:cubicBezTo>
                  <a:cubicBezTo>
                    <a:pt x="210" y="660"/>
                    <a:pt x="210" y="660"/>
                    <a:pt x="210" y="660"/>
                  </a:cubicBezTo>
                  <a:cubicBezTo>
                    <a:pt x="210" y="660"/>
                    <a:pt x="210" y="660"/>
                    <a:pt x="210" y="660"/>
                  </a:cubicBezTo>
                  <a:cubicBezTo>
                    <a:pt x="212" y="658"/>
                    <a:pt x="212" y="658"/>
                    <a:pt x="212" y="658"/>
                  </a:cubicBezTo>
                  <a:cubicBezTo>
                    <a:pt x="212" y="658"/>
                    <a:pt x="212" y="658"/>
                    <a:pt x="212" y="658"/>
                  </a:cubicBezTo>
                  <a:cubicBezTo>
                    <a:pt x="226" y="640"/>
                    <a:pt x="226" y="640"/>
                    <a:pt x="226" y="640"/>
                  </a:cubicBezTo>
                  <a:cubicBezTo>
                    <a:pt x="226" y="640"/>
                    <a:pt x="226" y="640"/>
                    <a:pt x="226" y="640"/>
                  </a:cubicBezTo>
                  <a:cubicBezTo>
                    <a:pt x="226" y="640"/>
                    <a:pt x="226" y="640"/>
                    <a:pt x="226" y="640"/>
                  </a:cubicBezTo>
                  <a:cubicBezTo>
                    <a:pt x="226" y="640"/>
                    <a:pt x="226" y="640"/>
                    <a:pt x="226" y="640"/>
                  </a:cubicBezTo>
                  <a:cubicBezTo>
                    <a:pt x="226" y="639"/>
                    <a:pt x="226" y="639"/>
                    <a:pt x="226" y="639"/>
                  </a:cubicBezTo>
                  <a:cubicBezTo>
                    <a:pt x="226" y="639"/>
                    <a:pt x="226" y="639"/>
                    <a:pt x="226" y="639"/>
                  </a:cubicBezTo>
                  <a:cubicBezTo>
                    <a:pt x="226" y="639"/>
                    <a:pt x="226" y="639"/>
                    <a:pt x="226" y="639"/>
                  </a:cubicBezTo>
                  <a:cubicBezTo>
                    <a:pt x="226" y="639"/>
                    <a:pt x="226" y="639"/>
                    <a:pt x="226" y="639"/>
                  </a:cubicBezTo>
                  <a:cubicBezTo>
                    <a:pt x="226" y="639"/>
                    <a:pt x="226" y="639"/>
                    <a:pt x="226" y="639"/>
                  </a:cubicBezTo>
                  <a:cubicBezTo>
                    <a:pt x="226" y="639"/>
                    <a:pt x="226" y="639"/>
                    <a:pt x="226" y="639"/>
                  </a:cubicBezTo>
                  <a:cubicBezTo>
                    <a:pt x="226" y="639"/>
                    <a:pt x="226" y="639"/>
                    <a:pt x="226" y="639"/>
                  </a:cubicBezTo>
                  <a:cubicBezTo>
                    <a:pt x="226" y="639"/>
                    <a:pt x="226" y="639"/>
                    <a:pt x="226" y="639"/>
                  </a:cubicBezTo>
                  <a:cubicBezTo>
                    <a:pt x="226" y="639"/>
                    <a:pt x="226" y="639"/>
                    <a:pt x="226" y="639"/>
                  </a:cubicBezTo>
                  <a:cubicBezTo>
                    <a:pt x="226" y="639"/>
                    <a:pt x="226" y="639"/>
                    <a:pt x="226" y="639"/>
                  </a:cubicBezTo>
                  <a:cubicBezTo>
                    <a:pt x="226" y="638"/>
                    <a:pt x="226" y="638"/>
                    <a:pt x="226" y="638"/>
                  </a:cubicBezTo>
                  <a:cubicBezTo>
                    <a:pt x="226" y="638"/>
                    <a:pt x="226" y="638"/>
                    <a:pt x="226" y="638"/>
                  </a:cubicBezTo>
                  <a:cubicBezTo>
                    <a:pt x="226" y="638"/>
                    <a:pt x="226" y="638"/>
                    <a:pt x="226" y="638"/>
                  </a:cubicBezTo>
                  <a:cubicBezTo>
                    <a:pt x="226" y="638"/>
                    <a:pt x="226" y="638"/>
                    <a:pt x="226" y="638"/>
                  </a:cubicBezTo>
                  <a:cubicBezTo>
                    <a:pt x="224" y="639"/>
                    <a:pt x="224" y="639"/>
                    <a:pt x="224" y="639"/>
                  </a:cubicBezTo>
                  <a:cubicBezTo>
                    <a:pt x="224" y="639"/>
                    <a:pt x="224" y="639"/>
                    <a:pt x="224" y="639"/>
                  </a:cubicBezTo>
                  <a:cubicBezTo>
                    <a:pt x="222" y="640"/>
                    <a:pt x="222" y="640"/>
                    <a:pt x="222" y="640"/>
                  </a:cubicBezTo>
                  <a:cubicBezTo>
                    <a:pt x="222" y="640"/>
                    <a:pt x="222" y="640"/>
                    <a:pt x="222" y="640"/>
                  </a:cubicBezTo>
                  <a:cubicBezTo>
                    <a:pt x="220" y="641"/>
                    <a:pt x="220" y="641"/>
                    <a:pt x="220" y="641"/>
                  </a:cubicBezTo>
                  <a:cubicBezTo>
                    <a:pt x="220" y="641"/>
                    <a:pt x="220" y="641"/>
                    <a:pt x="220" y="641"/>
                  </a:cubicBezTo>
                  <a:cubicBezTo>
                    <a:pt x="218" y="642"/>
                    <a:pt x="218" y="642"/>
                    <a:pt x="218" y="642"/>
                  </a:cubicBezTo>
                  <a:cubicBezTo>
                    <a:pt x="218" y="642"/>
                    <a:pt x="218" y="642"/>
                    <a:pt x="218" y="642"/>
                  </a:cubicBezTo>
                  <a:cubicBezTo>
                    <a:pt x="216" y="643"/>
                    <a:pt x="216" y="643"/>
                    <a:pt x="216" y="643"/>
                  </a:cubicBezTo>
                  <a:cubicBezTo>
                    <a:pt x="216" y="643"/>
                    <a:pt x="216" y="643"/>
                    <a:pt x="216" y="643"/>
                  </a:cubicBezTo>
                  <a:cubicBezTo>
                    <a:pt x="214" y="645"/>
                    <a:pt x="214" y="645"/>
                    <a:pt x="214" y="645"/>
                  </a:cubicBezTo>
                  <a:cubicBezTo>
                    <a:pt x="214" y="645"/>
                    <a:pt x="214" y="645"/>
                    <a:pt x="214" y="645"/>
                  </a:cubicBezTo>
                  <a:cubicBezTo>
                    <a:pt x="212" y="646"/>
                    <a:pt x="212" y="646"/>
                    <a:pt x="212" y="646"/>
                  </a:cubicBezTo>
                  <a:cubicBezTo>
                    <a:pt x="212" y="646"/>
                    <a:pt x="212" y="646"/>
                    <a:pt x="212" y="646"/>
                  </a:cubicBezTo>
                  <a:cubicBezTo>
                    <a:pt x="210" y="647"/>
                    <a:pt x="210" y="647"/>
                    <a:pt x="210" y="647"/>
                  </a:cubicBezTo>
                  <a:cubicBezTo>
                    <a:pt x="210" y="647"/>
                    <a:pt x="210" y="647"/>
                    <a:pt x="210" y="647"/>
                  </a:cubicBezTo>
                  <a:cubicBezTo>
                    <a:pt x="209" y="647"/>
                    <a:pt x="209" y="647"/>
                    <a:pt x="209" y="647"/>
                  </a:cubicBezTo>
                  <a:cubicBezTo>
                    <a:pt x="209" y="647"/>
                    <a:pt x="209" y="647"/>
                    <a:pt x="209" y="647"/>
                  </a:cubicBezTo>
                  <a:cubicBezTo>
                    <a:pt x="209" y="647"/>
                    <a:pt x="209" y="647"/>
                    <a:pt x="209" y="647"/>
                  </a:cubicBezTo>
                  <a:cubicBezTo>
                    <a:pt x="209" y="647"/>
                    <a:pt x="209" y="647"/>
                    <a:pt x="209" y="647"/>
                  </a:cubicBezTo>
                  <a:cubicBezTo>
                    <a:pt x="208" y="647"/>
                    <a:pt x="208" y="647"/>
                    <a:pt x="208" y="647"/>
                  </a:cubicBezTo>
                  <a:cubicBezTo>
                    <a:pt x="208" y="647"/>
                    <a:pt x="208" y="647"/>
                    <a:pt x="208" y="647"/>
                  </a:cubicBezTo>
                  <a:cubicBezTo>
                    <a:pt x="208" y="647"/>
                    <a:pt x="208" y="647"/>
                    <a:pt x="208" y="647"/>
                  </a:cubicBezTo>
                  <a:cubicBezTo>
                    <a:pt x="208" y="647"/>
                    <a:pt x="208" y="647"/>
                    <a:pt x="208" y="647"/>
                  </a:cubicBezTo>
                  <a:cubicBezTo>
                    <a:pt x="208" y="647"/>
                    <a:pt x="208" y="647"/>
                    <a:pt x="208" y="647"/>
                  </a:cubicBezTo>
                  <a:cubicBezTo>
                    <a:pt x="208" y="647"/>
                    <a:pt x="208" y="647"/>
                    <a:pt x="208" y="647"/>
                  </a:cubicBezTo>
                  <a:cubicBezTo>
                    <a:pt x="207" y="647"/>
                    <a:pt x="207" y="647"/>
                    <a:pt x="207" y="647"/>
                  </a:cubicBezTo>
                  <a:cubicBezTo>
                    <a:pt x="207" y="647"/>
                    <a:pt x="207" y="647"/>
                    <a:pt x="207" y="647"/>
                  </a:cubicBezTo>
                  <a:cubicBezTo>
                    <a:pt x="207" y="647"/>
                    <a:pt x="207" y="647"/>
                    <a:pt x="207" y="647"/>
                  </a:cubicBezTo>
                  <a:cubicBezTo>
                    <a:pt x="207" y="647"/>
                    <a:pt x="207" y="647"/>
                    <a:pt x="207" y="647"/>
                  </a:cubicBezTo>
                  <a:cubicBezTo>
                    <a:pt x="207" y="647"/>
                    <a:pt x="207" y="647"/>
                    <a:pt x="207" y="647"/>
                  </a:cubicBezTo>
                  <a:cubicBezTo>
                    <a:pt x="207" y="647"/>
                    <a:pt x="207" y="647"/>
                    <a:pt x="207" y="647"/>
                  </a:cubicBezTo>
                  <a:cubicBezTo>
                    <a:pt x="206" y="647"/>
                    <a:pt x="206" y="647"/>
                    <a:pt x="206" y="647"/>
                  </a:cubicBezTo>
                  <a:cubicBezTo>
                    <a:pt x="206" y="647"/>
                    <a:pt x="206" y="647"/>
                    <a:pt x="206" y="647"/>
                  </a:cubicBezTo>
                  <a:cubicBezTo>
                    <a:pt x="206" y="647"/>
                    <a:pt x="206" y="647"/>
                    <a:pt x="206" y="647"/>
                  </a:cubicBezTo>
                  <a:cubicBezTo>
                    <a:pt x="206" y="647"/>
                    <a:pt x="206" y="647"/>
                    <a:pt x="206" y="647"/>
                  </a:cubicBezTo>
                  <a:cubicBezTo>
                    <a:pt x="205" y="647"/>
                    <a:pt x="205" y="647"/>
                    <a:pt x="205" y="647"/>
                  </a:cubicBezTo>
                  <a:cubicBezTo>
                    <a:pt x="205" y="647"/>
                    <a:pt x="205" y="647"/>
                    <a:pt x="205" y="647"/>
                  </a:cubicBezTo>
                  <a:cubicBezTo>
                    <a:pt x="205" y="646"/>
                    <a:pt x="205" y="646"/>
                    <a:pt x="205" y="646"/>
                  </a:cubicBezTo>
                  <a:cubicBezTo>
                    <a:pt x="205" y="646"/>
                    <a:pt x="205" y="646"/>
                    <a:pt x="205" y="646"/>
                  </a:cubicBezTo>
                  <a:cubicBezTo>
                    <a:pt x="204" y="646"/>
                    <a:pt x="204" y="646"/>
                    <a:pt x="204" y="646"/>
                  </a:cubicBezTo>
                  <a:cubicBezTo>
                    <a:pt x="204" y="646"/>
                    <a:pt x="204" y="646"/>
                    <a:pt x="204" y="646"/>
                  </a:cubicBezTo>
                  <a:cubicBezTo>
                    <a:pt x="203" y="646"/>
                    <a:pt x="203" y="646"/>
                    <a:pt x="203" y="646"/>
                  </a:cubicBezTo>
                  <a:cubicBezTo>
                    <a:pt x="203" y="646"/>
                    <a:pt x="203" y="646"/>
                    <a:pt x="203" y="646"/>
                  </a:cubicBezTo>
                  <a:cubicBezTo>
                    <a:pt x="203" y="646"/>
                    <a:pt x="203" y="646"/>
                    <a:pt x="203" y="646"/>
                  </a:cubicBezTo>
                  <a:cubicBezTo>
                    <a:pt x="203" y="646"/>
                    <a:pt x="203" y="646"/>
                    <a:pt x="203" y="646"/>
                  </a:cubicBezTo>
                  <a:cubicBezTo>
                    <a:pt x="203" y="645"/>
                    <a:pt x="203" y="645"/>
                    <a:pt x="203" y="645"/>
                  </a:cubicBezTo>
                  <a:cubicBezTo>
                    <a:pt x="203" y="645"/>
                    <a:pt x="203" y="645"/>
                    <a:pt x="203" y="645"/>
                  </a:cubicBezTo>
                  <a:cubicBezTo>
                    <a:pt x="202" y="645"/>
                    <a:pt x="202" y="645"/>
                    <a:pt x="202" y="645"/>
                  </a:cubicBezTo>
                  <a:cubicBezTo>
                    <a:pt x="202" y="645"/>
                    <a:pt x="202" y="645"/>
                    <a:pt x="202" y="645"/>
                  </a:cubicBezTo>
                  <a:cubicBezTo>
                    <a:pt x="202" y="645"/>
                    <a:pt x="202" y="645"/>
                    <a:pt x="202" y="645"/>
                  </a:cubicBezTo>
                  <a:cubicBezTo>
                    <a:pt x="202" y="645"/>
                    <a:pt x="202" y="645"/>
                    <a:pt x="202" y="645"/>
                  </a:cubicBezTo>
                  <a:cubicBezTo>
                    <a:pt x="201" y="645"/>
                    <a:pt x="201" y="645"/>
                    <a:pt x="201" y="645"/>
                  </a:cubicBezTo>
                  <a:cubicBezTo>
                    <a:pt x="201" y="645"/>
                    <a:pt x="201" y="645"/>
                    <a:pt x="201" y="645"/>
                  </a:cubicBezTo>
                  <a:cubicBezTo>
                    <a:pt x="201" y="645"/>
                    <a:pt x="201" y="645"/>
                    <a:pt x="201" y="645"/>
                  </a:cubicBezTo>
                  <a:cubicBezTo>
                    <a:pt x="201" y="645"/>
                    <a:pt x="201" y="645"/>
                    <a:pt x="201" y="645"/>
                  </a:cubicBezTo>
                  <a:cubicBezTo>
                    <a:pt x="200" y="645"/>
                    <a:pt x="200" y="645"/>
                    <a:pt x="200" y="645"/>
                  </a:cubicBezTo>
                  <a:cubicBezTo>
                    <a:pt x="200" y="645"/>
                    <a:pt x="200" y="645"/>
                    <a:pt x="200" y="645"/>
                  </a:cubicBezTo>
                  <a:cubicBezTo>
                    <a:pt x="200" y="645"/>
                    <a:pt x="200" y="645"/>
                    <a:pt x="200" y="645"/>
                  </a:cubicBezTo>
                  <a:cubicBezTo>
                    <a:pt x="200" y="645"/>
                    <a:pt x="200" y="645"/>
                    <a:pt x="200" y="645"/>
                  </a:cubicBezTo>
                  <a:cubicBezTo>
                    <a:pt x="199" y="645"/>
                    <a:pt x="199" y="645"/>
                    <a:pt x="199" y="645"/>
                  </a:cubicBezTo>
                  <a:cubicBezTo>
                    <a:pt x="199" y="645"/>
                    <a:pt x="199" y="645"/>
                    <a:pt x="199" y="645"/>
                  </a:cubicBezTo>
                  <a:cubicBezTo>
                    <a:pt x="199" y="644"/>
                    <a:pt x="199" y="644"/>
                    <a:pt x="199" y="644"/>
                  </a:cubicBezTo>
                  <a:cubicBezTo>
                    <a:pt x="199" y="644"/>
                    <a:pt x="199" y="644"/>
                    <a:pt x="199" y="644"/>
                  </a:cubicBezTo>
                  <a:cubicBezTo>
                    <a:pt x="199" y="642"/>
                    <a:pt x="199" y="642"/>
                    <a:pt x="199" y="642"/>
                  </a:cubicBezTo>
                  <a:cubicBezTo>
                    <a:pt x="199" y="642"/>
                    <a:pt x="199" y="642"/>
                    <a:pt x="199" y="642"/>
                  </a:cubicBezTo>
                  <a:cubicBezTo>
                    <a:pt x="209" y="639"/>
                    <a:pt x="209" y="639"/>
                    <a:pt x="209" y="639"/>
                  </a:cubicBezTo>
                  <a:cubicBezTo>
                    <a:pt x="209" y="639"/>
                    <a:pt x="209" y="639"/>
                    <a:pt x="209" y="639"/>
                  </a:cubicBezTo>
                  <a:cubicBezTo>
                    <a:pt x="212" y="639"/>
                    <a:pt x="212" y="639"/>
                    <a:pt x="212" y="639"/>
                  </a:cubicBezTo>
                  <a:cubicBezTo>
                    <a:pt x="212" y="639"/>
                    <a:pt x="212" y="639"/>
                    <a:pt x="212" y="639"/>
                  </a:cubicBezTo>
                  <a:cubicBezTo>
                    <a:pt x="215" y="639"/>
                    <a:pt x="215" y="639"/>
                    <a:pt x="215" y="639"/>
                  </a:cubicBezTo>
                  <a:cubicBezTo>
                    <a:pt x="215" y="639"/>
                    <a:pt x="215" y="639"/>
                    <a:pt x="215" y="639"/>
                  </a:cubicBezTo>
                  <a:cubicBezTo>
                    <a:pt x="217" y="638"/>
                    <a:pt x="217" y="638"/>
                    <a:pt x="217" y="638"/>
                  </a:cubicBezTo>
                  <a:cubicBezTo>
                    <a:pt x="217" y="638"/>
                    <a:pt x="217" y="638"/>
                    <a:pt x="217" y="638"/>
                  </a:cubicBezTo>
                  <a:cubicBezTo>
                    <a:pt x="220" y="637"/>
                    <a:pt x="220" y="637"/>
                    <a:pt x="220" y="637"/>
                  </a:cubicBezTo>
                  <a:cubicBezTo>
                    <a:pt x="220" y="637"/>
                    <a:pt x="220" y="637"/>
                    <a:pt x="220" y="637"/>
                  </a:cubicBezTo>
                  <a:cubicBezTo>
                    <a:pt x="223" y="636"/>
                    <a:pt x="223" y="636"/>
                    <a:pt x="223" y="636"/>
                  </a:cubicBezTo>
                  <a:cubicBezTo>
                    <a:pt x="223" y="636"/>
                    <a:pt x="223" y="636"/>
                    <a:pt x="223" y="636"/>
                  </a:cubicBezTo>
                  <a:cubicBezTo>
                    <a:pt x="225" y="635"/>
                    <a:pt x="225" y="635"/>
                    <a:pt x="225" y="635"/>
                  </a:cubicBezTo>
                  <a:cubicBezTo>
                    <a:pt x="225" y="635"/>
                    <a:pt x="225" y="635"/>
                    <a:pt x="225" y="635"/>
                  </a:cubicBezTo>
                  <a:cubicBezTo>
                    <a:pt x="228" y="634"/>
                    <a:pt x="228" y="634"/>
                    <a:pt x="228" y="634"/>
                  </a:cubicBezTo>
                  <a:cubicBezTo>
                    <a:pt x="228" y="634"/>
                    <a:pt x="228" y="634"/>
                    <a:pt x="228" y="634"/>
                  </a:cubicBezTo>
                  <a:cubicBezTo>
                    <a:pt x="231" y="632"/>
                    <a:pt x="231" y="632"/>
                    <a:pt x="231" y="632"/>
                  </a:cubicBezTo>
                  <a:cubicBezTo>
                    <a:pt x="231" y="632"/>
                    <a:pt x="231" y="632"/>
                    <a:pt x="231" y="632"/>
                  </a:cubicBezTo>
                  <a:cubicBezTo>
                    <a:pt x="231" y="632"/>
                    <a:pt x="231" y="632"/>
                    <a:pt x="231" y="632"/>
                  </a:cubicBezTo>
                  <a:cubicBezTo>
                    <a:pt x="231" y="632"/>
                    <a:pt x="231" y="632"/>
                    <a:pt x="231" y="632"/>
                  </a:cubicBezTo>
                  <a:cubicBezTo>
                    <a:pt x="231" y="632"/>
                    <a:pt x="231" y="632"/>
                    <a:pt x="231" y="632"/>
                  </a:cubicBezTo>
                  <a:cubicBezTo>
                    <a:pt x="231" y="632"/>
                    <a:pt x="231" y="632"/>
                    <a:pt x="231" y="632"/>
                  </a:cubicBezTo>
                  <a:cubicBezTo>
                    <a:pt x="232" y="632"/>
                    <a:pt x="232" y="632"/>
                    <a:pt x="232" y="632"/>
                  </a:cubicBezTo>
                  <a:cubicBezTo>
                    <a:pt x="232" y="632"/>
                    <a:pt x="232" y="632"/>
                    <a:pt x="232" y="632"/>
                  </a:cubicBezTo>
                  <a:cubicBezTo>
                    <a:pt x="232" y="632"/>
                    <a:pt x="232" y="632"/>
                    <a:pt x="232" y="632"/>
                  </a:cubicBezTo>
                  <a:cubicBezTo>
                    <a:pt x="232" y="632"/>
                    <a:pt x="232" y="632"/>
                    <a:pt x="232" y="632"/>
                  </a:cubicBezTo>
                  <a:cubicBezTo>
                    <a:pt x="232" y="632"/>
                    <a:pt x="232" y="632"/>
                    <a:pt x="232" y="632"/>
                  </a:cubicBezTo>
                  <a:cubicBezTo>
                    <a:pt x="232" y="632"/>
                    <a:pt x="232" y="632"/>
                    <a:pt x="232" y="632"/>
                  </a:cubicBezTo>
                  <a:cubicBezTo>
                    <a:pt x="233" y="632"/>
                    <a:pt x="233" y="632"/>
                    <a:pt x="233" y="632"/>
                  </a:cubicBezTo>
                  <a:cubicBezTo>
                    <a:pt x="233" y="632"/>
                    <a:pt x="233" y="632"/>
                    <a:pt x="233" y="632"/>
                  </a:cubicBezTo>
                  <a:cubicBezTo>
                    <a:pt x="233" y="632"/>
                    <a:pt x="233" y="632"/>
                    <a:pt x="233" y="632"/>
                  </a:cubicBezTo>
                  <a:cubicBezTo>
                    <a:pt x="233" y="632"/>
                    <a:pt x="233" y="632"/>
                    <a:pt x="233" y="632"/>
                  </a:cubicBezTo>
                  <a:cubicBezTo>
                    <a:pt x="233" y="632"/>
                    <a:pt x="233" y="632"/>
                    <a:pt x="233" y="632"/>
                  </a:cubicBezTo>
                  <a:cubicBezTo>
                    <a:pt x="233" y="632"/>
                    <a:pt x="233" y="632"/>
                    <a:pt x="233" y="632"/>
                  </a:cubicBezTo>
                  <a:cubicBezTo>
                    <a:pt x="233" y="632"/>
                    <a:pt x="233" y="632"/>
                    <a:pt x="233" y="632"/>
                  </a:cubicBezTo>
                  <a:cubicBezTo>
                    <a:pt x="233" y="632"/>
                    <a:pt x="233" y="632"/>
                    <a:pt x="233" y="632"/>
                  </a:cubicBezTo>
                  <a:cubicBezTo>
                    <a:pt x="233" y="633"/>
                    <a:pt x="233" y="633"/>
                    <a:pt x="233" y="633"/>
                  </a:cubicBezTo>
                  <a:cubicBezTo>
                    <a:pt x="233" y="633"/>
                    <a:pt x="233" y="633"/>
                    <a:pt x="233" y="633"/>
                  </a:cubicBezTo>
                  <a:cubicBezTo>
                    <a:pt x="233" y="633"/>
                    <a:pt x="233" y="633"/>
                    <a:pt x="233" y="633"/>
                  </a:cubicBezTo>
                  <a:cubicBezTo>
                    <a:pt x="233" y="633"/>
                    <a:pt x="233" y="633"/>
                    <a:pt x="233" y="633"/>
                  </a:cubicBezTo>
                  <a:cubicBezTo>
                    <a:pt x="234" y="633"/>
                    <a:pt x="234" y="633"/>
                    <a:pt x="234" y="633"/>
                  </a:cubicBezTo>
                  <a:cubicBezTo>
                    <a:pt x="234" y="633"/>
                    <a:pt x="234" y="633"/>
                    <a:pt x="234" y="633"/>
                  </a:cubicBezTo>
                  <a:cubicBezTo>
                    <a:pt x="234" y="633"/>
                    <a:pt x="234" y="633"/>
                    <a:pt x="234" y="633"/>
                  </a:cubicBezTo>
                  <a:cubicBezTo>
                    <a:pt x="234" y="633"/>
                    <a:pt x="234" y="633"/>
                    <a:pt x="234" y="633"/>
                  </a:cubicBezTo>
                  <a:cubicBezTo>
                    <a:pt x="234" y="633"/>
                    <a:pt x="234" y="633"/>
                    <a:pt x="234" y="633"/>
                  </a:cubicBezTo>
                  <a:cubicBezTo>
                    <a:pt x="234" y="633"/>
                    <a:pt x="234" y="633"/>
                    <a:pt x="234" y="633"/>
                  </a:cubicBezTo>
                  <a:cubicBezTo>
                    <a:pt x="234" y="634"/>
                    <a:pt x="234" y="634"/>
                    <a:pt x="234" y="634"/>
                  </a:cubicBezTo>
                  <a:cubicBezTo>
                    <a:pt x="234" y="634"/>
                    <a:pt x="234" y="634"/>
                    <a:pt x="234" y="634"/>
                  </a:cubicBezTo>
                  <a:cubicBezTo>
                    <a:pt x="235" y="634"/>
                    <a:pt x="235" y="634"/>
                    <a:pt x="235" y="634"/>
                  </a:cubicBezTo>
                  <a:cubicBezTo>
                    <a:pt x="235" y="634"/>
                    <a:pt x="235" y="634"/>
                    <a:pt x="235" y="634"/>
                  </a:cubicBezTo>
                  <a:cubicBezTo>
                    <a:pt x="235" y="634"/>
                    <a:pt x="235" y="634"/>
                    <a:pt x="235" y="634"/>
                  </a:cubicBezTo>
                  <a:cubicBezTo>
                    <a:pt x="235" y="634"/>
                    <a:pt x="235" y="634"/>
                    <a:pt x="235" y="634"/>
                  </a:cubicBezTo>
                  <a:cubicBezTo>
                    <a:pt x="235" y="634"/>
                    <a:pt x="235" y="634"/>
                    <a:pt x="235" y="634"/>
                  </a:cubicBezTo>
                  <a:cubicBezTo>
                    <a:pt x="235" y="634"/>
                    <a:pt x="235" y="634"/>
                    <a:pt x="235" y="634"/>
                  </a:cubicBezTo>
                  <a:cubicBezTo>
                    <a:pt x="235" y="634"/>
                    <a:pt x="235" y="634"/>
                    <a:pt x="235" y="634"/>
                  </a:cubicBezTo>
                  <a:cubicBezTo>
                    <a:pt x="235" y="634"/>
                    <a:pt x="235" y="634"/>
                    <a:pt x="235" y="634"/>
                  </a:cubicBezTo>
                  <a:cubicBezTo>
                    <a:pt x="235" y="635"/>
                    <a:pt x="235" y="635"/>
                    <a:pt x="235" y="635"/>
                  </a:cubicBezTo>
                  <a:cubicBezTo>
                    <a:pt x="235" y="635"/>
                    <a:pt x="235" y="635"/>
                    <a:pt x="235" y="635"/>
                  </a:cubicBezTo>
                  <a:cubicBezTo>
                    <a:pt x="235" y="635"/>
                    <a:pt x="235" y="635"/>
                    <a:pt x="235" y="635"/>
                  </a:cubicBezTo>
                  <a:cubicBezTo>
                    <a:pt x="235" y="635"/>
                    <a:pt x="235" y="635"/>
                    <a:pt x="235" y="635"/>
                  </a:cubicBezTo>
                  <a:cubicBezTo>
                    <a:pt x="235" y="635"/>
                    <a:pt x="235" y="635"/>
                    <a:pt x="235" y="635"/>
                  </a:cubicBezTo>
                  <a:cubicBezTo>
                    <a:pt x="235" y="635"/>
                    <a:pt x="235" y="635"/>
                    <a:pt x="235" y="635"/>
                  </a:cubicBezTo>
                  <a:cubicBezTo>
                    <a:pt x="235" y="636"/>
                    <a:pt x="235" y="636"/>
                    <a:pt x="235" y="636"/>
                  </a:cubicBezTo>
                  <a:cubicBezTo>
                    <a:pt x="235" y="636"/>
                    <a:pt x="235" y="636"/>
                    <a:pt x="235" y="636"/>
                  </a:cubicBezTo>
                  <a:cubicBezTo>
                    <a:pt x="235" y="636"/>
                    <a:pt x="235" y="636"/>
                    <a:pt x="235" y="636"/>
                  </a:cubicBezTo>
                  <a:cubicBezTo>
                    <a:pt x="235" y="636"/>
                    <a:pt x="235" y="636"/>
                    <a:pt x="235" y="636"/>
                  </a:cubicBezTo>
                  <a:cubicBezTo>
                    <a:pt x="235" y="636"/>
                    <a:pt x="235" y="636"/>
                    <a:pt x="235" y="636"/>
                  </a:cubicBezTo>
                  <a:cubicBezTo>
                    <a:pt x="235" y="636"/>
                    <a:pt x="235" y="636"/>
                    <a:pt x="235" y="636"/>
                  </a:cubicBezTo>
                  <a:cubicBezTo>
                    <a:pt x="235" y="636"/>
                    <a:pt x="235" y="636"/>
                    <a:pt x="235" y="636"/>
                  </a:cubicBezTo>
                  <a:cubicBezTo>
                    <a:pt x="235" y="636"/>
                    <a:pt x="235" y="636"/>
                    <a:pt x="235" y="636"/>
                  </a:cubicBezTo>
                  <a:cubicBezTo>
                    <a:pt x="235" y="636"/>
                    <a:pt x="235" y="636"/>
                    <a:pt x="235" y="636"/>
                  </a:cubicBezTo>
                  <a:cubicBezTo>
                    <a:pt x="235" y="636"/>
                    <a:pt x="235" y="636"/>
                    <a:pt x="235" y="636"/>
                  </a:cubicBezTo>
                  <a:cubicBezTo>
                    <a:pt x="235" y="636"/>
                    <a:pt x="235" y="636"/>
                    <a:pt x="235" y="636"/>
                  </a:cubicBezTo>
                  <a:cubicBezTo>
                    <a:pt x="235" y="636"/>
                    <a:pt x="235" y="636"/>
                    <a:pt x="235" y="636"/>
                  </a:cubicBezTo>
                  <a:cubicBezTo>
                    <a:pt x="235" y="637"/>
                    <a:pt x="235" y="637"/>
                    <a:pt x="235" y="637"/>
                  </a:cubicBezTo>
                  <a:cubicBezTo>
                    <a:pt x="235" y="637"/>
                    <a:pt x="235" y="637"/>
                    <a:pt x="235" y="637"/>
                  </a:cubicBezTo>
                  <a:cubicBezTo>
                    <a:pt x="235" y="637"/>
                    <a:pt x="235" y="637"/>
                    <a:pt x="235" y="637"/>
                  </a:cubicBezTo>
                  <a:cubicBezTo>
                    <a:pt x="235" y="637"/>
                    <a:pt x="235" y="637"/>
                    <a:pt x="235" y="637"/>
                  </a:cubicBezTo>
                  <a:cubicBezTo>
                    <a:pt x="236" y="637"/>
                    <a:pt x="236" y="637"/>
                    <a:pt x="236" y="637"/>
                  </a:cubicBezTo>
                  <a:cubicBezTo>
                    <a:pt x="236" y="637"/>
                    <a:pt x="236" y="637"/>
                    <a:pt x="236" y="637"/>
                  </a:cubicBezTo>
                  <a:cubicBezTo>
                    <a:pt x="236" y="637"/>
                    <a:pt x="236" y="637"/>
                    <a:pt x="236" y="637"/>
                  </a:cubicBezTo>
                  <a:cubicBezTo>
                    <a:pt x="236" y="637"/>
                    <a:pt x="236" y="637"/>
                    <a:pt x="236" y="637"/>
                  </a:cubicBezTo>
                  <a:cubicBezTo>
                    <a:pt x="236" y="638"/>
                    <a:pt x="236" y="638"/>
                    <a:pt x="236" y="638"/>
                  </a:cubicBezTo>
                  <a:cubicBezTo>
                    <a:pt x="236" y="638"/>
                    <a:pt x="236" y="638"/>
                    <a:pt x="236" y="638"/>
                  </a:cubicBezTo>
                  <a:cubicBezTo>
                    <a:pt x="235" y="638"/>
                    <a:pt x="235" y="638"/>
                    <a:pt x="235" y="638"/>
                  </a:cubicBezTo>
                  <a:cubicBezTo>
                    <a:pt x="235" y="638"/>
                    <a:pt x="235" y="638"/>
                    <a:pt x="235" y="638"/>
                  </a:cubicBezTo>
                  <a:cubicBezTo>
                    <a:pt x="235" y="639"/>
                    <a:pt x="235" y="639"/>
                    <a:pt x="235" y="639"/>
                  </a:cubicBezTo>
                  <a:cubicBezTo>
                    <a:pt x="235" y="639"/>
                    <a:pt x="235" y="639"/>
                    <a:pt x="235" y="639"/>
                  </a:cubicBezTo>
                  <a:cubicBezTo>
                    <a:pt x="235" y="639"/>
                    <a:pt x="235" y="639"/>
                    <a:pt x="235" y="639"/>
                  </a:cubicBezTo>
                  <a:cubicBezTo>
                    <a:pt x="235" y="639"/>
                    <a:pt x="235" y="639"/>
                    <a:pt x="235" y="639"/>
                  </a:cubicBezTo>
                  <a:cubicBezTo>
                    <a:pt x="234" y="639"/>
                    <a:pt x="234" y="639"/>
                    <a:pt x="234" y="639"/>
                  </a:cubicBezTo>
                  <a:cubicBezTo>
                    <a:pt x="234" y="639"/>
                    <a:pt x="234" y="639"/>
                    <a:pt x="234" y="639"/>
                  </a:cubicBezTo>
                  <a:cubicBezTo>
                    <a:pt x="234" y="639"/>
                    <a:pt x="234" y="639"/>
                    <a:pt x="234" y="639"/>
                  </a:cubicBezTo>
                  <a:cubicBezTo>
                    <a:pt x="234" y="639"/>
                    <a:pt x="234" y="639"/>
                    <a:pt x="234" y="639"/>
                  </a:cubicBezTo>
                  <a:cubicBezTo>
                    <a:pt x="234" y="640"/>
                    <a:pt x="234" y="640"/>
                    <a:pt x="234" y="640"/>
                  </a:cubicBezTo>
                  <a:cubicBezTo>
                    <a:pt x="234" y="640"/>
                    <a:pt x="234" y="640"/>
                    <a:pt x="234" y="640"/>
                  </a:cubicBezTo>
                  <a:cubicBezTo>
                    <a:pt x="234" y="640"/>
                    <a:pt x="234" y="640"/>
                    <a:pt x="234" y="640"/>
                  </a:cubicBezTo>
                  <a:cubicBezTo>
                    <a:pt x="234" y="640"/>
                    <a:pt x="234" y="640"/>
                    <a:pt x="234" y="640"/>
                  </a:cubicBezTo>
                  <a:cubicBezTo>
                    <a:pt x="234" y="640"/>
                    <a:pt x="234" y="640"/>
                    <a:pt x="234" y="640"/>
                  </a:cubicBezTo>
                  <a:cubicBezTo>
                    <a:pt x="234" y="640"/>
                    <a:pt x="234" y="640"/>
                    <a:pt x="234" y="640"/>
                  </a:cubicBezTo>
                  <a:cubicBezTo>
                    <a:pt x="229" y="642"/>
                    <a:pt x="229" y="642"/>
                    <a:pt x="229" y="642"/>
                  </a:cubicBezTo>
                  <a:cubicBezTo>
                    <a:pt x="229" y="642"/>
                    <a:pt x="229" y="642"/>
                    <a:pt x="229" y="642"/>
                  </a:cubicBezTo>
                  <a:cubicBezTo>
                    <a:pt x="226" y="645"/>
                    <a:pt x="226" y="645"/>
                    <a:pt x="226" y="645"/>
                  </a:cubicBezTo>
                  <a:cubicBezTo>
                    <a:pt x="226" y="645"/>
                    <a:pt x="226" y="645"/>
                    <a:pt x="226" y="645"/>
                  </a:cubicBezTo>
                  <a:cubicBezTo>
                    <a:pt x="223" y="648"/>
                    <a:pt x="223" y="648"/>
                    <a:pt x="223" y="648"/>
                  </a:cubicBezTo>
                  <a:cubicBezTo>
                    <a:pt x="223" y="648"/>
                    <a:pt x="223" y="648"/>
                    <a:pt x="223" y="648"/>
                  </a:cubicBezTo>
                  <a:cubicBezTo>
                    <a:pt x="220" y="652"/>
                    <a:pt x="220" y="652"/>
                    <a:pt x="220" y="652"/>
                  </a:cubicBezTo>
                  <a:cubicBezTo>
                    <a:pt x="220" y="652"/>
                    <a:pt x="220" y="652"/>
                    <a:pt x="220" y="652"/>
                  </a:cubicBezTo>
                  <a:cubicBezTo>
                    <a:pt x="217" y="656"/>
                    <a:pt x="217" y="656"/>
                    <a:pt x="217" y="656"/>
                  </a:cubicBezTo>
                  <a:cubicBezTo>
                    <a:pt x="217" y="656"/>
                    <a:pt x="217" y="656"/>
                    <a:pt x="217" y="656"/>
                  </a:cubicBezTo>
                  <a:cubicBezTo>
                    <a:pt x="215" y="659"/>
                    <a:pt x="215" y="659"/>
                    <a:pt x="215" y="659"/>
                  </a:cubicBezTo>
                  <a:cubicBezTo>
                    <a:pt x="215" y="659"/>
                    <a:pt x="215" y="659"/>
                    <a:pt x="215" y="659"/>
                  </a:cubicBezTo>
                  <a:cubicBezTo>
                    <a:pt x="212" y="663"/>
                    <a:pt x="212" y="663"/>
                    <a:pt x="212" y="663"/>
                  </a:cubicBezTo>
                  <a:cubicBezTo>
                    <a:pt x="212" y="663"/>
                    <a:pt x="212" y="663"/>
                    <a:pt x="212" y="663"/>
                  </a:cubicBezTo>
                  <a:cubicBezTo>
                    <a:pt x="209" y="667"/>
                    <a:pt x="209" y="667"/>
                    <a:pt x="209" y="667"/>
                  </a:cubicBezTo>
                  <a:cubicBezTo>
                    <a:pt x="209" y="667"/>
                    <a:pt x="209" y="667"/>
                    <a:pt x="209" y="667"/>
                  </a:cubicBezTo>
                  <a:cubicBezTo>
                    <a:pt x="209" y="667"/>
                    <a:pt x="209" y="667"/>
                    <a:pt x="209" y="667"/>
                  </a:cubicBezTo>
                  <a:cubicBezTo>
                    <a:pt x="209" y="667"/>
                    <a:pt x="209" y="667"/>
                    <a:pt x="209" y="667"/>
                  </a:cubicBezTo>
                  <a:cubicBezTo>
                    <a:pt x="209" y="667"/>
                    <a:pt x="209" y="667"/>
                    <a:pt x="209" y="667"/>
                  </a:cubicBezTo>
                  <a:cubicBezTo>
                    <a:pt x="209" y="667"/>
                    <a:pt x="209" y="667"/>
                    <a:pt x="209" y="667"/>
                  </a:cubicBezTo>
                  <a:cubicBezTo>
                    <a:pt x="209" y="667"/>
                    <a:pt x="209" y="667"/>
                    <a:pt x="209" y="667"/>
                  </a:cubicBezTo>
                  <a:cubicBezTo>
                    <a:pt x="209" y="667"/>
                    <a:pt x="209" y="667"/>
                    <a:pt x="209" y="667"/>
                  </a:cubicBezTo>
                  <a:cubicBezTo>
                    <a:pt x="210" y="667"/>
                    <a:pt x="210" y="667"/>
                    <a:pt x="210" y="667"/>
                  </a:cubicBezTo>
                  <a:cubicBezTo>
                    <a:pt x="210" y="667"/>
                    <a:pt x="210" y="667"/>
                    <a:pt x="210" y="667"/>
                  </a:cubicBezTo>
                  <a:cubicBezTo>
                    <a:pt x="210" y="667"/>
                    <a:pt x="210" y="667"/>
                    <a:pt x="210" y="667"/>
                  </a:cubicBezTo>
                  <a:cubicBezTo>
                    <a:pt x="210" y="667"/>
                    <a:pt x="210" y="667"/>
                    <a:pt x="210" y="667"/>
                  </a:cubicBezTo>
                  <a:cubicBezTo>
                    <a:pt x="210" y="667"/>
                    <a:pt x="210" y="667"/>
                    <a:pt x="210" y="667"/>
                  </a:cubicBezTo>
                  <a:cubicBezTo>
                    <a:pt x="210" y="667"/>
                    <a:pt x="210" y="667"/>
                    <a:pt x="210" y="667"/>
                  </a:cubicBezTo>
                  <a:cubicBezTo>
                    <a:pt x="210" y="667"/>
                    <a:pt x="210" y="667"/>
                    <a:pt x="210" y="667"/>
                  </a:cubicBezTo>
                  <a:cubicBezTo>
                    <a:pt x="210" y="667"/>
                    <a:pt x="210" y="667"/>
                    <a:pt x="210" y="667"/>
                  </a:cubicBezTo>
                  <a:cubicBezTo>
                    <a:pt x="211" y="667"/>
                    <a:pt x="211" y="667"/>
                    <a:pt x="211" y="667"/>
                  </a:cubicBezTo>
                  <a:cubicBezTo>
                    <a:pt x="211" y="667"/>
                    <a:pt x="211" y="667"/>
                    <a:pt x="211" y="667"/>
                  </a:cubicBezTo>
                  <a:cubicBezTo>
                    <a:pt x="222" y="661"/>
                    <a:pt x="222" y="661"/>
                    <a:pt x="222" y="661"/>
                  </a:cubicBezTo>
                  <a:cubicBezTo>
                    <a:pt x="222" y="661"/>
                    <a:pt x="222" y="661"/>
                    <a:pt x="222" y="661"/>
                  </a:cubicBezTo>
                  <a:cubicBezTo>
                    <a:pt x="222" y="659"/>
                    <a:pt x="222" y="659"/>
                    <a:pt x="222" y="659"/>
                  </a:cubicBezTo>
                  <a:cubicBezTo>
                    <a:pt x="222" y="659"/>
                    <a:pt x="222" y="659"/>
                    <a:pt x="222" y="659"/>
                  </a:cubicBezTo>
                  <a:cubicBezTo>
                    <a:pt x="222" y="653"/>
                    <a:pt x="222" y="653"/>
                    <a:pt x="222" y="653"/>
                  </a:cubicBezTo>
                  <a:cubicBezTo>
                    <a:pt x="222" y="653"/>
                    <a:pt x="222" y="653"/>
                    <a:pt x="222" y="653"/>
                  </a:cubicBezTo>
                  <a:cubicBezTo>
                    <a:pt x="223" y="652"/>
                    <a:pt x="223" y="652"/>
                    <a:pt x="223" y="652"/>
                  </a:cubicBezTo>
                  <a:cubicBezTo>
                    <a:pt x="223" y="652"/>
                    <a:pt x="223" y="652"/>
                    <a:pt x="223" y="652"/>
                  </a:cubicBezTo>
                  <a:cubicBezTo>
                    <a:pt x="224" y="652"/>
                    <a:pt x="224" y="652"/>
                    <a:pt x="224" y="652"/>
                  </a:cubicBezTo>
                  <a:cubicBezTo>
                    <a:pt x="224" y="652"/>
                    <a:pt x="224" y="652"/>
                    <a:pt x="224" y="652"/>
                  </a:cubicBezTo>
                  <a:cubicBezTo>
                    <a:pt x="224" y="652"/>
                    <a:pt x="224" y="652"/>
                    <a:pt x="224" y="652"/>
                  </a:cubicBezTo>
                  <a:cubicBezTo>
                    <a:pt x="224" y="652"/>
                    <a:pt x="224" y="652"/>
                    <a:pt x="224" y="652"/>
                  </a:cubicBezTo>
                  <a:cubicBezTo>
                    <a:pt x="224" y="652"/>
                    <a:pt x="224" y="652"/>
                    <a:pt x="224" y="652"/>
                  </a:cubicBezTo>
                  <a:cubicBezTo>
                    <a:pt x="224" y="652"/>
                    <a:pt x="224" y="652"/>
                    <a:pt x="224" y="652"/>
                  </a:cubicBezTo>
                  <a:cubicBezTo>
                    <a:pt x="225" y="652"/>
                    <a:pt x="225" y="652"/>
                    <a:pt x="225" y="652"/>
                  </a:cubicBezTo>
                  <a:cubicBezTo>
                    <a:pt x="225" y="652"/>
                    <a:pt x="225" y="652"/>
                    <a:pt x="225" y="652"/>
                  </a:cubicBezTo>
                  <a:cubicBezTo>
                    <a:pt x="225" y="653"/>
                    <a:pt x="225" y="653"/>
                    <a:pt x="225" y="653"/>
                  </a:cubicBezTo>
                  <a:cubicBezTo>
                    <a:pt x="225" y="653"/>
                    <a:pt x="225" y="653"/>
                    <a:pt x="225" y="653"/>
                  </a:cubicBezTo>
                  <a:cubicBezTo>
                    <a:pt x="225" y="653"/>
                    <a:pt x="225" y="653"/>
                    <a:pt x="225" y="653"/>
                  </a:cubicBezTo>
                  <a:cubicBezTo>
                    <a:pt x="225" y="653"/>
                    <a:pt x="225" y="653"/>
                    <a:pt x="225" y="653"/>
                  </a:cubicBezTo>
                  <a:cubicBezTo>
                    <a:pt x="226" y="653"/>
                    <a:pt x="226" y="653"/>
                    <a:pt x="226" y="653"/>
                  </a:cubicBezTo>
                  <a:cubicBezTo>
                    <a:pt x="226" y="653"/>
                    <a:pt x="226" y="653"/>
                    <a:pt x="226" y="653"/>
                  </a:cubicBezTo>
                  <a:cubicBezTo>
                    <a:pt x="226" y="653"/>
                    <a:pt x="226" y="653"/>
                    <a:pt x="226" y="653"/>
                  </a:cubicBezTo>
                  <a:cubicBezTo>
                    <a:pt x="226" y="653"/>
                    <a:pt x="226" y="653"/>
                    <a:pt x="226" y="653"/>
                  </a:cubicBezTo>
                  <a:cubicBezTo>
                    <a:pt x="226" y="654"/>
                    <a:pt x="226" y="654"/>
                    <a:pt x="226" y="654"/>
                  </a:cubicBezTo>
                  <a:cubicBezTo>
                    <a:pt x="226" y="654"/>
                    <a:pt x="226" y="654"/>
                    <a:pt x="226" y="654"/>
                  </a:cubicBezTo>
                  <a:cubicBezTo>
                    <a:pt x="226" y="654"/>
                    <a:pt x="226" y="654"/>
                    <a:pt x="226" y="654"/>
                  </a:cubicBezTo>
                  <a:cubicBezTo>
                    <a:pt x="226" y="654"/>
                    <a:pt x="226" y="654"/>
                    <a:pt x="226" y="654"/>
                  </a:cubicBezTo>
                  <a:cubicBezTo>
                    <a:pt x="226" y="655"/>
                    <a:pt x="226" y="655"/>
                    <a:pt x="226" y="655"/>
                  </a:cubicBezTo>
                  <a:cubicBezTo>
                    <a:pt x="226" y="655"/>
                    <a:pt x="226" y="655"/>
                    <a:pt x="226" y="655"/>
                  </a:cubicBezTo>
                  <a:cubicBezTo>
                    <a:pt x="226" y="655"/>
                    <a:pt x="226" y="655"/>
                    <a:pt x="226" y="655"/>
                  </a:cubicBezTo>
                  <a:cubicBezTo>
                    <a:pt x="226" y="655"/>
                    <a:pt x="226" y="655"/>
                    <a:pt x="226" y="655"/>
                  </a:cubicBezTo>
                  <a:cubicBezTo>
                    <a:pt x="226" y="656"/>
                    <a:pt x="226" y="656"/>
                    <a:pt x="226" y="656"/>
                  </a:cubicBezTo>
                  <a:cubicBezTo>
                    <a:pt x="226" y="656"/>
                    <a:pt x="226" y="656"/>
                    <a:pt x="226" y="656"/>
                  </a:cubicBezTo>
                  <a:cubicBezTo>
                    <a:pt x="225" y="656"/>
                    <a:pt x="225" y="656"/>
                    <a:pt x="225" y="656"/>
                  </a:cubicBezTo>
                  <a:cubicBezTo>
                    <a:pt x="225" y="656"/>
                    <a:pt x="225" y="656"/>
                    <a:pt x="225" y="656"/>
                  </a:cubicBezTo>
                  <a:cubicBezTo>
                    <a:pt x="225" y="657"/>
                    <a:pt x="225" y="657"/>
                    <a:pt x="225" y="657"/>
                  </a:cubicBezTo>
                  <a:cubicBezTo>
                    <a:pt x="225" y="657"/>
                    <a:pt x="225" y="657"/>
                    <a:pt x="225" y="657"/>
                  </a:cubicBezTo>
                  <a:cubicBezTo>
                    <a:pt x="226" y="657"/>
                    <a:pt x="226" y="657"/>
                    <a:pt x="226" y="657"/>
                  </a:cubicBezTo>
                  <a:cubicBezTo>
                    <a:pt x="226" y="657"/>
                    <a:pt x="226" y="657"/>
                    <a:pt x="226" y="657"/>
                  </a:cubicBezTo>
                  <a:cubicBezTo>
                    <a:pt x="227" y="657"/>
                    <a:pt x="227" y="657"/>
                    <a:pt x="227" y="657"/>
                  </a:cubicBezTo>
                  <a:cubicBezTo>
                    <a:pt x="227" y="657"/>
                    <a:pt x="227" y="657"/>
                    <a:pt x="227" y="657"/>
                  </a:cubicBezTo>
                  <a:cubicBezTo>
                    <a:pt x="229" y="657"/>
                    <a:pt x="229" y="657"/>
                    <a:pt x="229" y="657"/>
                  </a:cubicBezTo>
                  <a:cubicBezTo>
                    <a:pt x="229" y="657"/>
                    <a:pt x="229" y="657"/>
                    <a:pt x="229" y="657"/>
                  </a:cubicBezTo>
                  <a:cubicBezTo>
                    <a:pt x="230" y="656"/>
                    <a:pt x="230" y="656"/>
                    <a:pt x="230" y="656"/>
                  </a:cubicBezTo>
                  <a:cubicBezTo>
                    <a:pt x="230" y="656"/>
                    <a:pt x="230" y="656"/>
                    <a:pt x="230" y="656"/>
                  </a:cubicBezTo>
                  <a:cubicBezTo>
                    <a:pt x="232" y="655"/>
                    <a:pt x="232" y="655"/>
                    <a:pt x="232" y="655"/>
                  </a:cubicBezTo>
                  <a:cubicBezTo>
                    <a:pt x="232" y="655"/>
                    <a:pt x="232" y="655"/>
                    <a:pt x="232" y="655"/>
                  </a:cubicBezTo>
                  <a:cubicBezTo>
                    <a:pt x="233" y="655"/>
                    <a:pt x="233" y="655"/>
                    <a:pt x="233" y="655"/>
                  </a:cubicBezTo>
                  <a:cubicBezTo>
                    <a:pt x="233" y="655"/>
                    <a:pt x="233" y="655"/>
                    <a:pt x="233" y="655"/>
                  </a:cubicBezTo>
                  <a:cubicBezTo>
                    <a:pt x="235" y="654"/>
                    <a:pt x="235" y="654"/>
                    <a:pt x="235" y="654"/>
                  </a:cubicBezTo>
                  <a:cubicBezTo>
                    <a:pt x="235" y="654"/>
                    <a:pt x="235" y="654"/>
                    <a:pt x="235" y="654"/>
                  </a:cubicBezTo>
                  <a:cubicBezTo>
                    <a:pt x="236" y="653"/>
                    <a:pt x="236" y="653"/>
                    <a:pt x="236" y="653"/>
                  </a:cubicBezTo>
                  <a:cubicBezTo>
                    <a:pt x="236" y="653"/>
                    <a:pt x="236" y="653"/>
                    <a:pt x="236" y="653"/>
                  </a:cubicBezTo>
                  <a:cubicBezTo>
                    <a:pt x="238" y="652"/>
                    <a:pt x="238" y="652"/>
                    <a:pt x="238" y="652"/>
                  </a:cubicBezTo>
                  <a:cubicBezTo>
                    <a:pt x="238" y="652"/>
                    <a:pt x="238" y="652"/>
                    <a:pt x="238" y="652"/>
                  </a:cubicBezTo>
                  <a:cubicBezTo>
                    <a:pt x="240" y="644"/>
                    <a:pt x="240" y="644"/>
                    <a:pt x="240" y="644"/>
                  </a:cubicBezTo>
                  <a:cubicBezTo>
                    <a:pt x="240" y="644"/>
                    <a:pt x="240" y="644"/>
                    <a:pt x="240" y="644"/>
                  </a:cubicBezTo>
                  <a:cubicBezTo>
                    <a:pt x="241" y="644"/>
                    <a:pt x="241" y="644"/>
                    <a:pt x="241" y="644"/>
                  </a:cubicBezTo>
                  <a:cubicBezTo>
                    <a:pt x="241" y="644"/>
                    <a:pt x="241" y="644"/>
                    <a:pt x="241" y="644"/>
                  </a:cubicBezTo>
                  <a:cubicBezTo>
                    <a:pt x="242" y="645"/>
                    <a:pt x="242" y="645"/>
                    <a:pt x="242" y="645"/>
                  </a:cubicBezTo>
                  <a:cubicBezTo>
                    <a:pt x="242" y="645"/>
                    <a:pt x="242" y="645"/>
                    <a:pt x="242" y="645"/>
                  </a:cubicBezTo>
                  <a:cubicBezTo>
                    <a:pt x="243" y="645"/>
                    <a:pt x="243" y="645"/>
                    <a:pt x="243" y="645"/>
                  </a:cubicBezTo>
                  <a:cubicBezTo>
                    <a:pt x="243" y="645"/>
                    <a:pt x="243" y="645"/>
                    <a:pt x="243" y="645"/>
                  </a:cubicBezTo>
                  <a:cubicBezTo>
                    <a:pt x="244" y="645"/>
                    <a:pt x="244" y="645"/>
                    <a:pt x="244" y="645"/>
                  </a:cubicBezTo>
                  <a:cubicBezTo>
                    <a:pt x="244" y="645"/>
                    <a:pt x="244" y="645"/>
                    <a:pt x="244" y="645"/>
                  </a:cubicBezTo>
                  <a:cubicBezTo>
                    <a:pt x="244" y="646"/>
                    <a:pt x="244" y="646"/>
                    <a:pt x="244" y="646"/>
                  </a:cubicBezTo>
                  <a:cubicBezTo>
                    <a:pt x="244" y="646"/>
                    <a:pt x="244" y="646"/>
                    <a:pt x="244" y="646"/>
                  </a:cubicBezTo>
                  <a:cubicBezTo>
                    <a:pt x="245" y="647"/>
                    <a:pt x="245" y="647"/>
                    <a:pt x="245" y="647"/>
                  </a:cubicBezTo>
                  <a:cubicBezTo>
                    <a:pt x="245" y="647"/>
                    <a:pt x="245" y="647"/>
                    <a:pt x="245" y="647"/>
                  </a:cubicBezTo>
                  <a:cubicBezTo>
                    <a:pt x="246" y="648"/>
                    <a:pt x="246" y="648"/>
                    <a:pt x="246" y="648"/>
                  </a:cubicBezTo>
                  <a:cubicBezTo>
                    <a:pt x="246" y="648"/>
                    <a:pt x="246" y="648"/>
                    <a:pt x="246" y="648"/>
                  </a:cubicBezTo>
                  <a:cubicBezTo>
                    <a:pt x="247" y="648"/>
                    <a:pt x="247" y="648"/>
                    <a:pt x="247" y="648"/>
                  </a:cubicBezTo>
                  <a:cubicBezTo>
                    <a:pt x="247" y="648"/>
                    <a:pt x="247" y="648"/>
                    <a:pt x="247" y="648"/>
                  </a:cubicBezTo>
                  <a:cubicBezTo>
                    <a:pt x="246" y="649"/>
                    <a:pt x="246" y="649"/>
                    <a:pt x="246" y="649"/>
                  </a:cubicBezTo>
                  <a:cubicBezTo>
                    <a:pt x="246" y="649"/>
                    <a:pt x="246" y="649"/>
                    <a:pt x="246" y="649"/>
                  </a:cubicBezTo>
                  <a:cubicBezTo>
                    <a:pt x="246" y="649"/>
                    <a:pt x="246" y="649"/>
                    <a:pt x="246" y="649"/>
                  </a:cubicBezTo>
                  <a:cubicBezTo>
                    <a:pt x="246" y="649"/>
                    <a:pt x="246" y="649"/>
                    <a:pt x="246" y="649"/>
                  </a:cubicBezTo>
                  <a:cubicBezTo>
                    <a:pt x="245" y="649"/>
                    <a:pt x="245" y="649"/>
                    <a:pt x="245" y="649"/>
                  </a:cubicBezTo>
                  <a:cubicBezTo>
                    <a:pt x="245" y="649"/>
                    <a:pt x="245" y="649"/>
                    <a:pt x="245" y="649"/>
                  </a:cubicBezTo>
                  <a:cubicBezTo>
                    <a:pt x="245" y="650"/>
                    <a:pt x="245" y="650"/>
                    <a:pt x="245" y="650"/>
                  </a:cubicBezTo>
                  <a:cubicBezTo>
                    <a:pt x="245" y="650"/>
                    <a:pt x="245" y="650"/>
                    <a:pt x="245" y="650"/>
                  </a:cubicBezTo>
                  <a:cubicBezTo>
                    <a:pt x="244" y="650"/>
                    <a:pt x="244" y="650"/>
                    <a:pt x="244" y="650"/>
                  </a:cubicBezTo>
                  <a:cubicBezTo>
                    <a:pt x="244" y="650"/>
                    <a:pt x="244" y="650"/>
                    <a:pt x="244" y="650"/>
                  </a:cubicBezTo>
                  <a:cubicBezTo>
                    <a:pt x="244" y="650"/>
                    <a:pt x="244" y="650"/>
                    <a:pt x="244" y="650"/>
                  </a:cubicBezTo>
                  <a:cubicBezTo>
                    <a:pt x="244" y="650"/>
                    <a:pt x="244" y="650"/>
                    <a:pt x="244" y="650"/>
                  </a:cubicBezTo>
                  <a:cubicBezTo>
                    <a:pt x="244" y="650"/>
                    <a:pt x="244" y="650"/>
                    <a:pt x="244" y="650"/>
                  </a:cubicBezTo>
                  <a:cubicBezTo>
                    <a:pt x="244" y="650"/>
                    <a:pt x="244" y="650"/>
                    <a:pt x="244" y="650"/>
                  </a:cubicBezTo>
                  <a:cubicBezTo>
                    <a:pt x="243" y="650"/>
                    <a:pt x="243" y="650"/>
                    <a:pt x="243" y="650"/>
                  </a:cubicBezTo>
                  <a:cubicBezTo>
                    <a:pt x="243" y="650"/>
                    <a:pt x="243" y="650"/>
                    <a:pt x="243" y="650"/>
                  </a:cubicBezTo>
                  <a:cubicBezTo>
                    <a:pt x="238" y="657"/>
                    <a:pt x="238" y="657"/>
                    <a:pt x="238" y="657"/>
                  </a:cubicBezTo>
                  <a:cubicBezTo>
                    <a:pt x="238" y="657"/>
                    <a:pt x="238" y="657"/>
                    <a:pt x="238" y="657"/>
                  </a:cubicBezTo>
                  <a:cubicBezTo>
                    <a:pt x="235" y="664"/>
                    <a:pt x="235" y="664"/>
                    <a:pt x="235" y="664"/>
                  </a:cubicBezTo>
                  <a:cubicBezTo>
                    <a:pt x="235" y="664"/>
                    <a:pt x="235" y="664"/>
                    <a:pt x="235" y="664"/>
                  </a:cubicBezTo>
                  <a:cubicBezTo>
                    <a:pt x="240" y="663"/>
                    <a:pt x="240" y="663"/>
                    <a:pt x="240" y="663"/>
                  </a:cubicBezTo>
                  <a:cubicBezTo>
                    <a:pt x="240" y="663"/>
                    <a:pt x="240" y="663"/>
                    <a:pt x="240" y="663"/>
                  </a:cubicBezTo>
                  <a:cubicBezTo>
                    <a:pt x="250" y="659"/>
                    <a:pt x="250" y="659"/>
                    <a:pt x="250" y="659"/>
                  </a:cubicBezTo>
                  <a:cubicBezTo>
                    <a:pt x="250" y="659"/>
                    <a:pt x="250" y="659"/>
                    <a:pt x="250" y="659"/>
                  </a:cubicBezTo>
                  <a:cubicBezTo>
                    <a:pt x="250" y="659"/>
                    <a:pt x="250" y="659"/>
                    <a:pt x="250" y="659"/>
                  </a:cubicBezTo>
                  <a:cubicBezTo>
                    <a:pt x="250" y="659"/>
                    <a:pt x="250" y="659"/>
                    <a:pt x="250" y="659"/>
                  </a:cubicBezTo>
                  <a:cubicBezTo>
                    <a:pt x="251" y="659"/>
                    <a:pt x="251" y="659"/>
                    <a:pt x="251" y="659"/>
                  </a:cubicBezTo>
                  <a:cubicBezTo>
                    <a:pt x="251" y="659"/>
                    <a:pt x="251" y="659"/>
                    <a:pt x="251" y="659"/>
                  </a:cubicBezTo>
                  <a:cubicBezTo>
                    <a:pt x="251" y="659"/>
                    <a:pt x="251" y="659"/>
                    <a:pt x="251" y="659"/>
                  </a:cubicBezTo>
                  <a:cubicBezTo>
                    <a:pt x="251" y="659"/>
                    <a:pt x="251" y="659"/>
                    <a:pt x="251" y="659"/>
                  </a:cubicBezTo>
                  <a:cubicBezTo>
                    <a:pt x="252" y="660"/>
                    <a:pt x="252" y="660"/>
                    <a:pt x="252" y="660"/>
                  </a:cubicBezTo>
                  <a:cubicBezTo>
                    <a:pt x="252" y="660"/>
                    <a:pt x="252" y="660"/>
                    <a:pt x="252" y="660"/>
                  </a:cubicBezTo>
                  <a:cubicBezTo>
                    <a:pt x="252" y="660"/>
                    <a:pt x="252" y="660"/>
                    <a:pt x="252" y="660"/>
                  </a:cubicBezTo>
                  <a:cubicBezTo>
                    <a:pt x="252" y="660"/>
                    <a:pt x="252" y="660"/>
                    <a:pt x="252" y="660"/>
                  </a:cubicBezTo>
                  <a:cubicBezTo>
                    <a:pt x="252" y="661"/>
                    <a:pt x="252" y="661"/>
                    <a:pt x="252" y="661"/>
                  </a:cubicBezTo>
                  <a:cubicBezTo>
                    <a:pt x="252" y="661"/>
                    <a:pt x="252" y="661"/>
                    <a:pt x="252" y="661"/>
                  </a:cubicBezTo>
                  <a:cubicBezTo>
                    <a:pt x="253" y="661"/>
                    <a:pt x="253" y="661"/>
                    <a:pt x="253" y="661"/>
                  </a:cubicBezTo>
                  <a:cubicBezTo>
                    <a:pt x="253" y="661"/>
                    <a:pt x="253" y="661"/>
                    <a:pt x="253" y="661"/>
                  </a:cubicBezTo>
                  <a:cubicBezTo>
                    <a:pt x="253" y="661"/>
                    <a:pt x="253" y="661"/>
                    <a:pt x="253" y="661"/>
                  </a:cubicBezTo>
                  <a:cubicBezTo>
                    <a:pt x="253" y="661"/>
                    <a:pt x="253" y="661"/>
                    <a:pt x="253" y="661"/>
                  </a:cubicBezTo>
                  <a:cubicBezTo>
                    <a:pt x="241" y="667"/>
                    <a:pt x="241" y="667"/>
                    <a:pt x="241" y="667"/>
                  </a:cubicBezTo>
                  <a:cubicBezTo>
                    <a:pt x="241" y="667"/>
                    <a:pt x="241" y="667"/>
                    <a:pt x="241" y="667"/>
                  </a:cubicBezTo>
                  <a:cubicBezTo>
                    <a:pt x="241" y="667"/>
                    <a:pt x="241" y="667"/>
                    <a:pt x="241" y="667"/>
                  </a:cubicBezTo>
                  <a:cubicBezTo>
                    <a:pt x="241" y="667"/>
                    <a:pt x="241" y="667"/>
                    <a:pt x="241" y="667"/>
                  </a:cubicBezTo>
                  <a:cubicBezTo>
                    <a:pt x="240" y="667"/>
                    <a:pt x="240" y="667"/>
                    <a:pt x="240" y="667"/>
                  </a:cubicBezTo>
                  <a:cubicBezTo>
                    <a:pt x="240" y="667"/>
                    <a:pt x="240" y="667"/>
                    <a:pt x="240" y="667"/>
                  </a:cubicBezTo>
                  <a:cubicBezTo>
                    <a:pt x="239" y="667"/>
                    <a:pt x="239" y="667"/>
                    <a:pt x="239" y="667"/>
                  </a:cubicBezTo>
                  <a:cubicBezTo>
                    <a:pt x="239" y="667"/>
                    <a:pt x="239" y="667"/>
                    <a:pt x="239" y="667"/>
                  </a:cubicBezTo>
                  <a:cubicBezTo>
                    <a:pt x="239" y="667"/>
                    <a:pt x="239" y="667"/>
                    <a:pt x="239" y="667"/>
                  </a:cubicBezTo>
                  <a:cubicBezTo>
                    <a:pt x="239" y="667"/>
                    <a:pt x="239" y="667"/>
                    <a:pt x="239" y="667"/>
                  </a:cubicBezTo>
                  <a:cubicBezTo>
                    <a:pt x="238" y="668"/>
                    <a:pt x="238" y="668"/>
                    <a:pt x="238" y="668"/>
                  </a:cubicBezTo>
                  <a:cubicBezTo>
                    <a:pt x="238" y="668"/>
                    <a:pt x="238" y="668"/>
                    <a:pt x="238" y="668"/>
                  </a:cubicBezTo>
                  <a:cubicBezTo>
                    <a:pt x="237" y="668"/>
                    <a:pt x="237" y="668"/>
                    <a:pt x="237" y="668"/>
                  </a:cubicBezTo>
                  <a:cubicBezTo>
                    <a:pt x="237" y="668"/>
                    <a:pt x="237" y="668"/>
                    <a:pt x="237" y="668"/>
                  </a:cubicBezTo>
                  <a:cubicBezTo>
                    <a:pt x="237" y="668"/>
                    <a:pt x="237" y="668"/>
                    <a:pt x="237" y="668"/>
                  </a:cubicBezTo>
                  <a:cubicBezTo>
                    <a:pt x="237" y="668"/>
                    <a:pt x="237" y="668"/>
                    <a:pt x="237" y="668"/>
                  </a:cubicBezTo>
                  <a:cubicBezTo>
                    <a:pt x="236" y="668"/>
                    <a:pt x="236" y="668"/>
                    <a:pt x="236" y="668"/>
                  </a:cubicBezTo>
                  <a:cubicBezTo>
                    <a:pt x="236" y="668"/>
                    <a:pt x="236" y="668"/>
                    <a:pt x="236" y="668"/>
                  </a:cubicBezTo>
                  <a:cubicBezTo>
                    <a:pt x="231" y="670"/>
                    <a:pt x="231" y="670"/>
                    <a:pt x="231" y="670"/>
                  </a:cubicBezTo>
                  <a:cubicBezTo>
                    <a:pt x="231" y="670"/>
                    <a:pt x="231" y="670"/>
                    <a:pt x="231" y="670"/>
                  </a:cubicBezTo>
                  <a:cubicBezTo>
                    <a:pt x="230" y="671"/>
                    <a:pt x="230" y="671"/>
                    <a:pt x="230" y="671"/>
                  </a:cubicBezTo>
                  <a:cubicBezTo>
                    <a:pt x="230" y="671"/>
                    <a:pt x="230" y="671"/>
                    <a:pt x="230" y="671"/>
                  </a:cubicBezTo>
                  <a:cubicBezTo>
                    <a:pt x="231" y="672"/>
                    <a:pt x="231" y="672"/>
                    <a:pt x="231" y="672"/>
                  </a:cubicBezTo>
                  <a:cubicBezTo>
                    <a:pt x="231" y="672"/>
                    <a:pt x="231" y="672"/>
                    <a:pt x="231" y="672"/>
                  </a:cubicBezTo>
                  <a:cubicBezTo>
                    <a:pt x="231" y="673"/>
                    <a:pt x="231" y="673"/>
                    <a:pt x="231" y="673"/>
                  </a:cubicBezTo>
                  <a:cubicBezTo>
                    <a:pt x="231" y="673"/>
                    <a:pt x="231" y="673"/>
                    <a:pt x="231" y="673"/>
                  </a:cubicBezTo>
                  <a:cubicBezTo>
                    <a:pt x="232" y="674"/>
                    <a:pt x="232" y="674"/>
                    <a:pt x="232" y="674"/>
                  </a:cubicBezTo>
                  <a:cubicBezTo>
                    <a:pt x="232" y="674"/>
                    <a:pt x="232" y="674"/>
                    <a:pt x="232" y="674"/>
                  </a:cubicBezTo>
                  <a:cubicBezTo>
                    <a:pt x="232" y="674"/>
                    <a:pt x="232" y="674"/>
                    <a:pt x="232" y="674"/>
                  </a:cubicBezTo>
                  <a:cubicBezTo>
                    <a:pt x="232" y="674"/>
                    <a:pt x="232" y="674"/>
                    <a:pt x="232" y="674"/>
                  </a:cubicBezTo>
                  <a:cubicBezTo>
                    <a:pt x="232" y="675"/>
                    <a:pt x="232" y="675"/>
                    <a:pt x="232" y="675"/>
                  </a:cubicBezTo>
                  <a:cubicBezTo>
                    <a:pt x="232" y="675"/>
                    <a:pt x="232" y="675"/>
                    <a:pt x="232" y="675"/>
                  </a:cubicBezTo>
                  <a:cubicBezTo>
                    <a:pt x="232" y="676"/>
                    <a:pt x="232" y="676"/>
                    <a:pt x="232" y="676"/>
                  </a:cubicBezTo>
                  <a:cubicBezTo>
                    <a:pt x="232" y="676"/>
                    <a:pt x="232" y="676"/>
                    <a:pt x="232" y="676"/>
                  </a:cubicBezTo>
                  <a:cubicBezTo>
                    <a:pt x="232" y="677"/>
                    <a:pt x="232" y="677"/>
                    <a:pt x="232" y="677"/>
                  </a:cubicBezTo>
                  <a:cubicBezTo>
                    <a:pt x="232" y="677"/>
                    <a:pt x="232" y="677"/>
                    <a:pt x="232" y="677"/>
                  </a:cubicBezTo>
                  <a:cubicBezTo>
                    <a:pt x="233" y="678"/>
                    <a:pt x="233" y="678"/>
                    <a:pt x="233" y="678"/>
                  </a:cubicBezTo>
                  <a:cubicBezTo>
                    <a:pt x="233" y="678"/>
                    <a:pt x="233" y="678"/>
                    <a:pt x="233" y="678"/>
                  </a:cubicBezTo>
                  <a:cubicBezTo>
                    <a:pt x="245" y="675"/>
                    <a:pt x="245" y="675"/>
                    <a:pt x="245" y="675"/>
                  </a:cubicBezTo>
                  <a:cubicBezTo>
                    <a:pt x="245" y="675"/>
                    <a:pt x="245" y="675"/>
                    <a:pt x="245" y="675"/>
                  </a:cubicBezTo>
                  <a:cubicBezTo>
                    <a:pt x="246" y="676"/>
                    <a:pt x="246" y="676"/>
                    <a:pt x="246" y="676"/>
                  </a:cubicBezTo>
                  <a:cubicBezTo>
                    <a:pt x="246" y="676"/>
                    <a:pt x="246" y="676"/>
                    <a:pt x="246" y="676"/>
                  </a:cubicBezTo>
                  <a:cubicBezTo>
                    <a:pt x="246" y="677"/>
                    <a:pt x="246" y="677"/>
                    <a:pt x="246" y="677"/>
                  </a:cubicBezTo>
                  <a:cubicBezTo>
                    <a:pt x="246" y="677"/>
                    <a:pt x="246" y="677"/>
                    <a:pt x="246" y="677"/>
                  </a:cubicBezTo>
                  <a:cubicBezTo>
                    <a:pt x="247" y="677"/>
                    <a:pt x="247" y="677"/>
                    <a:pt x="247" y="677"/>
                  </a:cubicBezTo>
                  <a:cubicBezTo>
                    <a:pt x="247" y="677"/>
                    <a:pt x="247" y="677"/>
                    <a:pt x="247" y="677"/>
                  </a:cubicBezTo>
                  <a:cubicBezTo>
                    <a:pt x="247" y="678"/>
                    <a:pt x="247" y="678"/>
                    <a:pt x="247" y="678"/>
                  </a:cubicBezTo>
                  <a:cubicBezTo>
                    <a:pt x="247" y="678"/>
                    <a:pt x="247" y="678"/>
                    <a:pt x="247" y="678"/>
                  </a:cubicBezTo>
                  <a:cubicBezTo>
                    <a:pt x="247" y="679"/>
                    <a:pt x="247" y="679"/>
                    <a:pt x="247" y="679"/>
                  </a:cubicBezTo>
                  <a:cubicBezTo>
                    <a:pt x="247" y="679"/>
                    <a:pt x="247" y="679"/>
                    <a:pt x="247" y="679"/>
                  </a:cubicBezTo>
                  <a:cubicBezTo>
                    <a:pt x="247" y="679"/>
                    <a:pt x="247" y="679"/>
                    <a:pt x="247" y="679"/>
                  </a:cubicBezTo>
                  <a:cubicBezTo>
                    <a:pt x="247" y="679"/>
                    <a:pt x="247" y="679"/>
                    <a:pt x="247" y="679"/>
                  </a:cubicBezTo>
                  <a:cubicBezTo>
                    <a:pt x="247" y="680"/>
                    <a:pt x="247" y="680"/>
                    <a:pt x="247" y="680"/>
                  </a:cubicBezTo>
                  <a:cubicBezTo>
                    <a:pt x="247" y="680"/>
                    <a:pt x="247" y="680"/>
                    <a:pt x="247" y="680"/>
                  </a:cubicBezTo>
                  <a:cubicBezTo>
                    <a:pt x="247" y="681"/>
                    <a:pt x="247" y="681"/>
                    <a:pt x="247" y="681"/>
                  </a:cubicBezTo>
                  <a:cubicBezTo>
                    <a:pt x="247" y="681"/>
                    <a:pt x="247" y="681"/>
                    <a:pt x="247" y="681"/>
                  </a:cubicBezTo>
                  <a:cubicBezTo>
                    <a:pt x="246" y="681"/>
                    <a:pt x="246" y="681"/>
                    <a:pt x="246" y="681"/>
                  </a:cubicBezTo>
                  <a:cubicBezTo>
                    <a:pt x="246" y="681"/>
                    <a:pt x="246" y="681"/>
                    <a:pt x="246" y="681"/>
                  </a:cubicBezTo>
                  <a:cubicBezTo>
                    <a:pt x="245" y="682"/>
                    <a:pt x="245" y="682"/>
                    <a:pt x="245" y="682"/>
                  </a:cubicBezTo>
                  <a:cubicBezTo>
                    <a:pt x="245" y="682"/>
                    <a:pt x="245" y="682"/>
                    <a:pt x="245" y="682"/>
                  </a:cubicBezTo>
                  <a:cubicBezTo>
                    <a:pt x="244" y="683"/>
                    <a:pt x="244" y="683"/>
                    <a:pt x="244" y="683"/>
                  </a:cubicBezTo>
                  <a:cubicBezTo>
                    <a:pt x="244" y="683"/>
                    <a:pt x="244" y="683"/>
                    <a:pt x="244" y="683"/>
                  </a:cubicBezTo>
                  <a:cubicBezTo>
                    <a:pt x="244" y="684"/>
                    <a:pt x="244" y="684"/>
                    <a:pt x="244" y="684"/>
                  </a:cubicBezTo>
                  <a:cubicBezTo>
                    <a:pt x="244" y="684"/>
                    <a:pt x="244" y="684"/>
                    <a:pt x="244" y="684"/>
                  </a:cubicBezTo>
                  <a:cubicBezTo>
                    <a:pt x="243" y="685"/>
                    <a:pt x="243" y="685"/>
                    <a:pt x="243" y="685"/>
                  </a:cubicBezTo>
                  <a:cubicBezTo>
                    <a:pt x="243" y="685"/>
                    <a:pt x="243" y="685"/>
                    <a:pt x="243" y="685"/>
                  </a:cubicBezTo>
                  <a:cubicBezTo>
                    <a:pt x="242" y="686"/>
                    <a:pt x="242" y="686"/>
                    <a:pt x="242" y="686"/>
                  </a:cubicBezTo>
                  <a:cubicBezTo>
                    <a:pt x="242" y="686"/>
                    <a:pt x="242" y="686"/>
                    <a:pt x="242" y="686"/>
                  </a:cubicBezTo>
                  <a:cubicBezTo>
                    <a:pt x="242" y="688"/>
                    <a:pt x="242" y="688"/>
                    <a:pt x="242" y="688"/>
                  </a:cubicBezTo>
                  <a:cubicBezTo>
                    <a:pt x="242" y="688"/>
                    <a:pt x="242" y="688"/>
                    <a:pt x="242" y="688"/>
                  </a:cubicBezTo>
                  <a:cubicBezTo>
                    <a:pt x="241" y="688"/>
                    <a:pt x="241" y="688"/>
                    <a:pt x="241" y="688"/>
                  </a:cubicBezTo>
                  <a:cubicBezTo>
                    <a:pt x="241" y="688"/>
                    <a:pt x="241" y="688"/>
                    <a:pt x="241" y="688"/>
                  </a:cubicBezTo>
                  <a:cubicBezTo>
                    <a:pt x="232" y="699"/>
                    <a:pt x="232" y="699"/>
                    <a:pt x="232" y="699"/>
                  </a:cubicBezTo>
                  <a:cubicBezTo>
                    <a:pt x="232" y="699"/>
                    <a:pt x="232" y="699"/>
                    <a:pt x="232" y="699"/>
                  </a:cubicBezTo>
                  <a:cubicBezTo>
                    <a:pt x="241" y="679"/>
                    <a:pt x="241" y="679"/>
                    <a:pt x="241" y="679"/>
                  </a:cubicBezTo>
                  <a:cubicBezTo>
                    <a:pt x="241" y="679"/>
                    <a:pt x="241" y="679"/>
                    <a:pt x="241" y="679"/>
                  </a:cubicBezTo>
                  <a:cubicBezTo>
                    <a:pt x="241" y="679"/>
                    <a:pt x="241" y="679"/>
                    <a:pt x="241" y="679"/>
                  </a:cubicBezTo>
                  <a:cubicBezTo>
                    <a:pt x="241" y="679"/>
                    <a:pt x="241" y="679"/>
                    <a:pt x="241" y="679"/>
                  </a:cubicBezTo>
                  <a:cubicBezTo>
                    <a:pt x="241" y="679"/>
                    <a:pt x="241" y="679"/>
                    <a:pt x="241" y="679"/>
                  </a:cubicBezTo>
                  <a:cubicBezTo>
                    <a:pt x="241" y="679"/>
                    <a:pt x="241" y="679"/>
                    <a:pt x="241" y="679"/>
                  </a:cubicBezTo>
                  <a:cubicBezTo>
                    <a:pt x="241" y="679"/>
                    <a:pt x="241" y="679"/>
                    <a:pt x="241" y="679"/>
                  </a:cubicBezTo>
                  <a:cubicBezTo>
                    <a:pt x="241" y="679"/>
                    <a:pt x="241" y="679"/>
                    <a:pt x="241" y="679"/>
                  </a:cubicBezTo>
                  <a:cubicBezTo>
                    <a:pt x="241" y="679"/>
                    <a:pt x="241" y="679"/>
                    <a:pt x="241" y="679"/>
                  </a:cubicBezTo>
                  <a:cubicBezTo>
                    <a:pt x="241" y="679"/>
                    <a:pt x="241" y="679"/>
                    <a:pt x="241" y="679"/>
                  </a:cubicBezTo>
                  <a:cubicBezTo>
                    <a:pt x="241" y="679"/>
                    <a:pt x="241" y="679"/>
                    <a:pt x="241" y="679"/>
                  </a:cubicBezTo>
                  <a:cubicBezTo>
                    <a:pt x="241" y="679"/>
                    <a:pt x="241" y="679"/>
                    <a:pt x="241" y="679"/>
                  </a:cubicBezTo>
                  <a:cubicBezTo>
                    <a:pt x="240" y="678"/>
                    <a:pt x="240" y="678"/>
                    <a:pt x="240" y="678"/>
                  </a:cubicBezTo>
                  <a:cubicBezTo>
                    <a:pt x="240" y="678"/>
                    <a:pt x="240" y="678"/>
                    <a:pt x="240" y="678"/>
                  </a:cubicBezTo>
                  <a:cubicBezTo>
                    <a:pt x="240" y="678"/>
                    <a:pt x="240" y="678"/>
                    <a:pt x="240" y="678"/>
                  </a:cubicBezTo>
                  <a:cubicBezTo>
                    <a:pt x="240" y="678"/>
                    <a:pt x="240" y="678"/>
                    <a:pt x="240" y="678"/>
                  </a:cubicBezTo>
                  <a:cubicBezTo>
                    <a:pt x="240" y="678"/>
                    <a:pt x="240" y="678"/>
                    <a:pt x="240" y="678"/>
                  </a:cubicBezTo>
                  <a:cubicBezTo>
                    <a:pt x="240" y="678"/>
                    <a:pt x="240" y="678"/>
                    <a:pt x="240" y="678"/>
                  </a:cubicBezTo>
                  <a:cubicBezTo>
                    <a:pt x="233" y="681"/>
                    <a:pt x="233" y="681"/>
                    <a:pt x="233" y="681"/>
                  </a:cubicBezTo>
                  <a:cubicBezTo>
                    <a:pt x="233" y="681"/>
                    <a:pt x="233" y="681"/>
                    <a:pt x="233" y="681"/>
                  </a:cubicBezTo>
                  <a:cubicBezTo>
                    <a:pt x="233" y="682"/>
                    <a:pt x="233" y="682"/>
                    <a:pt x="233" y="682"/>
                  </a:cubicBezTo>
                  <a:cubicBezTo>
                    <a:pt x="233" y="682"/>
                    <a:pt x="233" y="682"/>
                    <a:pt x="233" y="682"/>
                  </a:cubicBezTo>
                  <a:cubicBezTo>
                    <a:pt x="233" y="682"/>
                    <a:pt x="233" y="682"/>
                    <a:pt x="233" y="682"/>
                  </a:cubicBezTo>
                  <a:cubicBezTo>
                    <a:pt x="233" y="682"/>
                    <a:pt x="233" y="682"/>
                    <a:pt x="233" y="682"/>
                  </a:cubicBezTo>
                  <a:cubicBezTo>
                    <a:pt x="233" y="682"/>
                    <a:pt x="233" y="682"/>
                    <a:pt x="233" y="682"/>
                  </a:cubicBezTo>
                  <a:cubicBezTo>
                    <a:pt x="233" y="682"/>
                    <a:pt x="233" y="682"/>
                    <a:pt x="233" y="682"/>
                  </a:cubicBezTo>
                  <a:cubicBezTo>
                    <a:pt x="234" y="683"/>
                    <a:pt x="234" y="683"/>
                    <a:pt x="234" y="683"/>
                  </a:cubicBezTo>
                  <a:cubicBezTo>
                    <a:pt x="234" y="683"/>
                    <a:pt x="234" y="683"/>
                    <a:pt x="234" y="683"/>
                  </a:cubicBezTo>
                  <a:cubicBezTo>
                    <a:pt x="234" y="683"/>
                    <a:pt x="234" y="683"/>
                    <a:pt x="234" y="683"/>
                  </a:cubicBezTo>
                  <a:cubicBezTo>
                    <a:pt x="234" y="683"/>
                    <a:pt x="234" y="683"/>
                    <a:pt x="234" y="683"/>
                  </a:cubicBezTo>
                  <a:cubicBezTo>
                    <a:pt x="234" y="683"/>
                    <a:pt x="234" y="683"/>
                    <a:pt x="234" y="683"/>
                  </a:cubicBezTo>
                  <a:cubicBezTo>
                    <a:pt x="234" y="683"/>
                    <a:pt x="234" y="683"/>
                    <a:pt x="234" y="683"/>
                  </a:cubicBezTo>
                  <a:cubicBezTo>
                    <a:pt x="235" y="683"/>
                    <a:pt x="235" y="683"/>
                    <a:pt x="235" y="683"/>
                  </a:cubicBezTo>
                  <a:cubicBezTo>
                    <a:pt x="235" y="683"/>
                    <a:pt x="235" y="683"/>
                    <a:pt x="235" y="683"/>
                  </a:cubicBezTo>
                  <a:cubicBezTo>
                    <a:pt x="235" y="683"/>
                    <a:pt x="235" y="683"/>
                    <a:pt x="235" y="683"/>
                  </a:cubicBezTo>
                  <a:cubicBezTo>
                    <a:pt x="235" y="683"/>
                    <a:pt x="235" y="683"/>
                    <a:pt x="235" y="683"/>
                  </a:cubicBezTo>
                  <a:cubicBezTo>
                    <a:pt x="236" y="684"/>
                    <a:pt x="236" y="684"/>
                    <a:pt x="236" y="684"/>
                  </a:cubicBezTo>
                  <a:cubicBezTo>
                    <a:pt x="236" y="684"/>
                    <a:pt x="236" y="684"/>
                    <a:pt x="236" y="684"/>
                  </a:cubicBezTo>
                  <a:cubicBezTo>
                    <a:pt x="235" y="685"/>
                    <a:pt x="235" y="685"/>
                    <a:pt x="235" y="685"/>
                  </a:cubicBezTo>
                  <a:cubicBezTo>
                    <a:pt x="235" y="685"/>
                    <a:pt x="235" y="685"/>
                    <a:pt x="235" y="685"/>
                  </a:cubicBezTo>
                  <a:cubicBezTo>
                    <a:pt x="233" y="686"/>
                    <a:pt x="233" y="686"/>
                    <a:pt x="233" y="686"/>
                  </a:cubicBezTo>
                  <a:cubicBezTo>
                    <a:pt x="233" y="686"/>
                    <a:pt x="233" y="686"/>
                    <a:pt x="233" y="686"/>
                  </a:cubicBezTo>
                  <a:cubicBezTo>
                    <a:pt x="232" y="687"/>
                    <a:pt x="232" y="687"/>
                    <a:pt x="232" y="687"/>
                  </a:cubicBezTo>
                  <a:cubicBezTo>
                    <a:pt x="232" y="687"/>
                    <a:pt x="232" y="687"/>
                    <a:pt x="232" y="687"/>
                  </a:cubicBezTo>
                  <a:cubicBezTo>
                    <a:pt x="230" y="688"/>
                    <a:pt x="230" y="688"/>
                    <a:pt x="230" y="688"/>
                  </a:cubicBezTo>
                  <a:cubicBezTo>
                    <a:pt x="230" y="688"/>
                    <a:pt x="230" y="688"/>
                    <a:pt x="230" y="688"/>
                  </a:cubicBezTo>
                  <a:cubicBezTo>
                    <a:pt x="229" y="689"/>
                    <a:pt x="229" y="689"/>
                    <a:pt x="229" y="689"/>
                  </a:cubicBezTo>
                  <a:cubicBezTo>
                    <a:pt x="229" y="689"/>
                    <a:pt x="229" y="689"/>
                    <a:pt x="229" y="689"/>
                  </a:cubicBezTo>
                  <a:cubicBezTo>
                    <a:pt x="228" y="690"/>
                    <a:pt x="228" y="690"/>
                    <a:pt x="228" y="690"/>
                  </a:cubicBezTo>
                  <a:cubicBezTo>
                    <a:pt x="228" y="690"/>
                    <a:pt x="228" y="690"/>
                    <a:pt x="228" y="690"/>
                  </a:cubicBezTo>
                  <a:cubicBezTo>
                    <a:pt x="227" y="692"/>
                    <a:pt x="227" y="692"/>
                    <a:pt x="227" y="692"/>
                  </a:cubicBezTo>
                  <a:cubicBezTo>
                    <a:pt x="227" y="692"/>
                    <a:pt x="227" y="692"/>
                    <a:pt x="227" y="692"/>
                  </a:cubicBezTo>
                  <a:cubicBezTo>
                    <a:pt x="228" y="694"/>
                    <a:pt x="228" y="694"/>
                    <a:pt x="228" y="694"/>
                  </a:cubicBezTo>
                  <a:cubicBezTo>
                    <a:pt x="228" y="694"/>
                    <a:pt x="228" y="694"/>
                    <a:pt x="228" y="694"/>
                  </a:cubicBezTo>
                  <a:cubicBezTo>
                    <a:pt x="228" y="694"/>
                    <a:pt x="228" y="694"/>
                    <a:pt x="228" y="694"/>
                  </a:cubicBezTo>
                  <a:cubicBezTo>
                    <a:pt x="228" y="694"/>
                    <a:pt x="228" y="694"/>
                    <a:pt x="228" y="694"/>
                  </a:cubicBezTo>
                  <a:cubicBezTo>
                    <a:pt x="228" y="695"/>
                    <a:pt x="228" y="695"/>
                    <a:pt x="228" y="695"/>
                  </a:cubicBezTo>
                  <a:cubicBezTo>
                    <a:pt x="228" y="695"/>
                    <a:pt x="228" y="695"/>
                    <a:pt x="228" y="695"/>
                  </a:cubicBezTo>
                  <a:cubicBezTo>
                    <a:pt x="228" y="695"/>
                    <a:pt x="228" y="695"/>
                    <a:pt x="228" y="695"/>
                  </a:cubicBezTo>
                  <a:cubicBezTo>
                    <a:pt x="228" y="695"/>
                    <a:pt x="228" y="695"/>
                    <a:pt x="228" y="695"/>
                  </a:cubicBezTo>
                  <a:cubicBezTo>
                    <a:pt x="229" y="695"/>
                    <a:pt x="229" y="695"/>
                    <a:pt x="229" y="695"/>
                  </a:cubicBezTo>
                  <a:cubicBezTo>
                    <a:pt x="229" y="695"/>
                    <a:pt x="229" y="695"/>
                    <a:pt x="229" y="695"/>
                  </a:cubicBezTo>
                  <a:cubicBezTo>
                    <a:pt x="229" y="695"/>
                    <a:pt x="229" y="695"/>
                    <a:pt x="229" y="695"/>
                  </a:cubicBezTo>
                  <a:cubicBezTo>
                    <a:pt x="229" y="695"/>
                    <a:pt x="229" y="695"/>
                    <a:pt x="229" y="695"/>
                  </a:cubicBezTo>
                  <a:cubicBezTo>
                    <a:pt x="229" y="695"/>
                    <a:pt x="229" y="695"/>
                    <a:pt x="229" y="695"/>
                  </a:cubicBezTo>
                  <a:cubicBezTo>
                    <a:pt x="229" y="695"/>
                    <a:pt x="229" y="695"/>
                    <a:pt x="229" y="695"/>
                  </a:cubicBezTo>
                  <a:cubicBezTo>
                    <a:pt x="230" y="695"/>
                    <a:pt x="230" y="695"/>
                    <a:pt x="230" y="695"/>
                  </a:cubicBezTo>
                  <a:cubicBezTo>
                    <a:pt x="230" y="695"/>
                    <a:pt x="230" y="695"/>
                    <a:pt x="230" y="695"/>
                  </a:cubicBezTo>
                  <a:cubicBezTo>
                    <a:pt x="230" y="695"/>
                    <a:pt x="230" y="695"/>
                    <a:pt x="230" y="695"/>
                  </a:cubicBezTo>
                  <a:cubicBezTo>
                    <a:pt x="230" y="695"/>
                    <a:pt x="230" y="695"/>
                    <a:pt x="230" y="695"/>
                  </a:cubicBezTo>
                  <a:cubicBezTo>
                    <a:pt x="220" y="703"/>
                    <a:pt x="220" y="703"/>
                    <a:pt x="220" y="703"/>
                  </a:cubicBezTo>
                  <a:cubicBezTo>
                    <a:pt x="220" y="703"/>
                    <a:pt x="220" y="703"/>
                    <a:pt x="220" y="703"/>
                  </a:cubicBezTo>
                  <a:cubicBezTo>
                    <a:pt x="215" y="706"/>
                    <a:pt x="215" y="706"/>
                    <a:pt x="215" y="706"/>
                  </a:cubicBezTo>
                  <a:cubicBezTo>
                    <a:pt x="214" y="707"/>
                    <a:pt x="214" y="707"/>
                    <a:pt x="214" y="707"/>
                  </a:cubicBezTo>
                  <a:cubicBezTo>
                    <a:pt x="208" y="711"/>
                    <a:pt x="208" y="711"/>
                    <a:pt x="208" y="711"/>
                  </a:cubicBezTo>
                  <a:cubicBezTo>
                    <a:pt x="208" y="711"/>
                    <a:pt x="208" y="711"/>
                    <a:pt x="208" y="711"/>
                  </a:cubicBezTo>
                  <a:cubicBezTo>
                    <a:pt x="208" y="711"/>
                    <a:pt x="208" y="711"/>
                    <a:pt x="208" y="711"/>
                  </a:cubicBezTo>
                  <a:cubicBezTo>
                    <a:pt x="208" y="711"/>
                    <a:pt x="208" y="711"/>
                    <a:pt x="208" y="711"/>
                  </a:cubicBezTo>
                  <a:cubicBezTo>
                    <a:pt x="208" y="711"/>
                    <a:pt x="208" y="711"/>
                    <a:pt x="208" y="711"/>
                  </a:cubicBezTo>
                  <a:cubicBezTo>
                    <a:pt x="208" y="711"/>
                    <a:pt x="208" y="711"/>
                    <a:pt x="208" y="711"/>
                  </a:cubicBezTo>
                  <a:cubicBezTo>
                    <a:pt x="208" y="712"/>
                    <a:pt x="208" y="712"/>
                    <a:pt x="208" y="712"/>
                  </a:cubicBezTo>
                  <a:cubicBezTo>
                    <a:pt x="208" y="712"/>
                    <a:pt x="208" y="712"/>
                    <a:pt x="208" y="712"/>
                  </a:cubicBezTo>
                  <a:cubicBezTo>
                    <a:pt x="208" y="712"/>
                    <a:pt x="208" y="712"/>
                    <a:pt x="208" y="712"/>
                  </a:cubicBezTo>
                  <a:cubicBezTo>
                    <a:pt x="208" y="712"/>
                    <a:pt x="208" y="712"/>
                    <a:pt x="208" y="712"/>
                  </a:cubicBezTo>
                  <a:cubicBezTo>
                    <a:pt x="208" y="712"/>
                    <a:pt x="208" y="712"/>
                    <a:pt x="208" y="712"/>
                  </a:cubicBezTo>
                  <a:cubicBezTo>
                    <a:pt x="208" y="712"/>
                    <a:pt x="208" y="712"/>
                    <a:pt x="208" y="712"/>
                  </a:cubicBezTo>
                  <a:cubicBezTo>
                    <a:pt x="208" y="712"/>
                    <a:pt x="208" y="712"/>
                    <a:pt x="208" y="712"/>
                  </a:cubicBezTo>
                  <a:cubicBezTo>
                    <a:pt x="208" y="712"/>
                    <a:pt x="208" y="712"/>
                    <a:pt x="208" y="712"/>
                  </a:cubicBezTo>
                  <a:cubicBezTo>
                    <a:pt x="208" y="713"/>
                    <a:pt x="208" y="713"/>
                    <a:pt x="208" y="713"/>
                  </a:cubicBezTo>
                  <a:cubicBezTo>
                    <a:pt x="208" y="713"/>
                    <a:pt x="208" y="713"/>
                    <a:pt x="208" y="713"/>
                  </a:cubicBezTo>
                  <a:cubicBezTo>
                    <a:pt x="208" y="713"/>
                    <a:pt x="208" y="713"/>
                    <a:pt x="208" y="713"/>
                  </a:cubicBezTo>
                  <a:cubicBezTo>
                    <a:pt x="208" y="713"/>
                    <a:pt x="208" y="713"/>
                    <a:pt x="208" y="713"/>
                  </a:cubicBezTo>
                  <a:cubicBezTo>
                    <a:pt x="209" y="713"/>
                    <a:pt x="209" y="713"/>
                    <a:pt x="209" y="713"/>
                  </a:cubicBezTo>
                  <a:cubicBezTo>
                    <a:pt x="209" y="713"/>
                    <a:pt x="209" y="713"/>
                    <a:pt x="209" y="713"/>
                  </a:cubicBezTo>
                  <a:cubicBezTo>
                    <a:pt x="210" y="713"/>
                    <a:pt x="210" y="713"/>
                    <a:pt x="210" y="713"/>
                  </a:cubicBezTo>
                  <a:cubicBezTo>
                    <a:pt x="210" y="713"/>
                    <a:pt x="210" y="713"/>
                    <a:pt x="210" y="713"/>
                  </a:cubicBezTo>
                  <a:cubicBezTo>
                    <a:pt x="210" y="713"/>
                    <a:pt x="210" y="713"/>
                    <a:pt x="210" y="713"/>
                  </a:cubicBezTo>
                  <a:cubicBezTo>
                    <a:pt x="210" y="713"/>
                    <a:pt x="210" y="713"/>
                    <a:pt x="210" y="713"/>
                  </a:cubicBezTo>
                  <a:cubicBezTo>
                    <a:pt x="211" y="712"/>
                    <a:pt x="211" y="712"/>
                    <a:pt x="211" y="712"/>
                  </a:cubicBezTo>
                  <a:cubicBezTo>
                    <a:pt x="211" y="712"/>
                    <a:pt x="211" y="712"/>
                    <a:pt x="211" y="712"/>
                  </a:cubicBezTo>
                  <a:cubicBezTo>
                    <a:pt x="212" y="712"/>
                    <a:pt x="212" y="712"/>
                    <a:pt x="212" y="712"/>
                  </a:cubicBezTo>
                  <a:cubicBezTo>
                    <a:pt x="212" y="712"/>
                    <a:pt x="212" y="712"/>
                    <a:pt x="212" y="712"/>
                  </a:cubicBezTo>
                  <a:cubicBezTo>
                    <a:pt x="213" y="712"/>
                    <a:pt x="213" y="712"/>
                    <a:pt x="213" y="712"/>
                  </a:cubicBezTo>
                  <a:cubicBezTo>
                    <a:pt x="213" y="712"/>
                    <a:pt x="213" y="712"/>
                    <a:pt x="213" y="712"/>
                  </a:cubicBezTo>
                  <a:cubicBezTo>
                    <a:pt x="214" y="711"/>
                    <a:pt x="214" y="711"/>
                    <a:pt x="214" y="711"/>
                  </a:cubicBezTo>
                  <a:cubicBezTo>
                    <a:pt x="214" y="711"/>
                    <a:pt x="214" y="711"/>
                    <a:pt x="214" y="711"/>
                  </a:cubicBezTo>
                  <a:cubicBezTo>
                    <a:pt x="214" y="710"/>
                    <a:pt x="214" y="710"/>
                    <a:pt x="214" y="710"/>
                  </a:cubicBezTo>
                  <a:cubicBezTo>
                    <a:pt x="214" y="710"/>
                    <a:pt x="214" y="710"/>
                    <a:pt x="214" y="710"/>
                  </a:cubicBezTo>
                  <a:cubicBezTo>
                    <a:pt x="221" y="707"/>
                    <a:pt x="221" y="707"/>
                    <a:pt x="221" y="707"/>
                  </a:cubicBezTo>
                  <a:cubicBezTo>
                    <a:pt x="221" y="707"/>
                    <a:pt x="221" y="707"/>
                    <a:pt x="221" y="707"/>
                  </a:cubicBezTo>
                  <a:cubicBezTo>
                    <a:pt x="219" y="709"/>
                    <a:pt x="219" y="709"/>
                    <a:pt x="219" y="709"/>
                  </a:cubicBezTo>
                  <a:cubicBezTo>
                    <a:pt x="219" y="709"/>
                    <a:pt x="219" y="709"/>
                    <a:pt x="219" y="709"/>
                  </a:cubicBezTo>
                  <a:cubicBezTo>
                    <a:pt x="217" y="710"/>
                    <a:pt x="217" y="710"/>
                    <a:pt x="217" y="710"/>
                  </a:cubicBezTo>
                  <a:cubicBezTo>
                    <a:pt x="217" y="710"/>
                    <a:pt x="217" y="710"/>
                    <a:pt x="217" y="710"/>
                  </a:cubicBezTo>
                  <a:cubicBezTo>
                    <a:pt x="215" y="712"/>
                    <a:pt x="215" y="712"/>
                    <a:pt x="215" y="712"/>
                  </a:cubicBezTo>
                  <a:cubicBezTo>
                    <a:pt x="215" y="712"/>
                    <a:pt x="215" y="712"/>
                    <a:pt x="215" y="712"/>
                  </a:cubicBezTo>
                  <a:cubicBezTo>
                    <a:pt x="214" y="713"/>
                    <a:pt x="214" y="713"/>
                    <a:pt x="214" y="713"/>
                  </a:cubicBezTo>
                  <a:cubicBezTo>
                    <a:pt x="214" y="713"/>
                    <a:pt x="214" y="713"/>
                    <a:pt x="214" y="713"/>
                  </a:cubicBezTo>
                  <a:cubicBezTo>
                    <a:pt x="212" y="715"/>
                    <a:pt x="212" y="715"/>
                    <a:pt x="212" y="715"/>
                  </a:cubicBezTo>
                  <a:cubicBezTo>
                    <a:pt x="212" y="715"/>
                    <a:pt x="212" y="715"/>
                    <a:pt x="212" y="715"/>
                  </a:cubicBezTo>
                  <a:cubicBezTo>
                    <a:pt x="210" y="716"/>
                    <a:pt x="210" y="716"/>
                    <a:pt x="210" y="716"/>
                  </a:cubicBezTo>
                  <a:cubicBezTo>
                    <a:pt x="210" y="716"/>
                    <a:pt x="210" y="716"/>
                    <a:pt x="210" y="716"/>
                  </a:cubicBezTo>
                  <a:cubicBezTo>
                    <a:pt x="208" y="717"/>
                    <a:pt x="208" y="717"/>
                    <a:pt x="208" y="717"/>
                  </a:cubicBezTo>
                  <a:cubicBezTo>
                    <a:pt x="208" y="717"/>
                    <a:pt x="208" y="717"/>
                    <a:pt x="208" y="717"/>
                  </a:cubicBezTo>
                  <a:cubicBezTo>
                    <a:pt x="206" y="719"/>
                    <a:pt x="206" y="719"/>
                    <a:pt x="206" y="719"/>
                  </a:cubicBezTo>
                  <a:cubicBezTo>
                    <a:pt x="206" y="719"/>
                    <a:pt x="206" y="719"/>
                    <a:pt x="206" y="719"/>
                  </a:cubicBezTo>
                  <a:cubicBezTo>
                    <a:pt x="206" y="719"/>
                    <a:pt x="206" y="719"/>
                    <a:pt x="206" y="719"/>
                  </a:cubicBezTo>
                  <a:cubicBezTo>
                    <a:pt x="206" y="719"/>
                    <a:pt x="206" y="719"/>
                    <a:pt x="206" y="719"/>
                  </a:cubicBezTo>
                  <a:cubicBezTo>
                    <a:pt x="205" y="719"/>
                    <a:pt x="205" y="719"/>
                    <a:pt x="205" y="719"/>
                  </a:cubicBezTo>
                  <a:cubicBezTo>
                    <a:pt x="205" y="719"/>
                    <a:pt x="205" y="719"/>
                    <a:pt x="205" y="719"/>
                  </a:cubicBezTo>
                  <a:cubicBezTo>
                    <a:pt x="205" y="719"/>
                    <a:pt x="205" y="719"/>
                    <a:pt x="205" y="719"/>
                  </a:cubicBezTo>
                  <a:cubicBezTo>
                    <a:pt x="205" y="719"/>
                    <a:pt x="205" y="719"/>
                    <a:pt x="205" y="719"/>
                  </a:cubicBezTo>
                  <a:cubicBezTo>
                    <a:pt x="205" y="719"/>
                    <a:pt x="205" y="719"/>
                    <a:pt x="205" y="719"/>
                  </a:cubicBezTo>
                  <a:cubicBezTo>
                    <a:pt x="205" y="719"/>
                    <a:pt x="205" y="719"/>
                    <a:pt x="205" y="719"/>
                  </a:cubicBezTo>
                  <a:cubicBezTo>
                    <a:pt x="204" y="719"/>
                    <a:pt x="204" y="719"/>
                    <a:pt x="204" y="719"/>
                  </a:cubicBezTo>
                  <a:cubicBezTo>
                    <a:pt x="204" y="719"/>
                    <a:pt x="204" y="719"/>
                    <a:pt x="204" y="719"/>
                  </a:cubicBezTo>
                  <a:cubicBezTo>
                    <a:pt x="204" y="719"/>
                    <a:pt x="204" y="719"/>
                    <a:pt x="204" y="719"/>
                  </a:cubicBezTo>
                  <a:cubicBezTo>
                    <a:pt x="204" y="719"/>
                    <a:pt x="204" y="719"/>
                    <a:pt x="204" y="719"/>
                  </a:cubicBezTo>
                  <a:cubicBezTo>
                    <a:pt x="203" y="719"/>
                    <a:pt x="203" y="719"/>
                    <a:pt x="203" y="719"/>
                  </a:cubicBezTo>
                  <a:cubicBezTo>
                    <a:pt x="203" y="719"/>
                    <a:pt x="203" y="719"/>
                    <a:pt x="203" y="719"/>
                  </a:cubicBezTo>
                  <a:cubicBezTo>
                    <a:pt x="203" y="718"/>
                    <a:pt x="203" y="718"/>
                    <a:pt x="203" y="718"/>
                  </a:cubicBezTo>
                  <a:cubicBezTo>
                    <a:pt x="203" y="718"/>
                    <a:pt x="203" y="718"/>
                    <a:pt x="203" y="718"/>
                  </a:cubicBezTo>
                  <a:cubicBezTo>
                    <a:pt x="203" y="718"/>
                    <a:pt x="203" y="718"/>
                    <a:pt x="203" y="718"/>
                  </a:cubicBezTo>
                  <a:cubicBezTo>
                    <a:pt x="203" y="718"/>
                    <a:pt x="203" y="718"/>
                    <a:pt x="203" y="718"/>
                  </a:cubicBezTo>
                  <a:cubicBezTo>
                    <a:pt x="203" y="717"/>
                    <a:pt x="203" y="717"/>
                    <a:pt x="203" y="717"/>
                  </a:cubicBezTo>
                  <a:cubicBezTo>
                    <a:pt x="203" y="717"/>
                    <a:pt x="203" y="717"/>
                    <a:pt x="203" y="717"/>
                  </a:cubicBezTo>
                  <a:cubicBezTo>
                    <a:pt x="202" y="717"/>
                    <a:pt x="202" y="717"/>
                    <a:pt x="202" y="717"/>
                  </a:cubicBezTo>
                  <a:cubicBezTo>
                    <a:pt x="202" y="717"/>
                    <a:pt x="202" y="717"/>
                    <a:pt x="202" y="717"/>
                  </a:cubicBezTo>
                  <a:cubicBezTo>
                    <a:pt x="202" y="716"/>
                    <a:pt x="202" y="716"/>
                    <a:pt x="202" y="716"/>
                  </a:cubicBezTo>
                  <a:cubicBezTo>
                    <a:pt x="202" y="716"/>
                    <a:pt x="202" y="716"/>
                    <a:pt x="202" y="716"/>
                  </a:cubicBezTo>
                  <a:cubicBezTo>
                    <a:pt x="201" y="715"/>
                    <a:pt x="201" y="715"/>
                    <a:pt x="201" y="715"/>
                  </a:cubicBezTo>
                  <a:cubicBezTo>
                    <a:pt x="201" y="715"/>
                    <a:pt x="201" y="715"/>
                    <a:pt x="201" y="715"/>
                  </a:cubicBezTo>
                  <a:cubicBezTo>
                    <a:pt x="201" y="715"/>
                    <a:pt x="201" y="715"/>
                    <a:pt x="201" y="715"/>
                  </a:cubicBezTo>
                  <a:cubicBezTo>
                    <a:pt x="201" y="715"/>
                    <a:pt x="201" y="715"/>
                    <a:pt x="201" y="715"/>
                  </a:cubicBezTo>
                  <a:cubicBezTo>
                    <a:pt x="201" y="714"/>
                    <a:pt x="201" y="714"/>
                    <a:pt x="201" y="714"/>
                  </a:cubicBezTo>
                  <a:cubicBezTo>
                    <a:pt x="201" y="714"/>
                    <a:pt x="201" y="714"/>
                    <a:pt x="201" y="714"/>
                  </a:cubicBezTo>
                  <a:cubicBezTo>
                    <a:pt x="202" y="713"/>
                    <a:pt x="202" y="713"/>
                    <a:pt x="202" y="713"/>
                  </a:cubicBezTo>
                  <a:cubicBezTo>
                    <a:pt x="202" y="713"/>
                    <a:pt x="202" y="713"/>
                    <a:pt x="202" y="713"/>
                  </a:cubicBezTo>
                  <a:cubicBezTo>
                    <a:pt x="215" y="705"/>
                    <a:pt x="215" y="705"/>
                    <a:pt x="215" y="705"/>
                  </a:cubicBezTo>
                  <a:cubicBezTo>
                    <a:pt x="215" y="705"/>
                    <a:pt x="215" y="705"/>
                    <a:pt x="215" y="705"/>
                  </a:cubicBezTo>
                  <a:cubicBezTo>
                    <a:pt x="215" y="705"/>
                    <a:pt x="215" y="705"/>
                    <a:pt x="215" y="705"/>
                  </a:cubicBezTo>
                  <a:cubicBezTo>
                    <a:pt x="215" y="705"/>
                    <a:pt x="215" y="705"/>
                    <a:pt x="215" y="705"/>
                  </a:cubicBezTo>
                  <a:cubicBezTo>
                    <a:pt x="215" y="705"/>
                    <a:pt x="215" y="705"/>
                    <a:pt x="215" y="705"/>
                  </a:cubicBezTo>
                  <a:cubicBezTo>
                    <a:pt x="215" y="705"/>
                    <a:pt x="215" y="705"/>
                    <a:pt x="215" y="705"/>
                  </a:cubicBezTo>
                  <a:cubicBezTo>
                    <a:pt x="215" y="705"/>
                    <a:pt x="215" y="705"/>
                    <a:pt x="215" y="705"/>
                  </a:cubicBezTo>
                  <a:cubicBezTo>
                    <a:pt x="215" y="705"/>
                    <a:pt x="215" y="705"/>
                    <a:pt x="215" y="705"/>
                  </a:cubicBezTo>
                  <a:cubicBezTo>
                    <a:pt x="216" y="705"/>
                    <a:pt x="216" y="705"/>
                    <a:pt x="216" y="705"/>
                  </a:cubicBezTo>
                  <a:cubicBezTo>
                    <a:pt x="216" y="705"/>
                    <a:pt x="216" y="705"/>
                    <a:pt x="216" y="705"/>
                  </a:cubicBezTo>
                  <a:cubicBezTo>
                    <a:pt x="216" y="705"/>
                    <a:pt x="216" y="705"/>
                    <a:pt x="216" y="705"/>
                  </a:cubicBezTo>
                  <a:cubicBezTo>
                    <a:pt x="216" y="705"/>
                    <a:pt x="216" y="705"/>
                    <a:pt x="216" y="705"/>
                  </a:cubicBezTo>
                  <a:cubicBezTo>
                    <a:pt x="216" y="704"/>
                    <a:pt x="216" y="704"/>
                    <a:pt x="216" y="704"/>
                  </a:cubicBezTo>
                  <a:cubicBezTo>
                    <a:pt x="216" y="704"/>
                    <a:pt x="216" y="704"/>
                    <a:pt x="216" y="704"/>
                  </a:cubicBezTo>
                  <a:cubicBezTo>
                    <a:pt x="216" y="704"/>
                    <a:pt x="216" y="704"/>
                    <a:pt x="216" y="704"/>
                  </a:cubicBezTo>
                  <a:cubicBezTo>
                    <a:pt x="216" y="704"/>
                    <a:pt x="216" y="704"/>
                    <a:pt x="216" y="704"/>
                  </a:cubicBezTo>
                  <a:cubicBezTo>
                    <a:pt x="217" y="704"/>
                    <a:pt x="217" y="704"/>
                    <a:pt x="217" y="704"/>
                  </a:cubicBezTo>
                  <a:cubicBezTo>
                    <a:pt x="217" y="704"/>
                    <a:pt x="217" y="704"/>
                    <a:pt x="217" y="704"/>
                  </a:cubicBezTo>
                  <a:cubicBezTo>
                    <a:pt x="217" y="704"/>
                    <a:pt x="217" y="704"/>
                    <a:pt x="217" y="704"/>
                  </a:cubicBezTo>
                  <a:cubicBezTo>
                    <a:pt x="217" y="704"/>
                    <a:pt x="217" y="704"/>
                    <a:pt x="217" y="704"/>
                  </a:cubicBezTo>
                  <a:cubicBezTo>
                    <a:pt x="217" y="704"/>
                    <a:pt x="217" y="704"/>
                    <a:pt x="217" y="704"/>
                  </a:cubicBezTo>
                  <a:cubicBezTo>
                    <a:pt x="217" y="704"/>
                    <a:pt x="217" y="704"/>
                    <a:pt x="217" y="704"/>
                  </a:cubicBezTo>
                  <a:cubicBezTo>
                    <a:pt x="217" y="704"/>
                    <a:pt x="217" y="704"/>
                    <a:pt x="217" y="704"/>
                  </a:cubicBezTo>
                  <a:cubicBezTo>
                    <a:pt x="217" y="704"/>
                    <a:pt x="217" y="704"/>
                    <a:pt x="217" y="704"/>
                  </a:cubicBezTo>
                  <a:cubicBezTo>
                    <a:pt x="217" y="703"/>
                    <a:pt x="217" y="703"/>
                    <a:pt x="217" y="703"/>
                  </a:cubicBezTo>
                  <a:cubicBezTo>
                    <a:pt x="217" y="703"/>
                    <a:pt x="217" y="703"/>
                    <a:pt x="217" y="703"/>
                  </a:cubicBezTo>
                  <a:cubicBezTo>
                    <a:pt x="217" y="703"/>
                    <a:pt x="217" y="703"/>
                    <a:pt x="217" y="703"/>
                  </a:cubicBezTo>
                  <a:cubicBezTo>
                    <a:pt x="217" y="703"/>
                    <a:pt x="217" y="703"/>
                    <a:pt x="217" y="703"/>
                  </a:cubicBezTo>
                  <a:cubicBezTo>
                    <a:pt x="217" y="703"/>
                    <a:pt x="217" y="703"/>
                    <a:pt x="217" y="703"/>
                  </a:cubicBezTo>
                  <a:cubicBezTo>
                    <a:pt x="217" y="703"/>
                    <a:pt x="217" y="703"/>
                    <a:pt x="217" y="703"/>
                  </a:cubicBezTo>
                  <a:cubicBezTo>
                    <a:pt x="217" y="702"/>
                    <a:pt x="217" y="702"/>
                    <a:pt x="217" y="702"/>
                  </a:cubicBezTo>
                  <a:cubicBezTo>
                    <a:pt x="217" y="702"/>
                    <a:pt x="217" y="702"/>
                    <a:pt x="217" y="702"/>
                  </a:cubicBezTo>
                  <a:cubicBezTo>
                    <a:pt x="217" y="702"/>
                    <a:pt x="217" y="702"/>
                    <a:pt x="217" y="702"/>
                  </a:cubicBezTo>
                  <a:cubicBezTo>
                    <a:pt x="217" y="702"/>
                    <a:pt x="217" y="702"/>
                    <a:pt x="217" y="702"/>
                  </a:cubicBezTo>
                  <a:cubicBezTo>
                    <a:pt x="216" y="702"/>
                    <a:pt x="216" y="702"/>
                    <a:pt x="216" y="702"/>
                  </a:cubicBezTo>
                  <a:cubicBezTo>
                    <a:pt x="216" y="702"/>
                    <a:pt x="216" y="702"/>
                    <a:pt x="216" y="702"/>
                  </a:cubicBezTo>
                  <a:cubicBezTo>
                    <a:pt x="215" y="701"/>
                    <a:pt x="215" y="701"/>
                    <a:pt x="215" y="701"/>
                  </a:cubicBezTo>
                  <a:cubicBezTo>
                    <a:pt x="215" y="701"/>
                    <a:pt x="215" y="701"/>
                    <a:pt x="215" y="701"/>
                  </a:cubicBezTo>
                  <a:cubicBezTo>
                    <a:pt x="215" y="701"/>
                    <a:pt x="215" y="701"/>
                    <a:pt x="215" y="701"/>
                  </a:cubicBezTo>
                  <a:cubicBezTo>
                    <a:pt x="215" y="701"/>
                    <a:pt x="215" y="701"/>
                    <a:pt x="215" y="701"/>
                  </a:cubicBezTo>
                  <a:cubicBezTo>
                    <a:pt x="214" y="700"/>
                    <a:pt x="214" y="700"/>
                    <a:pt x="214" y="700"/>
                  </a:cubicBezTo>
                  <a:cubicBezTo>
                    <a:pt x="214" y="700"/>
                    <a:pt x="214" y="700"/>
                    <a:pt x="214" y="700"/>
                  </a:cubicBezTo>
                  <a:cubicBezTo>
                    <a:pt x="214" y="700"/>
                    <a:pt x="214" y="700"/>
                    <a:pt x="214" y="700"/>
                  </a:cubicBezTo>
                  <a:cubicBezTo>
                    <a:pt x="214" y="700"/>
                    <a:pt x="214" y="700"/>
                    <a:pt x="214" y="700"/>
                  </a:cubicBezTo>
                  <a:cubicBezTo>
                    <a:pt x="214" y="699"/>
                    <a:pt x="214" y="699"/>
                    <a:pt x="214" y="699"/>
                  </a:cubicBezTo>
                  <a:cubicBezTo>
                    <a:pt x="214" y="699"/>
                    <a:pt x="214" y="699"/>
                    <a:pt x="214" y="699"/>
                  </a:cubicBezTo>
                  <a:cubicBezTo>
                    <a:pt x="214" y="699"/>
                    <a:pt x="214" y="698"/>
                    <a:pt x="214" y="698"/>
                  </a:cubicBezTo>
                  <a:cubicBezTo>
                    <a:pt x="214" y="698"/>
                    <a:pt x="214" y="698"/>
                    <a:pt x="214" y="698"/>
                  </a:cubicBezTo>
                  <a:cubicBezTo>
                    <a:pt x="213" y="698"/>
                    <a:pt x="213" y="698"/>
                    <a:pt x="213" y="697"/>
                  </a:cubicBezTo>
                  <a:cubicBezTo>
                    <a:pt x="213" y="697"/>
                    <a:pt x="213" y="697"/>
                    <a:pt x="213" y="697"/>
                  </a:cubicBezTo>
                  <a:cubicBezTo>
                    <a:pt x="213" y="696"/>
                    <a:pt x="213" y="696"/>
                    <a:pt x="213" y="695"/>
                  </a:cubicBezTo>
                  <a:cubicBezTo>
                    <a:pt x="213" y="695"/>
                    <a:pt x="213" y="695"/>
                    <a:pt x="213" y="695"/>
                  </a:cubicBezTo>
                  <a:cubicBezTo>
                    <a:pt x="213" y="693"/>
                    <a:pt x="213" y="691"/>
                    <a:pt x="213" y="689"/>
                  </a:cubicBezTo>
                  <a:cubicBezTo>
                    <a:pt x="213" y="689"/>
                    <a:pt x="213" y="689"/>
                    <a:pt x="213" y="689"/>
                  </a:cubicBezTo>
                  <a:cubicBezTo>
                    <a:pt x="213" y="688"/>
                    <a:pt x="213" y="688"/>
                    <a:pt x="214" y="687"/>
                  </a:cubicBezTo>
                  <a:cubicBezTo>
                    <a:pt x="214" y="687"/>
                    <a:pt x="214" y="687"/>
                    <a:pt x="214" y="687"/>
                  </a:cubicBezTo>
                  <a:cubicBezTo>
                    <a:pt x="214" y="686"/>
                    <a:pt x="214" y="685"/>
                    <a:pt x="215" y="684"/>
                  </a:cubicBezTo>
                  <a:cubicBezTo>
                    <a:pt x="215" y="684"/>
                    <a:pt x="215" y="684"/>
                    <a:pt x="215" y="684"/>
                  </a:cubicBezTo>
                  <a:cubicBezTo>
                    <a:pt x="215" y="684"/>
                    <a:pt x="216" y="683"/>
                    <a:pt x="216" y="682"/>
                  </a:cubicBezTo>
                  <a:cubicBezTo>
                    <a:pt x="216" y="682"/>
                    <a:pt x="216" y="682"/>
                    <a:pt x="216" y="682"/>
                  </a:cubicBezTo>
                  <a:cubicBezTo>
                    <a:pt x="217" y="681"/>
                    <a:pt x="217" y="680"/>
                    <a:pt x="218" y="679"/>
                  </a:cubicBezTo>
                  <a:cubicBezTo>
                    <a:pt x="218" y="679"/>
                    <a:pt x="218" y="679"/>
                    <a:pt x="218" y="679"/>
                  </a:cubicBezTo>
                  <a:cubicBezTo>
                    <a:pt x="219" y="677"/>
                    <a:pt x="219" y="677"/>
                    <a:pt x="219" y="677"/>
                  </a:cubicBezTo>
                  <a:cubicBezTo>
                    <a:pt x="219" y="677"/>
                    <a:pt x="219" y="677"/>
                    <a:pt x="219" y="677"/>
                  </a:cubicBezTo>
                  <a:cubicBezTo>
                    <a:pt x="216" y="679"/>
                    <a:pt x="213" y="681"/>
                    <a:pt x="210" y="683"/>
                  </a:cubicBezTo>
                  <a:cubicBezTo>
                    <a:pt x="210" y="683"/>
                    <a:pt x="210" y="683"/>
                    <a:pt x="210" y="683"/>
                  </a:cubicBezTo>
                  <a:cubicBezTo>
                    <a:pt x="209" y="684"/>
                    <a:pt x="208" y="684"/>
                    <a:pt x="207" y="683"/>
                  </a:cubicBezTo>
                  <a:cubicBezTo>
                    <a:pt x="207" y="683"/>
                    <a:pt x="207" y="683"/>
                    <a:pt x="207" y="683"/>
                  </a:cubicBezTo>
                  <a:cubicBezTo>
                    <a:pt x="207" y="683"/>
                    <a:pt x="207" y="683"/>
                    <a:pt x="207" y="683"/>
                  </a:cubicBezTo>
                  <a:cubicBezTo>
                    <a:pt x="207" y="683"/>
                    <a:pt x="207" y="683"/>
                    <a:pt x="207" y="683"/>
                  </a:cubicBezTo>
                  <a:cubicBezTo>
                    <a:pt x="206" y="683"/>
                    <a:pt x="206" y="683"/>
                    <a:pt x="206" y="683"/>
                  </a:cubicBezTo>
                  <a:cubicBezTo>
                    <a:pt x="206" y="683"/>
                    <a:pt x="206" y="683"/>
                    <a:pt x="206" y="683"/>
                  </a:cubicBezTo>
                  <a:cubicBezTo>
                    <a:pt x="206" y="683"/>
                    <a:pt x="206" y="682"/>
                    <a:pt x="205" y="682"/>
                  </a:cubicBezTo>
                  <a:cubicBezTo>
                    <a:pt x="205" y="682"/>
                    <a:pt x="205" y="682"/>
                    <a:pt x="205" y="682"/>
                  </a:cubicBezTo>
                  <a:cubicBezTo>
                    <a:pt x="205" y="682"/>
                    <a:pt x="205" y="682"/>
                    <a:pt x="205" y="682"/>
                  </a:cubicBezTo>
                  <a:cubicBezTo>
                    <a:pt x="205" y="682"/>
                    <a:pt x="205" y="682"/>
                    <a:pt x="205" y="682"/>
                  </a:cubicBezTo>
                  <a:cubicBezTo>
                    <a:pt x="204" y="681"/>
                    <a:pt x="204" y="681"/>
                    <a:pt x="204" y="681"/>
                  </a:cubicBezTo>
                  <a:cubicBezTo>
                    <a:pt x="204" y="681"/>
                    <a:pt x="204" y="681"/>
                    <a:pt x="204" y="681"/>
                  </a:cubicBezTo>
                  <a:cubicBezTo>
                    <a:pt x="203" y="680"/>
                    <a:pt x="203" y="680"/>
                    <a:pt x="203" y="680"/>
                  </a:cubicBezTo>
                  <a:cubicBezTo>
                    <a:pt x="203" y="680"/>
                    <a:pt x="203" y="680"/>
                    <a:pt x="203" y="680"/>
                  </a:cubicBezTo>
                  <a:cubicBezTo>
                    <a:pt x="203" y="680"/>
                    <a:pt x="203" y="680"/>
                    <a:pt x="203" y="680"/>
                  </a:cubicBezTo>
                  <a:cubicBezTo>
                    <a:pt x="203" y="680"/>
                    <a:pt x="203" y="680"/>
                    <a:pt x="203" y="680"/>
                  </a:cubicBezTo>
                  <a:cubicBezTo>
                    <a:pt x="202" y="680"/>
                    <a:pt x="202" y="680"/>
                    <a:pt x="202" y="680"/>
                  </a:cubicBezTo>
                  <a:cubicBezTo>
                    <a:pt x="202" y="680"/>
                    <a:pt x="202" y="680"/>
                    <a:pt x="202" y="680"/>
                  </a:cubicBezTo>
                  <a:cubicBezTo>
                    <a:pt x="202" y="680"/>
                    <a:pt x="202" y="680"/>
                    <a:pt x="202" y="679"/>
                  </a:cubicBezTo>
                  <a:cubicBezTo>
                    <a:pt x="202" y="679"/>
                    <a:pt x="202" y="679"/>
                    <a:pt x="202" y="679"/>
                  </a:cubicBezTo>
                  <a:cubicBezTo>
                    <a:pt x="202" y="680"/>
                    <a:pt x="201" y="680"/>
                    <a:pt x="201" y="680"/>
                  </a:cubicBezTo>
                  <a:cubicBezTo>
                    <a:pt x="201" y="680"/>
                    <a:pt x="201" y="680"/>
                    <a:pt x="201" y="680"/>
                  </a:cubicBezTo>
                  <a:cubicBezTo>
                    <a:pt x="201" y="680"/>
                    <a:pt x="201" y="680"/>
                    <a:pt x="201" y="680"/>
                  </a:cubicBezTo>
                  <a:cubicBezTo>
                    <a:pt x="201" y="680"/>
                    <a:pt x="201" y="680"/>
                    <a:pt x="201" y="680"/>
                  </a:cubicBezTo>
                  <a:cubicBezTo>
                    <a:pt x="201" y="680"/>
                    <a:pt x="200" y="680"/>
                    <a:pt x="200" y="680"/>
                  </a:cubicBezTo>
                  <a:cubicBezTo>
                    <a:pt x="200" y="680"/>
                    <a:pt x="200" y="680"/>
                    <a:pt x="200" y="680"/>
                  </a:cubicBezTo>
                  <a:cubicBezTo>
                    <a:pt x="200" y="680"/>
                    <a:pt x="200" y="681"/>
                    <a:pt x="200" y="681"/>
                  </a:cubicBezTo>
                  <a:cubicBezTo>
                    <a:pt x="200" y="681"/>
                    <a:pt x="200" y="681"/>
                    <a:pt x="200" y="681"/>
                  </a:cubicBezTo>
                  <a:cubicBezTo>
                    <a:pt x="200" y="681"/>
                    <a:pt x="200" y="681"/>
                    <a:pt x="200" y="681"/>
                  </a:cubicBezTo>
                  <a:cubicBezTo>
                    <a:pt x="200" y="681"/>
                    <a:pt x="200" y="681"/>
                    <a:pt x="200" y="681"/>
                  </a:cubicBezTo>
                  <a:cubicBezTo>
                    <a:pt x="200" y="682"/>
                    <a:pt x="200" y="682"/>
                    <a:pt x="200" y="682"/>
                  </a:cubicBezTo>
                  <a:cubicBezTo>
                    <a:pt x="200" y="682"/>
                    <a:pt x="200" y="682"/>
                    <a:pt x="200" y="682"/>
                  </a:cubicBezTo>
                  <a:cubicBezTo>
                    <a:pt x="200" y="682"/>
                    <a:pt x="199" y="682"/>
                    <a:pt x="199" y="682"/>
                  </a:cubicBezTo>
                  <a:cubicBezTo>
                    <a:pt x="199" y="682"/>
                    <a:pt x="199" y="682"/>
                    <a:pt x="199" y="682"/>
                  </a:cubicBezTo>
                  <a:cubicBezTo>
                    <a:pt x="199" y="682"/>
                    <a:pt x="199" y="682"/>
                    <a:pt x="199" y="682"/>
                  </a:cubicBezTo>
                  <a:cubicBezTo>
                    <a:pt x="199" y="682"/>
                    <a:pt x="199" y="682"/>
                    <a:pt x="199" y="682"/>
                  </a:cubicBezTo>
                  <a:cubicBezTo>
                    <a:pt x="193" y="692"/>
                    <a:pt x="193" y="692"/>
                    <a:pt x="193" y="692"/>
                  </a:cubicBezTo>
                  <a:cubicBezTo>
                    <a:pt x="193" y="692"/>
                    <a:pt x="193" y="692"/>
                    <a:pt x="193" y="692"/>
                  </a:cubicBezTo>
                  <a:cubicBezTo>
                    <a:pt x="186" y="705"/>
                    <a:pt x="186" y="705"/>
                    <a:pt x="186" y="705"/>
                  </a:cubicBezTo>
                  <a:cubicBezTo>
                    <a:pt x="186" y="705"/>
                    <a:pt x="186" y="705"/>
                    <a:pt x="186" y="705"/>
                  </a:cubicBezTo>
                  <a:cubicBezTo>
                    <a:pt x="176" y="724"/>
                    <a:pt x="176" y="724"/>
                    <a:pt x="176" y="724"/>
                  </a:cubicBezTo>
                  <a:close/>
                  <a:moveTo>
                    <a:pt x="425" y="723"/>
                  </a:moveTo>
                  <a:cubicBezTo>
                    <a:pt x="424" y="722"/>
                    <a:pt x="424" y="722"/>
                    <a:pt x="424" y="722"/>
                  </a:cubicBezTo>
                  <a:cubicBezTo>
                    <a:pt x="424" y="722"/>
                    <a:pt x="424" y="722"/>
                    <a:pt x="424" y="722"/>
                  </a:cubicBezTo>
                  <a:cubicBezTo>
                    <a:pt x="424" y="722"/>
                    <a:pt x="424" y="722"/>
                    <a:pt x="424" y="722"/>
                  </a:cubicBezTo>
                  <a:cubicBezTo>
                    <a:pt x="424" y="722"/>
                    <a:pt x="424" y="722"/>
                    <a:pt x="424" y="722"/>
                  </a:cubicBezTo>
                  <a:cubicBezTo>
                    <a:pt x="423" y="721"/>
                    <a:pt x="423" y="721"/>
                    <a:pt x="423" y="721"/>
                  </a:cubicBezTo>
                  <a:cubicBezTo>
                    <a:pt x="423" y="721"/>
                    <a:pt x="423" y="721"/>
                    <a:pt x="423" y="721"/>
                  </a:cubicBezTo>
                  <a:cubicBezTo>
                    <a:pt x="423" y="720"/>
                    <a:pt x="423" y="720"/>
                    <a:pt x="423" y="720"/>
                  </a:cubicBezTo>
                  <a:cubicBezTo>
                    <a:pt x="423" y="720"/>
                    <a:pt x="423" y="720"/>
                    <a:pt x="423" y="720"/>
                  </a:cubicBezTo>
                  <a:cubicBezTo>
                    <a:pt x="423" y="720"/>
                    <a:pt x="423" y="720"/>
                    <a:pt x="423" y="720"/>
                  </a:cubicBezTo>
                  <a:cubicBezTo>
                    <a:pt x="423" y="720"/>
                    <a:pt x="423" y="720"/>
                    <a:pt x="423" y="720"/>
                  </a:cubicBezTo>
                  <a:cubicBezTo>
                    <a:pt x="423" y="719"/>
                    <a:pt x="423" y="719"/>
                    <a:pt x="423" y="719"/>
                  </a:cubicBezTo>
                  <a:cubicBezTo>
                    <a:pt x="423" y="719"/>
                    <a:pt x="423" y="719"/>
                    <a:pt x="423" y="719"/>
                  </a:cubicBezTo>
                  <a:cubicBezTo>
                    <a:pt x="423" y="718"/>
                    <a:pt x="423" y="718"/>
                    <a:pt x="423" y="718"/>
                  </a:cubicBezTo>
                  <a:cubicBezTo>
                    <a:pt x="423" y="718"/>
                    <a:pt x="423" y="718"/>
                    <a:pt x="423" y="718"/>
                  </a:cubicBezTo>
                  <a:cubicBezTo>
                    <a:pt x="424" y="717"/>
                    <a:pt x="424" y="717"/>
                    <a:pt x="424" y="717"/>
                  </a:cubicBezTo>
                  <a:cubicBezTo>
                    <a:pt x="424" y="717"/>
                    <a:pt x="424" y="717"/>
                    <a:pt x="424" y="717"/>
                  </a:cubicBezTo>
                  <a:cubicBezTo>
                    <a:pt x="425" y="716"/>
                    <a:pt x="425" y="716"/>
                    <a:pt x="425" y="716"/>
                  </a:cubicBezTo>
                  <a:cubicBezTo>
                    <a:pt x="425" y="716"/>
                    <a:pt x="425" y="716"/>
                    <a:pt x="425" y="716"/>
                  </a:cubicBezTo>
                  <a:cubicBezTo>
                    <a:pt x="427" y="715"/>
                    <a:pt x="427" y="715"/>
                    <a:pt x="427" y="715"/>
                  </a:cubicBezTo>
                  <a:cubicBezTo>
                    <a:pt x="427" y="715"/>
                    <a:pt x="427" y="715"/>
                    <a:pt x="427" y="715"/>
                  </a:cubicBezTo>
                  <a:cubicBezTo>
                    <a:pt x="428" y="714"/>
                    <a:pt x="428" y="714"/>
                    <a:pt x="428" y="714"/>
                  </a:cubicBezTo>
                  <a:cubicBezTo>
                    <a:pt x="428" y="714"/>
                    <a:pt x="428" y="714"/>
                    <a:pt x="428" y="714"/>
                  </a:cubicBezTo>
                  <a:cubicBezTo>
                    <a:pt x="430" y="713"/>
                    <a:pt x="430" y="713"/>
                    <a:pt x="430" y="713"/>
                  </a:cubicBezTo>
                  <a:cubicBezTo>
                    <a:pt x="430" y="713"/>
                    <a:pt x="430" y="713"/>
                    <a:pt x="430" y="713"/>
                  </a:cubicBezTo>
                  <a:cubicBezTo>
                    <a:pt x="431" y="712"/>
                    <a:pt x="431" y="712"/>
                    <a:pt x="431" y="712"/>
                  </a:cubicBezTo>
                  <a:cubicBezTo>
                    <a:pt x="431" y="712"/>
                    <a:pt x="431" y="712"/>
                    <a:pt x="431" y="712"/>
                  </a:cubicBezTo>
                  <a:cubicBezTo>
                    <a:pt x="433" y="711"/>
                    <a:pt x="433" y="711"/>
                    <a:pt x="433" y="711"/>
                  </a:cubicBezTo>
                  <a:cubicBezTo>
                    <a:pt x="433" y="711"/>
                    <a:pt x="433" y="711"/>
                    <a:pt x="433" y="711"/>
                  </a:cubicBezTo>
                  <a:cubicBezTo>
                    <a:pt x="434" y="710"/>
                    <a:pt x="434" y="710"/>
                    <a:pt x="434" y="710"/>
                  </a:cubicBezTo>
                  <a:cubicBezTo>
                    <a:pt x="434" y="710"/>
                    <a:pt x="434" y="710"/>
                    <a:pt x="434" y="710"/>
                  </a:cubicBezTo>
                  <a:cubicBezTo>
                    <a:pt x="436" y="709"/>
                    <a:pt x="436" y="709"/>
                    <a:pt x="436" y="709"/>
                  </a:cubicBezTo>
                  <a:cubicBezTo>
                    <a:pt x="436" y="709"/>
                    <a:pt x="436" y="709"/>
                    <a:pt x="436" y="709"/>
                  </a:cubicBezTo>
                  <a:cubicBezTo>
                    <a:pt x="442" y="704"/>
                    <a:pt x="442" y="704"/>
                    <a:pt x="442" y="704"/>
                  </a:cubicBezTo>
                  <a:cubicBezTo>
                    <a:pt x="442" y="704"/>
                    <a:pt x="442" y="704"/>
                    <a:pt x="442" y="704"/>
                  </a:cubicBezTo>
                  <a:cubicBezTo>
                    <a:pt x="443" y="703"/>
                    <a:pt x="443" y="703"/>
                    <a:pt x="443" y="703"/>
                  </a:cubicBezTo>
                  <a:cubicBezTo>
                    <a:pt x="443" y="703"/>
                    <a:pt x="443" y="703"/>
                    <a:pt x="443" y="703"/>
                  </a:cubicBezTo>
                  <a:cubicBezTo>
                    <a:pt x="444" y="703"/>
                    <a:pt x="444" y="703"/>
                    <a:pt x="444" y="703"/>
                  </a:cubicBezTo>
                  <a:cubicBezTo>
                    <a:pt x="444" y="703"/>
                    <a:pt x="444" y="703"/>
                    <a:pt x="444" y="703"/>
                  </a:cubicBezTo>
                  <a:cubicBezTo>
                    <a:pt x="444" y="702"/>
                    <a:pt x="444" y="702"/>
                    <a:pt x="444" y="702"/>
                  </a:cubicBezTo>
                  <a:cubicBezTo>
                    <a:pt x="444" y="702"/>
                    <a:pt x="444" y="702"/>
                    <a:pt x="444" y="702"/>
                  </a:cubicBezTo>
                  <a:cubicBezTo>
                    <a:pt x="445" y="700"/>
                    <a:pt x="445" y="700"/>
                    <a:pt x="445" y="700"/>
                  </a:cubicBezTo>
                  <a:cubicBezTo>
                    <a:pt x="445" y="700"/>
                    <a:pt x="445" y="700"/>
                    <a:pt x="445" y="700"/>
                  </a:cubicBezTo>
                  <a:cubicBezTo>
                    <a:pt x="446" y="699"/>
                    <a:pt x="446" y="699"/>
                    <a:pt x="446" y="699"/>
                  </a:cubicBezTo>
                  <a:cubicBezTo>
                    <a:pt x="446" y="699"/>
                    <a:pt x="446" y="699"/>
                    <a:pt x="446" y="699"/>
                  </a:cubicBezTo>
                  <a:cubicBezTo>
                    <a:pt x="446" y="698"/>
                    <a:pt x="446" y="698"/>
                    <a:pt x="446" y="698"/>
                  </a:cubicBezTo>
                  <a:cubicBezTo>
                    <a:pt x="446" y="698"/>
                    <a:pt x="446" y="698"/>
                    <a:pt x="446" y="698"/>
                  </a:cubicBezTo>
                  <a:cubicBezTo>
                    <a:pt x="446" y="697"/>
                    <a:pt x="446" y="697"/>
                    <a:pt x="446" y="697"/>
                  </a:cubicBezTo>
                  <a:cubicBezTo>
                    <a:pt x="446" y="697"/>
                    <a:pt x="446" y="697"/>
                    <a:pt x="446" y="697"/>
                  </a:cubicBezTo>
                  <a:cubicBezTo>
                    <a:pt x="446" y="696"/>
                    <a:pt x="446" y="696"/>
                    <a:pt x="446" y="696"/>
                  </a:cubicBezTo>
                  <a:cubicBezTo>
                    <a:pt x="446" y="696"/>
                    <a:pt x="446" y="696"/>
                    <a:pt x="446" y="696"/>
                  </a:cubicBezTo>
                  <a:cubicBezTo>
                    <a:pt x="444" y="695"/>
                    <a:pt x="444" y="695"/>
                    <a:pt x="444" y="695"/>
                  </a:cubicBezTo>
                  <a:cubicBezTo>
                    <a:pt x="444" y="695"/>
                    <a:pt x="444" y="695"/>
                    <a:pt x="444" y="695"/>
                  </a:cubicBezTo>
                  <a:cubicBezTo>
                    <a:pt x="444" y="696"/>
                    <a:pt x="444" y="696"/>
                    <a:pt x="444" y="696"/>
                  </a:cubicBezTo>
                  <a:cubicBezTo>
                    <a:pt x="444" y="696"/>
                    <a:pt x="444" y="696"/>
                    <a:pt x="444" y="696"/>
                  </a:cubicBezTo>
                  <a:cubicBezTo>
                    <a:pt x="444" y="697"/>
                    <a:pt x="444" y="697"/>
                    <a:pt x="444" y="697"/>
                  </a:cubicBezTo>
                  <a:cubicBezTo>
                    <a:pt x="444" y="697"/>
                    <a:pt x="444" y="697"/>
                    <a:pt x="444" y="697"/>
                  </a:cubicBezTo>
                  <a:cubicBezTo>
                    <a:pt x="443" y="697"/>
                    <a:pt x="443" y="697"/>
                    <a:pt x="443" y="697"/>
                  </a:cubicBezTo>
                  <a:cubicBezTo>
                    <a:pt x="443" y="697"/>
                    <a:pt x="443" y="697"/>
                    <a:pt x="443" y="697"/>
                  </a:cubicBezTo>
                  <a:cubicBezTo>
                    <a:pt x="443" y="698"/>
                    <a:pt x="443" y="698"/>
                    <a:pt x="443" y="698"/>
                  </a:cubicBezTo>
                  <a:cubicBezTo>
                    <a:pt x="443" y="698"/>
                    <a:pt x="443" y="698"/>
                    <a:pt x="443" y="698"/>
                  </a:cubicBezTo>
                  <a:cubicBezTo>
                    <a:pt x="442" y="698"/>
                    <a:pt x="442" y="698"/>
                    <a:pt x="442" y="698"/>
                  </a:cubicBezTo>
                  <a:cubicBezTo>
                    <a:pt x="442" y="698"/>
                    <a:pt x="442" y="698"/>
                    <a:pt x="442" y="698"/>
                  </a:cubicBezTo>
                  <a:cubicBezTo>
                    <a:pt x="442" y="698"/>
                    <a:pt x="442" y="698"/>
                    <a:pt x="442" y="698"/>
                  </a:cubicBezTo>
                  <a:cubicBezTo>
                    <a:pt x="442" y="698"/>
                    <a:pt x="442" y="698"/>
                    <a:pt x="442" y="698"/>
                  </a:cubicBezTo>
                  <a:cubicBezTo>
                    <a:pt x="441" y="699"/>
                    <a:pt x="441" y="699"/>
                    <a:pt x="441" y="699"/>
                  </a:cubicBezTo>
                  <a:cubicBezTo>
                    <a:pt x="441" y="699"/>
                    <a:pt x="441" y="699"/>
                    <a:pt x="441" y="699"/>
                  </a:cubicBezTo>
                  <a:cubicBezTo>
                    <a:pt x="440" y="699"/>
                    <a:pt x="440" y="699"/>
                    <a:pt x="440" y="699"/>
                  </a:cubicBezTo>
                  <a:cubicBezTo>
                    <a:pt x="440" y="699"/>
                    <a:pt x="440" y="699"/>
                    <a:pt x="440" y="699"/>
                  </a:cubicBezTo>
                  <a:cubicBezTo>
                    <a:pt x="440" y="699"/>
                    <a:pt x="440" y="699"/>
                    <a:pt x="440" y="699"/>
                  </a:cubicBezTo>
                  <a:cubicBezTo>
                    <a:pt x="440" y="699"/>
                    <a:pt x="440" y="699"/>
                    <a:pt x="440" y="699"/>
                  </a:cubicBezTo>
                  <a:cubicBezTo>
                    <a:pt x="439" y="699"/>
                    <a:pt x="439" y="699"/>
                    <a:pt x="439" y="699"/>
                  </a:cubicBezTo>
                  <a:cubicBezTo>
                    <a:pt x="439" y="699"/>
                    <a:pt x="439" y="699"/>
                    <a:pt x="439" y="699"/>
                  </a:cubicBezTo>
                  <a:cubicBezTo>
                    <a:pt x="439" y="699"/>
                    <a:pt x="439" y="699"/>
                    <a:pt x="439" y="699"/>
                  </a:cubicBezTo>
                  <a:cubicBezTo>
                    <a:pt x="439" y="699"/>
                    <a:pt x="439" y="699"/>
                    <a:pt x="439" y="699"/>
                  </a:cubicBezTo>
                  <a:cubicBezTo>
                    <a:pt x="439" y="699"/>
                    <a:pt x="439" y="699"/>
                    <a:pt x="439" y="699"/>
                  </a:cubicBezTo>
                  <a:cubicBezTo>
                    <a:pt x="439" y="699"/>
                    <a:pt x="439" y="699"/>
                    <a:pt x="439" y="699"/>
                  </a:cubicBezTo>
                  <a:cubicBezTo>
                    <a:pt x="438" y="699"/>
                    <a:pt x="438" y="699"/>
                    <a:pt x="438" y="699"/>
                  </a:cubicBezTo>
                  <a:cubicBezTo>
                    <a:pt x="438" y="699"/>
                    <a:pt x="438" y="699"/>
                    <a:pt x="438" y="699"/>
                  </a:cubicBezTo>
                  <a:cubicBezTo>
                    <a:pt x="438" y="699"/>
                    <a:pt x="438" y="699"/>
                    <a:pt x="438" y="699"/>
                  </a:cubicBezTo>
                  <a:cubicBezTo>
                    <a:pt x="438" y="699"/>
                    <a:pt x="438" y="699"/>
                    <a:pt x="438" y="699"/>
                  </a:cubicBezTo>
                  <a:cubicBezTo>
                    <a:pt x="437" y="699"/>
                    <a:pt x="437" y="699"/>
                    <a:pt x="437" y="699"/>
                  </a:cubicBezTo>
                  <a:cubicBezTo>
                    <a:pt x="437" y="699"/>
                    <a:pt x="437" y="699"/>
                    <a:pt x="437" y="699"/>
                  </a:cubicBezTo>
                  <a:cubicBezTo>
                    <a:pt x="437" y="699"/>
                    <a:pt x="437" y="699"/>
                    <a:pt x="437" y="699"/>
                  </a:cubicBezTo>
                  <a:cubicBezTo>
                    <a:pt x="437" y="699"/>
                    <a:pt x="437" y="699"/>
                    <a:pt x="437" y="699"/>
                  </a:cubicBezTo>
                  <a:cubicBezTo>
                    <a:pt x="437" y="699"/>
                    <a:pt x="437" y="699"/>
                    <a:pt x="437" y="699"/>
                  </a:cubicBezTo>
                  <a:cubicBezTo>
                    <a:pt x="437" y="699"/>
                    <a:pt x="437" y="699"/>
                    <a:pt x="437" y="699"/>
                  </a:cubicBezTo>
                  <a:cubicBezTo>
                    <a:pt x="437" y="699"/>
                    <a:pt x="437" y="699"/>
                    <a:pt x="437" y="699"/>
                  </a:cubicBezTo>
                  <a:cubicBezTo>
                    <a:pt x="437" y="699"/>
                    <a:pt x="437" y="699"/>
                    <a:pt x="437" y="699"/>
                  </a:cubicBezTo>
                  <a:cubicBezTo>
                    <a:pt x="436" y="698"/>
                    <a:pt x="436" y="698"/>
                    <a:pt x="436" y="698"/>
                  </a:cubicBezTo>
                  <a:cubicBezTo>
                    <a:pt x="436" y="698"/>
                    <a:pt x="436" y="698"/>
                    <a:pt x="436" y="698"/>
                  </a:cubicBezTo>
                  <a:cubicBezTo>
                    <a:pt x="436" y="698"/>
                    <a:pt x="436" y="698"/>
                    <a:pt x="436" y="698"/>
                  </a:cubicBezTo>
                  <a:cubicBezTo>
                    <a:pt x="436" y="698"/>
                    <a:pt x="436" y="698"/>
                    <a:pt x="436" y="698"/>
                  </a:cubicBezTo>
                  <a:cubicBezTo>
                    <a:pt x="436" y="698"/>
                    <a:pt x="436" y="698"/>
                    <a:pt x="436" y="698"/>
                  </a:cubicBezTo>
                  <a:cubicBezTo>
                    <a:pt x="436" y="698"/>
                    <a:pt x="436" y="698"/>
                    <a:pt x="436" y="698"/>
                  </a:cubicBezTo>
                  <a:cubicBezTo>
                    <a:pt x="436" y="697"/>
                    <a:pt x="436" y="697"/>
                    <a:pt x="436" y="697"/>
                  </a:cubicBezTo>
                  <a:cubicBezTo>
                    <a:pt x="436" y="697"/>
                    <a:pt x="436" y="697"/>
                    <a:pt x="436" y="697"/>
                  </a:cubicBezTo>
                  <a:cubicBezTo>
                    <a:pt x="436" y="697"/>
                    <a:pt x="436" y="697"/>
                    <a:pt x="436" y="697"/>
                  </a:cubicBezTo>
                  <a:cubicBezTo>
                    <a:pt x="436" y="697"/>
                    <a:pt x="436" y="697"/>
                    <a:pt x="436" y="697"/>
                  </a:cubicBezTo>
                  <a:cubicBezTo>
                    <a:pt x="436" y="696"/>
                    <a:pt x="436" y="696"/>
                    <a:pt x="436" y="696"/>
                  </a:cubicBezTo>
                  <a:cubicBezTo>
                    <a:pt x="436" y="696"/>
                    <a:pt x="436" y="696"/>
                    <a:pt x="436" y="696"/>
                  </a:cubicBezTo>
                  <a:cubicBezTo>
                    <a:pt x="443" y="692"/>
                    <a:pt x="443" y="692"/>
                    <a:pt x="443" y="692"/>
                  </a:cubicBezTo>
                  <a:cubicBezTo>
                    <a:pt x="443" y="692"/>
                    <a:pt x="443" y="692"/>
                    <a:pt x="443" y="692"/>
                  </a:cubicBezTo>
                  <a:cubicBezTo>
                    <a:pt x="442" y="692"/>
                    <a:pt x="442" y="692"/>
                    <a:pt x="442" y="692"/>
                  </a:cubicBezTo>
                  <a:cubicBezTo>
                    <a:pt x="442" y="692"/>
                    <a:pt x="442" y="692"/>
                    <a:pt x="442" y="692"/>
                  </a:cubicBezTo>
                  <a:cubicBezTo>
                    <a:pt x="442" y="691"/>
                    <a:pt x="442" y="691"/>
                    <a:pt x="442" y="691"/>
                  </a:cubicBezTo>
                  <a:cubicBezTo>
                    <a:pt x="442" y="691"/>
                    <a:pt x="442" y="691"/>
                    <a:pt x="442" y="691"/>
                  </a:cubicBezTo>
                  <a:cubicBezTo>
                    <a:pt x="442" y="691"/>
                    <a:pt x="442" y="691"/>
                    <a:pt x="442" y="691"/>
                  </a:cubicBezTo>
                  <a:cubicBezTo>
                    <a:pt x="442" y="691"/>
                    <a:pt x="442" y="691"/>
                    <a:pt x="442" y="691"/>
                  </a:cubicBezTo>
                  <a:cubicBezTo>
                    <a:pt x="442" y="691"/>
                    <a:pt x="442" y="691"/>
                    <a:pt x="442" y="691"/>
                  </a:cubicBezTo>
                  <a:cubicBezTo>
                    <a:pt x="442" y="691"/>
                    <a:pt x="442" y="691"/>
                    <a:pt x="442" y="691"/>
                  </a:cubicBezTo>
                  <a:cubicBezTo>
                    <a:pt x="442" y="690"/>
                    <a:pt x="442" y="690"/>
                    <a:pt x="442" y="690"/>
                  </a:cubicBezTo>
                  <a:cubicBezTo>
                    <a:pt x="442" y="690"/>
                    <a:pt x="442" y="690"/>
                    <a:pt x="442" y="690"/>
                  </a:cubicBezTo>
                  <a:cubicBezTo>
                    <a:pt x="442" y="690"/>
                    <a:pt x="442" y="690"/>
                    <a:pt x="442" y="690"/>
                  </a:cubicBezTo>
                  <a:cubicBezTo>
                    <a:pt x="442" y="690"/>
                    <a:pt x="442" y="690"/>
                    <a:pt x="442" y="690"/>
                  </a:cubicBezTo>
                  <a:cubicBezTo>
                    <a:pt x="442" y="690"/>
                    <a:pt x="442" y="690"/>
                    <a:pt x="442" y="690"/>
                  </a:cubicBezTo>
                  <a:cubicBezTo>
                    <a:pt x="442" y="690"/>
                    <a:pt x="442" y="690"/>
                    <a:pt x="442" y="690"/>
                  </a:cubicBezTo>
                  <a:cubicBezTo>
                    <a:pt x="443" y="689"/>
                    <a:pt x="443" y="689"/>
                    <a:pt x="443" y="689"/>
                  </a:cubicBezTo>
                  <a:cubicBezTo>
                    <a:pt x="443" y="689"/>
                    <a:pt x="443" y="689"/>
                    <a:pt x="443" y="689"/>
                  </a:cubicBezTo>
                  <a:cubicBezTo>
                    <a:pt x="443" y="689"/>
                    <a:pt x="443" y="689"/>
                    <a:pt x="443" y="689"/>
                  </a:cubicBezTo>
                  <a:cubicBezTo>
                    <a:pt x="443" y="689"/>
                    <a:pt x="443" y="689"/>
                    <a:pt x="443" y="689"/>
                  </a:cubicBezTo>
                  <a:cubicBezTo>
                    <a:pt x="443" y="688"/>
                    <a:pt x="443" y="688"/>
                    <a:pt x="443" y="688"/>
                  </a:cubicBezTo>
                  <a:cubicBezTo>
                    <a:pt x="443" y="688"/>
                    <a:pt x="443" y="688"/>
                    <a:pt x="443" y="688"/>
                  </a:cubicBezTo>
                  <a:cubicBezTo>
                    <a:pt x="443" y="688"/>
                    <a:pt x="443" y="688"/>
                    <a:pt x="443" y="688"/>
                  </a:cubicBezTo>
                  <a:cubicBezTo>
                    <a:pt x="443" y="688"/>
                    <a:pt x="443" y="688"/>
                    <a:pt x="443" y="688"/>
                  </a:cubicBezTo>
                  <a:cubicBezTo>
                    <a:pt x="444" y="687"/>
                    <a:pt x="444" y="687"/>
                    <a:pt x="444" y="687"/>
                  </a:cubicBezTo>
                  <a:cubicBezTo>
                    <a:pt x="444" y="687"/>
                    <a:pt x="444" y="687"/>
                    <a:pt x="444" y="687"/>
                  </a:cubicBezTo>
                  <a:cubicBezTo>
                    <a:pt x="444" y="687"/>
                    <a:pt x="444" y="687"/>
                    <a:pt x="444" y="687"/>
                  </a:cubicBezTo>
                  <a:cubicBezTo>
                    <a:pt x="444" y="687"/>
                    <a:pt x="444" y="687"/>
                    <a:pt x="444" y="687"/>
                  </a:cubicBezTo>
                  <a:cubicBezTo>
                    <a:pt x="444" y="686"/>
                    <a:pt x="444" y="686"/>
                    <a:pt x="444" y="686"/>
                  </a:cubicBezTo>
                  <a:cubicBezTo>
                    <a:pt x="444" y="686"/>
                    <a:pt x="444" y="686"/>
                    <a:pt x="444" y="686"/>
                  </a:cubicBezTo>
                  <a:cubicBezTo>
                    <a:pt x="444" y="686"/>
                    <a:pt x="444" y="686"/>
                    <a:pt x="444" y="686"/>
                  </a:cubicBezTo>
                  <a:cubicBezTo>
                    <a:pt x="444" y="686"/>
                    <a:pt x="444" y="686"/>
                    <a:pt x="444" y="686"/>
                  </a:cubicBezTo>
                  <a:cubicBezTo>
                    <a:pt x="444" y="685"/>
                    <a:pt x="444" y="685"/>
                    <a:pt x="444" y="685"/>
                  </a:cubicBezTo>
                  <a:cubicBezTo>
                    <a:pt x="444" y="685"/>
                    <a:pt x="444" y="685"/>
                    <a:pt x="444" y="685"/>
                  </a:cubicBezTo>
                  <a:cubicBezTo>
                    <a:pt x="443" y="685"/>
                    <a:pt x="443" y="685"/>
                    <a:pt x="443" y="685"/>
                  </a:cubicBezTo>
                  <a:cubicBezTo>
                    <a:pt x="443" y="685"/>
                    <a:pt x="443" y="685"/>
                    <a:pt x="443" y="685"/>
                  </a:cubicBezTo>
                  <a:cubicBezTo>
                    <a:pt x="443" y="685"/>
                    <a:pt x="443" y="685"/>
                    <a:pt x="443" y="685"/>
                  </a:cubicBezTo>
                  <a:cubicBezTo>
                    <a:pt x="443" y="685"/>
                    <a:pt x="443" y="685"/>
                    <a:pt x="443" y="685"/>
                  </a:cubicBezTo>
                  <a:cubicBezTo>
                    <a:pt x="442" y="685"/>
                    <a:pt x="442" y="685"/>
                    <a:pt x="442" y="685"/>
                  </a:cubicBezTo>
                  <a:cubicBezTo>
                    <a:pt x="442" y="685"/>
                    <a:pt x="442" y="685"/>
                    <a:pt x="442" y="685"/>
                  </a:cubicBezTo>
                  <a:cubicBezTo>
                    <a:pt x="442" y="685"/>
                    <a:pt x="442" y="685"/>
                    <a:pt x="442" y="685"/>
                  </a:cubicBezTo>
                  <a:cubicBezTo>
                    <a:pt x="442" y="685"/>
                    <a:pt x="442" y="685"/>
                    <a:pt x="442" y="685"/>
                  </a:cubicBezTo>
                  <a:cubicBezTo>
                    <a:pt x="441" y="685"/>
                    <a:pt x="441" y="685"/>
                    <a:pt x="441" y="685"/>
                  </a:cubicBezTo>
                  <a:cubicBezTo>
                    <a:pt x="441" y="685"/>
                    <a:pt x="441" y="685"/>
                    <a:pt x="441" y="685"/>
                  </a:cubicBezTo>
                  <a:cubicBezTo>
                    <a:pt x="441" y="685"/>
                    <a:pt x="441" y="685"/>
                    <a:pt x="441" y="685"/>
                  </a:cubicBezTo>
                  <a:cubicBezTo>
                    <a:pt x="441" y="685"/>
                    <a:pt x="441" y="685"/>
                    <a:pt x="441" y="685"/>
                  </a:cubicBezTo>
                  <a:cubicBezTo>
                    <a:pt x="440" y="685"/>
                    <a:pt x="440" y="685"/>
                    <a:pt x="440" y="685"/>
                  </a:cubicBezTo>
                  <a:cubicBezTo>
                    <a:pt x="440" y="685"/>
                    <a:pt x="440" y="685"/>
                    <a:pt x="440" y="685"/>
                  </a:cubicBezTo>
                  <a:cubicBezTo>
                    <a:pt x="440" y="685"/>
                    <a:pt x="440" y="685"/>
                    <a:pt x="440" y="685"/>
                  </a:cubicBezTo>
                  <a:cubicBezTo>
                    <a:pt x="440" y="685"/>
                    <a:pt x="440" y="685"/>
                    <a:pt x="440" y="685"/>
                  </a:cubicBezTo>
                  <a:cubicBezTo>
                    <a:pt x="440" y="685"/>
                    <a:pt x="440" y="685"/>
                    <a:pt x="440" y="685"/>
                  </a:cubicBezTo>
                  <a:cubicBezTo>
                    <a:pt x="440" y="685"/>
                    <a:pt x="440" y="685"/>
                    <a:pt x="440" y="685"/>
                  </a:cubicBezTo>
                  <a:cubicBezTo>
                    <a:pt x="439" y="685"/>
                    <a:pt x="439" y="685"/>
                    <a:pt x="439" y="685"/>
                  </a:cubicBezTo>
                  <a:cubicBezTo>
                    <a:pt x="439" y="685"/>
                    <a:pt x="439" y="685"/>
                    <a:pt x="439" y="685"/>
                  </a:cubicBezTo>
                  <a:cubicBezTo>
                    <a:pt x="439" y="686"/>
                    <a:pt x="439" y="686"/>
                    <a:pt x="439" y="686"/>
                  </a:cubicBezTo>
                  <a:cubicBezTo>
                    <a:pt x="439" y="686"/>
                    <a:pt x="439" y="686"/>
                    <a:pt x="439" y="686"/>
                  </a:cubicBezTo>
                  <a:cubicBezTo>
                    <a:pt x="439" y="686"/>
                    <a:pt x="439" y="686"/>
                    <a:pt x="439" y="686"/>
                  </a:cubicBezTo>
                  <a:cubicBezTo>
                    <a:pt x="439" y="686"/>
                    <a:pt x="439" y="686"/>
                    <a:pt x="439" y="686"/>
                  </a:cubicBezTo>
                  <a:cubicBezTo>
                    <a:pt x="439" y="686"/>
                    <a:pt x="439" y="686"/>
                    <a:pt x="439" y="686"/>
                  </a:cubicBezTo>
                  <a:cubicBezTo>
                    <a:pt x="439" y="686"/>
                    <a:pt x="439" y="686"/>
                    <a:pt x="439" y="686"/>
                  </a:cubicBezTo>
                  <a:cubicBezTo>
                    <a:pt x="438" y="686"/>
                    <a:pt x="438" y="686"/>
                    <a:pt x="438" y="686"/>
                  </a:cubicBezTo>
                  <a:cubicBezTo>
                    <a:pt x="438" y="686"/>
                    <a:pt x="438" y="686"/>
                    <a:pt x="438" y="686"/>
                  </a:cubicBezTo>
                  <a:cubicBezTo>
                    <a:pt x="438" y="686"/>
                    <a:pt x="438" y="686"/>
                    <a:pt x="438" y="686"/>
                  </a:cubicBezTo>
                  <a:cubicBezTo>
                    <a:pt x="438" y="686"/>
                    <a:pt x="438" y="686"/>
                    <a:pt x="438" y="686"/>
                  </a:cubicBezTo>
                  <a:cubicBezTo>
                    <a:pt x="438" y="686"/>
                    <a:pt x="438" y="686"/>
                    <a:pt x="438" y="686"/>
                  </a:cubicBezTo>
                  <a:cubicBezTo>
                    <a:pt x="438" y="686"/>
                    <a:pt x="438" y="686"/>
                    <a:pt x="438" y="686"/>
                  </a:cubicBezTo>
                  <a:cubicBezTo>
                    <a:pt x="439" y="685"/>
                    <a:pt x="439" y="685"/>
                    <a:pt x="439" y="685"/>
                  </a:cubicBezTo>
                  <a:cubicBezTo>
                    <a:pt x="439" y="685"/>
                    <a:pt x="439" y="685"/>
                    <a:pt x="439" y="685"/>
                  </a:cubicBezTo>
                  <a:cubicBezTo>
                    <a:pt x="440" y="684"/>
                    <a:pt x="440" y="684"/>
                    <a:pt x="440" y="684"/>
                  </a:cubicBezTo>
                  <a:cubicBezTo>
                    <a:pt x="440" y="684"/>
                    <a:pt x="440" y="684"/>
                    <a:pt x="440" y="684"/>
                  </a:cubicBezTo>
                  <a:cubicBezTo>
                    <a:pt x="441" y="683"/>
                    <a:pt x="441" y="683"/>
                    <a:pt x="441" y="683"/>
                  </a:cubicBezTo>
                  <a:cubicBezTo>
                    <a:pt x="441" y="683"/>
                    <a:pt x="441" y="683"/>
                    <a:pt x="441" y="683"/>
                  </a:cubicBezTo>
                  <a:cubicBezTo>
                    <a:pt x="443" y="682"/>
                    <a:pt x="443" y="682"/>
                    <a:pt x="443" y="682"/>
                  </a:cubicBezTo>
                  <a:cubicBezTo>
                    <a:pt x="443" y="682"/>
                    <a:pt x="443" y="682"/>
                    <a:pt x="443" y="682"/>
                  </a:cubicBezTo>
                  <a:cubicBezTo>
                    <a:pt x="445" y="681"/>
                    <a:pt x="445" y="681"/>
                    <a:pt x="445" y="681"/>
                  </a:cubicBezTo>
                  <a:cubicBezTo>
                    <a:pt x="445" y="681"/>
                    <a:pt x="445" y="681"/>
                    <a:pt x="445" y="681"/>
                  </a:cubicBezTo>
                  <a:cubicBezTo>
                    <a:pt x="446" y="680"/>
                    <a:pt x="446" y="680"/>
                    <a:pt x="446" y="680"/>
                  </a:cubicBezTo>
                  <a:cubicBezTo>
                    <a:pt x="446" y="680"/>
                    <a:pt x="446" y="680"/>
                    <a:pt x="446" y="680"/>
                  </a:cubicBezTo>
                  <a:cubicBezTo>
                    <a:pt x="448" y="679"/>
                    <a:pt x="448" y="679"/>
                    <a:pt x="448" y="679"/>
                  </a:cubicBezTo>
                  <a:cubicBezTo>
                    <a:pt x="448" y="679"/>
                    <a:pt x="448" y="679"/>
                    <a:pt x="448" y="679"/>
                  </a:cubicBezTo>
                  <a:cubicBezTo>
                    <a:pt x="449" y="678"/>
                    <a:pt x="449" y="678"/>
                    <a:pt x="449" y="678"/>
                  </a:cubicBezTo>
                  <a:cubicBezTo>
                    <a:pt x="449" y="678"/>
                    <a:pt x="449" y="678"/>
                    <a:pt x="449" y="678"/>
                  </a:cubicBezTo>
                  <a:cubicBezTo>
                    <a:pt x="450" y="677"/>
                    <a:pt x="450" y="677"/>
                    <a:pt x="450" y="677"/>
                  </a:cubicBezTo>
                  <a:cubicBezTo>
                    <a:pt x="450" y="677"/>
                    <a:pt x="450" y="677"/>
                    <a:pt x="450" y="677"/>
                  </a:cubicBezTo>
                  <a:cubicBezTo>
                    <a:pt x="451" y="676"/>
                    <a:pt x="451" y="676"/>
                    <a:pt x="451" y="676"/>
                  </a:cubicBezTo>
                  <a:cubicBezTo>
                    <a:pt x="451" y="676"/>
                    <a:pt x="451" y="676"/>
                    <a:pt x="451" y="676"/>
                  </a:cubicBezTo>
                  <a:cubicBezTo>
                    <a:pt x="452" y="676"/>
                    <a:pt x="452" y="676"/>
                    <a:pt x="452" y="676"/>
                  </a:cubicBezTo>
                  <a:cubicBezTo>
                    <a:pt x="452" y="676"/>
                    <a:pt x="452" y="676"/>
                    <a:pt x="452" y="676"/>
                  </a:cubicBezTo>
                  <a:cubicBezTo>
                    <a:pt x="454" y="675"/>
                    <a:pt x="454" y="675"/>
                    <a:pt x="454" y="675"/>
                  </a:cubicBezTo>
                  <a:cubicBezTo>
                    <a:pt x="454" y="675"/>
                    <a:pt x="454" y="675"/>
                    <a:pt x="454" y="675"/>
                  </a:cubicBezTo>
                  <a:cubicBezTo>
                    <a:pt x="454" y="674"/>
                    <a:pt x="454" y="674"/>
                    <a:pt x="454" y="674"/>
                  </a:cubicBezTo>
                  <a:cubicBezTo>
                    <a:pt x="454" y="674"/>
                    <a:pt x="454" y="674"/>
                    <a:pt x="454" y="674"/>
                  </a:cubicBezTo>
                  <a:cubicBezTo>
                    <a:pt x="455" y="672"/>
                    <a:pt x="455" y="672"/>
                    <a:pt x="455" y="672"/>
                  </a:cubicBezTo>
                  <a:cubicBezTo>
                    <a:pt x="455" y="672"/>
                    <a:pt x="455" y="672"/>
                    <a:pt x="455" y="672"/>
                  </a:cubicBezTo>
                  <a:cubicBezTo>
                    <a:pt x="455" y="671"/>
                    <a:pt x="455" y="671"/>
                    <a:pt x="455" y="671"/>
                  </a:cubicBezTo>
                  <a:cubicBezTo>
                    <a:pt x="455" y="671"/>
                    <a:pt x="455" y="671"/>
                    <a:pt x="455" y="671"/>
                  </a:cubicBezTo>
                  <a:cubicBezTo>
                    <a:pt x="456" y="670"/>
                    <a:pt x="456" y="670"/>
                    <a:pt x="456" y="670"/>
                  </a:cubicBezTo>
                  <a:cubicBezTo>
                    <a:pt x="456" y="670"/>
                    <a:pt x="456" y="670"/>
                    <a:pt x="456" y="670"/>
                  </a:cubicBezTo>
                  <a:cubicBezTo>
                    <a:pt x="456" y="670"/>
                    <a:pt x="456" y="670"/>
                    <a:pt x="456" y="670"/>
                  </a:cubicBezTo>
                  <a:cubicBezTo>
                    <a:pt x="456" y="670"/>
                    <a:pt x="456" y="670"/>
                    <a:pt x="456" y="670"/>
                  </a:cubicBezTo>
                  <a:cubicBezTo>
                    <a:pt x="455" y="669"/>
                    <a:pt x="455" y="669"/>
                    <a:pt x="455" y="669"/>
                  </a:cubicBezTo>
                  <a:cubicBezTo>
                    <a:pt x="455" y="669"/>
                    <a:pt x="455" y="669"/>
                    <a:pt x="455" y="669"/>
                  </a:cubicBezTo>
                  <a:cubicBezTo>
                    <a:pt x="455" y="669"/>
                    <a:pt x="454" y="668"/>
                    <a:pt x="454" y="668"/>
                  </a:cubicBezTo>
                  <a:cubicBezTo>
                    <a:pt x="454" y="668"/>
                    <a:pt x="454" y="668"/>
                    <a:pt x="454" y="668"/>
                  </a:cubicBezTo>
                  <a:cubicBezTo>
                    <a:pt x="454" y="667"/>
                    <a:pt x="454" y="667"/>
                    <a:pt x="454" y="667"/>
                  </a:cubicBezTo>
                  <a:cubicBezTo>
                    <a:pt x="454" y="667"/>
                    <a:pt x="454" y="667"/>
                    <a:pt x="454" y="667"/>
                  </a:cubicBezTo>
                  <a:cubicBezTo>
                    <a:pt x="453" y="667"/>
                    <a:pt x="453" y="667"/>
                    <a:pt x="453" y="667"/>
                  </a:cubicBezTo>
                  <a:cubicBezTo>
                    <a:pt x="453" y="667"/>
                    <a:pt x="453" y="667"/>
                    <a:pt x="453" y="667"/>
                  </a:cubicBezTo>
                  <a:cubicBezTo>
                    <a:pt x="451" y="669"/>
                    <a:pt x="451" y="669"/>
                    <a:pt x="451" y="669"/>
                  </a:cubicBezTo>
                  <a:cubicBezTo>
                    <a:pt x="451" y="669"/>
                    <a:pt x="451" y="669"/>
                    <a:pt x="451" y="669"/>
                  </a:cubicBezTo>
                  <a:cubicBezTo>
                    <a:pt x="450" y="670"/>
                    <a:pt x="450" y="670"/>
                    <a:pt x="450" y="670"/>
                  </a:cubicBezTo>
                  <a:cubicBezTo>
                    <a:pt x="450" y="670"/>
                    <a:pt x="450" y="670"/>
                    <a:pt x="450" y="670"/>
                  </a:cubicBezTo>
                  <a:cubicBezTo>
                    <a:pt x="448" y="672"/>
                    <a:pt x="448" y="672"/>
                    <a:pt x="448" y="672"/>
                  </a:cubicBezTo>
                  <a:cubicBezTo>
                    <a:pt x="448" y="672"/>
                    <a:pt x="448" y="672"/>
                    <a:pt x="448" y="672"/>
                  </a:cubicBezTo>
                  <a:cubicBezTo>
                    <a:pt x="447" y="673"/>
                    <a:pt x="447" y="673"/>
                    <a:pt x="447" y="673"/>
                  </a:cubicBezTo>
                  <a:cubicBezTo>
                    <a:pt x="447" y="673"/>
                    <a:pt x="447" y="673"/>
                    <a:pt x="447" y="673"/>
                  </a:cubicBezTo>
                  <a:cubicBezTo>
                    <a:pt x="445" y="674"/>
                    <a:pt x="445" y="674"/>
                    <a:pt x="445" y="674"/>
                  </a:cubicBezTo>
                  <a:cubicBezTo>
                    <a:pt x="445" y="674"/>
                    <a:pt x="445" y="674"/>
                    <a:pt x="445" y="674"/>
                  </a:cubicBezTo>
                  <a:cubicBezTo>
                    <a:pt x="444" y="675"/>
                    <a:pt x="444" y="675"/>
                    <a:pt x="444" y="675"/>
                  </a:cubicBezTo>
                  <a:cubicBezTo>
                    <a:pt x="444" y="675"/>
                    <a:pt x="444" y="675"/>
                    <a:pt x="444" y="675"/>
                  </a:cubicBezTo>
                  <a:cubicBezTo>
                    <a:pt x="442" y="676"/>
                    <a:pt x="442" y="676"/>
                    <a:pt x="442" y="676"/>
                  </a:cubicBezTo>
                  <a:cubicBezTo>
                    <a:pt x="442" y="676"/>
                    <a:pt x="442" y="676"/>
                    <a:pt x="442" y="676"/>
                  </a:cubicBezTo>
                  <a:cubicBezTo>
                    <a:pt x="440" y="675"/>
                    <a:pt x="440" y="675"/>
                    <a:pt x="440" y="675"/>
                  </a:cubicBezTo>
                  <a:cubicBezTo>
                    <a:pt x="440" y="675"/>
                    <a:pt x="440" y="675"/>
                    <a:pt x="440" y="675"/>
                  </a:cubicBezTo>
                  <a:cubicBezTo>
                    <a:pt x="440" y="674"/>
                    <a:pt x="440" y="674"/>
                    <a:pt x="440" y="674"/>
                  </a:cubicBezTo>
                  <a:cubicBezTo>
                    <a:pt x="440" y="674"/>
                    <a:pt x="440" y="674"/>
                    <a:pt x="440" y="674"/>
                  </a:cubicBezTo>
                  <a:cubicBezTo>
                    <a:pt x="440" y="674"/>
                    <a:pt x="440" y="674"/>
                    <a:pt x="440" y="674"/>
                  </a:cubicBezTo>
                  <a:cubicBezTo>
                    <a:pt x="440" y="674"/>
                    <a:pt x="440" y="674"/>
                    <a:pt x="440" y="674"/>
                  </a:cubicBezTo>
                  <a:cubicBezTo>
                    <a:pt x="440" y="673"/>
                    <a:pt x="440" y="673"/>
                    <a:pt x="440" y="673"/>
                  </a:cubicBezTo>
                  <a:cubicBezTo>
                    <a:pt x="440" y="673"/>
                    <a:pt x="440" y="673"/>
                    <a:pt x="440" y="673"/>
                  </a:cubicBezTo>
                  <a:cubicBezTo>
                    <a:pt x="441" y="672"/>
                    <a:pt x="441" y="672"/>
                    <a:pt x="441" y="672"/>
                  </a:cubicBezTo>
                  <a:cubicBezTo>
                    <a:pt x="441" y="672"/>
                    <a:pt x="441" y="672"/>
                    <a:pt x="441" y="672"/>
                  </a:cubicBezTo>
                  <a:cubicBezTo>
                    <a:pt x="441" y="671"/>
                    <a:pt x="441" y="671"/>
                    <a:pt x="441" y="671"/>
                  </a:cubicBezTo>
                  <a:cubicBezTo>
                    <a:pt x="441" y="671"/>
                    <a:pt x="441" y="671"/>
                    <a:pt x="441" y="671"/>
                  </a:cubicBezTo>
                  <a:cubicBezTo>
                    <a:pt x="441" y="670"/>
                    <a:pt x="441" y="670"/>
                    <a:pt x="441" y="670"/>
                  </a:cubicBezTo>
                  <a:cubicBezTo>
                    <a:pt x="441" y="670"/>
                    <a:pt x="441" y="670"/>
                    <a:pt x="441" y="670"/>
                  </a:cubicBezTo>
                  <a:cubicBezTo>
                    <a:pt x="441" y="669"/>
                    <a:pt x="441" y="669"/>
                    <a:pt x="441" y="669"/>
                  </a:cubicBezTo>
                  <a:cubicBezTo>
                    <a:pt x="441" y="669"/>
                    <a:pt x="441" y="669"/>
                    <a:pt x="441" y="669"/>
                  </a:cubicBezTo>
                  <a:cubicBezTo>
                    <a:pt x="441" y="668"/>
                    <a:pt x="441" y="668"/>
                    <a:pt x="441" y="668"/>
                  </a:cubicBezTo>
                  <a:cubicBezTo>
                    <a:pt x="441" y="668"/>
                    <a:pt x="441" y="668"/>
                    <a:pt x="441" y="668"/>
                  </a:cubicBezTo>
                  <a:cubicBezTo>
                    <a:pt x="435" y="671"/>
                    <a:pt x="435" y="671"/>
                    <a:pt x="435" y="671"/>
                  </a:cubicBezTo>
                  <a:cubicBezTo>
                    <a:pt x="435" y="671"/>
                    <a:pt x="435" y="671"/>
                    <a:pt x="435" y="671"/>
                  </a:cubicBezTo>
                  <a:cubicBezTo>
                    <a:pt x="428" y="676"/>
                    <a:pt x="428" y="676"/>
                    <a:pt x="428" y="676"/>
                  </a:cubicBezTo>
                  <a:cubicBezTo>
                    <a:pt x="428" y="676"/>
                    <a:pt x="428" y="676"/>
                    <a:pt x="428" y="676"/>
                  </a:cubicBezTo>
                  <a:cubicBezTo>
                    <a:pt x="426" y="676"/>
                    <a:pt x="426" y="676"/>
                    <a:pt x="426" y="676"/>
                  </a:cubicBezTo>
                  <a:cubicBezTo>
                    <a:pt x="426" y="676"/>
                    <a:pt x="426" y="676"/>
                    <a:pt x="426" y="676"/>
                  </a:cubicBezTo>
                  <a:cubicBezTo>
                    <a:pt x="425" y="676"/>
                    <a:pt x="425" y="676"/>
                    <a:pt x="425" y="676"/>
                  </a:cubicBezTo>
                  <a:cubicBezTo>
                    <a:pt x="425" y="676"/>
                    <a:pt x="425" y="676"/>
                    <a:pt x="425" y="676"/>
                  </a:cubicBezTo>
                  <a:cubicBezTo>
                    <a:pt x="424" y="676"/>
                    <a:pt x="424" y="676"/>
                    <a:pt x="424" y="676"/>
                  </a:cubicBezTo>
                  <a:cubicBezTo>
                    <a:pt x="424" y="676"/>
                    <a:pt x="424" y="676"/>
                    <a:pt x="424" y="676"/>
                  </a:cubicBezTo>
                  <a:cubicBezTo>
                    <a:pt x="422" y="676"/>
                    <a:pt x="422" y="676"/>
                    <a:pt x="422" y="676"/>
                  </a:cubicBezTo>
                  <a:cubicBezTo>
                    <a:pt x="422" y="676"/>
                    <a:pt x="422" y="676"/>
                    <a:pt x="422" y="676"/>
                  </a:cubicBezTo>
                  <a:cubicBezTo>
                    <a:pt x="421" y="675"/>
                    <a:pt x="421" y="675"/>
                    <a:pt x="421" y="675"/>
                  </a:cubicBezTo>
                  <a:cubicBezTo>
                    <a:pt x="421" y="675"/>
                    <a:pt x="421" y="675"/>
                    <a:pt x="421" y="675"/>
                  </a:cubicBezTo>
                  <a:cubicBezTo>
                    <a:pt x="420" y="674"/>
                    <a:pt x="420" y="674"/>
                    <a:pt x="420" y="674"/>
                  </a:cubicBezTo>
                  <a:cubicBezTo>
                    <a:pt x="420" y="674"/>
                    <a:pt x="420" y="674"/>
                    <a:pt x="420" y="674"/>
                  </a:cubicBezTo>
                  <a:cubicBezTo>
                    <a:pt x="418" y="674"/>
                    <a:pt x="418" y="674"/>
                    <a:pt x="418" y="674"/>
                  </a:cubicBezTo>
                  <a:cubicBezTo>
                    <a:pt x="418" y="674"/>
                    <a:pt x="418" y="674"/>
                    <a:pt x="418" y="674"/>
                  </a:cubicBezTo>
                  <a:cubicBezTo>
                    <a:pt x="417" y="673"/>
                    <a:pt x="417" y="673"/>
                    <a:pt x="417" y="673"/>
                  </a:cubicBezTo>
                  <a:cubicBezTo>
                    <a:pt x="417" y="673"/>
                    <a:pt x="417" y="673"/>
                    <a:pt x="417" y="673"/>
                  </a:cubicBezTo>
                  <a:cubicBezTo>
                    <a:pt x="417" y="673"/>
                    <a:pt x="417" y="673"/>
                    <a:pt x="417" y="673"/>
                  </a:cubicBezTo>
                  <a:cubicBezTo>
                    <a:pt x="417" y="673"/>
                    <a:pt x="417" y="673"/>
                    <a:pt x="417" y="673"/>
                  </a:cubicBezTo>
                  <a:cubicBezTo>
                    <a:pt x="417" y="672"/>
                    <a:pt x="417" y="672"/>
                    <a:pt x="417" y="672"/>
                  </a:cubicBezTo>
                  <a:cubicBezTo>
                    <a:pt x="417" y="672"/>
                    <a:pt x="417" y="672"/>
                    <a:pt x="417" y="672"/>
                  </a:cubicBezTo>
                  <a:cubicBezTo>
                    <a:pt x="416" y="672"/>
                    <a:pt x="416" y="672"/>
                    <a:pt x="416" y="672"/>
                  </a:cubicBezTo>
                  <a:cubicBezTo>
                    <a:pt x="416" y="672"/>
                    <a:pt x="416" y="672"/>
                    <a:pt x="416" y="672"/>
                  </a:cubicBezTo>
                  <a:cubicBezTo>
                    <a:pt x="416" y="671"/>
                    <a:pt x="416" y="671"/>
                    <a:pt x="416" y="671"/>
                  </a:cubicBezTo>
                  <a:cubicBezTo>
                    <a:pt x="416" y="671"/>
                    <a:pt x="416" y="671"/>
                    <a:pt x="416" y="671"/>
                  </a:cubicBezTo>
                  <a:cubicBezTo>
                    <a:pt x="416" y="671"/>
                    <a:pt x="416" y="671"/>
                    <a:pt x="416" y="671"/>
                  </a:cubicBezTo>
                  <a:cubicBezTo>
                    <a:pt x="416" y="671"/>
                    <a:pt x="416" y="671"/>
                    <a:pt x="416" y="671"/>
                  </a:cubicBezTo>
                  <a:cubicBezTo>
                    <a:pt x="416" y="671"/>
                    <a:pt x="416" y="671"/>
                    <a:pt x="416" y="671"/>
                  </a:cubicBezTo>
                  <a:cubicBezTo>
                    <a:pt x="416" y="671"/>
                    <a:pt x="416" y="671"/>
                    <a:pt x="416" y="671"/>
                  </a:cubicBezTo>
                  <a:cubicBezTo>
                    <a:pt x="416" y="670"/>
                    <a:pt x="416" y="670"/>
                    <a:pt x="416" y="670"/>
                  </a:cubicBezTo>
                  <a:cubicBezTo>
                    <a:pt x="416" y="670"/>
                    <a:pt x="416" y="670"/>
                    <a:pt x="416" y="670"/>
                  </a:cubicBezTo>
                  <a:cubicBezTo>
                    <a:pt x="416" y="670"/>
                    <a:pt x="416" y="670"/>
                    <a:pt x="416" y="670"/>
                  </a:cubicBezTo>
                  <a:cubicBezTo>
                    <a:pt x="416" y="670"/>
                    <a:pt x="416" y="670"/>
                    <a:pt x="416" y="670"/>
                  </a:cubicBezTo>
                  <a:cubicBezTo>
                    <a:pt x="417" y="670"/>
                    <a:pt x="417" y="670"/>
                    <a:pt x="417" y="670"/>
                  </a:cubicBezTo>
                  <a:cubicBezTo>
                    <a:pt x="417" y="670"/>
                    <a:pt x="417" y="670"/>
                    <a:pt x="417" y="670"/>
                  </a:cubicBezTo>
                  <a:cubicBezTo>
                    <a:pt x="418" y="670"/>
                    <a:pt x="418" y="670"/>
                    <a:pt x="418" y="670"/>
                  </a:cubicBezTo>
                  <a:cubicBezTo>
                    <a:pt x="418" y="670"/>
                    <a:pt x="418" y="670"/>
                    <a:pt x="418" y="670"/>
                  </a:cubicBezTo>
                  <a:cubicBezTo>
                    <a:pt x="419" y="670"/>
                    <a:pt x="419" y="670"/>
                    <a:pt x="419" y="670"/>
                  </a:cubicBezTo>
                  <a:cubicBezTo>
                    <a:pt x="419" y="670"/>
                    <a:pt x="419" y="670"/>
                    <a:pt x="419" y="670"/>
                  </a:cubicBezTo>
                  <a:cubicBezTo>
                    <a:pt x="420" y="670"/>
                    <a:pt x="420" y="670"/>
                    <a:pt x="420" y="670"/>
                  </a:cubicBezTo>
                  <a:cubicBezTo>
                    <a:pt x="420" y="670"/>
                    <a:pt x="420" y="670"/>
                    <a:pt x="420" y="670"/>
                  </a:cubicBezTo>
                  <a:cubicBezTo>
                    <a:pt x="421" y="670"/>
                    <a:pt x="421" y="670"/>
                    <a:pt x="421" y="670"/>
                  </a:cubicBezTo>
                  <a:cubicBezTo>
                    <a:pt x="421" y="670"/>
                    <a:pt x="421" y="670"/>
                    <a:pt x="421" y="670"/>
                  </a:cubicBezTo>
                  <a:cubicBezTo>
                    <a:pt x="422" y="670"/>
                    <a:pt x="422" y="670"/>
                    <a:pt x="422" y="670"/>
                  </a:cubicBezTo>
                  <a:cubicBezTo>
                    <a:pt x="422" y="670"/>
                    <a:pt x="422" y="670"/>
                    <a:pt x="422" y="670"/>
                  </a:cubicBezTo>
                  <a:cubicBezTo>
                    <a:pt x="423" y="670"/>
                    <a:pt x="423" y="670"/>
                    <a:pt x="423" y="670"/>
                  </a:cubicBezTo>
                  <a:cubicBezTo>
                    <a:pt x="423" y="670"/>
                    <a:pt x="423" y="670"/>
                    <a:pt x="423" y="670"/>
                  </a:cubicBezTo>
                  <a:cubicBezTo>
                    <a:pt x="425" y="669"/>
                    <a:pt x="425" y="669"/>
                    <a:pt x="425" y="669"/>
                  </a:cubicBezTo>
                  <a:cubicBezTo>
                    <a:pt x="425" y="669"/>
                    <a:pt x="425" y="669"/>
                    <a:pt x="425" y="669"/>
                  </a:cubicBezTo>
                  <a:cubicBezTo>
                    <a:pt x="426" y="669"/>
                    <a:pt x="426" y="669"/>
                    <a:pt x="426" y="669"/>
                  </a:cubicBezTo>
                  <a:cubicBezTo>
                    <a:pt x="426" y="669"/>
                    <a:pt x="426" y="669"/>
                    <a:pt x="426" y="669"/>
                  </a:cubicBezTo>
                  <a:cubicBezTo>
                    <a:pt x="428" y="669"/>
                    <a:pt x="428" y="669"/>
                    <a:pt x="428" y="669"/>
                  </a:cubicBezTo>
                  <a:cubicBezTo>
                    <a:pt x="428" y="669"/>
                    <a:pt x="428" y="669"/>
                    <a:pt x="428" y="669"/>
                  </a:cubicBezTo>
                  <a:cubicBezTo>
                    <a:pt x="429" y="669"/>
                    <a:pt x="429" y="669"/>
                    <a:pt x="429" y="669"/>
                  </a:cubicBezTo>
                  <a:cubicBezTo>
                    <a:pt x="429" y="669"/>
                    <a:pt x="429" y="669"/>
                    <a:pt x="429" y="669"/>
                  </a:cubicBezTo>
                  <a:cubicBezTo>
                    <a:pt x="431" y="669"/>
                    <a:pt x="431" y="669"/>
                    <a:pt x="431" y="669"/>
                  </a:cubicBezTo>
                  <a:cubicBezTo>
                    <a:pt x="431" y="669"/>
                    <a:pt x="431" y="669"/>
                    <a:pt x="431" y="669"/>
                  </a:cubicBezTo>
                  <a:cubicBezTo>
                    <a:pt x="432" y="669"/>
                    <a:pt x="432" y="669"/>
                    <a:pt x="432" y="669"/>
                  </a:cubicBezTo>
                  <a:cubicBezTo>
                    <a:pt x="432" y="669"/>
                    <a:pt x="432" y="669"/>
                    <a:pt x="432" y="669"/>
                  </a:cubicBezTo>
                  <a:cubicBezTo>
                    <a:pt x="434" y="668"/>
                    <a:pt x="434" y="668"/>
                    <a:pt x="434" y="668"/>
                  </a:cubicBezTo>
                  <a:cubicBezTo>
                    <a:pt x="434" y="668"/>
                    <a:pt x="434" y="668"/>
                    <a:pt x="434" y="668"/>
                  </a:cubicBezTo>
                  <a:cubicBezTo>
                    <a:pt x="435" y="668"/>
                    <a:pt x="435" y="668"/>
                    <a:pt x="435" y="668"/>
                  </a:cubicBezTo>
                  <a:cubicBezTo>
                    <a:pt x="435" y="668"/>
                    <a:pt x="435" y="668"/>
                    <a:pt x="435" y="668"/>
                  </a:cubicBezTo>
                  <a:cubicBezTo>
                    <a:pt x="437" y="667"/>
                    <a:pt x="437" y="667"/>
                    <a:pt x="437" y="667"/>
                  </a:cubicBezTo>
                  <a:cubicBezTo>
                    <a:pt x="437" y="667"/>
                    <a:pt x="437" y="667"/>
                    <a:pt x="437" y="667"/>
                  </a:cubicBezTo>
                  <a:cubicBezTo>
                    <a:pt x="449" y="661"/>
                    <a:pt x="449" y="661"/>
                    <a:pt x="449" y="661"/>
                  </a:cubicBezTo>
                  <a:cubicBezTo>
                    <a:pt x="449" y="661"/>
                    <a:pt x="449" y="661"/>
                    <a:pt x="449" y="661"/>
                  </a:cubicBezTo>
                  <a:cubicBezTo>
                    <a:pt x="449" y="661"/>
                    <a:pt x="449" y="661"/>
                    <a:pt x="449" y="661"/>
                  </a:cubicBezTo>
                  <a:cubicBezTo>
                    <a:pt x="449" y="661"/>
                    <a:pt x="449" y="661"/>
                    <a:pt x="449" y="661"/>
                  </a:cubicBezTo>
                  <a:cubicBezTo>
                    <a:pt x="449" y="661"/>
                    <a:pt x="449" y="661"/>
                    <a:pt x="449" y="661"/>
                  </a:cubicBezTo>
                  <a:cubicBezTo>
                    <a:pt x="449" y="661"/>
                    <a:pt x="449" y="661"/>
                    <a:pt x="449" y="661"/>
                  </a:cubicBezTo>
                  <a:cubicBezTo>
                    <a:pt x="448" y="660"/>
                    <a:pt x="448" y="660"/>
                    <a:pt x="448" y="660"/>
                  </a:cubicBezTo>
                  <a:cubicBezTo>
                    <a:pt x="448" y="660"/>
                    <a:pt x="448" y="660"/>
                    <a:pt x="448" y="660"/>
                  </a:cubicBezTo>
                  <a:cubicBezTo>
                    <a:pt x="448" y="660"/>
                    <a:pt x="448" y="660"/>
                    <a:pt x="448" y="660"/>
                  </a:cubicBezTo>
                  <a:cubicBezTo>
                    <a:pt x="448" y="660"/>
                    <a:pt x="448" y="660"/>
                    <a:pt x="448" y="660"/>
                  </a:cubicBezTo>
                  <a:cubicBezTo>
                    <a:pt x="448" y="660"/>
                    <a:pt x="448" y="660"/>
                    <a:pt x="448" y="660"/>
                  </a:cubicBezTo>
                  <a:cubicBezTo>
                    <a:pt x="448" y="660"/>
                    <a:pt x="448" y="660"/>
                    <a:pt x="448" y="660"/>
                  </a:cubicBezTo>
                  <a:cubicBezTo>
                    <a:pt x="447" y="659"/>
                    <a:pt x="447" y="659"/>
                    <a:pt x="447" y="659"/>
                  </a:cubicBezTo>
                  <a:cubicBezTo>
                    <a:pt x="447" y="659"/>
                    <a:pt x="447" y="659"/>
                    <a:pt x="447" y="659"/>
                  </a:cubicBezTo>
                  <a:cubicBezTo>
                    <a:pt x="447" y="659"/>
                    <a:pt x="447" y="659"/>
                    <a:pt x="447" y="659"/>
                  </a:cubicBezTo>
                  <a:cubicBezTo>
                    <a:pt x="447" y="659"/>
                    <a:pt x="447" y="659"/>
                    <a:pt x="447" y="659"/>
                  </a:cubicBezTo>
                  <a:cubicBezTo>
                    <a:pt x="446" y="659"/>
                    <a:pt x="446" y="659"/>
                    <a:pt x="446" y="659"/>
                  </a:cubicBezTo>
                  <a:cubicBezTo>
                    <a:pt x="446" y="659"/>
                    <a:pt x="446" y="659"/>
                    <a:pt x="446" y="659"/>
                  </a:cubicBezTo>
                  <a:cubicBezTo>
                    <a:pt x="445" y="658"/>
                    <a:pt x="445" y="658"/>
                    <a:pt x="445" y="658"/>
                  </a:cubicBezTo>
                  <a:cubicBezTo>
                    <a:pt x="445" y="658"/>
                    <a:pt x="445" y="658"/>
                    <a:pt x="445" y="658"/>
                  </a:cubicBezTo>
                  <a:cubicBezTo>
                    <a:pt x="445" y="658"/>
                    <a:pt x="445" y="658"/>
                    <a:pt x="445" y="658"/>
                  </a:cubicBezTo>
                  <a:cubicBezTo>
                    <a:pt x="445" y="658"/>
                    <a:pt x="445" y="658"/>
                    <a:pt x="445" y="658"/>
                  </a:cubicBezTo>
                  <a:cubicBezTo>
                    <a:pt x="445" y="657"/>
                    <a:pt x="445" y="657"/>
                    <a:pt x="445" y="657"/>
                  </a:cubicBezTo>
                  <a:cubicBezTo>
                    <a:pt x="445" y="657"/>
                    <a:pt x="445" y="657"/>
                    <a:pt x="445" y="657"/>
                  </a:cubicBezTo>
                  <a:cubicBezTo>
                    <a:pt x="445" y="656"/>
                    <a:pt x="445" y="656"/>
                    <a:pt x="445" y="656"/>
                  </a:cubicBezTo>
                  <a:cubicBezTo>
                    <a:pt x="445" y="656"/>
                    <a:pt x="445" y="656"/>
                    <a:pt x="445" y="656"/>
                  </a:cubicBezTo>
                  <a:cubicBezTo>
                    <a:pt x="445" y="656"/>
                    <a:pt x="445" y="656"/>
                    <a:pt x="445" y="656"/>
                  </a:cubicBezTo>
                  <a:cubicBezTo>
                    <a:pt x="445" y="656"/>
                    <a:pt x="445" y="656"/>
                    <a:pt x="445" y="656"/>
                  </a:cubicBezTo>
                  <a:cubicBezTo>
                    <a:pt x="445" y="655"/>
                    <a:pt x="445" y="655"/>
                    <a:pt x="445" y="655"/>
                  </a:cubicBezTo>
                  <a:cubicBezTo>
                    <a:pt x="445" y="655"/>
                    <a:pt x="445" y="655"/>
                    <a:pt x="445" y="655"/>
                  </a:cubicBezTo>
                  <a:cubicBezTo>
                    <a:pt x="445" y="654"/>
                    <a:pt x="445" y="654"/>
                    <a:pt x="445" y="654"/>
                  </a:cubicBezTo>
                  <a:cubicBezTo>
                    <a:pt x="445" y="654"/>
                    <a:pt x="445" y="654"/>
                    <a:pt x="445" y="654"/>
                  </a:cubicBezTo>
                  <a:cubicBezTo>
                    <a:pt x="445" y="653"/>
                    <a:pt x="445" y="653"/>
                    <a:pt x="445" y="653"/>
                  </a:cubicBezTo>
                  <a:cubicBezTo>
                    <a:pt x="445" y="653"/>
                    <a:pt x="445" y="653"/>
                    <a:pt x="445" y="653"/>
                  </a:cubicBezTo>
                  <a:cubicBezTo>
                    <a:pt x="444" y="653"/>
                    <a:pt x="444" y="653"/>
                    <a:pt x="444" y="653"/>
                  </a:cubicBezTo>
                  <a:cubicBezTo>
                    <a:pt x="444" y="653"/>
                    <a:pt x="444" y="653"/>
                    <a:pt x="444" y="653"/>
                  </a:cubicBezTo>
                  <a:cubicBezTo>
                    <a:pt x="443" y="654"/>
                    <a:pt x="443" y="654"/>
                    <a:pt x="443" y="654"/>
                  </a:cubicBezTo>
                  <a:cubicBezTo>
                    <a:pt x="443" y="654"/>
                    <a:pt x="443" y="654"/>
                    <a:pt x="443" y="654"/>
                  </a:cubicBezTo>
                  <a:cubicBezTo>
                    <a:pt x="442" y="655"/>
                    <a:pt x="442" y="655"/>
                    <a:pt x="442" y="655"/>
                  </a:cubicBezTo>
                  <a:cubicBezTo>
                    <a:pt x="442" y="655"/>
                    <a:pt x="442" y="655"/>
                    <a:pt x="442" y="655"/>
                  </a:cubicBezTo>
                  <a:cubicBezTo>
                    <a:pt x="441" y="656"/>
                    <a:pt x="441" y="656"/>
                    <a:pt x="441" y="656"/>
                  </a:cubicBezTo>
                  <a:cubicBezTo>
                    <a:pt x="441" y="656"/>
                    <a:pt x="441" y="656"/>
                    <a:pt x="441" y="656"/>
                  </a:cubicBezTo>
                  <a:cubicBezTo>
                    <a:pt x="440" y="656"/>
                    <a:pt x="440" y="656"/>
                    <a:pt x="440" y="656"/>
                  </a:cubicBezTo>
                  <a:cubicBezTo>
                    <a:pt x="440" y="656"/>
                    <a:pt x="440" y="656"/>
                    <a:pt x="440" y="656"/>
                  </a:cubicBezTo>
                  <a:cubicBezTo>
                    <a:pt x="439" y="656"/>
                    <a:pt x="439" y="656"/>
                    <a:pt x="439" y="656"/>
                  </a:cubicBezTo>
                  <a:cubicBezTo>
                    <a:pt x="439" y="656"/>
                    <a:pt x="439" y="656"/>
                    <a:pt x="439" y="656"/>
                  </a:cubicBezTo>
                  <a:cubicBezTo>
                    <a:pt x="438" y="656"/>
                    <a:pt x="438" y="656"/>
                    <a:pt x="438" y="656"/>
                  </a:cubicBezTo>
                  <a:cubicBezTo>
                    <a:pt x="438" y="656"/>
                    <a:pt x="438" y="656"/>
                    <a:pt x="438" y="656"/>
                  </a:cubicBezTo>
                  <a:cubicBezTo>
                    <a:pt x="437" y="656"/>
                    <a:pt x="437" y="656"/>
                    <a:pt x="437" y="656"/>
                  </a:cubicBezTo>
                  <a:cubicBezTo>
                    <a:pt x="437" y="656"/>
                    <a:pt x="437" y="656"/>
                    <a:pt x="437" y="656"/>
                  </a:cubicBezTo>
                  <a:cubicBezTo>
                    <a:pt x="436" y="656"/>
                    <a:pt x="436" y="656"/>
                    <a:pt x="436" y="656"/>
                  </a:cubicBezTo>
                  <a:cubicBezTo>
                    <a:pt x="436" y="656"/>
                    <a:pt x="436" y="656"/>
                    <a:pt x="436" y="656"/>
                  </a:cubicBezTo>
                  <a:cubicBezTo>
                    <a:pt x="436" y="655"/>
                    <a:pt x="436" y="655"/>
                    <a:pt x="436" y="655"/>
                  </a:cubicBezTo>
                  <a:cubicBezTo>
                    <a:pt x="436" y="655"/>
                    <a:pt x="436" y="655"/>
                    <a:pt x="436" y="655"/>
                  </a:cubicBezTo>
                  <a:cubicBezTo>
                    <a:pt x="436" y="654"/>
                    <a:pt x="436" y="654"/>
                    <a:pt x="436" y="654"/>
                  </a:cubicBezTo>
                  <a:cubicBezTo>
                    <a:pt x="436" y="654"/>
                    <a:pt x="436" y="654"/>
                    <a:pt x="436" y="654"/>
                  </a:cubicBezTo>
                  <a:cubicBezTo>
                    <a:pt x="435" y="654"/>
                    <a:pt x="435" y="654"/>
                    <a:pt x="435" y="654"/>
                  </a:cubicBezTo>
                  <a:cubicBezTo>
                    <a:pt x="435" y="654"/>
                    <a:pt x="435" y="654"/>
                    <a:pt x="435" y="654"/>
                  </a:cubicBezTo>
                  <a:cubicBezTo>
                    <a:pt x="435" y="652"/>
                    <a:pt x="435" y="652"/>
                    <a:pt x="435" y="652"/>
                  </a:cubicBezTo>
                  <a:cubicBezTo>
                    <a:pt x="435" y="652"/>
                    <a:pt x="435" y="652"/>
                    <a:pt x="435" y="652"/>
                  </a:cubicBezTo>
                  <a:cubicBezTo>
                    <a:pt x="434" y="652"/>
                    <a:pt x="434" y="652"/>
                    <a:pt x="434" y="652"/>
                  </a:cubicBezTo>
                  <a:cubicBezTo>
                    <a:pt x="434" y="652"/>
                    <a:pt x="434" y="652"/>
                    <a:pt x="434" y="652"/>
                  </a:cubicBezTo>
                  <a:cubicBezTo>
                    <a:pt x="434" y="651"/>
                    <a:pt x="434" y="651"/>
                    <a:pt x="434" y="651"/>
                  </a:cubicBezTo>
                  <a:cubicBezTo>
                    <a:pt x="434" y="651"/>
                    <a:pt x="434" y="651"/>
                    <a:pt x="434" y="651"/>
                  </a:cubicBezTo>
                  <a:cubicBezTo>
                    <a:pt x="435" y="650"/>
                    <a:pt x="435" y="650"/>
                    <a:pt x="435" y="650"/>
                  </a:cubicBezTo>
                  <a:cubicBezTo>
                    <a:pt x="435" y="650"/>
                    <a:pt x="435" y="650"/>
                    <a:pt x="435" y="650"/>
                  </a:cubicBezTo>
                  <a:cubicBezTo>
                    <a:pt x="436" y="649"/>
                    <a:pt x="436" y="649"/>
                    <a:pt x="436" y="649"/>
                  </a:cubicBezTo>
                  <a:cubicBezTo>
                    <a:pt x="436" y="649"/>
                    <a:pt x="436" y="649"/>
                    <a:pt x="436" y="649"/>
                  </a:cubicBezTo>
                  <a:cubicBezTo>
                    <a:pt x="436" y="650"/>
                    <a:pt x="436" y="650"/>
                    <a:pt x="436" y="650"/>
                  </a:cubicBezTo>
                  <a:cubicBezTo>
                    <a:pt x="436" y="650"/>
                    <a:pt x="436" y="650"/>
                    <a:pt x="436" y="650"/>
                  </a:cubicBezTo>
                  <a:cubicBezTo>
                    <a:pt x="436" y="650"/>
                    <a:pt x="436" y="650"/>
                    <a:pt x="436" y="650"/>
                  </a:cubicBezTo>
                  <a:cubicBezTo>
                    <a:pt x="436" y="650"/>
                    <a:pt x="436" y="650"/>
                    <a:pt x="436" y="650"/>
                  </a:cubicBezTo>
                  <a:cubicBezTo>
                    <a:pt x="436" y="650"/>
                    <a:pt x="436" y="650"/>
                    <a:pt x="436" y="650"/>
                  </a:cubicBezTo>
                  <a:cubicBezTo>
                    <a:pt x="436" y="650"/>
                    <a:pt x="436" y="650"/>
                    <a:pt x="436" y="650"/>
                  </a:cubicBezTo>
                  <a:cubicBezTo>
                    <a:pt x="437" y="651"/>
                    <a:pt x="437" y="651"/>
                    <a:pt x="437" y="651"/>
                  </a:cubicBezTo>
                  <a:cubicBezTo>
                    <a:pt x="437" y="651"/>
                    <a:pt x="437" y="651"/>
                    <a:pt x="437" y="651"/>
                  </a:cubicBezTo>
                  <a:cubicBezTo>
                    <a:pt x="437" y="651"/>
                    <a:pt x="437" y="651"/>
                    <a:pt x="437" y="651"/>
                  </a:cubicBezTo>
                  <a:cubicBezTo>
                    <a:pt x="437" y="651"/>
                    <a:pt x="437" y="651"/>
                    <a:pt x="437" y="651"/>
                  </a:cubicBezTo>
                  <a:cubicBezTo>
                    <a:pt x="438" y="651"/>
                    <a:pt x="438" y="651"/>
                    <a:pt x="438" y="651"/>
                  </a:cubicBezTo>
                  <a:cubicBezTo>
                    <a:pt x="438" y="651"/>
                    <a:pt x="438" y="651"/>
                    <a:pt x="438" y="651"/>
                  </a:cubicBezTo>
                  <a:cubicBezTo>
                    <a:pt x="438" y="651"/>
                    <a:pt x="438" y="651"/>
                    <a:pt x="438" y="651"/>
                  </a:cubicBezTo>
                  <a:cubicBezTo>
                    <a:pt x="438" y="651"/>
                    <a:pt x="438" y="651"/>
                    <a:pt x="438" y="651"/>
                  </a:cubicBezTo>
                  <a:cubicBezTo>
                    <a:pt x="439" y="651"/>
                    <a:pt x="439" y="651"/>
                    <a:pt x="439" y="651"/>
                  </a:cubicBezTo>
                  <a:cubicBezTo>
                    <a:pt x="439" y="651"/>
                    <a:pt x="439" y="651"/>
                    <a:pt x="439" y="651"/>
                  </a:cubicBezTo>
                  <a:cubicBezTo>
                    <a:pt x="440" y="651"/>
                    <a:pt x="440" y="651"/>
                    <a:pt x="440" y="651"/>
                  </a:cubicBezTo>
                  <a:cubicBezTo>
                    <a:pt x="440" y="651"/>
                    <a:pt x="440" y="651"/>
                    <a:pt x="440" y="651"/>
                  </a:cubicBezTo>
                  <a:cubicBezTo>
                    <a:pt x="441" y="650"/>
                    <a:pt x="441" y="650"/>
                    <a:pt x="441" y="650"/>
                  </a:cubicBezTo>
                  <a:cubicBezTo>
                    <a:pt x="441" y="650"/>
                    <a:pt x="441" y="650"/>
                    <a:pt x="441" y="650"/>
                  </a:cubicBezTo>
                  <a:cubicBezTo>
                    <a:pt x="441" y="650"/>
                    <a:pt x="441" y="650"/>
                    <a:pt x="441" y="650"/>
                  </a:cubicBezTo>
                  <a:cubicBezTo>
                    <a:pt x="441" y="650"/>
                    <a:pt x="441" y="650"/>
                    <a:pt x="441" y="650"/>
                  </a:cubicBezTo>
                  <a:cubicBezTo>
                    <a:pt x="442" y="650"/>
                    <a:pt x="442" y="650"/>
                    <a:pt x="442" y="650"/>
                  </a:cubicBezTo>
                  <a:cubicBezTo>
                    <a:pt x="442" y="650"/>
                    <a:pt x="442" y="650"/>
                    <a:pt x="442" y="650"/>
                  </a:cubicBezTo>
                  <a:cubicBezTo>
                    <a:pt x="443" y="650"/>
                    <a:pt x="443" y="650"/>
                    <a:pt x="443" y="650"/>
                  </a:cubicBezTo>
                  <a:cubicBezTo>
                    <a:pt x="443" y="650"/>
                    <a:pt x="443" y="650"/>
                    <a:pt x="443" y="650"/>
                  </a:cubicBezTo>
                  <a:cubicBezTo>
                    <a:pt x="444" y="649"/>
                    <a:pt x="444" y="649"/>
                    <a:pt x="444" y="649"/>
                  </a:cubicBezTo>
                  <a:cubicBezTo>
                    <a:pt x="444" y="649"/>
                    <a:pt x="444" y="649"/>
                    <a:pt x="444" y="649"/>
                  </a:cubicBezTo>
                  <a:cubicBezTo>
                    <a:pt x="444" y="649"/>
                    <a:pt x="444" y="649"/>
                    <a:pt x="444" y="649"/>
                  </a:cubicBezTo>
                  <a:cubicBezTo>
                    <a:pt x="444" y="649"/>
                    <a:pt x="444" y="649"/>
                    <a:pt x="444" y="649"/>
                  </a:cubicBezTo>
                  <a:cubicBezTo>
                    <a:pt x="445" y="647"/>
                    <a:pt x="445" y="647"/>
                    <a:pt x="445" y="647"/>
                  </a:cubicBezTo>
                  <a:cubicBezTo>
                    <a:pt x="445" y="647"/>
                    <a:pt x="445" y="647"/>
                    <a:pt x="445" y="647"/>
                  </a:cubicBezTo>
                  <a:cubicBezTo>
                    <a:pt x="445" y="640"/>
                    <a:pt x="445" y="640"/>
                    <a:pt x="445" y="640"/>
                  </a:cubicBezTo>
                  <a:cubicBezTo>
                    <a:pt x="445" y="639"/>
                    <a:pt x="445" y="639"/>
                    <a:pt x="445" y="639"/>
                  </a:cubicBezTo>
                  <a:cubicBezTo>
                    <a:pt x="445" y="633"/>
                    <a:pt x="445" y="633"/>
                    <a:pt x="445" y="633"/>
                  </a:cubicBezTo>
                  <a:cubicBezTo>
                    <a:pt x="445" y="633"/>
                    <a:pt x="445" y="633"/>
                    <a:pt x="445" y="633"/>
                  </a:cubicBezTo>
                  <a:cubicBezTo>
                    <a:pt x="445" y="634"/>
                    <a:pt x="445" y="634"/>
                    <a:pt x="445" y="634"/>
                  </a:cubicBezTo>
                  <a:cubicBezTo>
                    <a:pt x="445" y="634"/>
                    <a:pt x="445" y="634"/>
                    <a:pt x="445" y="634"/>
                  </a:cubicBezTo>
                  <a:cubicBezTo>
                    <a:pt x="446" y="634"/>
                    <a:pt x="446" y="634"/>
                    <a:pt x="446" y="634"/>
                  </a:cubicBezTo>
                  <a:cubicBezTo>
                    <a:pt x="446" y="634"/>
                    <a:pt x="446" y="634"/>
                    <a:pt x="446" y="634"/>
                  </a:cubicBezTo>
                  <a:cubicBezTo>
                    <a:pt x="447" y="635"/>
                    <a:pt x="447" y="635"/>
                    <a:pt x="447" y="635"/>
                  </a:cubicBezTo>
                  <a:cubicBezTo>
                    <a:pt x="447" y="635"/>
                    <a:pt x="447" y="635"/>
                    <a:pt x="447" y="635"/>
                  </a:cubicBezTo>
                  <a:cubicBezTo>
                    <a:pt x="447" y="635"/>
                    <a:pt x="447" y="635"/>
                    <a:pt x="447" y="635"/>
                  </a:cubicBezTo>
                  <a:cubicBezTo>
                    <a:pt x="447" y="635"/>
                    <a:pt x="447" y="635"/>
                    <a:pt x="447" y="635"/>
                  </a:cubicBezTo>
                  <a:cubicBezTo>
                    <a:pt x="448" y="636"/>
                    <a:pt x="448" y="636"/>
                    <a:pt x="448" y="636"/>
                  </a:cubicBezTo>
                  <a:cubicBezTo>
                    <a:pt x="448" y="636"/>
                    <a:pt x="448" y="636"/>
                    <a:pt x="448" y="636"/>
                  </a:cubicBezTo>
                  <a:cubicBezTo>
                    <a:pt x="449" y="636"/>
                    <a:pt x="449" y="636"/>
                    <a:pt x="449" y="636"/>
                  </a:cubicBezTo>
                  <a:cubicBezTo>
                    <a:pt x="449" y="636"/>
                    <a:pt x="449" y="636"/>
                    <a:pt x="449" y="636"/>
                  </a:cubicBezTo>
                  <a:cubicBezTo>
                    <a:pt x="449" y="637"/>
                    <a:pt x="449" y="637"/>
                    <a:pt x="449" y="637"/>
                  </a:cubicBezTo>
                  <a:cubicBezTo>
                    <a:pt x="449" y="637"/>
                    <a:pt x="449" y="637"/>
                    <a:pt x="449" y="637"/>
                  </a:cubicBezTo>
                  <a:cubicBezTo>
                    <a:pt x="450" y="637"/>
                    <a:pt x="450" y="637"/>
                    <a:pt x="450" y="637"/>
                  </a:cubicBezTo>
                  <a:cubicBezTo>
                    <a:pt x="450" y="637"/>
                    <a:pt x="450" y="637"/>
                    <a:pt x="450" y="637"/>
                  </a:cubicBezTo>
                  <a:cubicBezTo>
                    <a:pt x="451" y="639"/>
                    <a:pt x="451" y="639"/>
                    <a:pt x="451" y="639"/>
                  </a:cubicBezTo>
                  <a:cubicBezTo>
                    <a:pt x="451" y="639"/>
                    <a:pt x="451" y="639"/>
                    <a:pt x="451" y="639"/>
                  </a:cubicBezTo>
                  <a:cubicBezTo>
                    <a:pt x="451" y="640"/>
                    <a:pt x="451" y="640"/>
                    <a:pt x="451" y="640"/>
                  </a:cubicBezTo>
                  <a:cubicBezTo>
                    <a:pt x="451" y="640"/>
                    <a:pt x="451" y="640"/>
                    <a:pt x="451" y="640"/>
                  </a:cubicBezTo>
                  <a:cubicBezTo>
                    <a:pt x="451" y="642"/>
                    <a:pt x="451" y="642"/>
                    <a:pt x="451" y="642"/>
                  </a:cubicBezTo>
                  <a:cubicBezTo>
                    <a:pt x="451" y="642"/>
                    <a:pt x="451" y="642"/>
                    <a:pt x="451" y="642"/>
                  </a:cubicBezTo>
                  <a:cubicBezTo>
                    <a:pt x="450" y="644"/>
                    <a:pt x="450" y="644"/>
                    <a:pt x="450" y="644"/>
                  </a:cubicBezTo>
                  <a:cubicBezTo>
                    <a:pt x="450" y="644"/>
                    <a:pt x="450" y="644"/>
                    <a:pt x="450" y="644"/>
                  </a:cubicBezTo>
                  <a:cubicBezTo>
                    <a:pt x="450" y="646"/>
                    <a:pt x="450" y="646"/>
                    <a:pt x="450" y="646"/>
                  </a:cubicBezTo>
                  <a:cubicBezTo>
                    <a:pt x="450" y="646"/>
                    <a:pt x="450" y="646"/>
                    <a:pt x="450" y="646"/>
                  </a:cubicBezTo>
                  <a:cubicBezTo>
                    <a:pt x="450" y="648"/>
                    <a:pt x="450" y="648"/>
                    <a:pt x="450" y="648"/>
                  </a:cubicBezTo>
                  <a:cubicBezTo>
                    <a:pt x="450" y="648"/>
                    <a:pt x="450" y="648"/>
                    <a:pt x="450" y="648"/>
                  </a:cubicBezTo>
                  <a:cubicBezTo>
                    <a:pt x="450" y="649"/>
                    <a:pt x="450" y="649"/>
                    <a:pt x="450" y="649"/>
                  </a:cubicBezTo>
                  <a:cubicBezTo>
                    <a:pt x="450" y="649"/>
                    <a:pt x="450" y="649"/>
                    <a:pt x="450" y="649"/>
                  </a:cubicBezTo>
                  <a:cubicBezTo>
                    <a:pt x="451" y="650"/>
                    <a:pt x="451" y="650"/>
                    <a:pt x="451" y="650"/>
                  </a:cubicBezTo>
                  <a:cubicBezTo>
                    <a:pt x="451" y="650"/>
                    <a:pt x="451" y="650"/>
                    <a:pt x="451" y="650"/>
                  </a:cubicBezTo>
                  <a:cubicBezTo>
                    <a:pt x="452" y="650"/>
                    <a:pt x="452" y="650"/>
                    <a:pt x="452" y="650"/>
                  </a:cubicBezTo>
                  <a:cubicBezTo>
                    <a:pt x="452" y="650"/>
                    <a:pt x="452" y="650"/>
                    <a:pt x="452" y="650"/>
                  </a:cubicBezTo>
                  <a:cubicBezTo>
                    <a:pt x="453" y="650"/>
                    <a:pt x="453" y="650"/>
                    <a:pt x="453" y="650"/>
                  </a:cubicBezTo>
                  <a:cubicBezTo>
                    <a:pt x="453" y="650"/>
                    <a:pt x="453" y="650"/>
                    <a:pt x="453" y="650"/>
                  </a:cubicBezTo>
                  <a:cubicBezTo>
                    <a:pt x="453" y="649"/>
                    <a:pt x="453" y="649"/>
                    <a:pt x="453" y="649"/>
                  </a:cubicBezTo>
                  <a:cubicBezTo>
                    <a:pt x="453" y="649"/>
                    <a:pt x="453" y="649"/>
                    <a:pt x="453" y="649"/>
                  </a:cubicBezTo>
                  <a:cubicBezTo>
                    <a:pt x="453" y="648"/>
                    <a:pt x="453" y="648"/>
                    <a:pt x="453" y="648"/>
                  </a:cubicBezTo>
                  <a:cubicBezTo>
                    <a:pt x="453" y="648"/>
                    <a:pt x="453" y="648"/>
                    <a:pt x="453" y="648"/>
                  </a:cubicBezTo>
                  <a:cubicBezTo>
                    <a:pt x="454" y="647"/>
                    <a:pt x="454" y="647"/>
                    <a:pt x="454" y="647"/>
                  </a:cubicBezTo>
                  <a:cubicBezTo>
                    <a:pt x="454" y="647"/>
                    <a:pt x="454" y="647"/>
                    <a:pt x="454" y="647"/>
                  </a:cubicBezTo>
                  <a:cubicBezTo>
                    <a:pt x="453" y="646"/>
                    <a:pt x="453" y="646"/>
                    <a:pt x="453" y="646"/>
                  </a:cubicBezTo>
                  <a:cubicBezTo>
                    <a:pt x="453" y="646"/>
                    <a:pt x="453" y="646"/>
                    <a:pt x="453" y="646"/>
                  </a:cubicBezTo>
                  <a:cubicBezTo>
                    <a:pt x="453" y="645"/>
                    <a:pt x="453" y="645"/>
                    <a:pt x="453" y="645"/>
                  </a:cubicBezTo>
                  <a:cubicBezTo>
                    <a:pt x="453" y="645"/>
                    <a:pt x="453" y="645"/>
                    <a:pt x="453" y="645"/>
                  </a:cubicBezTo>
                  <a:cubicBezTo>
                    <a:pt x="453" y="644"/>
                    <a:pt x="453" y="644"/>
                    <a:pt x="453" y="644"/>
                  </a:cubicBezTo>
                  <a:cubicBezTo>
                    <a:pt x="453" y="644"/>
                    <a:pt x="453" y="644"/>
                    <a:pt x="453" y="644"/>
                  </a:cubicBezTo>
                  <a:cubicBezTo>
                    <a:pt x="453" y="643"/>
                    <a:pt x="453" y="643"/>
                    <a:pt x="453" y="643"/>
                  </a:cubicBezTo>
                  <a:cubicBezTo>
                    <a:pt x="453" y="643"/>
                    <a:pt x="453" y="643"/>
                    <a:pt x="453" y="643"/>
                  </a:cubicBezTo>
                  <a:cubicBezTo>
                    <a:pt x="454" y="643"/>
                    <a:pt x="454" y="643"/>
                    <a:pt x="454" y="643"/>
                  </a:cubicBezTo>
                  <a:cubicBezTo>
                    <a:pt x="454" y="643"/>
                    <a:pt x="454" y="643"/>
                    <a:pt x="454" y="643"/>
                  </a:cubicBezTo>
                  <a:cubicBezTo>
                    <a:pt x="454" y="643"/>
                    <a:pt x="454" y="643"/>
                    <a:pt x="454" y="643"/>
                  </a:cubicBezTo>
                  <a:cubicBezTo>
                    <a:pt x="454" y="643"/>
                    <a:pt x="454" y="643"/>
                    <a:pt x="454" y="643"/>
                  </a:cubicBezTo>
                  <a:cubicBezTo>
                    <a:pt x="454" y="643"/>
                    <a:pt x="454" y="643"/>
                    <a:pt x="454" y="643"/>
                  </a:cubicBezTo>
                  <a:cubicBezTo>
                    <a:pt x="454" y="643"/>
                    <a:pt x="454" y="643"/>
                    <a:pt x="454" y="643"/>
                  </a:cubicBezTo>
                  <a:cubicBezTo>
                    <a:pt x="455" y="643"/>
                    <a:pt x="455" y="643"/>
                    <a:pt x="455" y="643"/>
                  </a:cubicBezTo>
                  <a:cubicBezTo>
                    <a:pt x="455" y="643"/>
                    <a:pt x="455" y="643"/>
                    <a:pt x="455" y="643"/>
                  </a:cubicBezTo>
                  <a:cubicBezTo>
                    <a:pt x="455" y="644"/>
                    <a:pt x="455" y="644"/>
                    <a:pt x="455" y="644"/>
                  </a:cubicBezTo>
                  <a:cubicBezTo>
                    <a:pt x="455" y="644"/>
                    <a:pt x="455" y="644"/>
                    <a:pt x="455" y="644"/>
                  </a:cubicBezTo>
                  <a:cubicBezTo>
                    <a:pt x="455" y="644"/>
                    <a:pt x="455" y="644"/>
                    <a:pt x="455" y="644"/>
                  </a:cubicBezTo>
                  <a:cubicBezTo>
                    <a:pt x="455" y="644"/>
                    <a:pt x="455" y="644"/>
                    <a:pt x="455" y="644"/>
                  </a:cubicBezTo>
                  <a:cubicBezTo>
                    <a:pt x="456" y="644"/>
                    <a:pt x="456" y="644"/>
                    <a:pt x="456" y="644"/>
                  </a:cubicBezTo>
                  <a:cubicBezTo>
                    <a:pt x="456" y="644"/>
                    <a:pt x="456" y="644"/>
                    <a:pt x="456" y="644"/>
                  </a:cubicBezTo>
                  <a:cubicBezTo>
                    <a:pt x="456" y="644"/>
                    <a:pt x="456" y="644"/>
                    <a:pt x="456" y="644"/>
                  </a:cubicBezTo>
                  <a:cubicBezTo>
                    <a:pt x="456" y="644"/>
                    <a:pt x="456" y="644"/>
                    <a:pt x="456" y="644"/>
                  </a:cubicBezTo>
                  <a:cubicBezTo>
                    <a:pt x="458" y="644"/>
                    <a:pt x="458" y="644"/>
                    <a:pt x="458" y="644"/>
                  </a:cubicBezTo>
                  <a:cubicBezTo>
                    <a:pt x="458" y="644"/>
                    <a:pt x="458" y="644"/>
                    <a:pt x="458" y="644"/>
                  </a:cubicBezTo>
                  <a:cubicBezTo>
                    <a:pt x="460" y="640"/>
                    <a:pt x="460" y="640"/>
                    <a:pt x="460" y="640"/>
                  </a:cubicBezTo>
                  <a:cubicBezTo>
                    <a:pt x="460" y="640"/>
                    <a:pt x="460" y="640"/>
                    <a:pt x="460" y="640"/>
                  </a:cubicBezTo>
                  <a:cubicBezTo>
                    <a:pt x="455" y="652"/>
                    <a:pt x="455" y="652"/>
                    <a:pt x="455" y="652"/>
                  </a:cubicBezTo>
                  <a:cubicBezTo>
                    <a:pt x="455" y="652"/>
                    <a:pt x="455" y="652"/>
                    <a:pt x="455" y="652"/>
                  </a:cubicBezTo>
                  <a:cubicBezTo>
                    <a:pt x="455" y="652"/>
                    <a:pt x="455" y="652"/>
                    <a:pt x="455" y="652"/>
                  </a:cubicBezTo>
                  <a:cubicBezTo>
                    <a:pt x="455" y="652"/>
                    <a:pt x="455" y="652"/>
                    <a:pt x="455" y="652"/>
                  </a:cubicBezTo>
                  <a:cubicBezTo>
                    <a:pt x="454" y="652"/>
                    <a:pt x="454" y="652"/>
                    <a:pt x="454" y="652"/>
                  </a:cubicBezTo>
                  <a:cubicBezTo>
                    <a:pt x="454" y="652"/>
                    <a:pt x="454" y="652"/>
                    <a:pt x="454" y="652"/>
                  </a:cubicBezTo>
                  <a:cubicBezTo>
                    <a:pt x="454" y="652"/>
                    <a:pt x="454" y="652"/>
                    <a:pt x="454" y="652"/>
                  </a:cubicBezTo>
                  <a:cubicBezTo>
                    <a:pt x="454" y="652"/>
                    <a:pt x="454" y="652"/>
                    <a:pt x="454" y="652"/>
                  </a:cubicBezTo>
                  <a:cubicBezTo>
                    <a:pt x="454" y="652"/>
                    <a:pt x="454" y="652"/>
                    <a:pt x="454" y="652"/>
                  </a:cubicBezTo>
                  <a:cubicBezTo>
                    <a:pt x="454" y="652"/>
                    <a:pt x="454" y="652"/>
                    <a:pt x="454" y="652"/>
                  </a:cubicBezTo>
                  <a:cubicBezTo>
                    <a:pt x="453" y="652"/>
                    <a:pt x="453" y="652"/>
                    <a:pt x="453" y="652"/>
                  </a:cubicBezTo>
                  <a:cubicBezTo>
                    <a:pt x="453" y="652"/>
                    <a:pt x="453" y="652"/>
                    <a:pt x="453" y="652"/>
                  </a:cubicBezTo>
                  <a:cubicBezTo>
                    <a:pt x="453" y="652"/>
                    <a:pt x="453" y="652"/>
                    <a:pt x="453" y="652"/>
                  </a:cubicBezTo>
                  <a:cubicBezTo>
                    <a:pt x="453" y="652"/>
                    <a:pt x="453" y="652"/>
                    <a:pt x="453" y="652"/>
                  </a:cubicBezTo>
                  <a:cubicBezTo>
                    <a:pt x="452" y="652"/>
                    <a:pt x="452" y="652"/>
                    <a:pt x="452" y="652"/>
                  </a:cubicBezTo>
                  <a:cubicBezTo>
                    <a:pt x="452" y="652"/>
                    <a:pt x="452" y="652"/>
                    <a:pt x="452" y="652"/>
                  </a:cubicBezTo>
                  <a:cubicBezTo>
                    <a:pt x="452" y="652"/>
                    <a:pt x="452" y="652"/>
                    <a:pt x="452" y="652"/>
                  </a:cubicBezTo>
                  <a:cubicBezTo>
                    <a:pt x="452" y="652"/>
                    <a:pt x="452" y="652"/>
                    <a:pt x="452" y="652"/>
                  </a:cubicBezTo>
                  <a:cubicBezTo>
                    <a:pt x="451" y="653"/>
                    <a:pt x="451" y="653"/>
                    <a:pt x="451" y="653"/>
                  </a:cubicBezTo>
                  <a:cubicBezTo>
                    <a:pt x="451" y="653"/>
                    <a:pt x="451" y="653"/>
                    <a:pt x="451" y="653"/>
                  </a:cubicBezTo>
                  <a:cubicBezTo>
                    <a:pt x="451" y="654"/>
                    <a:pt x="451" y="654"/>
                    <a:pt x="451" y="654"/>
                  </a:cubicBezTo>
                  <a:cubicBezTo>
                    <a:pt x="451" y="654"/>
                    <a:pt x="451" y="654"/>
                    <a:pt x="451" y="654"/>
                  </a:cubicBezTo>
                  <a:cubicBezTo>
                    <a:pt x="450" y="655"/>
                    <a:pt x="450" y="655"/>
                    <a:pt x="450" y="655"/>
                  </a:cubicBezTo>
                  <a:cubicBezTo>
                    <a:pt x="450" y="655"/>
                    <a:pt x="450" y="655"/>
                    <a:pt x="450" y="655"/>
                  </a:cubicBezTo>
                  <a:cubicBezTo>
                    <a:pt x="450" y="656"/>
                    <a:pt x="450" y="656"/>
                    <a:pt x="450" y="656"/>
                  </a:cubicBezTo>
                  <a:cubicBezTo>
                    <a:pt x="450" y="656"/>
                    <a:pt x="450" y="656"/>
                    <a:pt x="450" y="656"/>
                  </a:cubicBezTo>
                  <a:cubicBezTo>
                    <a:pt x="450" y="658"/>
                    <a:pt x="450" y="658"/>
                    <a:pt x="450" y="658"/>
                  </a:cubicBezTo>
                  <a:cubicBezTo>
                    <a:pt x="450" y="658"/>
                    <a:pt x="450" y="658"/>
                    <a:pt x="450" y="658"/>
                  </a:cubicBezTo>
                  <a:cubicBezTo>
                    <a:pt x="450" y="659"/>
                    <a:pt x="450" y="659"/>
                    <a:pt x="450" y="659"/>
                  </a:cubicBezTo>
                  <a:cubicBezTo>
                    <a:pt x="450" y="659"/>
                    <a:pt x="450" y="659"/>
                    <a:pt x="450" y="659"/>
                  </a:cubicBezTo>
                  <a:cubicBezTo>
                    <a:pt x="450" y="660"/>
                    <a:pt x="450" y="660"/>
                    <a:pt x="450" y="660"/>
                  </a:cubicBezTo>
                  <a:cubicBezTo>
                    <a:pt x="450" y="660"/>
                    <a:pt x="450" y="660"/>
                    <a:pt x="450" y="660"/>
                  </a:cubicBezTo>
                  <a:cubicBezTo>
                    <a:pt x="451" y="660"/>
                    <a:pt x="451" y="660"/>
                    <a:pt x="451" y="660"/>
                  </a:cubicBezTo>
                  <a:cubicBezTo>
                    <a:pt x="451" y="660"/>
                    <a:pt x="451" y="660"/>
                    <a:pt x="451" y="660"/>
                  </a:cubicBezTo>
                  <a:cubicBezTo>
                    <a:pt x="460" y="656"/>
                    <a:pt x="460" y="656"/>
                    <a:pt x="460" y="656"/>
                  </a:cubicBezTo>
                  <a:cubicBezTo>
                    <a:pt x="460" y="656"/>
                    <a:pt x="460" y="656"/>
                    <a:pt x="460" y="656"/>
                  </a:cubicBezTo>
                  <a:cubicBezTo>
                    <a:pt x="464" y="632"/>
                    <a:pt x="464" y="632"/>
                    <a:pt x="464" y="632"/>
                  </a:cubicBezTo>
                  <a:cubicBezTo>
                    <a:pt x="464" y="632"/>
                    <a:pt x="464" y="632"/>
                    <a:pt x="464" y="632"/>
                  </a:cubicBezTo>
                  <a:cubicBezTo>
                    <a:pt x="464" y="631"/>
                    <a:pt x="464" y="631"/>
                    <a:pt x="464" y="631"/>
                  </a:cubicBezTo>
                  <a:cubicBezTo>
                    <a:pt x="464" y="631"/>
                    <a:pt x="464" y="631"/>
                    <a:pt x="464" y="631"/>
                  </a:cubicBezTo>
                  <a:cubicBezTo>
                    <a:pt x="463" y="630"/>
                    <a:pt x="463" y="630"/>
                    <a:pt x="463" y="630"/>
                  </a:cubicBezTo>
                  <a:cubicBezTo>
                    <a:pt x="463" y="630"/>
                    <a:pt x="463" y="630"/>
                    <a:pt x="463" y="630"/>
                  </a:cubicBezTo>
                  <a:cubicBezTo>
                    <a:pt x="463" y="630"/>
                    <a:pt x="463" y="630"/>
                    <a:pt x="463" y="630"/>
                  </a:cubicBezTo>
                  <a:cubicBezTo>
                    <a:pt x="463" y="630"/>
                    <a:pt x="463" y="630"/>
                    <a:pt x="463" y="630"/>
                  </a:cubicBezTo>
                  <a:cubicBezTo>
                    <a:pt x="463" y="629"/>
                    <a:pt x="463" y="629"/>
                    <a:pt x="463" y="629"/>
                  </a:cubicBezTo>
                  <a:cubicBezTo>
                    <a:pt x="463" y="629"/>
                    <a:pt x="463" y="629"/>
                    <a:pt x="463" y="629"/>
                  </a:cubicBezTo>
                  <a:cubicBezTo>
                    <a:pt x="463" y="628"/>
                    <a:pt x="463" y="628"/>
                    <a:pt x="463" y="628"/>
                  </a:cubicBezTo>
                  <a:cubicBezTo>
                    <a:pt x="463" y="628"/>
                    <a:pt x="463" y="628"/>
                    <a:pt x="463" y="628"/>
                  </a:cubicBezTo>
                  <a:cubicBezTo>
                    <a:pt x="463" y="627"/>
                    <a:pt x="463" y="627"/>
                    <a:pt x="463" y="627"/>
                  </a:cubicBezTo>
                  <a:cubicBezTo>
                    <a:pt x="463" y="627"/>
                    <a:pt x="463" y="627"/>
                    <a:pt x="463" y="627"/>
                  </a:cubicBezTo>
                  <a:cubicBezTo>
                    <a:pt x="463" y="626"/>
                    <a:pt x="463" y="626"/>
                    <a:pt x="463" y="626"/>
                  </a:cubicBezTo>
                  <a:cubicBezTo>
                    <a:pt x="463" y="626"/>
                    <a:pt x="463" y="626"/>
                    <a:pt x="463" y="626"/>
                  </a:cubicBezTo>
                  <a:cubicBezTo>
                    <a:pt x="464" y="625"/>
                    <a:pt x="464" y="625"/>
                    <a:pt x="464" y="625"/>
                  </a:cubicBezTo>
                  <a:cubicBezTo>
                    <a:pt x="464" y="625"/>
                    <a:pt x="464" y="625"/>
                    <a:pt x="464" y="625"/>
                  </a:cubicBezTo>
                  <a:cubicBezTo>
                    <a:pt x="464" y="626"/>
                    <a:pt x="464" y="626"/>
                    <a:pt x="464" y="626"/>
                  </a:cubicBezTo>
                  <a:cubicBezTo>
                    <a:pt x="464" y="626"/>
                    <a:pt x="464" y="626"/>
                    <a:pt x="464" y="626"/>
                  </a:cubicBezTo>
                  <a:cubicBezTo>
                    <a:pt x="465" y="625"/>
                    <a:pt x="465" y="625"/>
                    <a:pt x="465" y="625"/>
                  </a:cubicBezTo>
                  <a:cubicBezTo>
                    <a:pt x="465" y="625"/>
                    <a:pt x="465" y="625"/>
                    <a:pt x="465" y="625"/>
                  </a:cubicBezTo>
                  <a:cubicBezTo>
                    <a:pt x="465" y="625"/>
                    <a:pt x="465" y="625"/>
                    <a:pt x="465" y="625"/>
                  </a:cubicBezTo>
                  <a:cubicBezTo>
                    <a:pt x="465" y="625"/>
                    <a:pt x="465" y="625"/>
                    <a:pt x="465" y="625"/>
                  </a:cubicBezTo>
                  <a:cubicBezTo>
                    <a:pt x="466" y="625"/>
                    <a:pt x="466" y="625"/>
                    <a:pt x="466" y="625"/>
                  </a:cubicBezTo>
                  <a:cubicBezTo>
                    <a:pt x="466" y="625"/>
                    <a:pt x="466" y="625"/>
                    <a:pt x="466" y="625"/>
                  </a:cubicBezTo>
                  <a:cubicBezTo>
                    <a:pt x="467" y="625"/>
                    <a:pt x="467" y="625"/>
                    <a:pt x="467" y="625"/>
                  </a:cubicBezTo>
                  <a:cubicBezTo>
                    <a:pt x="467" y="625"/>
                    <a:pt x="467" y="625"/>
                    <a:pt x="467" y="625"/>
                  </a:cubicBezTo>
                  <a:cubicBezTo>
                    <a:pt x="467" y="625"/>
                    <a:pt x="467" y="625"/>
                    <a:pt x="467" y="625"/>
                  </a:cubicBezTo>
                  <a:cubicBezTo>
                    <a:pt x="467" y="625"/>
                    <a:pt x="467" y="625"/>
                    <a:pt x="467" y="625"/>
                  </a:cubicBezTo>
                  <a:cubicBezTo>
                    <a:pt x="468" y="625"/>
                    <a:pt x="468" y="625"/>
                    <a:pt x="468" y="625"/>
                  </a:cubicBezTo>
                  <a:cubicBezTo>
                    <a:pt x="468" y="625"/>
                    <a:pt x="468" y="625"/>
                    <a:pt x="468" y="625"/>
                  </a:cubicBezTo>
                  <a:cubicBezTo>
                    <a:pt x="469" y="625"/>
                    <a:pt x="469" y="625"/>
                    <a:pt x="469" y="625"/>
                  </a:cubicBezTo>
                  <a:cubicBezTo>
                    <a:pt x="469" y="625"/>
                    <a:pt x="469" y="625"/>
                    <a:pt x="469" y="625"/>
                  </a:cubicBezTo>
                  <a:cubicBezTo>
                    <a:pt x="469" y="629"/>
                    <a:pt x="469" y="629"/>
                    <a:pt x="469" y="629"/>
                  </a:cubicBezTo>
                  <a:cubicBezTo>
                    <a:pt x="469" y="629"/>
                    <a:pt x="469" y="629"/>
                    <a:pt x="469" y="629"/>
                  </a:cubicBezTo>
                  <a:cubicBezTo>
                    <a:pt x="468" y="632"/>
                    <a:pt x="468" y="632"/>
                    <a:pt x="468" y="632"/>
                  </a:cubicBezTo>
                  <a:cubicBezTo>
                    <a:pt x="468" y="632"/>
                    <a:pt x="468" y="632"/>
                    <a:pt x="468" y="632"/>
                  </a:cubicBezTo>
                  <a:cubicBezTo>
                    <a:pt x="467" y="636"/>
                    <a:pt x="467" y="636"/>
                    <a:pt x="467" y="636"/>
                  </a:cubicBezTo>
                  <a:cubicBezTo>
                    <a:pt x="467" y="636"/>
                    <a:pt x="467" y="636"/>
                    <a:pt x="467" y="636"/>
                  </a:cubicBezTo>
                  <a:cubicBezTo>
                    <a:pt x="467" y="639"/>
                    <a:pt x="467" y="639"/>
                    <a:pt x="467" y="639"/>
                  </a:cubicBezTo>
                  <a:cubicBezTo>
                    <a:pt x="467" y="639"/>
                    <a:pt x="467" y="639"/>
                    <a:pt x="467" y="639"/>
                  </a:cubicBezTo>
                  <a:cubicBezTo>
                    <a:pt x="465" y="643"/>
                    <a:pt x="465" y="643"/>
                    <a:pt x="465" y="643"/>
                  </a:cubicBezTo>
                  <a:cubicBezTo>
                    <a:pt x="465" y="643"/>
                    <a:pt x="465" y="643"/>
                    <a:pt x="465" y="643"/>
                  </a:cubicBezTo>
                  <a:cubicBezTo>
                    <a:pt x="465" y="647"/>
                    <a:pt x="465" y="647"/>
                    <a:pt x="465" y="647"/>
                  </a:cubicBezTo>
                  <a:cubicBezTo>
                    <a:pt x="465" y="647"/>
                    <a:pt x="465" y="647"/>
                    <a:pt x="465" y="647"/>
                  </a:cubicBezTo>
                  <a:cubicBezTo>
                    <a:pt x="464" y="650"/>
                    <a:pt x="464" y="650"/>
                    <a:pt x="464" y="650"/>
                  </a:cubicBezTo>
                  <a:cubicBezTo>
                    <a:pt x="464" y="650"/>
                    <a:pt x="464" y="650"/>
                    <a:pt x="464" y="650"/>
                  </a:cubicBezTo>
                  <a:cubicBezTo>
                    <a:pt x="464" y="654"/>
                    <a:pt x="464" y="654"/>
                    <a:pt x="464" y="654"/>
                  </a:cubicBezTo>
                  <a:cubicBezTo>
                    <a:pt x="464" y="654"/>
                    <a:pt x="464" y="654"/>
                    <a:pt x="464" y="654"/>
                  </a:cubicBezTo>
                  <a:cubicBezTo>
                    <a:pt x="464" y="654"/>
                    <a:pt x="464" y="654"/>
                    <a:pt x="464" y="654"/>
                  </a:cubicBezTo>
                  <a:cubicBezTo>
                    <a:pt x="464" y="654"/>
                    <a:pt x="464" y="654"/>
                    <a:pt x="464" y="654"/>
                  </a:cubicBezTo>
                  <a:cubicBezTo>
                    <a:pt x="474" y="652"/>
                    <a:pt x="474" y="652"/>
                    <a:pt x="474" y="652"/>
                  </a:cubicBezTo>
                  <a:cubicBezTo>
                    <a:pt x="474" y="652"/>
                    <a:pt x="474" y="652"/>
                    <a:pt x="474" y="652"/>
                  </a:cubicBezTo>
                  <a:cubicBezTo>
                    <a:pt x="477" y="658"/>
                    <a:pt x="477" y="658"/>
                    <a:pt x="477" y="658"/>
                  </a:cubicBezTo>
                  <a:cubicBezTo>
                    <a:pt x="477" y="658"/>
                    <a:pt x="477" y="658"/>
                    <a:pt x="477" y="658"/>
                  </a:cubicBezTo>
                  <a:cubicBezTo>
                    <a:pt x="475" y="657"/>
                    <a:pt x="475" y="657"/>
                    <a:pt x="475" y="657"/>
                  </a:cubicBezTo>
                  <a:cubicBezTo>
                    <a:pt x="475" y="657"/>
                    <a:pt x="475" y="657"/>
                    <a:pt x="475" y="657"/>
                  </a:cubicBezTo>
                  <a:cubicBezTo>
                    <a:pt x="473" y="657"/>
                    <a:pt x="473" y="657"/>
                    <a:pt x="473" y="657"/>
                  </a:cubicBezTo>
                  <a:cubicBezTo>
                    <a:pt x="473" y="657"/>
                    <a:pt x="473" y="657"/>
                    <a:pt x="473" y="657"/>
                  </a:cubicBezTo>
                  <a:cubicBezTo>
                    <a:pt x="471" y="656"/>
                    <a:pt x="471" y="656"/>
                    <a:pt x="471" y="656"/>
                  </a:cubicBezTo>
                  <a:cubicBezTo>
                    <a:pt x="471" y="656"/>
                    <a:pt x="471" y="656"/>
                    <a:pt x="471" y="656"/>
                  </a:cubicBezTo>
                  <a:cubicBezTo>
                    <a:pt x="469" y="656"/>
                    <a:pt x="469" y="656"/>
                    <a:pt x="469" y="656"/>
                  </a:cubicBezTo>
                  <a:cubicBezTo>
                    <a:pt x="469" y="656"/>
                    <a:pt x="469" y="656"/>
                    <a:pt x="469" y="656"/>
                  </a:cubicBezTo>
                  <a:cubicBezTo>
                    <a:pt x="467" y="656"/>
                    <a:pt x="467" y="656"/>
                    <a:pt x="467" y="656"/>
                  </a:cubicBezTo>
                  <a:cubicBezTo>
                    <a:pt x="467" y="656"/>
                    <a:pt x="467" y="656"/>
                    <a:pt x="467" y="656"/>
                  </a:cubicBezTo>
                  <a:cubicBezTo>
                    <a:pt x="465" y="657"/>
                    <a:pt x="465" y="657"/>
                    <a:pt x="465" y="657"/>
                  </a:cubicBezTo>
                  <a:cubicBezTo>
                    <a:pt x="465" y="657"/>
                    <a:pt x="465" y="657"/>
                    <a:pt x="465" y="657"/>
                  </a:cubicBezTo>
                  <a:cubicBezTo>
                    <a:pt x="462" y="657"/>
                    <a:pt x="462" y="657"/>
                    <a:pt x="462" y="657"/>
                  </a:cubicBezTo>
                  <a:cubicBezTo>
                    <a:pt x="462" y="657"/>
                    <a:pt x="462" y="657"/>
                    <a:pt x="462" y="657"/>
                  </a:cubicBezTo>
                  <a:cubicBezTo>
                    <a:pt x="461" y="658"/>
                    <a:pt x="461" y="658"/>
                    <a:pt x="461" y="658"/>
                  </a:cubicBezTo>
                  <a:cubicBezTo>
                    <a:pt x="461" y="658"/>
                    <a:pt x="461" y="658"/>
                    <a:pt x="461" y="658"/>
                  </a:cubicBezTo>
                  <a:cubicBezTo>
                    <a:pt x="446" y="666"/>
                    <a:pt x="446" y="666"/>
                    <a:pt x="446" y="666"/>
                  </a:cubicBezTo>
                  <a:cubicBezTo>
                    <a:pt x="446" y="666"/>
                    <a:pt x="446" y="666"/>
                    <a:pt x="446" y="666"/>
                  </a:cubicBezTo>
                  <a:cubicBezTo>
                    <a:pt x="445" y="667"/>
                    <a:pt x="445" y="667"/>
                    <a:pt x="445" y="667"/>
                  </a:cubicBezTo>
                  <a:cubicBezTo>
                    <a:pt x="445" y="667"/>
                    <a:pt x="445" y="667"/>
                    <a:pt x="445" y="667"/>
                  </a:cubicBezTo>
                  <a:cubicBezTo>
                    <a:pt x="445" y="667"/>
                    <a:pt x="445" y="667"/>
                    <a:pt x="445" y="667"/>
                  </a:cubicBezTo>
                  <a:cubicBezTo>
                    <a:pt x="445" y="667"/>
                    <a:pt x="445" y="667"/>
                    <a:pt x="445" y="667"/>
                  </a:cubicBezTo>
                  <a:cubicBezTo>
                    <a:pt x="445" y="668"/>
                    <a:pt x="445" y="668"/>
                    <a:pt x="445" y="668"/>
                  </a:cubicBezTo>
                  <a:cubicBezTo>
                    <a:pt x="445" y="668"/>
                    <a:pt x="445" y="668"/>
                    <a:pt x="445" y="668"/>
                  </a:cubicBezTo>
                  <a:cubicBezTo>
                    <a:pt x="445" y="668"/>
                    <a:pt x="445" y="668"/>
                    <a:pt x="445" y="668"/>
                  </a:cubicBezTo>
                  <a:cubicBezTo>
                    <a:pt x="445" y="668"/>
                    <a:pt x="445" y="668"/>
                    <a:pt x="445" y="668"/>
                  </a:cubicBezTo>
                  <a:cubicBezTo>
                    <a:pt x="445" y="669"/>
                    <a:pt x="445" y="669"/>
                    <a:pt x="445" y="669"/>
                  </a:cubicBezTo>
                  <a:cubicBezTo>
                    <a:pt x="445" y="669"/>
                    <a:pt x="445" y="669"/>
                    <a:pt x="445" y="669"/>
                  </a:cubicBezTo>
                  <a:cubicBezTo>
                    <a:pt x="445" y="669"/>
                    <a:pt x="445" y="669"/>
                    <a:pt x="445" y="669"/>
                  </a:cubicBezTo>
                  <a:cubicBezTo>
                    <a:pt x="445" y="669"/>
                    <a:pt x="445" y="669"/>
                    <a:pt x="445" y="669"/>
                  </a:cubicBezTo>
                  <a:cubicBezTo>
                    <a:pt x="445" y="670"/>
                    <a:pt x="445" y="670"/>
                    <a:pt x="445" y="670"/>
                  </a:cubicBezTo>
                  <a:cubicBezTo>
                    <a:pt x="445" y="670"/>
                    <a:pt x="445" y="670"/>
                    <a:pt x="445" y="670"/>
                  </a:cubicBezTo>
                  <a:cubicBezTo>
                    <a:pt x="446" y="670"/>
                    <a:pt x="446" y="670"/>
                    <a:pt x="446" y="670"/>
                  </a:cubicBezTo>
                  <a:cubicBezTo>
                    <a:pt x="446" y="670"/>
                    <a:pt x="446" y="670"/>
                    <a:pt x="446" y="670"/>
                  </a:cubicBezTo>
                  <a:cubicBezTo>
                    <a:pt x="447" y="670"/>
                    <a:pt x="447" y="670"/>
                    <a:pt x="447" y="670"/>
                  </a:cubicBezTo>
                  <a:cubicBezTo>
                    <a:pt x="447" y="670"/>
                    <a:pt x="447" y="670"/>
                    <a:pt x="447" y="670"/>
                  </a:cubicBezTo>
                  <a:cubicBezTo>
                    <a:pt x="456" y="664"/>
                    <a:pt x="456" y="664"/>
                    <a:pt x="456" y="664"/>
                  </a:cubicBezTo>
                  <a:cubicBezTo>
                    <a:pt x="456" y="664"/>
                    <a:pt x="456" y="664"/>
                    <a:pt x="456" y="664"/>
                  </a:cubicBezTo>
                  <a:cubicBezTo>
                    <a:pt x="456" y="664"/>
                    <a:pt x="456" y="664"/>
                    <a:pt x="456" y="664"/>
                  </a:cubicBezTo>
                  <a:cubicBezTo>
                    <a:pt x="456" y="664"/>
                    <a:pt x="456" y="664"/>
                    <a:pt x="456" y="664"/>
                  </a:cubicBezTo>
                  <a:cubicBezTo>
                    <a:pt x="457" y="664"/>
                    <a:pt x="457" y="664"/>
                    <a:pt x="457" y="664"/>
                  </a:cubicBezTo>
                  <a:cubicBezTo>
                    <a:pt x="457" y="664"/>
                    <a:pt x="457" y="664"/>
                    <a:pt x="457" y="664"/>
                  </a:cubicBezTo>
                  <a:cubicBezTo>
                    <a:pt x="458" y="664"/>
                    <a:pt x="458" y="664"/>
                    <a:pt x="458" y="664"/>
                  </a:cubicBezTo>
                  <a:cubicBezTo>
                    <a:pt x="458" y="664"/>
                    <a:pt x="458" y="664"/>
                    <a:pt x="458" y="664"/>
                  </a:cubicBezTo>
                  <a:cubicBezTo>
                    <a:pt x="459" y="664"/>
                    <a:pt x="459" y="664"/>
                    <a:pt x="459" y="664"/>
                  </a:cubicBezTo>
                  <a:cubicBezTo>
                    <a:pt x="459" y="664"/>
                    <a:pt x="459" y="664"/>
                    <a:pt x="459" y="664"/>
                  </a:cubicBezTo>
                  <a:cubicBezTo>
                    <a:pt x="460" y="664"/>
                    <a:pt x="460" y="664"/>
                    <a:pt x="460" y="664"/>
                  </a:cubicBezTo>
                  <a:cubicBezTo>
                    <a:pt x="460" y="664"/>
                    <a:pt x="460" y="664"/>
                    <a:pt x="460" y="664"/>
                  </a:cubicBezTo>
                  <a:cubicBezTo>
                    <a:pt x="461" y="664"/>
                    <a:pt x="461" y="664"/>
                    <a:pt x="461" y="664"/>
                  </a:cubicBezTo>
                  <a:cubicBezTo>
                    <a:pt x="461" y="664"/>
                    <a:pt x="461" y="664"/>
                    <a:pt x="461" y="664"/>
                  </a:cubicBezTo>
                  <a:cubicBezTo>
                    <a:pt x="462" y="665"/>
                    <a:pt x="462" y="665"/>
                    <a:pt x="462" y="665"/>
                  </a:cubicBezTo>
                  <a:cubicBezTo>
                    <a:pt x="462" y="665"/>
                    <a:pt x="462" y="665"/>
                    <a:pt x="462" y="665"/>
                  </a:cubicBezTo>
                  <a:cubicBezTo>
                    <a:pt x="463" y="665"/>
                    <a:pt x="463" y="665"/>
                    <a:pt x="463" y="665"/>
                  </a:cubicBezTo>
                  <a:cubicBezTo>
                    <a:pt x="463" y="665"/>
                    <a:pt x="463" y="665"/>
                    <a:pt x="463" y="665"/>
                  </a:cubicBezTo>
                  <a:cubicBezTo>
                    <a:pt x="460" y="670"/>
                    <a:pt x="458" y="671"/>
                    <a:pt x="458" y="671"/>
                  </a:cubicBezTo>
                  <a:cubicBezTo>
                    <a:pt x="458" y="671"/>
                    <a:pt x="458" y="671"/>
                    <a:pt x="458" y="671"/>
                  </a:cubicBezTo>
                  <a:cubicBezTo>
                    <a:pt x="458" y="672"/>
                    <a:pt x="458" y="672"/>
                    <a:pt x="458" y="672"/>
                  </a:cubicBezTo>
                  <a:cubicBezTo>
                    <a:pt x="458" y="672"/>
                    <a:pt x="458" y="672"/>
                    <a:pt x="458" y="672"/>
                  </a:cubicBezTo>
                  <a:cubicBezTo>
                    <a:pt x="457" y="673"/>
                    <a:pt x="457" y="673"/>
                    <a:pt x="457" y="673"/>
                  </a:cubicBezTo>
                  <a:cubicBezTo>
                    <a:pt x="457" y="673"/>
                    <a:pt x="457" y="673"/>
                    <a:pt x="457" y="673"/>
                  </a:cubicBezTo>
                  <a:cubicBezTo>
                    <a:pt x="457" y="673"/>
                    <a:pt x="457" y="673"/>
                    <a:pt x="457" y="673"/>
                  </a:cubicBezTo>
                  <a:cubicBezTo>
                    <a:pt x="457" y="673"/>
                    <a:pt x="457" y="673"/>
                    <a:pt x="457" y="673"/>
                  </a:cubicBezTo>
                  <a:cubicBezTo>
                    <a:pt x="457" y="673"/>
                    <a:pt x="457" y="673"/>
                    <a:pt x="457" y="673"/>
                  </a:cubicBezTo>
                  <a:cubicBezTo>
                    <a:pt x="457" y="673"/>
                    <a:pt x="457" y="673"/>
                    <a:pt x="457" y="673"/>
                  </a:cubicBezTo>
                  <a:cubicBezTo>
                    <a:pt x="457" y="673"/>
                    <a:pt x="457" y="673"/>
                    <a:pt x="457" y="673"/>
                  </a:cubicBezTo>
                  <a:cubicBezTo>
                    <a:pt x="457" y="673"/>
                    <a:pt x="457" y="673"/>
                    <a:pt x="457" y="673"/>
                  </a:cubicBezTo>
                  <a:cubicBezTo>
                    <a:pt x="457" y="674"/>
                    <a:pt x="457" y="674"/>
                    <a:pt x="457" y="674"/>
                  </a:cubicBezTo>
                  <a:cubicBezTo>
                    <a:pt x="457" y="674"/>
                    <a:pt x="457" y="674"/>
                    <a:pt x="457" y="674"/>
                  </a:cubicBezTo>
                  <a:cubicBezTo>
                    <a:pt x="457" y="674"/>
                    <a:pt x="457" y="674"/>
                    <a:pt x="457" y="674"/>
                  </a:cubicBezTo>
                  <a:cubicBezTo>
                    <a:pt x="457" y="674"/>
                    <a:pt x="457" y="674"/>
                    <a:pt x="457" y="674"/>
                  </a:cubicBezTo>
                  <a:cubicBezTo>
                    <a:pt x="457" y="674"/>
                    <a:pt x="457" y="674"/>
                    <a:pt x="457" y="674"/>
                  </a:cubicBezTo>
                  <a:cubicBezTo>
                    <a:pt x="457" y="674"/>
                    <a:pt x="457" y="674"/>
                    <a:pt x="457" y="674"/>
                  </a:cubicBezTo>
                  <a:cubicBezTo>
                    <a:pt x="457" y="675"/>
                    <a:pt x="457" y="675"/>
                    <a:pt x="457" y="675"/>
                  </a:cubicBezTo>
                  <a:cubicBezTo>
                    <a:pt x="457" y="675"/>
                    <a:pt x="457" y="675"/>
                    <a:pt x="457" y="675"/>
                  </a:cubicBezTo>
                  <a:cubicBezTo>
                    <a:pt x="457" y="675"/>
                    <a:pt x="457" y="675"/>
                    <a:pt x="457" y="675"/>
                  </a:cubicBezTo>
                  <a:cubicBezTo>
                    <a:pt x="457" y="675"/>
                    <a:pt x="457" y="675"/>
                    <a:pt x="457" y="675"/>
                  </a:cubicBezTo>
                  <a:cubicBezTo>
                    <a:pt x="457" y="675"/>
                    <a:pt x="457" y="675"/>
                    <a:pt x="457" y="675"/>
                  </a:cubicBezTo>
                  <a:cubicBezTo>
                    <a:pt x="457" y="675"/>
                    <a:pt x="457" y="675"/>
                    <a:pt x="457" y="675"/>
                  </a:cubicBezTo>
                  <a:cubicBezTo>
                    <a:pt x="457" y="676"/>
                    <a:pt x="457" y="676"/>
                    <a:pt x="457" y="676"/>
                  </a:cubicBezTo>
                  <a:cubicBezTo>
                    <a:pt x="457" y="676"/>
                    <a:pt x="457" y="676"/>
                    <a:pt x="457" y="676"/>
                  </a:cubicBezTo>
                  <a:cubicBezTo>
                    <a:pt x="457" y="676"/>
                    <a:pt x="457" y="676"/>
                    <a:pt x="457" y="676"/>
                  </a:cubicBezTo>
                  <a:cubicBezTo>
                    <a:pt x="457" y="676"/>
                    <a:pt x="457" y="676"/>
                    <a:pt x="457" y="676"/>
                  </a:cubicBezTo>
                  <a:cubicBezTo>
                    <a:pt x="457" y="676"/>
                    <a:pt x="457" y="676"/>
                    <a:pt x="457" y="676"/>
                  </a:cubicBezTo>
                  <a:cubicBezTo>
                    <a:pt x="457" y="676"/>
                    <a:pt x="457" y="676"/>
                    <a:pt x="457" y="676"/>
                  </a:cubicBezTo>
                  <a:cubicBezTo>
                    <a:pt x="458" y="676"/>
                    <a:pt x="458" y="676"/>
                    <a:pt x="458" y="676"/>
                  </a:cubicBezTo>
                  <a:cubicBezTo>
                    <a:pt x="458" y="676"/>
                    <a:pt x="458" y="676"/>
                    <a:pt x="458" y="676"/>
                  </a:cubicBezTo>
                  <a:cubicBezTo>
                    <a:pt x="458" y="676"/>
                    <a:pt x="458" y="676"/>
                    <a:pt x="458" y="676"/>
                  </a:cubicBezTo>
                  <a:cubicBezTo>
                    <a:pt x="458" y="676"/>
                    <a:pt x="458" y="676"/>
                    <a:pt x="458" y="676"/>
                  </a:cubicBezTo>
                  <a:cubicBezTo>
                    <a:pt x="458" y="677"/>
                    <a:pt x="458" y="677"/>
                    <a:pt x="458" y="677"/>
                  </a:cubicBezTo>
                  <a:cubicBezTo>
                    <a:pt x="458" y="677"/>
                    <a:pt x="458" y="677"/>
                    <a:pt x="458" y="677"/>
                  </a:cubicBezTo>
                  <a:cubicBezTo>
                    <a:pt x="458" y="678"/>
                    <a:pt x="458" y="678"/>
                    <a:pt x="458" y="678"/>
                  </a:cubicBezTo>
                  <a:cubicBezTo>
                    <a:pt x="458" y="678"/>
                    <a:pt x="458" y="678"/>
                    <a:pt x="458" y="678"/>
                  </a:cubicBezTo>
                  <a:cubicBezTo>
                    <a:pt x="458" y="679"/>
                    <a:pt x="458" y="679"/>
                    <a:pt x="458" y="679"/>
                  </a:cubicBezTo>
                  <a:cubicBezTo>
                    <a:pt x="458" y="679"/>
                    <a:pt x="458" y="679"/>
                    <a:pt x="458" y="679"/>
                  </a:cubicBezTo>
                  <a:cubicBezTo>
                    <a:pt x="457" y="679"/>
                    <a:pt x="457" y="679"/>
                    <a:pt x="457" y="679"/>
                  </a:cubicBezTo>
                  <a:cubicBezTo>
                    <a:pt x="457" y="679"/>
                    <a:pt x="457" y="679"/>
                    <a:pt x="457" y="679"/>
                  </a:cubicBezTo>
                  <a:cubicBezTo>
                    <a:pt x="457" y="679"/>
                    <a:pt x="457" y="679"/>
                    <a:pt x="457" y="679"/>
                  </a:cubicBezTo>
                  <a:cubicBezTo>
                    <a:pt x="457" y="679"/>
                    <a:pt x="457" y="679"/>
                    <a:pt x="457" y="679"/>
                  </a:cubicBezTo>
                  <a:cubicBezTo>
                    <a:pt x="456" y="679"/>
                    <a:pt x="456" y="679"/>
                    <a:pt x="456" y="679"/>
                  </a:cubicBezTo>
                  <a:cubicBezTo>
                    <a:pt x="456" y="679"/>
                    <a:pt x="456" y="679"/>
                    <a:pt x="456" y="679"/>
                  </a:cubicBezTo>
                  <a:cubicBezTo>
                    <a:pt x="456" y="680"/>
                    <a:pt x="456" y="680"/>
                    <a:pt x="456" y="680"/>
                  </a:cubicBezTo>
                  <a:cubicBezTo>
                    <a:pt x="456" y="680"/>
                    <a:pt x="456" y="680"/>
                    <a:pt x="456" y="680"/>
                  </a:cubicBezTo>
                  <a:cubicBezTo>
                    <a:pt x="455" y="680"/>
                    <a:pt x="455" y="680"/>
                    <a:pt x="455" y="680"/>
                  </a:cubicBezTo>
                  <a:cubicBezTo>
                    <a:pt x="455" y="680"/>
                    <a:pt x="455" y="680"/>
                    <a:pt x="455" y="680"/>
                  </a:cubicBezTo>
                  <a:cubicBezTo>
                    <a:pt x="455" y="681"/>
                    <a:pt x="455" y="681"/>
                    <a:pt x="455" y="681"/>
                  </a:cubicBezTo>
                  <a:cubicBezTo>
                    <a:pt x="455" y="681"/>
                    <a:pt x="455" y="681"/>
                    <a:pt x="455" y="681"/>
                  </a:cubicBezTo>
                  <a:cubicBezTo>
                    <a:pt x="454" y="681"/>
                    <a:pt x="454" y="681"/>
                    <a:pt x="454" y="681"/>
                  </a:cubicBezTo>
                  <a:cubicBezTo>
                    <a:pt x="454" y="681"/>
                    <a:pt x="454" y="681"/>
                    <a:pt x="454" y="681"/>
                  </a:cubicBezTo>
                  <a:cubicBezTo>
                    <a:pt x="454" y="681"/>
                    <a:pt x="454" y="681"/>
                    <a:pt x="454" y="681"/>
                  </a:cubicBezTo>
                  <a:cubicBezTo>
                    <a:pt x="454" y="681"/>
                    <a:pt x="454" y="681"/>
                    <a:pt x="454" y="681"/>
                  </a:cubicBezTo>
                  <a:cubicBezTo>
                    <a:pt x="454" y="682"/>
                    <a:pt x="454" y="682"/>
                    <a:pt x="454" y="682"/>
                  </a:cubicBezTo>
                  <a:cubicBezTo>
                    <a:pt x="454" y="682"/>
                    <a:pt x="454" y="682"/>
                    <a:pt x="454" y="682"/>
                  </a:cubicBezTo>
                  <a:cubicBezTo>
                    <a:pt x="454" y="682"/>
                    <a:pt x="454" y="682"/>
                    <a:pt x="454" y="682"/>
                  </a:cubicBezTo>
                  <a:cubicBezTo>
                    <a:pt x="454" y="682"/>
                    <a:pt x="454" y="682"/>
                    <a:pt x="454" y="682"/>
                  </a:cubicBezTo>
                  <a:cubicBezTo>
                    <a:pt x="455" y="683"/>
                    <a:pt x="455" y="683"/>
                    <a:pt x="455" y="683"/>
                  </a:cubicBezTo>
                  <a:cubicBezTo>
                    <a:pt x="455" y="683"/>
                    <a:pt x="455" y="683"/>
                    <a:pt x="455" y="683"/>
                  </a:cubicBezTo>
                  <a:cubicBezTo>
                    <a:pt x="455" y="683"/>
                    <a:pt x="455" y="683"/>
                    <a:pt x="455" y="683"/>
                  </a:cubicBezTo>
                  <a:cubicBezTo>
                    <a:pt x="455" y="683"/>
                    <a:pt x="455" y="683"/>
                    <a:pt x="455" y="683"/>
                  </a:cubicBezTo>
                  <a:cubicBezTo>
                    <a:pt x="455" y="683"/>
                    <a:pt x="455" y="683"/>
                    <a:pt x="455" y="683"/>
                  </a:cubicBezTo>
                  <a:cubicBezTo>
                    <a:pt x="455" y="683"/>
                    <a:pt x="455" y="683"/>
                    <a:pt x="455" y="683"/>
                  </a:cubicBezTo>
                  <a:cubicBezTo>
                    <a:pt x="456" y="683"/>
                    <a:pt x="456" y="683"/>
                    <a:pt x="456" y="683"/>
                  </a:cubicBezTo>
                  <a:cubicBezTo>
                    <a:pt x="456" y="683"/>
                    <a:pt x="456" y="683"/>
                    <a:pt x="456" y="683"/>
                  </a:cubicBezTo>
                  <a:cubicBezTo>
                    <a:pt x="457" y="684"/>
                    <a:pt x="457" y="684"/>
                    <a:pt x="457" y="684"/>
                  </a:cubicBezTo>
                  <a:cubicBezTo>
                    <a:pt x="457" y="684"/>
                    <a:pt x="457" y="684"/>
                    <a:pt x="457" y="684"/>
                  </a:cubicBezTo>
                  <a:cubicBezTo>
                    <a:pt x="457" y="684"/>
                    <a:pt x="457" y="684"/>
                    <a:pt x="457" y="684"/>
                  </a:cubicBezTo>
                  <a:cubicBezTo>
                    <a:pt x="457" y="684"/>
                    <a:pt x="457" y="684"/>
                    <a:pt x="457" y="684"/>
                  </a:cubicBezTo>
                  <a:cubicBezTo>
                    <a:pt x="457" y="684"/>
                    <a:pt x="457" y="684"/>
                    <a:pt x="457" y="684"/>
                  </a:cubicBezTo>
                  <a:cubicBezTo>
                    <a:pt x="457" y="684"/>
                    <a:pt x="457" y="684"/>
                    <a:pt x="457" y="684"/>
                  </a:cubicBezTo>
                  <a:cubicBezTo>
                    <a:pt x="457" y="685"/>
                    <a:pt x="457" y="685"/>
                    <a:pt x="457" y="685"/>
                  </a:cubicBezTo>
                  <a:cubicBezTo>
                    <a:pt x="457" y="685"/>
                    <a:pt x="457" y="685"/>
                    <a:pt x="457" y="685"/>
                  </a:cubicBezTo>
                  <a:cubicBezTo>
                    <a:pt x="457" y="685"/>
                    <a:pt x="457" y="685"/>
                    <a:pt x="457" y="685"/>
                  </a:cubicBezTo>
                  <a:cubicBezTo>
                    <a:pt x="457" y="685"/>
                    <a:pt x="457" y="685"/>
                    <a:pt x="457" y="685"/>
                  </a:cubicBezTo>
                  <a:cubicBezTo>
                    <a:pt x="457" y="685"/>
                    <a:pt x="457" y="685"/>
                    <a:pt x="457" y="685"/>
                  </a:cubicBezTo>
                  <a:cubicBezTo>
                    <a:pt x="457" y="685"/>
                    <a:pt x="457" y="685"/>
                    <a:pt x="457" y="685"/>
                  </a:cubicBezTo>
                  <a:cubicBezTo>
                    <a:pt x="457" y="685"/>
                    <a:pt x="457" y="685"/>
                    <a:pt x="457" y="685"/>
                  </a:cubicBezTo>
                  <a:cubicBezTo>
                    <a:pt x="457" y="685"/>
                    <a:pt x="457" y="685"/>
                    <a:pt x="457" y="685"/>
                  </a:cubicBezTo>
                  <a:cubicBezTo>
                    <a:pt x="457" y="686"/>
                    <a:pt x="457" y="686"/>
                    <a:pt x="457" y="686"/>
                  </a:cubicBezTo>
                  <a:cubicBezTo>
                    <a:pt x="457" y="686"/>
                    <a:pt x="457" y="686"/>
                    <a:pt x="457" y="686"/>
                  </a:cubicBezTo>
                  <a:cubicBezTo>
                    <a:pt x="457" y="686"/>
                    <a:pt x="457" y="686"/>
                    <a:pt x="457" y="686"/>
                  </a:cubicBezTo>
                  <a:cubicBezTo>
                    <a:pt x="457" y="686"/>
                    <a:pt x="457" y="686"/>
                    <a:pt x="457" y="686"/>
                  </a:cubicBezTo>
                  <a:cubicBezTo>
                    <a:pt x="455" y="686"/>
                    <a:pt x="455" y="686"/>
                    <a:pt x="455" y="686"/>
                  </a:cubicBezTo>
                  <a:cubicBezTo>
                    <a:pt x="455" y="686"/>
                    <a:pt x="455" y="686"/>
                    <a:pt x="455" y="686"/>
                  </a:cubicBezTo>
                  <a:cubicBezTo>
                    <a:pt x="455" y="687"/>
                    <a:pt x="455" y="687"/>
                    <a:pt x="455" y="687"/>
                  </a:cubicBezTo>
                  <a:cubicBezTo>
                    <a:pt x="455" y="687"/>
                    <a:pt x="455" y="687"/>
                    <a:pt x="455" y="687"/>
                  </a:cubicBezTo>
                  <a:cubicBezTo>
                    <a:pt x="455" y="687"/>
                    <a:pt x="455" y="687"/>
                    <a:pt x="455" y="687"/>
                  </a:cubicBezTo>
                  <a:cubicBezTo>
                    <a:pt x="455" y="687"/>
                    <a:pt x="455" y="687"/>
                    <a:pt x="455" y="687"/>
                  </a:cubicBezTo>
                  <a:cubicBezTo>
                    <a:pt x="455" y="688"/>
                    <a:pt x="455" y="688"/>
                    <a:pt x="455" y="688"/>
                  </a:cubicBezTo>
                  <a:cubicBezTo>
                    <a:pt x="455" y="688"/>
                    <a:pt x="455" y="688"/>
                    <a:pt x="455" y="688"/>
                  </a:cubicBezTo>
                  <a:cubicBezTo>
                    <a:pt x="456" y="688"/>
                    <a:pt x="456" y="688"/>
                    <a:pt x="456" y="688"/>
                  </a:cubicBezTo>
                  <a:cubicBezTo>
                    <a:pt x="456" y="688"/>
                    <a:pt x="456" y="688"/>
                    <a:pt x="456" y="688"/>
                  </a:cubicBezTo>
                  <a:cubicBezTo>
                    <a:pt x="456" y="689"/>
                    <a:pt x="456" y="689"/>
                    <a:pt x="456" y="689"/>
                  </a:cubicBezTo>
                  <a:cubicBezTo>
                    <a:pt x="456" y="689"/>
                    <a:pt x="456" y="689"/>
                    <a:pt x="456" y="689"/>
                  </a:cubicBezTo>
                  <a:cubicBezTo>
                    <a:pt x="456" y="689"/>
                    <a:pt x="456" y="689"/>
                    <a:pt x="456" y="689"/>
                  </a:cubicBezTo>
                  <a:cubicBezTo>
                    <a:pt x="456" y="689"/>
                    <a:pt x="456" y="689"/>
                    <a:pt x="456" y="689"/>
                  </a:cubicBezTo>
                  <a:cubicBezTo>
                    <a:pt x="456" y="690"/>
                    <a:pt x="456" y="690"/>
                    <a:pt x="456" y="690"/>
                  </a:cubicBezTo>
                  <a:cubicBezTo>
                    <a:pt x="456" y="690"/>
                    <a:pt x="456" y="690"/>
                    <a:pt x="456" y="690"/>
                  </a:cubicBezTo>
                  <a:cubicBezTo>
                    <a:pt x="456" y="690"/>
                    <a:pt x="456" y="690"/>
                    <a:pt x="456" y="690"/>
                  </a:cubicBezTo>
                  <a:cubicBezTo>
                    <a:pt x="456" y="690"/>
                    <a:pt x="456" y="690"/>
                    <a:pt x="456" y="690"/>
                  </a:cubicBezTo>
                  <a:cubicBezTo>
                    <a:pt x="455" y="690"/>
                    <a:pt x="455" y="690"/>
                    <a:pt x="455" y="690"/>
                  </a:cubicBezTo>
                  <a:cubicBezTo>
                    <a:pt x="455" y="690"/>
                    <a:pt x="455" y="690"/>
                    <a:pt x="455" y="690"/>
                  </a:cubicBezTo>
                  <a:cubicBezTo>
                    <a:pt x="455" y="691"/>
                    <a:pt x="455" y="691"/>
                    <a:pt x="455" y="691"/>
                  </a:cubicBezTo>
                  <a:cubicBezTo>
                    <a:pt x="455" y="691"/>
                    <a:pt x="455" y="691"/>
                    <a:pt x="455" y="691"/>
                  </a:cubicBezTo>
                  <a:cubicBezTo>
                    <a:pt x="454" y="691"/>
                    <a:pt x="454" y="691"/>
                    <a:pt x="454" y="691"/>
                  </a:cubicBezTo>
                  <a:cubicBezTo>
                    <a:pt x="454" y="691"/>
                    <a:pt x="454" y="691"/>
                    <a:pt x="454" y="691"/>
                  </a:cubicBezTo>
                  <a:cubicBezTo>
                    <a:pt x="454" y="691"/>
                    <a:pt x="454" y="691"/>
                    <a:pt x="454" y="691"/>
                  </a:cubicBezTo>
                  <a:cubicBezTo>
                    <a:pt x="454" y="691"/>
                    <a:pt x="454" y="691"/>
                    <a:pt x="454" y="691"/>
                  </a:cubicBezTo>
                  <a:cubicBezTo>
                    <a:pt x="453" y="691"/>
                    <a:pt x="453" y="691"/>
                    <a:pt x="453" y="691"/>
                  </a:cubicBezTo>
                  <a:cubicBezTo>
                    <a:pt x="453" y="691"/>
                    <a:pt x="453" y="691"/>
                    <a:pt x="453" y="691"/>
                  </a:cubicBezTo>
                  <a:cubicBezTo>
                    <a:pt x="453" y="691"/>
                    <a:pt x="453" y="691"/>
                    <a:pt x="453" y="691"/>
                  </a:cubicBezTo>
                  <a:cubicBezTo>
                    <a:pt x="453" y="691"/>
                    <a:pt x="453" y="691"/>
                    <a:pt x="453" y="691"/>
                  </a:cubicBezTo>
                  <a:cubicBezTo>
                    <a:pt x="452" y="692"/>
                    <a:pt x="452" y="692"/>
                    <a:pt x="452" y="692"/>
                  </a:cubicBezTo>
                  <a:cubicBezTo>
                    <a:pt x="452" y="692"/>
                    <a:pt x="452" y="692"/>
                    <a:pt x="452" y="692"/>
                  </a:cubicBezTo>
                  <a:cubicBezTo>
                    <a:pt x="452" y="692"/>
                    <a:pt x="452" y="692"/>
                    <a:pt x="452" y="692"/>
                  </a:cubicBezTo>
                  <a:cubicBezTo>
                    <a:pt x="452" y="692"/>
                    <a:pt x="452" y="692"/>
                    <a:pt x="452" y="692"/>
                  </a:cubicBezTo>
                  <a:cubicBezTo>
                    <a:pt x="451" y="712"/>
                    <a:pt x="451" y="712"/>
                    <a:pt x="451" y="712"/>
                  </a:cubicBezTo>
                  <a:cubicBezTo>
                    <a:pt x="451" y="712"/>
                    <a:pt x="451" y="712"/>
                    <a:pt x="451" y="712"/>
                  </a:cubicBezTo>
                  <a:cubicBezTo>
                    <a:pt x="449" y="712"/>
                    <a:pt x="449" y="712"/>
                    <a:pt x="449" y="712"/>
                  </a:cubicBezTo>
                  <a:cubicBezTo>
                    <a:pt x="449" y="712"/>
                    <a:pt x="449" y="712"/>
                    <a:pt x="449" y="712"/>
                  </a:cubicBezTo>
                  <a:cubicBezTo>
                    <a:pt x="449" y="711"/>
                    <a:pt x="449" y="711"/>
                    <a:pt x="449" y="711"/>
                  </a:cubicBezTo>
                  <a:cubicBezTo>
                    <a:pt x="449" y="711"/>
                    <a:pt x="449" y="711"/>
                    <a:pt x="449" y="711"/>
                  </a:cubicBezTo>
                  <a:cubicBezTo>
                    <a:pt x="448" y="710"/>
                    <a:pt x="448" y="710"/>
                    <a:pt x="448" y="710"/>
                  </a:cubicBezTo>
                  <a:cubicBezTo>
                    <a:pt x="448" y="710"/>
                    <a:pt x="448" y="710"/>
                    <a:pt x="448" y="710"/>
                  </a:cubicBezTo>
                  <a:cubicBezTo>
                    <a:pt x="447" y="710"/>
                    <a:pt x="447" y="710"/>
                    <a:pt x="447" y="710"/>
                  </a:cubicBezTo>
                  <a:cubicBezTo>
                    <a:pt x="447" y="710"/>
                    <a:pt x="447" y="710"/>
                    <a:pt x="447" y="710"/>
                  </a:cubicBezTo>
                  <a:cubicBezTo>
                    <a:pt x="446" y="709"/>
                    <a:pt x="446" y="709"/>
                    <a:pt x="446" y="709"/>
                  </a:cubicBezTo>
                  <a:cubicBezTo>
                    <a:pt x="446" y="709"/>
                    <a:pt x="446" y="709"/>
                    <a:pt x="446" y="709"/>
                  </a:cubicBezTo>
                  <a:cubicBezTo>
                    <a:pt x="444" y="709"/>
                    <a:pt x="444" y="709"/>
                    <a:pt x="444" y="709"/>
                  </a:cubicBezTo>
                  <a:cubicBezTo>
                    <a:pt x="444" y="709"/>
                    <a:pt x="444" y="709"/>
                    <a:pt x="444" y="709"/>
                  </a:cubicBezTo>
                  <a:cubicBezTo>
                    <a:pt x="443" y="709"/>
                    <a:pt x="443" y="709"/>
                    <a:pt x="443" y="709"/>
                  </a:cubicBezTo>
                  <a:cubicBezTo>
                    <a:pt x="443" y="709"/>
                    <a:pt x="443" y="709"/>
                    <a:pt x="443" y="709"/>
                  </a:cubicBezTo>
                  <a:cubicBezTo>
                    <a:pt x="442" y="708"/>
                    <a:pt x="442" y="708"/>
                    <a:pt x="442" y="708"/>
                  </a:cubicBezTo>
                  <a:cubicBezTo>
                    <a:pt x="442" y="708"/>
                    <a:pt x="442" y="708"/>
                    <a:pt x="442" y="708"/>
                  </a:cubicBezTo>
                  <a:cubicBezTo>
                    <a:pt x="441" y="708"/>
                    <a:pt x="441" y="708"/>
                    <a:pt x="441" y="708"/>
                  </a:cubicBezTo>
                  <a:cubicBezTo>
                    <a:pt x="441" y="708"/>
                    <a:pt x="441" y="708"/>
                    <a:pt x="441" y="708"/>
                  </a:cubicBezTo>
                  <a:cubicBezTo>
                    <a:pt x="439" y="708"/>
                    <a:pt x="439" y="708"/>
                    <a:pt x="439" y="708"/>
                  </a:cubicBezTo>
                  <a:cubicBezTo>
                    <a:pt x="439" y="708"/>
                    <a:pt x="439" y="708"/>
                    <a:pt x="439" y="708"/>
                  </a:cubicBezTo>
                  <a:cubicBezTo>
                    <a:pt x="434" y="712"/>
                    <a:pt x="434" y="712"/>
                    <a:pt x="434" y="712"/>
                  </a:cubicBezTo>
                  <a:cubicBezTo>
                    <a:pt x="434" y="712"/>
                    <a:pt x="434" y="712"/>
                    <a:pt x="434" y="712"/>
                  </a:cubicBezTo>
                  <a:cubicBezTo>
                    <a:pt x="432" y="713"/>
                    <a:pt x="432" y="713"/>
                    <a:pt x="432" y="713"/>
                  </a:cubicBezTo>
                  <a:cubicBezTo>
                    <a:pt x="432" y="713"/>
                    <a:pt x="432" y="713"/>
                    <a:pt x="432" y="713"/>
                  </a:cubicBezTo>
                  <a:cubicBezTo>
                    <a:pt x="431" y="715"/>
                    <a:pt x="431" y="715"/>
                    <a:pt x="431" y="715"/>
                  </a:cubicBezTo>
                  <a:cubicBezTo>
                    <a:pt x="431" y="715"/>
                    <a:pt x="431" y="715"/>
                    <a:pt x="431" y="715"/>
                  </a:cubicBezTo>
                  <a:cubicBezTo>
                    <a:pt x="430" y="716"/>
                    <a:pt x="430" y="716"/>
                    <a:pt x="430" y="716"/>
                  </a:cubicBezTo>
                  <a:cubicBezTo>
                    <a:pt x="430" y="716"/>
                    <a:pt x="430" y="716"/>
                    <a:pt x="430" y="716"/>
                  </a:cubicBezTo>
                  <a:cubicBezTo>
                    <a:pt x="430" y="718"/>
                    <a:pt x="430" y="718"/>
                    <a:pt x="430" y="718"/>
                  </a:cubicBezTo>
                  <a:cubicBezTo>
                    <a:pt x="430" y="718"/>
                    <a:pt x="430" y="718"/>
                    <a:pt x="430" y="718"/>
                  </a:cubicBezTo>
                  <a:cubicBezTo>
                    <a:pt x="429" y="719"/>
                    <a:pt x="429" y="719"/>
                    <a:pt x="429" y="719"/>
                  </a:cubicBezTo>
                  <a:cubicBezTo>
                    <a:pt x="429" y="719"/>
                    <a:pt x="429" y="719"/>
                    <a:pt x="429" y="719"/>
                  </a:cubicBezTo>
                  <a:cubicBezTo>
                    <a:pt x="428" y="721"/>
                    <a:pt x="428" y="721"/>
                    <a:pt x="428" y="721"/>
                  </a:cubicBezTo>
                  <a:cubicBezTo>
                    <a:pt x="428" y="721"/>
                    <a:pt x="428" y="721"/>
                    <a:pt x="428" y="721"/>
                  </a:cubicBezTo>
                  <a:cubicBezTo>
                    <a:pt x="427" y="722"/>
                    <a:pt x="427" y="722"/>
                    <a:pt x="427" y="722"/>
                  </a:cubicBezTo>
                  <a:cubicBezTo>
                    <a:pt x="427" y="722"/>
                    <a:pt x="427" y="722"/>
                    <a:pt x="427" y="722"/>
                  </a:cubicBezTo>
                  <a:cubicBezTo>
                    <a:pt x="426" y="723"/>
                    <a:pt x="426" y="723"/>
                    <a:pt x="426" y="723"/>
                  </a:cubicBezTo>
                  <a:lnTo>
                    <a:pt x="425" y="723"/>
                  </a:lnTo>
                  <a:close/>
                  <a:moveTo>
                    <a:pt x="270" y="716"/>
                  </a:moveTo>
                  <a:cubicBezTo>
                    <a:pt x="269" y="716"/>
                    <a:pt x="269" y="716"/>
                    <a:pt x="269" y="716"/>
                  </a:cubicBezTo>
                  <a:cubicBezTo>
                    <a:pt x="269" y="716"/>
                    <a:pt x="269" y="716"/>
                    <a:pt x="269" y="716"/>
                  </a:cubicBezTo>
                  <a:cubicBezTo>
                    <a:pt x="269" y="716"/>
                    <a:pt x="269" y="716"/>
                    <a:pt x="269" y="716"/>
                  </a:cubicBezTo>
                  <a:cubicBezTo>
                    <a:pt x="269" y="716"/>
                    <a:pt x="269" y="716"/>
                    <a:pt x="269" y="716"/>
                  </a:cubicBezTo>
                  <a:cubicBezTo>
                    <a:pt x="269" y="716"/>
                    <a:pt x="269" y="716"/>
                    <a:pt x="269" y="716"/>
                  </a:cubicBezTo>
                  <a:cubicBezTo>
                    <a:pt x="269" y="716"/>
                    <a:pt x="269" y="716"/>
                    <a:pt x="269" y="716"/>
                  </a:cubicBezTo>
                  <a:cubicBezTo>
                    <a:pt x="268" y="715"/>
                    <a:pt x="268" y="715"/>
                    <a:pt x="268" y="715"/>
                  </a:cubicBezTo>
                  <a:cubicBezTo>
                    <a:pt x="268" y="715"/>
                    <a:pt x="268" y="715"/>
                    <a:pt x="268" y="715"/>
                  </a:cubicBezTo>
                  <a:cubicBezTo>
                    <a:pt x="268" y="715"/>
                    <a:pt x="268" y="715"/>
                    <a:pt x="268" y="715"/>
                  </a:cubicBezTo>
                  <a:cubicBezTo>
                    <a:pt x="268" y="715"/>
                    <a:pt x="268" y="715"/>
                    <a:pt x="268" y="715"/>
                  </a:cubicBezTo>
                  <a:cubicBezTo>
                    <a:pt x="268" y="715"/>
                    <a:pt x="268" y="715"/>
                    <a:pt x="268" y="715"/>
                  </a:cubicBezTo>
                  <a:cubicBezTo>
                    <a:pt x="268" y="715"/>
                    <a:pt x="268" y="715"/>
                    <a:pt x="268" y="715"/>
                  </a:cubicBezTo>
                  <a:cubicBezTo>
                    <a:pt x="267" y="715"/>
                    <a:pt x="267" y="715"/>
                    <a:pt x="267" y="715"/>
                  </a:cubicBezTo>
                  <a:cubicBezTo>
                    <a:pt x="267" y="715"/>
                    <a:pt x="267" y="715"/>
                    <a:pt x="267" y="715"/>
                  </a:cubicBezTo>
                  <a:cubicBezTo>
                    <a:pt x="267" y="714"/>
                    <a:pt x="267" y="714"/>
                    <a:pt x="267" y="714"/>
                  </a:cubicBezTo>
                  <a:cubicBezTo>
                    <a:pt x="267" y="714"/>
                    <a:pt x="267" y="714"/>
                    <a:pt x="267" y="714"/>
                  </a:cubicBezTo>
                  <a:cubicBezTo>
                    <a:pt x="267" y="714"/>
                    <a:pt x="267" y="714"/>
                    <a:pt x="267" y="714"/>
                  </a:cubicBezTo>
                  <a:cubicBezTo>
                    <a:pt x="267" y="714"/>
                    <a:pt x="267" y="714"/>
                    <a:pt x="267" y="714"/>
                  </a:cubicBezTo>
                  <a:cubicBezTo>
                    <a:pt x="266" y="714"/>
                    <a:pt x="266" y="714"/>
                    <a:pt x="266" y="714"/>
                  </a:cubicBezTo>
                  <a:cubicBezTo>
                    <a:pt x="266" y="714"/>
                    <a:pt x="266" y="714"/>
                    <a:pt x="266" y="714"/>
                  </a:cubicBezTo>
                  <a:cubicBezTo>
                    <a:pt x="266" y="714"/>
                    <a:pt x="266" y="714"/>
                    <a:pt x="266" y="714"/>
                  </a:cubicBezTo>
                  <a:cubicBezTo>
                    <a:pt x="266" y="714"/>
                    <a:pt x="266" y="714"/>
                    <a:pt x="266" y="714"/>
                  </a:cubicBezTo>
                  <a:cubicBezTo>
                    <a:pt x="266" y="713"/>
                    <a:pt x="266" y="713"/>
                    <a:pt x="266" y="713"/>
                  </a:cubicBezTo>
                  <a:cubicBezTo>
                    <a:pt x="266" y="713"/>
                    <a:pt x="266" y="713"/>
                    <a:pt x="266" y="713"/>
                  </a:cubicBezTo>
                  <a:cubicBezTo>
                    <a:pt x="266" y="713"/>
                    <a:pt x="266" y="713"/>
                    <a:pt x="266" y="713"/>
                  </a:cubicBezTo>
                  <a:cubicBezTo>
                    <a:pt x="266" y="713"/>
                    <a:pt x="266" y="713"/>
                    <a:pt x="266" y="713"/>
                  </a:cubicBezTo>
                  <a:cubicBezTo>
                    <a:pt x="265" y="713"/>
                    <a:pt x="265" y="713"/>
                    <a:pt x="265" y="713"/>
                  </a:cubicBezTo>
                  <a:cubicBezTo>
                    <a:pt x="265" y="713"/>
                    <a:pt x="265" y="713"/>
                    <a:pt x="265" y="713"/>
                  </a:cubicBezTo>
                  <a:cubicBezTo>
                    <a:pt x="265" y="713"/>
                    <a:pt x="265" y="713"/>
                    <a:pt x="265" y="713"/>
                  </a:cubicBezTo>
                  <a:cubicBezTo>
                    <a:pt x="265" y="713"/>
                    <a:pt x="265" y="713"/>
                    <a:pt x="265" y="713"/>
                  </a:cubicBezTo>
                  <a:cubicBezTo>
                    <a:pt x="265" y="713"/>
                    <a:pt x="265" y="713"/>
                    <a:pt x="265" y="713"/>
                  </a:cubicBezTo>
                  <a:cubicBezTo>
                    <a:pt x="265" y="713"/>
                    <a:pt x="265" y="713"/>
                    <a:pt x="265" y="713"/>
                  </a:cubicBezTo>
                  <a:cubicBezTo>
                    <a:pt x="265" y="713"/>
                    <a:pt x="265" y="713"/>
                    <a:pt x="265" y="713"/>
                  </a:cubicBezTo>
                  <a:cubicBezTo>
                    <a:pt x="265" y="713"/>
                    <a:pt x="265" y="713"/>
                    <a:pt x="265" y="713"/>
                  </a:cubicBezTo>
                  <a:cubicBezTo>
                    <a:pt x="265" y="712"/>
                    <a:pt x="265" y="712"/>
                    <a:pt x="265" y="712"/>
                  </a:cubicBezTo>
                  <a:cubicBezTo>
                    <a:pt x="265" y="712"/>
                    <a:pt x="265" y="712"/>
                    <a:pt x="265" y="712"/>
                  </a:cubicBezTo>
                  <a:cubicBezTo>
                    <a:pt x="265" y="712"/>
                    <a:pt x="265" y="712"/>
                    <a:pt x="265" y="712"/>
                  </a:cubicBezTo>
                  <a:cubicBezTo>
                    <a:pt x="265" y="712"/>
                    <a:pt x="265" y="712"/>
                    <a:pt x="265" y="712"/>
                  </a:cubicBezTo>
                  <a:cubicBezTo>
                    <a:pt x="265" y="712"/>
                    <a:pt x="265" y="712"/>
                    <a:pt x="265" y="712"/>
                  </a:cubicBezTo>
                  <a:cubicBezTo>
                    <a:pt x="265" y="712"/>
                    <a:pt x="265" y="712"/>
                    <a:pt x="265" y="712"/>
                  </a:cubicBezTo>
                  <a:cubicBezTo>
                    <a:pt x="264" y="712"/>
                    <a:pt x="264" y="712"/>
                    <a:pt x="264" y="712"/>
                  </a:cubicBezTo>
                  <a:cubicBezTo>
                    <a:pt x="264" y="712"/>
                    <a:pt x="264" y="712"/>
                    <a:pt x="264" y="712"/>
                  </a:cubicBezTo>
                  <a:cubicBezTo>
                    <a:pt x="264" y="712"/>
                    <a:pt x="264" y="712"/>
                    <a:pt x="264" y="712"/>
                  </a:cubicBezTo>
                  <a:cubicBezTo>
                    <a:pt x="264" y="712"/>
                    <a:pt x="264" y="712"/>
                    <a:pt x="264" y="712"/>
                  </a:cubicBezTo>
                  <a:cubicBezTo>
                    <a:pt x="264" y="712"/>
                    <a:pt x="264" y="712"/>
                    <a:pt x="264" y="712"/>
                  </a:cubicBezTo>
                  <a:cubicBezTo>
                    <a:pt x="264" y="712"/>
                    <a:pt x="264" y="712"/>
                    <a:pt x="264" y="712"/>
                  </a:cubicBezTo>
                  <a:cubicBezTo>
                    <a:pt x="264" y="711"/>
                    <a:pt x="264" y="711"/>
                    <a:pt x="264" y="711"/>
                  </a:cubicBezTo>
                  <a:cubicBezTo>
                    <a:pt x="264" y="711"/>
                    <a:pt x="264" y="711"/>
                    <a:pt x="264" y="711"/>
                  </a:cubicBezTo>
                  <a:cubicBezTo>
                    <a:pt x="265" y="710"/>
                    <a:pt x="265" y="710"/>
                    <a:pt x="265" y="710"/>
                  </a:cubicBezTo>
                  <a:cubicBezTo>
                    <a:pt x="265" y="710"/>
                    <a:pt x="265" y="710"/>
                    <a:pt x="265" y="710"/>
                  </a:cubicBezTo>
                  <a:cubicBezTo>
                    <a:pt x="266" y="710"/>
                    <a:pt x="266" y="710"/>
                    <a:pt x="266" y="710"/>
                  </a:cubicBezTo>
                  <a:cubicBezTo>
                    <a:pt x="266" y="710"/>
                    <a:pt x="266" y="710"/>
                    <a:pt x="266" y="710"/>
                  </a:cubicBezTo>
                  <a:cubicBezTo>
                    <a:pt x="267" y="710"/>
                    <a:pt x="267" y="710"/>
                    <a:pt x="267" y="710"/>
                  </a:cubicBezTo>
                  <a:cubicBezTo>
                    <a:pt x="267" y="710"/>
                    <a:pt x="267" y="710"/>
                    <a:pt x="267" y="710"/>
                  </a:cubicBezTo>
                  <a:cubicBezTo>
                    <a:pt x="268" y="710"/>
                    <a:pt x="268" y="710"/>
                    <a:pt x="268" y="710"/>
                  </a:cubicBezTo>
                  <a:cubicBezTo>
                    <a:pt x="268" y="710"/>
                    <a:pt x="268" y="710"/>
                    <a:pt x="268" y="710"/>
                  </a:cubicBezTo>
                  <a:cubicBezTo>
                    <a:pt x="269" y="710"/>
                    <a:pt x="269" y="710"/>
                    <a:pt x="269" y="710"/>
                  </a:cubicBezTo>
                  <a:cubicBezTo>
                    <a:pt x="269" y="710"/>
                    <a:pt x="269" y="710"/>
                    <a:pt x="269" y="710"/>
                  </a:cubicBezTo>
                  <a:cubicBezTo>
                    <a:pt x="271" y="710"/>
                    <a:pt x="271" y="710"/>
                    <a:pt x="271" y="710"/>
                  </a:cubicBezTo>
                  <a:cubicBezTo>
                    <a:pt x="271" y="710"/>
                    <a:pt x="271" y="710"/>
                    <a:pt x="271" y="710"/>
                  </a:cubicBezTo>
                  <a:cubicBezTo>
                    <a:pt x="272" y="709"/>
                    <a:pt x="272" y="709"/>
                    <a:pt x="272" y="709"/>
                  </a:cubicBezTo>
                  <a:cubicBezTo>
                    <a:pt x="272" y="709"/>
                    <a:pt x="272" y="709"/>
                    <a:pt x="272" y="709"/>
                  </a:cubicBezTo>
                  <a:cubicBezTo>
                    <a:pt x="273" y="709"/>
                    <a:pt x="273" y="709"/>
                    <a:pt x="273" y="709"/>
                  </a:cubicBezTo>
                  <a:cubicBezTo>
                    <a:pt x="273" y="709"/>
                    <a:pt x="273" y="709"/>
                    <a:pt x="273" y="709"/>
                  </a:cubicBezTo>
                  <a:cubicBezTo>
                    <a:pt x="274" y="708"/>
                    <a:pt x="274" y="708"/>
                    <a:pt x="274" y="708"/>
                  </a:cubicBezTo>
                  <a:cubicBezTo>
                    <a:pt x="274" y="708"/>
                    <a:pt x="274" y="708"/>
                    <a:pt x="274" y="708"/>
                  </a:cubicBezTo>
                  <a:cubicBezTo>
                    <a:pt x="275" y="708"/>
                    <a:pt x="275" y="708"/>
                    <a:pt x="275" y="708"/>
                  </a:cubicBezTo>
                  <a:cubicBezTo>
                    <a:pt x="275" y="708"/>
                    <a:pt x="275" y="708"/>
                    <a:pt x="275" y="708"/>
                  </a:cubicBezTo>
                  <a:cubicBezTo>
                    <a:pt x="277" y="707"/>
                    <a:pt x="277" y="707"/>
                    <a:pt x="277" y="707"/>
                  </a:cubicBezTo>
                  <a:cubicBezTo>
                    <a:pt x="277" y="707"/>
                    <a:pt x="277" y="707"/>
                    <a:pt x="277" y="707"/>
                  </a:cubicBezTo>
                  <a:cubicBezTo>
                    <a:pt x="278" y="706"/>
                    <a:pt x="278" y="706"/>
                    <a:pt x="278" y="706"/>
                  </a:cubicBezTo>
                  <a:cubicBezTo>
                    <a:pt x="278" y="706"/>
                    <a:pt x="278" y="706"/>
                    <a:pt x="278" y="706"/>
                  </a:cubicBezTo>
                  <a:cubicBezTo>
                    <a:pt x="279" y="705"/>
                    <a:pt x="279" y="705"/>
                    <a:pt x="279" y="705"/>
                  </a:cubicBezTo>
                  <a:cubicBezTo>
                    <a:pt x="279" y="705"/>
                    <a:pt x="279" y="705"/>
                    <a:pt x="279" y="705"/>
                  </a:cubicBezTo>
                  <a:cubicBezTo>
                    <a:pt x="280" y="704"/>
                    <a:pt x="280" y="704"/>
                    <a:pt x="280" y="704"/>
                  </a:cubicBezTo>
                  <a:cubicBezTo>
                    <a:pt x="280" y="704"/>
                    <a:pt x="280" y="704"/>
                    <a:pt x="280" y="704"/>
                  </a:cubicBezTo>
                  <a:cubicBezTo>
                    <a:pt x="281" y="703"/>
                    <a:pt x="281" y="703"/>
                    <a:pt x="281" y="703"/>
                  </a:cubicBezTo>
                  <a:cubicBezTo>
                    <a:pt x="281" y="703"/>
                    <a:pt x="281" y="703"/>
                    <a:pt x="281" y="703"/>
                  </a:cubicBezTo>
                  <a:cubicBezTo>
                    <a:pt x="282" y="701"/>
                    <a:pt x="282" y="701"/>
                    <a:pt x="282" y="701"/>
                  </a:cubicBezTo>
                  <a:cubicBezTo>
                    <a:pt x="282" y="701"/>
                    <a:pt x="282" y="701"/>
                    <a:pt x="282" y="701"/>
                  </a:cubicBezTo>
                  <a:cubicBezTo>
                    <a:pt x="283" y="700"/>
                    <a:pt x="283" y="700"/>
                    <a:pt x="283" y="700"/>
                  </a:cubicBezTo>
                  <a:cubicBezTo>
                    <a:pt x="283" y="700"/>
                    <a:pt x="283" y="700"/>
                    <a:pt x="283" y="700"/>
                  </a:cubicBezTo>
                  <a:cubicBezTo>
                    <a:pt x="284" y="701"/>
                    <a:pt x="284" y="701"/>
                    <a:pt x="284" y="701"/>
                  </a:cubicBezTo>
                  <a:cubicBezTo>
                    <a:pt x="284" y="701"/>
                    <a:pt x="284" y="701"/>
                    <a:pt x="284" y="701"/>
                  </a:cubicBezTo>
                  <a:cubicBezTo>
                    <a:pt x="283" y="703"/>
                    <a:pt x="283" y="703"/>
                    <a:pt x="283" y="703"/>
                  </a:cubicBezTo>
                  <a:cubicBezTo>
                    <a:pt x="283" y="703"/>
                    <a:pt x="283" y="703"/>
                    <a:pt x="283" y="703"/>
                  </a:cubicBezTo>
                  <a:cubicBezTo>
                    <a:pt x="282" y="704"/>
                    <a:pt x="282" y="704"/>
                    <a:pt x="282" y="704"/>
                  </a:cubicBezTo>
                  <a:cubicBezTo>
                    <a:pt x="282" y="704"/>
                    <a:pt x="282" y="704"/>
                    <a:pt x="282" y="704"/>
                  </a:cubicBezTo>
                  <a:cubicBezTo>
                    <a:pt x="280" y="706"/>
                    <a:pt x="280" y="706"/>
                    <a:pt x="280" y="706"/>
                  </a:cubicBezTo>
                  <a:cubicBezTo>
                    <a:pt x="280" y="706"/>
                    <a:pt x="280" y="706"/>
                    <a:pt x="280" y="706"/>
                  </a:cubicBezTo>
                  <a:cubicBezTo>
                    <a:pt x="279" y="707"/>
                    <a:pt x="279" y="707"/>
                    <a:pt x="279" y="707"/>
                  </a:cubicBezTo>
                  <a:cubicBezTo>
                    <a:pt x="279" y="707"/>
                    <a:pt x="279" y="707"/>
                    <a:pt x="279" y="707"/>
                  </a:cubicBezTo>
                  <a:cubicBezTo>
                    <a:pt x="277" y="709"/>
                    <a:pt x="277" y="709"/>
                    <a:pt x="277" y="709"/>
                  </a:cubicBezTo>
                  <a:cubicBezTo>
                    <a:pt x="277" y="709"/>
                    <a:pt x="277" y="709"/>
                    <a:pt x="277" y="709"/>
                  </a:cubicBezTo>
                  <a:cubicBezTo>
                    <a:pt x="276" y="711"/>
                    <a:pt x="276" y="711"/>
                    <a:pt x="276" y="711"/>
                  </a:cubicBezTo>
                  <a:cubicBezTo>
                    <a:pt x="276" y="711"/>
                    <a:pt x="276" y="711"/>
                    <a:pt x="276" y="711"/>
                  </a:cubicBezTo>
                  <a:cubicBezTo>
                    <a:pt x="274" y="713"/>
                    <a:pt x="274" y="713"/>
                    <a:pt x="274" y="713"/>
                  </a:cubicBezTo>
                  <a:cubicBezTo>
                    <a:pt x="274" y="713"/>
                    <a:pt x="274" y="713"/>
                    <a:pt x="274" y="713"/>
                  </a:cubicBezTo>
                  <a:cubicBezTo>
                    <a:pt x="274" y="715"/>
                    <a:pt x="274" y="715"/>
                    <a:pt x="274" y="715"/>
                  </a:cubicBezTo>
                  <a:cubicBezTo>
                    <a:pt x="274" y="715"/>
                    <a:pt x="274" y="715"/>
                    <a:pt x="274" y="715"/>
                  </a:cubicBezTo>
                  <a:cubicBezTo>
                    <a:pt x="273" y="715"/>
                    <a:pt x="273" y="715"/>
                    <a:pt x="273" y="715"/>
                  </a:cubicBezTo>
                  <a:cubicBezTo>
                    <a:pt x="273" y="715"/>
                    <a:pt x="273" y="715"/>
                    <a:pt x="273" y="715"/>
                  </a:cubicBezTo>
                  <a:cubicBezTo>
                    <a:pt x="273" y="715"/>
                    <a:pt x="273" y="715"/>
                    <a:pt x="273" y="715"/>
                  </a:cubicBezTo>
                  <a:cubicBezTo>
                    <a:pt x="273" y="715"/>
                    <a:pt x="273" y="715"/>
                    <a:pt x="273" y="715"/>
                  </a:cubicBezTo>
                  <a:cubicBezTo>
                    <a:pt x="272" y="715"/>
                    <a:pt x="272" y="715"/>
                    <a:pt x="272" y="715"/>
                  </a:cubicBezTo>
                  <a:cubicBezTo>
                    <a:pt x="272" y="715"/>
                    <a:pt x="272" y="715"/>
                    <a:pt x="272" y="715"/>
                  </a:cubicBezTo>
                  <a:cubicBezTo>
                    <a:pt x="272" y="715"/>
                    <a:pt x="272" y="715"/>
                    <a:pt x="272" y="715"/>
                  </a:cubicBezTo>
                  <a:cubicBezTo>
                    <a:pt x="272" y="715"/>
                    <a:pt x="272" y="715"/>
                    <a:pt x="272" y="715"/>
                  </a:cubicBezTo>
                  <a:cubicBezTo>
                    <a:pt x="271" y="715"/>
                    <a:pt x="271" y="715"/>
                    <a:pt x="271" y="715"/>
                  </a:cubicBezTo>
                  <a:cubicBezTo>
                    <a:pt x="271" y="715"/>
                    <a:pt x="271" y="715"/>
                    <a:pt x="271" y="715"/>
                  </a:cubicBezTo>
                  <a:cubicBezTo>
                    <a:pt x="271" y="716"/>
                    <a:pt x="271" y="716"/>
                    <a:pt x="271" y="716"/>
                  </a:cubicBezTo>
                  <a:cubicBezTo>
                    <a:pt x="271" y="716"/>
                    <a:pt x="271" y="716"/>
                    <a:pt x="271" y="716"/>
                  </a:cubicBezTo>
                  <a:cubicBezTo>
                    <a:pt x="270" y="716"/>
                    <a:pt x="270" y="716"/>
                    <a:pt x="270" y="716"/>
                  </a:cubicBezTo>
                  <a:cubicBezTo>
                    <a:pt x="270" y="716"/>
                    <a:pt x="270" y="716"/>
                    <a:pt x="270" y="716"/>
                  </a:cubicBezTo>
                  <a:cubicBezTo>
                    <a:pt x="270" y="716"/>
                    <a:pt x="270" y="716"/>
                    <a:pt x="270" y="716"/>
                  </a:cubicBezTo>
                  <a:close/>
                  <a:moveTo>
                    <a:pt x="562" y="715"/>
                  </a:moveTo>
                  <a:cubicBezTo>
                    <a:pt x="562" y="715"/>
                    <a:pt x="562" y="715"/>
                    <a:pt x="562" y="715"/>
                  </a:cubicBezTo>
                  <a:cubicBezTo>
                    <a:pt x="562" y="715"/>
                    <a:pt x="562" y="715"/>
                    <a:pt x="562" y="715"/>
                  </a:cubicBezTo>
                  <a:cubicBezTo>
                    <a:pt x="561" y="714"/>
                    <a:pt x="561" y="714"/>
                    <a:pt x="561" y="714"/>
                  </a:cubicBezTo>
                  <a:cubicBezTo>
                    <a:pt x="561" y="714"/>
                    <a:pt x="561" y="714"/>
                    <a:pt x="561" y="714"/>
                  </a:cubicBezTo>
                  <a:cubicBezTo>
                    <a:pt x="560" y="714"/>
                    <a:pt x="560" y="714"/>
                    <a:pt x="560" y="714"/>
                  </a:cubicBezTo>
                  <a:cubicBezTo>
                    <a:pt x="560" y="714"/>
                    <a:pt x="560" y="714"/>
                    <a:pt x="560" y="714"/>
                  </a:cubicBezTo>
                  <a:cubicBezTo>
                    <a:pt x="560" y="714"/>
                    <a:pt x="560" y="714"/>
                    <a:pt x="560" y="714"/>
                  </a:cubicBezTo>
                  <a:cubicBezTo>
                    <a:pt x="560" y="714"/>
                    <a:pt x="560" y="714"/>
                    <a:pt x="560" y="714"/>
                  </a:cubicBezTo>
                  <a:cubicBezTo>
                    <a:pt x="559" y="713"/>
                    <a:pt x="559" y="713"/>
                    <a:pt x="559" y="713"/>
                  </a:cubicBezTo>
                  <a:cubicBezTo>
                    <a:pt x="559" y="713"/>
                    <a:pt x="559" y="713"/>
                    <a:pt x="559" y="713"/>
                  </a:cubicBezTo>
                  <a:cubicBezTo>
                    <a:pt x="559" y="713"/>
                    <a:pt x="559" y="713"/>
                    <a:pt x="559" y="713"/>
                  </a:cubicBezTo>
                  <a:cubicBezTo>
                    <a:pt x="559" y="713"/>
                    <a:pt x="559" y="713"/>
                    <a:pt x="559" y="713"/>
                  </a:cubicBezTo>
                  <a:cubicBezTo>
                    <a:pt x="558" y="713"/>
                    <a:pt x="558" y="713"/>
                    <a:pt x="558" y="713"/>
                  </a:cubicBezTo>
                  <a:cubicBezTo>
                    <a:pt x="558" y="713"/>
                    <a:pt x="558" y="713"/>
                    <a:pt x="558" y="713"/>
                  </a:cubicBezTo>
                  <a:cubicBezTo>
                    <a:pt x="557" y="713"/>
                    <a:pt x="557" y="713"/>
                    <a:pt x="557" y="713"/>
                  </a:cubicBezTo>
                  <a:cubicBezTo>
                    <a:pt x="557" y="713"/>
                    <a:pt x="557" y="713"/>
                    <a:pt x="557" y="713"/>
                  </a:cubicBezTo>
                  <a:cubicBezTo>
                    <a:pt x="557" y="698"/>
                    <a:pt x="557" y="698"/>
                    <a:pt x="557" y="698"/>
                  </a:cubicBezTo>
                  <a:cubicBezTo>
                    <a:pt x="557" y="698"/>
                    <a:pt x="557" y="698"/>
                    <a:pt x="557" y="698"/>
                  </a:cubicBezTo>
                  <a:cubicBezTo>
                    <a:pt x="557" y="698"/>
                    <a:pt x="557" y="698"/>
                    <a:pt x="557" y="698"/>
                  </a:cubicBezTo>
                  <a:cubicBezTo>
                    <a:pt x="557" y="698"/>
                    <a:pt x="557" y="698"/>
                    <a:pt x="557" y="698"/>
                  </a:cubicBezTo>
                  <a:cubicBezTo>
                    <a:pt x="557" y="698"/>
                    <a:pt x="557" y="698"/>
                    <a:pt x="557" y="698"/>
                  </a:cubicBezTo>
                  <a:cubicBezTo>
                    <a:pt x="557" y="698"/>
                    <a:pt x="557" y="698"/>
                    <a:pt x="557" y="698"/>
                  </a:cubicBezTo>
                  <a:cubicBezTo>
                    <a:pt x="557" y="698"/>
                    <a:pt x="557" y="698"/>
                    <a:pt x="557" y="698"/>
                  </a:cubicBezTo>
                  <a:cubicBezTo>
                    <a:pt x="557" y="698"/>
                    <a:pt x="557" y="698"/>
                    <a:pt x="557" y="698"/>
                  </a:cubicBezTo>
                  <a:cubicBezTo>
                    <a:pt x="557" y="698"/>
                    <a:pt x="557" y="698"/>
                    <a:pt x="557" y="698"/>
                  </a:cubicBezTo>
                  <a:cubicBezTo>
                    <a:pt x="557" y="698"/>
                    <a:pt x="557" y="698"/>
                    <a:pt x="557" y="698"/>
                  </a:cubicBezTo>
                  <a:cubicBezTo>
                    <a:pt x="558" y="698"/>
                    <a:pt x="558" y="698"/>
                    <a:pt x="558" y="698"/>
                  </a:cubicBezTo>
                  <a:cubicBezTo>
                    <a:pt x="558" y="698"/>
                    <a:pt x="558" y="698"/>
                    <a:pt x="558" y="698"/>
                  </a:cubicBezTo>
                  <a:cubicBezTo>
                    <a:pt x="558" y="698"/>
                    <a:pt x="558" y="698"/>
                    <a:pt x="558" y="698"/>
                  </a:cubicBezTo>
                  <a:cubicBezTo>
                    <a:pt x="558" y="698"/>
                    <a:pt x="558" y="698"/>
                    <a:pt x="558" y="698"/>
                  </a:cubicBezTo>
                  <a:cubicBezTo>
                    <a:pt x="558" y="698"/>
                    <a:pt x="558" y="698"/>
                    <a:pt x="558" y="698"/>
                  </a:cubicBezTo>
                  <a:cubicBezTo>
                    <a:pt x="558" y="698"/>
                    <a:pt x="558" y="698"/>
                    <a:pt x="558" y="698"/>
                  </a:cubicBezTo>
                  <a:cubicBezTo>
                    <a:pt x="559" y="698"/>
                    <a:pt x="559" y="698"/>
                    <a:pt x="559" y="698"/>
                  </a:cubicBezTo>
                  <a:cubicBezTo>
                    <a:pt x="559" y="698"/>
                    <a:pt x="559" y="698"/>
                    <a:pt x="559" y="698"/>
                  </a:cubicBezTo>
                  <a:cubicBezTo>
                    <a:pt x="559" y="700"/>
                    <a:pt x="559" y="700"/>
                    <a:pt x="559" y="700"/>
                  </a:cubicBezTo>
                  <a:cubicBezTo>
                    <a:pt x="559" y="700"/>
                    <a:pt x="559" y="700"/>
                    <a:pt x="559" y="700"/>
                  </a:cubicBezTo>
                  <a:cubicBezTo>
                    <a:pt x="561" y="702"/>
                    <a:pt x="561" y="702"/>
                    <a:pt x="561" y="702"/>
                  </a:cubicBezTo>
                  <a:cubicBezTo>
                    <a:pt x="561" y="702"/>
                    <a:pt x="561" y="702"/>
                    <a:pt x="561" y="702"/>
                  </a:cubicBezTo>
                  <a:cubicBezTo>
                    <a:pt x="562" y="704"/>
                    <a:pt x="562" y="704"/>
                    <a:pt x="562" y="704"/>
                  </a:cubicBezTo>
                  <a:cubicBezTo>
                    <a:pt x="562" y="704"/>
                    <a:pt x="562" y="704"/>
                    <a:pt x="562" y="704"/>
                  </a:cubicBezTo>
                  <a:cubicBezTo>
                    <a:pt x="563" y="706"/>
                    <a:pt x="563" y="706"/>
                    <a:pt x="563" y="706"/>
                  </a:cubicBezTo>
                  <a:cubicBezTo>
                    <a:pt x="563" y="706"/>
                    <a:pt x="563" y="706"/>
                    <a:pt x="563" y="706"/>
                  </a:cubicBezTo>
                  <a:cubicBezTo>
                    <a:pt x="564" y="708"/>
                    <a:pt x="564" y="708"/>
                    <a:pt x="564" y="708"/>
                  </a:cubicBezTo>
                  <a:cubicBezTo>
                    <a:pt x="564" y="708"/>
                    <a:pt x="564" y="708"/>
                    <a:pt x="564" y="708"/>
                  </a:cubicBezTo>
                  <a:cubicBezTo>
                    <a:pt x="565" y="710"/>
                    <a:pt x="565" y="710"/>
                    <a:pt x="565" y="710"/>
                  </a:cubicBezTo>
                  <a:cubicBezTo>
                    <a:pt x="565" y="710"/>
                    <a:pt x="565" y="710"/>
                    <a:pt x="565" y="710"/>
                  </a:cubicBezTo>
                  <a:cubicBezTo>
                    <a:pt x="565" y="712"/>
                    <a:pt x="565" y="712"/>
                    <a:pt x="565" y="712"/>
                  </a:cubicBezTo>
                  <a:cubicBezTo>
                    <a:pt x="565" y="712"/>
                    <a:pt x="565" y="712"/>
                    <a:pt x="565" y="712"/>
                  </a:cubicBezTo>
                  <a:cubicBezTo>
                    <a:pt x="564" y="714"/>
                    <a:pt x="564" y="714"/>
                    <a:pt x="564" y="714"/>
                  </a:cubicBezTo>
                  <a:cubicBezTo>
                    <a:pt x="564" y="714"/>
                    <a:pt x="564" y="714"/>
                    <a:pt x="564" y="714"/>
                  </a:cubicBezTo>
                  <a:cubicBezTo>
                    <a:pt x="564" y="714"/>
                    <a:pt x="564" y="714"/>
                    <a:pt x="564" y="714"/>
                  </a:cubicBezTo>
                  <a:cubicBezTo>
                    <a:pt x="564" y="714"/>
                    <a:pt x="564" y="714"/>
                    <a:pt x="564" y="714"/>
                  </a:cubicBezTo>
                  <a:cubicBezTo>
                    <a:pt x="564" y="714"/>
                    <a:pt x="564" y="714"/>
                    <a:pt x="564" y="714"/>
                  </a:cubicBezTo>
                  <a:cubicBezTo>
                    <a:pt x="564" y="714"/>
                    <a:pt x="564" y="714"/>
                    <a:pt x="564" y="714"/>
                  </a:cubicBezTo>
                  <a:cubicBezTo>
                    <a:pt x="564" y="714"/>
                    <a:pt x="564" y="714"/>
                    <a:pt x="564" y="714"/>
                  </a:cubicBezTo>
                  <a:cubicBezTo>
                    <a:pt x="564" y="714"/>
                    <a:pt x="564" y="714"/>
                    <a:pt x="564" y="714"/>
                  </a:cubicBezTo>
                  <a:cubicBezTo>
                    <a:pt x="564" y="714"/>
                    <a:pt x="564" y="714"/>
                    <a:pt x="564" y="714"/>
                  </a:cubicBezTo>
                  <a:cubicBezTo>
                    <a:pt x="564" y="714"/>
                    <a:pt x="564" y="714"/>
                    <a:pt x="564" y="714"/>
                  </a:cubicBezTo>
                  <a:cubicBezTo>
                    <a:pt x="563" y="714"/>
                    <a:pt x="563" y="714"/>
                    <a:pt x="563" y="714"/>
                  </a:cubicBezTo>
                  <a:cubicBezTo>
                    <a:pt x="563" y="714"/>
                    <a:pt x="563" y="714"/>
                    <a:pt x="563" y="714"/>
                  </a:cubicBezTo>
                  <a:cubicBezTo>
                    <a:pt x="563" y="715"/>
                    <a:pt x="563" y="715"/>
                    <a:pt x="563" y="715"/>
                  </a:cubicBezTo>
                  <a:cubicBezTo>
                    <a:pt x="563" y="715"/>
                    <a:pt x="563" y="715"/>
                    <a:pt x="563" y="715"/>
                  </a:cubicBezTo>
                  <a:cubicBezTo>
                    <a:pt x="563" y="715"/>
                    <a:pt x="563" y="715"/>
                    <a:pt x="563" y="715"/>
                  </a:cubicBezTo>
                  <a:cubicBezTo>
                    <a:pt x="563" y="715"/>
                    <a:pt x="563" y="715"/>
                    <a:pt x="563" y="715"/>
                  </a:cubicBezTo>
                  <a:cubicBezTo>
                    <a:pt x="562" y="715"/>
                    <a:pt x="562" y="715"/>
                    <a:pt x="562" y="715"/>
                  </a:cubicBezTo>
                  <a:close/>
                  <a:moveTo>
                    <a:pt x="304" y="713"/>
                  </a:moveTo>
                  <a:cubicBezTo>
                    <a:pt x="302" y="712"/>
                    <a:pt x="302" y="712"/>
                    <a:pt x="302" y="712"/>
                  </a:cubicBezTo>
                  <a:cubicBezTo>
                    <a:pt x="302" y="712"/>
                    <a:pt x="302" y="712"/>
                    <a:pt x="302" y="712"/>
                  </a:cubicBezTo>
                  <a:cubicBezTo>
                    <a:pt x="301" y="711"/>
                    <a:pt x="301" y="711"/>
                    <a:pt x="301" y="711"/>
                  </a:cubicBezTo>
                  <a:cubicBezTo>
                    <a:pt x="301" y="711"/>
                    <a:pt x="301" y="711"/>
                    <a:pt x="301" y="711"/>
                  </a:cubicBezTo>
                  <a:cubicBezTo>
                    <a:pt x="300" y="710"/>
                    <a:pt x="300" y="710"/>
                    <a:pt x="300" y="710"/>
                  </a:cubicBezTo>
                  <a:cubicBezTo>
                    <a:pt x="300" y="710"/>
                    <a:pt x="300" y="710"/>
                    <a:pt x="300" y="710"/>
                  </a:cubicBezTo>
                  <a:cubicBezTo>
                    <a:pt x="298" y="708"/>
                    <a:pt x="298" y="708"/>
                    <a:pt x="298" y="708"/>
                  </a:cubicBezTo>
                  <a:cubicBezTo>
                    <a:pt x="298" y="708"/>
                    <a:pt x="298" y="708"/>
                    <a:pt x="298" y="708"/>
                  </a:cubicBezTo>
                  <a:cubicBezTo>
                    <a:pt x="296" y="708"/>
                    <a:pt x="296" y="708"/>
                    <a:pt x="296" y="708"/>
                  </a:cubicBezTo>
                  <a:cubicBezTo>
                    <a:pt x="296" y="708"/>
                    <a:pt x="296" y="708"/>
                    <a:pt x="296" y="708"/>
                  </a:cubicBezTo>
                  <a:cubicBezTo>
                    <a:pt x="294" y="707"/>
                    <a:pt x="294" y="707"/>
                    <a:pt x="294" y="707"/>
                  </a:cubicBezTo>
                  <a:cubicBezTo>
                    <a:pt x="294" y="707"/>
                    <a:pt x="294" y="707"/>
                    <a:pt x="294" y="707"/>
                  </a:cubicBezTo>
                  <a:cubicBezTo>
                    <a:pt x="292" y="706"/>
                    <a:pt x="292" y="706"/>
                    <a:pt x="292" y="706"/>
                  </a:cubicBezTo>
                  <a:cubicBezTo>
                    <a:pt x="292" y="706"/>
                    <a:pt x="292" y="706"/>
                    <a:pt x="292" y="706"/>
                  </a:cubicBezTo>
                  <a:cubicBezTo>
                    <a:pt x="291" y="706"/>
                    <a:pt x="291" y="706"/>
                    <a:pt x="291" y="706"/>
                  </a:cubicBezTo>
                  <a:cubicBezTo>
                    <a:pt x="291" y="706"/>
                    <a:pt x="291" y="706"/>
                    <a:pt x="291" y="706"/>
                  </a:cubicBezTo>
                  <a:cubicBezTo>
                    <a:pt x="291" y="705"/>
                    <a:pt x="291" y="705"/>
                    <a:pt x="291" y="705"/>
                  </a:cubicBezTo>
                  <a:cubicBezTo>
                    <a:pt x="291" y="705"/>
                    <a:pt x="291" y="705"/>
                    <a:pt x="291" y="705"/>
                  </a:cubicBezTo>
                  <a:cubicBezTo>
                    <a:pt x="292" y="705"/>
                    <a:pt x="292" y="705"/>
                    <a:pt x="292" y="705"/>
                  </a:cubicBezTo>
                  <a:cubicBezTo>
                    <a:pt x="292" y="705"/>
                    <a:pt x="292" y="705"/>
                    <a:pt x="292" y="705"/>
                  </a:cubicBezTo>
                  <a:cubicBezTo>
                    <a:pt x="293" y="705"/>
                    <a:pt x="293" y="705"/>
                    <a:pt x="293" y="705"/>
                  </a:cubicBezTo>
                  <a:cubicBezTo>
                    <a:pt x="293" y="705"/>
                    <a:pt x="293" y="705"/>
                    <a:pt x="293" y="705"/>
                  </a:cubicBezTo>
                  <a:cubicBezTo>
                    <a:pt x="293" y="705"/>
                    <a:pt x="293" y="705"/>
                    <a:pt x="293" y="705"/>
                  </a:cubicBezTo>
                  <a:cubicBezTo>
                    <a:pt x="293" y="705"/>
                    <a:pt x="293" y="705"/>
                    <a:pt x="293" y="705"/>
                  </a:cubicBezTo>
                  <a:cubicBezTo>
                    <a:pt x="295" y="705"/>
                    <a:pt x="295" y="705"/>
                    <a:pt x="295" y="705"/>
                  </a:cubicBezTo>
                  <a:cubicBezTo>
                    <a:pt x="295" y="705"/>
                    <a:pt x="295" y="705"/>
                    <a:pt x="295" y="705"/>
                  </a:cubicBezTo>
                  <a:cubicBezTo>
                    <a:pt x="296" y="705"/>
                    <a:pt x="296" y="705"/>
                    <a:pt x="296" y="705"/>
                  </a:cubicBezTo>
                  <a:cubicBezTo>
                    <a:pt x="296" y="705"/>
                    <a:pt x="296" y="705"/>
                    <a:pt x="296" y="705"/>
                  </a:cubicBezTo>
                  <a:cubicBezTo>
                    <a:pt x="297" y="705"/>
                    <a:pt x="297" y="705"/>
                    <a:pt x="297" y="705"/>
                  </a:cubicBezTo>
                  <a:cubicBezTo>
                    <a:pt x="297" y="705"/>
                    <a:pt x="297" y="705"/>
                    <a:pt x="297" y="705"/>
                  </a:cubicBezTo>
                  <a:cubicBezTo>
                    <a:pt x="298" y="705"/>
                    <a:pt x="298" y="705"/>
                    <a:pt x="298" y="705"/>
                  </a:cubicBezTo>
                  <a:cubicBezTo>
                    <a:pt x="298" y="705"/>
                    <a:pt x="298" y="705"/>
                    <a:pt x="298" y="705"/>
                  </a:cubicBezTo>
                  <a:cubicBezTo>
                    <a:pt x="299" y="705"/>
                    <a:pt x="299" y="705"/>
                    <a:pt x="299" y="705"/>
                  </a:cubicBezTo>
                  <a:cubicBezTo>
                    <a:pt x="299" y="705"/>
                    <a:pt x="299" y="705"/>
                    <a:pt x="299" y="705"/>
                  </a:cubicBezTo>
                  <a:cubicBezTo>
                    <a:pt x="300" y="704"/>
                    <a:pt x="300" y="704"/>
                    <a:pt x="300" y="704"/>
                  </a:cubicBezTo>
                  <a:cubicBezTo>
                    <a:pt x="300" y="704"/>
                    <a:pt x="300" y="704"/>
                    <a:pt x="300" y="704"/>
                  </a:cubicBezTo>
                  <a:cubicBezTo>
                    <a:pt x="300" y="684"/>
                    <a:pt x="300" y="684"/>
                    <a:pt x="300" y="684"/>
                  </a:cubicBezTo>
                  <a:cubicBezTo>
                    <a:pt x="300" y="684"/>
                    <a:pt x="300" y="684"/>
                    <a:pt x="300" y="684"/>
                  </a:cubicBezTo>
                  <a:cubicBezTo>
                    <a:pt x="300" y="684"/>
                    <a:pt x="300" y="684"/>
                    <a:pt x="300" y="684"/>
                  </a:cubicBezTo>
                  <a:cubicBezTo>
                    <a:pt x="300" y="684"/>
                    <a:pt x="300" y="684"/>
                    <a:pt x="300" y="684"/>
                  </a:cubicBezTo>
                  <a:cubicBezTo>
                    <a:pt x="300" y="684"/>
                    <a:pt x="300" y="684"/>
                    <a:pt x="300" y="684"/>
                  </a:cubicBezTo>
                  <a:cubicBezTo>
                    <a:pt x="300" y="684"/>
                    <a:pt x="300" y="684"/>
                    <a:pt x="300" y="684"/>
                  </a:cubicBezTo>
                  <a:cubicBezTo>
                    <a:pt x="299" y="684"/>
                    <a:pt x="299" y="684"/>
                    <a:pt x="299" y="684"/>
                  </a:cubicBezTo>
                  <a:cubicBezTo>
                    <a:pt x="299" y="684"/>
                    <a:pt x="299" y="684"/>
                    <a:pt x="299" y="684"/>
                  </a:cubicBezTo>
                  <a:cubicBezTo>
                    <a:pt x="299" y="684"/>
                    <a:pt x="299" y="684"/>
                    <a:pt x="299" y="684"/>
                  </a:cubicBezTo>
                  <a:cubicBezTo>
                    <a:pt x="299" y="684"/>
                    <a:pt x="299" y="684"/>
                    <a:pt x="299" y="684"/>
                  </a:cubicBezTo>
                  <a:cubicBezTo>
                    <a:pt x="298" y="684"/>
                    <a:pt x="298" y="684"/>
                    <a:pt x="298" y="684"/>
                  </a:cubicBezTo>
                  <a:cubicBezTo>
                    <a:pt x="298" y="684"/>
                    <a:pt x="298" y="684"/>
                    <a:pt x="298" y="684"/>
                  </a:cubicBezTo>
                  <a:cubicBezTo>
                    <a:pt x="298" y="683"/>
                    <a:pt x="298" y="683"/>
                    <a:pt x="298" y="683"/>
                  </a:cubicBezTo>
                  <a:cubicBezTo>
                    <a:pt x="298" y="683"/>
                    <a:pt x="298" y="683"/>
                    <a:pt x="298" y="683"/>
                  </a:cubicBezTo>
                  <a:cubicBezTo>
                    <a:pt x="297" y="683"/>
                    <a:pt x="297" y="683"/>
                    <a:pt x="297" y="683"/>
                  </a:cubicBezTo>
                  <a:cubicBezTo>
                    <a:pt x="297" y="683"/>
                    <a:pt x="297" y="683"/>
                    <a:pt x="297" y="683"/>
                  </a:cubicBezTo>
                  <a:cubicBezTo>
                    <a:pt x="297" y="683"/>
                    <a:pt x="297" y="683"/>
                    <a:pt x="297" y="683"/>
                  </a:cubicBezTo>
                  <a:cubicBezTo>
                    <a:pt x="297" y="683"/>
                    <a:pt x="297" y="683"/>
                    <a:pt x="297" y="683"/>
                  </a:cubicBezTo>
                  <a:cubicBezTo>
                    <a:pt x="297" y="683"/>
                    <a:pt x="297" y="683"/>
                    <a:pt x="297" y="683"/>
                  </a:cubicBezTo>
                  <a:cubicBezTo>
                    <a:pt x="297" y="683"/>
                    <a:pt x="297" y="683"/>
                    <a:pt x="297" y="683"/>
                  </a:cubicBezTo>
                  <a:cubicBezTo>
                    <a:pt x="297" y="683"/>
                    <a:pt x="297" y="683"/>
                    <a:pt x="297" y="683"/>
                  </a:cubicBezTo>
                  <a:cubicBezTo>
                    <a:pt x="297" y="683"/>
                    <a:pt x="297" y="683"/>
                    <a:pt x="297" y="683"/>
                  </a:cubicBezTo>
                  <a:cubicBezTo>
                    <a:pt x="297" y="683"/>
                    <a:pt x="297" y="683"/>
                    <a:pt x="297" y="683"/>
                  </a:cubicBezTo>
                  <a:cubicBezTo>
                    <a:pt x="297" y="683"/>
                    <a:pt x="297" y="683"/>
                    <a:pt x="297" y="683"/>
                  </a:cubicBezTo>
                  <a:cubicBezTo>
                    <a:pt x="297" y="682"/>
                    <a:pt x="297" y="682"/>
                    <a:pt x="297" y="682"/>
                  </a:cubicBezTo>
                  <a:cubicBezTo>
                    <a:pt x="297" y="682"/>
                    <a:pt x="297" y="682"/>
                    <a:pt x="297" y="682"/>
                  </a:cubicBezTo>
                  <a:cubicBezTo>
                    <a:pt x="296" y="682"/>
                    <a:pt x="296" y="682"/>
                    <a:pt x="296" y="682"/>
                  </a:cubicBezTo>
                  <a:cubicBezTo>
                    <a:pt x="296" y="682"/>
                    <a:pt x="296" y="682"/>
                    <a:pt x="296" y="682"/>
                  </a:cubicBezTo>
                  <a:cubicBezTo>
                    <a:pt x="296" y="682"/>
                    <a:pt x="296" y="682"/>
                    <a:pt x="296" y="682"/>
                  </a:cubicBezTo>
                  <a:cubicBezTo>
                    <a:pt x="296" y="682"/>
                    <a:pt x="296" y="682"/>
                    <a:pt x="296" y="682"/>
                  </a:cubicBezTo>
                  <a:cubicBezTo>
                    <a:pt x="296" y="682"/>
                    <a:pt x="296" y="682"/>
                    <a:pt x="296" y="682"/>
                  </a:cubicBezTo>
                  <a:cubicBezTo>
                    <a:pt x="296" y="682"/>
                    <a:pt x="296" y="682"/>
                    <a:pt x="296" y="682"/>
                  </a:cubicBezTo>
                  <a:cubicBezTo>
                    <a:pt x="296" y="681"/>
                    <a:pt x="296" y="681"/>
                    <a:pt x="296" y="681"/>
                  </a:cubicBezTo>
                  <a:cubicBezTo>
                    <a:pt x="296" y="681"/>
                    <a:pt x="296" y="681"/>
                    <a:pt x="296" y="681"/>
                  </a:cubicBezTo>
                  <a:cubicBezTo>
                    <a:pt x="296" y="681"/>
                    <a:pt x="296" y="681"/>
                    <a:pt x="296" y="681"/>
                  </a:cubicBezTo>
                  <a:cubicBezTo>
                    <a:pt x="296" y="681"/>
                    <a:pt x="296" y="681"/>
                    <a:pt x="296" y="681"/>
                  </a:cubicBezTo>
                  <a:cubicBezTo>
                    <a:pt x="297" y="681"/>
                    <a:pt x="297" y="681"/>
                    <a:pt x="297" y="681"/>
                  </a:cubicBezTo>
                  <a:cubicBezTo>
                    <a:pt x="297" y="681"/>
                    <a:pt x="297" y="681"/>
                    <a:pt x="297" y="681"/>
                  </a:cubicBezTo>
                  <a:cubicBezTo>
                    <a:pt x="297" y="681"/>
                    <a:pt x="297" y="681"/>
                    <a:pt x="297" y="681"/>
                  </a:cubicBezTo>
                  <a:cubicBezTo>
                    <a:pt x="297" y="681"/>
                    <a:pt x="297" y="681"/>
                    <a:pt x="297" y="681"/>
                  </a:cubicBezTo>
                  <a:cubicBezTo>
                    <a:pt x="298" y="680"/>
                    <a:pt x="298" y="680"/>
                    <a:pt x="298" y="680"/>
                  </a:cubicBezTo>
                  <a:cubicBezTo>
                    <a:pt x="298" y="680"/>
                    <a:pt x="298" y="680"/>
                    <a:pt x="298" y="680"/>
                  </a:cubicBezTo>
                  <a:cubicBezTo>
                    <a:pt x="299" y="680"/>
                    <a:pt x="299" y="680"/>
                    <a:pt x="299" y="680"/>
                  </a:cubicBezTo>
                  <a:cubicBezTo>
                    <a:pt x="299" y="680"/>
                    <a:pt x="299" y="680"/>
                    <a:pt x="299" y="680"/>
                  </a:cubicBezTo>
                  <a:cubicBezTo>
                    <a:pt x="299" y="680"/>
                    <a:pt x="299" y="680"/>
                    <a:pt x="299" y="680"/>
                  </a:cubicBezTo>
                  <a:cubicBezTo>
                    <a:pt x="299" y="680"/>
                    <a:pt x="299" y="680"/>
                    <a:pt x="299" y="680"/>
                  </a:cubicBezTo>
                  <a:cubicBezTo>
                    <a:pt x="300" y="679"/>
                    <a:pt x="300" y="679"/>
                    <a:pt x="300" y="679"/>
                  </a:cubicBezTo>
                  <a:cubicBezTo>
                    <a:pt x="300" y="679"/>
                    <a:pt x="300" y="679"/>
                    <a:pt x="300" y="679"/>
                  </a:cubicBezTo>
                  <a:cubicBezTo>
                    <a:pt x="301" y="679"/>
                    <a:pt x="301" y="679"/>
                    <a:pt x="301" y="679"/>
                  </a:cubicBezTo>
                  <a:cubicBezTo>
                    <a:pt x="301" y="679"/>
                    <a:pt x="301" y="679"/>
                    <a:pt x="301" y="679"/>
                  </a:cubicBezTo>
                  <a:cubicBezTo>
                    <a:pt x="302" y="669"/>
                    <a:pt x="302" y="669"/>
                    <a:pt x="302" y="669"/>
                  </a:cubicBezTo>
                  <a:cubicBezTo>
                    <a:pt x="302" y="669"/>
                    <a:pt x="302" y="669"/>
                    <a:pt x="302" y="669"/>
                  </a:cubicBezTo>
                  <a:cubicBezTo>
                    <a:pt x="300" y="669"/>
                    <a:pt x="300" y="669"/>
                    <a:pt x="300" y="669"/>
                  </a:cubicBezTo>
                  <a:cubicBezTo>
                    <a:pt x="300" y="669"/>
                    <a:pt x="300" y="669"/>
                    <a:pt x="300" y="669"/>
                  </a:cubicBezTo>
                  <a:cubicBezTo>
                    <a:pt x="300" y="669"/>
                    <a:pt x="300" y="669"/>
                    <a:pt x="300" y="669"/>
                  </a:cubicBezTo>
                  <a:cubicBezTo>
                    <a:pt x="300" y="669"/>
                    <a:pt x="300" y="669"/>
                    <a:pt x="300" y="669"/>
                  </a:cubicBezTo>
                  <a:cubicBezTo>
                    <a:pt x="300" y="668"/>
                    <a:pt x="300" y="668"/>
                    <a:pt x="300" y="668"/>
                  </a:cubicBezTo>
                  <a:cubicBezTo>
                    <a:pt x="300" y="668"/>
                    <a:pt x="300" y="668"/>
                    <a:pt x="300" y="668"/>
                  </a:cubicBezTo>
                  <a:cubicBezTo>
                    <a:pt x="300" y="668"/>
                    <a:pt x="300" y="668"/>
                    <a:pt x="300" y="668"/>
                  </a:cubicBezTo>
                  <a:cubicBezTo>
                    <a:pt x="300" y="668"/>
                    <a:pt x="300" y="668"/>
                    <a:pt x="300" y="668"/>
                  </a:cubicBezTo>
                  <a:cubicBezTo>
                    <a:pt x="300" y="668"/>
                    <a:pt x="300" y="668"/>
                    <a:pt x="300" y="668"/>
                  </a:cubicBezTo>
                  <a:cubicBezTo>
                    <a:pt x="300" y="668"/>
                    <a:pt x="300" y="668"/>
                    <a:pt x="300" y="668"/>
                  </a:cubicBezTo>
                  <a:cubicBezTo>
                    <a:pt x="300" y="668"/>
                    <a:pt x="300" y="668"/>
                    <a:pt x="300" y="668"/>
                  </a:cubicBezTo>
                  <a:cubicBezTo>
                    <a:pt x="300" y="668"/>
                    <a:pt x="300" y="668"/>
                    <a:pt x="300" y="668"/>
                  </a:cubicBezTo>
                  <a:cubicBezTo>
                    <a:pt x="300" y="667"/>
                    <a:pt x="300" y="667"/>
                    <a:pt x="300" y="667"/>
                  </a:cubicBezTo>
                  <a:cubicBezTo>
                    <a:pt x="300" y="667"/>
                    <a:pt x="300" y="667"/>
                    <a:pt x="300" y="667"/>
                  </a:cubicBezTo>
                  <a:cubicBezTo>
                    <a:pt x="300" y="667"/>
                    <a:pt x="300" y="667"/>
                    <a:pt x="300" y="667"/>
                  </a:cubicBezTo>
                  <a:cubicBezTo>
                    <a:pt x="300" y="667"/>
                    <a:pt x="300" y="667"/>
                    <a:pt x="300" y="667"/>
                  </a:cubicBezTo>
                  <a:cubicBezTo>
                    <a:pt x="300" y="666"/>
                    <a:pt x="300" y="666"/>
                    <a:pt x="300" y="666"/>
                  </a:cubicBezTo>
                  <a:cubicBezTo>
                    <a:pt x="300" y="666"/>
                    <a:pt x="300" y="666"/>
                    <a:pt x="300" y="666"/>
                  </a:cubicBezTo>
                  <a:cubicBezTo>
                    <a:pt x="300" y="666"/>
                    <a:pt x="300" y="666"/>
                    <a:pt x="300" y="666"/>
                  </a:cubicBezTo>
                  <a:cubicBezTo>
                    <a:pt x="300" y="666"/>
                    <a:pt x="300" y="666"/>
                    <a:pt x="300" y="666"/>
                  </a:cubicBezTo>
                  <a:cubicBezTo>
                    <a:pt x="300" y="666"/>
                    <a:pt x="300" y="666"/>
                    <a:pt x="300" y="666"/>
                  </a:cubicBezTo>
                  <a:cubicBezTo>
                    <a:pt x="300" y="666"/>
                    <a:pt x="300" y="666"/>
                    <a:pt x="300" y="666"/>
                  </a:cubicBezTo>
                  <a:cubicBezTo>
                    <a:pt x="300" y="666"/>
                    <a:pt x="300" y="666"/>
                    <a:pt x="300" y="666"/>
                  </a:cubicBezTo>
                  <a:cubicBezTo>
                    <a:pt x="300" y="666"/>
                    <a:pt x="300" y="666"/>
                    <a:pt x="300" y="666"/>
                  </a:cubicBezTo>
                  <a:cubicBezTo>
                    <a:pt x="301" y="666"/>
                    <a:pt x="301" y="666"/>
                    <a:pt x="301" y="666"/>
                  </a:cubicBezTo>
                  <a:cubicBezTo>
                    <a:pt x="301" y="666"/>
                    <a:pt x="301" y="666"/>
                    <a:pt x="301" y="666"/>
                  </a:cubicBezTo>
                  <a:cubicBezTo>
                    <a:pt x="301" y="666"/>
                    <a:pt x="301" y="666"/>
                    <a:pt x="301" y="666"/>
                  </a:cubicBezTo>
                  <a:cubicBezTo>
                    <a:pt x="301" y="666"/>
                    <a:pt x="301" y="666"/>
                    <a:pt x="301" y="666"/>
                  </a:cubicBezTo>
                  <a:cubicBezTo>
                    <a:pt x="301" y="666"/>
                    <a:pt x="301" y="666"/>
                    <a:pt x="301" y="666"/>
                  </a:cubicBezTo>
                  <a:cubicBezTo>
                    <a:pt x="301" y="666"/>
                    <a:pt x="301" y="666"/>
                    <a:pt x="301" y="666"/>
                  </a:cubicBezTo>
                  <a:cubicBezTo>
                    <a:pt x="302" y="665"/>
                    <a:pt x="302" y="665"/>
                    <a:pt x="302" y="665"/>
                  </a:cubicBezTo>
                  <a:cubicBezTo>
                    <a:pt x="302" y="665"/>
                    <a:pt x="302" y="665"/>
                    <a:pt x="302" y="665"/>
                  </a:cubicBezTo>
                  <a:cubicBezTo>
                    <a:pt x="302" y="665"/>
                    <a:pt x="302" y="665"/>
                    <a:pt x="302" y="665"/>
                  </a:cubicBezTo>
                  <a:cubicBezTo>
                    <a:pt x="302" y="665"/>
                    <a:pt x="302" y="665"/>
                    <a:pt x="302" y="665"/>
                  </a:cubicBezTo>
                  <a:cubicBezTo>
                    <a:pt x="302" y="664"/>
                    <a:pt x="302" y="664"/>
                    <a:pt x="302" y="664"/>
                  </a:cubicBezTo>
                  <a:cubicBezTo>
                    <a:pt x="302" y="664"/>
                    <a:pt x="302" y="664"/>
                    <a:pt x="302" y="664"/>
                  </a:cubicBezTo>
                  <a:cubicBezTo>
                    <a:pt x="302" y="664"/>
                    <a:pt x="302" y="664"/>
                    <a:pt x="302" y="664"/>
                  </a:cubicBezTo>
                  <a:cubicBezTo>
                    <a:pt x="302" y="664"/>
                    <a:pt x="302" y="664"/>
                    <a:pt x="302" y="664"/>
                  </a:cubicBezTo>
                  <a:cubicBezTo>
                    <a:pt x="302" y="663"/>
                    <a:pt x="302" y="663"/>
                    <a:pt x="302" y="663"/>
                  </a:cubicBezTo>
                  <a:cubicBezTo>
                    <a:pt x="302" y="663"/>
                    <a:pt x="302" y="663"/>
                    <a:pt x="302" y="663"/>
                  </a:cubicBezTo>
                  <a:cubicBezTo>
                    <a:pt x="302" y="663"/>
                    <a:pt x="302" y="663"/>
                    <a:pt x="302" y="663"/>
                  </a:cubicBezTo>
                  <a:cubicBezTo>
                    <a:pt x="302" y="663"/>
                    <a:pt x="302" y="663"/>
                    <a:pt x="302" y="663"/>
                  </a:cubicBezTo>
                  <a:cubicBezTo>
                    <a:pt x="302" y="662"/>
                    <a:pt x="302" y="662"/>
                    <a:pt x="302" y="662"/>
                  </a:cubicBezTo>
                  <a:cubicBezTo>
                    <a:pt x="302" y="662"/>
                    <a:pt x="302" y="662"/>
                    <a:pt x="302" y="662"/>
                  </a:cubicBezTo>
                  <a:cubicBezTo>
                    <a:pt x="302" y="661"/>
                    <a:pt x="302" y="661"/>
                    <a:pt x="302" y="661"/>
                  </a:cubicBezTo>
                  <a:cubicBezTo>
                    <a:pt x="302" y="661"/>
                    <a:pt x="302" y="661"/>
                    <a:pt x="302" y="661"/>
                  </a:cubicBezTo>
                  <a:cubicBezTo>
                    <a:pt x="302" y="661"/>
                    <a:pt x="302" y="661"/>
                    <a:pt x="302" y="661"/>
                  </a:cubicBezTo>
                  <a:cubicBezTo>
                    <a:pt x="302" y="661"/>
                    <a:pt x="302" y="661"/>
                    <a:pt x="302" y="661"/>
                  </a:cubicBezTo>
                  <a:cubicBezTo>
                    <a:pt x="301" y="661"/>
                    <a:pt x="301" y="661"/>
                    <a:pt x="301" y="661"/>
                  </a:cubicBezTo>
                  <a:cubicBezTo>
                    <a:pt x="301" y="661"/>
                    <a:pt x="301" y="661"/>
                    <a:pt x="301" y="661"/>
                  </a:cubicBezTo>
                  <a:cubicBezTo>
                    <a:pt x="301" y="661"/>
                    <a:pt x="301" y="661"/>
                    <a:pt x="301" y="661"/>
                  </a:cubicBezTo>
                  <a:cubicBezTo>
                    <a:pt x="301" y="661"/>
                    <a:pt x="301" y="661"/>
                    <a:pt x="301" y="661"/>
                  </a:cubicBezTo>
                  <a:cubicBezTo>
                    <a:pt x="301" y="661"/>
                    <a:pt x="301" y="661"/>
                    <a:pt x="301" y="661"/>
                  </a:cubicBezTo>
                  <a:cubicBezTo>
                    <a:pt x="301" y="661"/>
                    <a:pt x="301" y="661"/>
                    <a:pt x="301" y="661"/>
                  </a:cubicBezTo>
                  <a:cubicBezTo>
                    <a:pt x="301" y="661"/>
                    <a:pt x="301" y="661"/>
                    <a:pt x="301" y="661"/>
                  </a:cubicBezTo>
                  <a:cubicBezTo>
                    <a:pt x="301" y="661"/>
                    <a:pt x="301" y="661"/>
                    <a:pt x="301" y="661"/>
                  </a:cubicBezTo>
                  <a:cubicBezTo>
                    <a:pt x="300" y="661"/>
                    <a:pt x="300" y="661"/>
                    <a:pt x="300" y="661"/>
                  </a:cubicBezTo>
                  <a:cubicBezTo>
                    <a:pt x="300" y="661"/>
                    <a:pt x="300" y="661"/>
                    <a:pt x="300" y="661"/>
                  </a:cubicBezTo>
                  <a:cubicBezTo>
                    <a:pt x="300" y="661"/>
                    <a:pt x="300" y="661"/>
                    <a:pt x="300" y="661"/>
                  </a:cubicBezTo>
                  <a:cubicBezTo>
                    <a:pt x="300" y="661"/>
                    <a:pt x="300" y="661"/>
                    <a:pt x="300" y="661"/>
                  </a:cubicBezTo>
                  <a:cubicBezTo>
                    <a:pt x="300" y="661"/>
                    <a:pt x="300" y="661"/>
                    <a:pt x="300" y="661"/>
                  </a:cubicBezTo>
                  <a:cubicBezTo>
                    <a:pt x="300" y="661"/>
                    <a:pt x="300" y="661"/>
                    <a:pt x="300" y="661"/>
                  </a:cubicBezTo>
                  <a:cubicBezTo>
                    <a:pt x="300" y="661"/>
                    <a:pt x="300" y="661"/>
                    <a:pt x="300" y="661"/>
                  </a:cubicBezTo>
                  <a:cubicBezTo>
                    <a:pt x="300" y="661"/>
                    <a:pt x="300" y="661"/>
                    <a:pt x="300" y="661"/>
                  </a:cubicBezTo>
                  <a:cubicBezTo>
                    <a:pt x="298" y="663"/>
                    <a:pt x="298" y="663"/>
                    <a:pt x="298" y="663"/>
                  </a:cubicBezTo>
                  <a:cubicBezTo>
                    <a:pt x="298" y="663"/>
                    <a:pt x="298" y="663"/>
                    <a:pt x="298" y="663"/>
                  </a:cubicBezTo>
                  <a:cubicBezTo>
                    <a:pt x="296" y="664"/>
                    <a:pt x="296" y="664"/>
                    <a:pt x="296" y="664"/>
                  </a:cubicBezTo>
                  <a:cubicBezTo>
                    <a:pt x="296" y="664"/>
                    <a:pt x="296" y="664"/>
                    <a:pt x="296" y="664"/>
                  </a:cubicBezTo>
                  <a:cubicBezTo>
                    <a:pt x="294" y="667"/>
                    <a:pt x="294" y="667"/>
                    <a:pt x="294" y="667"/>
                  </a:cubicBezTo>
                  <a:cubicBezTo>
                    <a:pt x="294" y="667"/>
                    <a:pt x="294" y="667"/>
                    <a:pt x="294" y="667"/>
                  </a:cubicBezTo>
                  <a:cubicBezTo>
                    <a:pt x="293" y="668"/>
                    <a:pt x="293" y="668"/>
                    <a:pt x="293" y="668"/>
                  </a:cubicBezTo>
                  <a:cubicBezTo>
                    <a:pt x="293" y="668"/>
                    <a:pt x="293" y="668"/>
                    <a:pt x="293" y="668"/>
                  </a:cubicBezTo>
                  <a:cubicBezTo>
                    <a:pt x="292" y="671"/>
                    <a:pt x="292" y="671"/>
                    <a:pt x="292" y="671"/>
                  </a:cubicBezTo>
                  <a:cubicBezTo>
                    <a:pt x="292" y="671"/>
                    <a:pt x="292" y="671"/>
                    <a:pt x="292" y="671"/>
                  </a:cubicBezTo>
                  <a:cubicBezTo>
                    <a:pt x="291" y="673"/>
                    <a:pt x="291" y="673"/>
                    <a:pt x="291" y="673"/>
                  </a:cubicBezTo>
                  <a:cubicBezTo>
                    <a:pt x="291" y="673"/>
                    <a:pt x="291" y="673"/>
                    <a:pt x="291" y="673"/>
                  </a:cubicBezTo>
                  <a:cubicBezTo>
                    <a:pt x="289" y="675"/>
                    <a:pt x="289" y="675"/>
                    <a:pt x="289" y="675"/>
                  </a:cubicBezTo>
                  <a:cubicBezTo>
                    <a:pt x="289" y="675"/>
                    <a:pt x="289" y="675"/>
                    <a:pt x="289" y="675"/>
                  </a:cubicBezTo>
                  <a:cubicBezTo>
                    <a:pt x="287" y="677"/>
                    <a:pt x="287" y="677"/>
                    <a:pt x="287" y="677"/>
                  </a:cubicBezTo>
                  <a:cubicBezTo>
                    <a:pt x="287" y="677"/>
                    <a:pt x="287" y="677"/>
                    <a:pt x="287" y="677"/>
                  </a:cubicBezTo>
                  <a:cubicBezTo>
                    <a:pt x="287" y="677"/>
                    <a:pt x="287" y="677"/>
                    <a:pt x="287" y="677"/>
                  </a:cubicBezTo>
                  <a:cubicBezTo>
                    <a:pt x="287" y="677"/>
                    <a:pt x="287" y="677"/>
                    <a:pt x="287" y="677"/>
                  </a:cubicBezTo>
                  <a:cubicBezTo>
                    <a:pt x="286" y="677"/>
                    <a:pt x="286" y="677"/>
                    <a:pt x="286" y="677"/>
                  </a:cubicBezTo>
                  <a:cubicBezTo>
                    <a:pt x="286" y="677"/>
                    <a:pt x="286" y="677"/>
                    <a:pt x="286" y="677"/>
                  </a:cubicBezTo>
                  <a:cubicBezTo>
                    <a:pt x="286" y="677"/>
                    <a:pt x="286" y="677"/>
                    <a:pt x="286" y="677"/>
                  </a:cubicBezTo>
                  <a:cubicBezTo>
                    <a:pt x="286" y="677"/>
                    <a:pt x="286" y="677"/>
                    <a:pt x="286" y="677"/>
                  </a:cubicBezTo>
                  <a:cubicBezTo>
                    <a:pt x="286" y="677"/>
                    <a:pt x="286" y="677"/>
                    <a:pt x="286" y="677"/>
                  </a:cubicBezTo>
                  <a:cubicBezTo>
                    <a:pt x="286" y="677"/>
                    <a:pt x="286" y="677"/>
                    <a:pt x="286" y="677"/>
                  </a:cubicBezTo>
                  <a:cubicBezTo>
                    <a:pt x="285" y="677"/>
                    <a:pt x="285" y="677"/>
                    <a:pt x="285" y="677"/>
                  </a:cubicBezTo>
                  <a:cubicBezTo>
                    <a:pt x="285" y="677"/>
                    <a:pt x="285" y="677"/>
                    <a:pt x="285" y="677"/>
                  </a:cubicBezTo>
                  <a:cubicBezTo>
                    <a:pt x="285" y="677"/>
                    <a:pt x="285" y="677"/>
                    <a:pt x="285" y="677"/>
                  </a:cubicBezTo>
                  <a:cubicBezTo>
                    <a:pt x="285" y="677"/>
                    <a:pt x="285" y="677"/>
                    <a:pt x="285" y="677"/>
                  </a:cubicBezTo>
                  <a:cubicBezTo>
                    <a:pt x="285" y="677"/>
                    <a:pt x="285" y="677"/>
                    <a:pt x="285" y="677"/>
                  </a:cubicBezTo>
                  <a:cubicBezTo>
                    <a:pt x="285" y="677"/>
                    <a:pt x="285" y="677"/>
                    <a:pt x="285" y="677"/>
                  </a:cubicBezTo>
                  <a:cubicBezTo>
                    <a:pt x="285" y="676"/>
                    <a:pt x="285" y="676"/>
                    <a:pt x="285" y="676"/>
                  </a:cubicBezTo>
                  <a:cubicBezTo>
                    <a:pt x="285" y="676"/>
                    <a:pt x="285" y="676"/>
                    <a:pt x="285" y="676"/>
                  </a:cubicBezTo>
                  <a:cubicBezTo>
                    <a:pt x="284" y="675"/>
                    <a:pt x="284" y="675"/>
                    <a:pt x="284" y="675"/>
                  </a:cubicBezTo>
                  <a:cubicBezTo>
                    <a:pt x="284" y="675"/>
                    <a:pt x="284" y="675"/>
                    <a:pt x="284" y="675"/>
                  </a:cubicBezTo>
                  <a:cubicBezTo>
                    <a:pt x="284" y="674"/>
                    <a:pt x="284" y="674"/>
                    <a:pt x="284" y="674"/>
                  </a:cubicBezTo>
                  <a:cubicBezTo>
                    <a:pt x="284" y="674"/>
                    <a:pt x="284" y="674"/>
                    <a:pt x="284" y="674"/>
                  </a:cubicBezTo>
                  <a:cubicBezTo>
                    <a:pt x="284" y="673"/>
                    <a:pt x="284" y="673"/>
                    <a:pt x="284" y="673"/>
                  </a:cubicBezTo>
                  <a:cubicBezTo>
                    <a:pt x="284" y="673"/>
                    <a:pt x="284" y="673"/>
                    <a:pt x="284" y="673"/>
                  </a:cubicBezTo>
                  <a:cubicBezTo>
                    <a:pt x="285" y="672"/>
                    <a:pt x="285" y="672"/>
                    <a:pt x="285" y="672"/>
                  </a:cubicBezTo>
                  <a:cubicBezTo>
                    <a:pt x="285" y="672"/>
                    <a:pt x="285" y="672"/>
                    <a:pt x="285" y="672"/>
                  </a:cubicBezTo>
                  <a:cubicBezTo>
                    <a:pt x="286" y="671"/>
                    <a:pt x="286" y="671"/>
                    <a:pt x="286" y="671"/>
                  </a:cubicBezTo>
                  <a:cubicBezTo>
                    <a:pt x="286" y="671"/>
                    <a:pt x="286" y="671"/>
                    <a:pt x="286" y="671"/>
                  </a:cubicBezTo>
                  <a:cubicBezTo>
                    <a:pt x="287" y="670"/>
                    <a:pt x="287" y="670"/>
                    <a:pt x="287" y="670"/>
                  </a:cubicBezTo>
                  <a:cubicBezTo>
                    <a:pt x="287" y="670"/>
                    <a:pt x="287" y="670"/>
                    <a:pt x="287" y="670"/>
                  </a:cubicBezTo>
                  <a:cubicBezTo>
                    <a:pt x="287" y="668"/>
                    <a:pt x="287" y="668"/>
                    <a:pt x="287" y="668"/>
                  </a:cubicBezTo>
                  <a:cubicBezTo>
                    <a:pt x="287" y="668"/>
                    <a:pt x="287" y="668"/>
                    <a:pt x="287" y="668"/>
                  </a:cubicBezTo>
                  <a:cubicBezTo>
                    <a:pt x="288" y="667"/>
                    <a:pt x="288" y="667"/>
                    <a:pt x="288" y="667"/>
                  </a:cubicBezTo>
                  <a:cubicBezTo>
                    <a:pt x="288" y="667"/>
                    <a:pt x="288" y="667"/>
                    <a:pt x="288" y="667"/>
                  </a:cubicBezTo>
                  <a:cubicBezTo>
                    <a:pt x="288" y="667"/>
                    <a:pt x="288" y="667"/>
                    <a:pt x="288" y="667"/>
                  </a:cubicBezTo>
                  <a:cubicBezTo>
                    <a:pt x="288" y="667"/>
                    <a:pt x="288" y="667"/>
                    <a:pt x="288" y="667"/>
                  </a:cubicBezTo>
                  <a:cubicBezTo>
                    <a:pt x="288" y="667"/>
                    <a:pt x="288" y="667"/>
                    <a:pt x="288" y="667"/>
                  </a:cubicBezTo>
                  <a:cubicBezTo>
                    <a:pt x="288" y="667"/>
                    <a:pt x="288" y="667"/>
                    <a:pt x="288" y="667"/>
                  </a:cubicBezTo>
                  <a:cubicBezTo>
                    <a:pt x="289" y="667"/>
                    <a:pt x="289" y="667"/>
                    <a:pt x="289" y="667"/>
                  </a:cubicBezTo>
                  <a:cubicBezTo>
                    <a:pt x="289" y="667"/>
                    <a:pt x="289" y="667"/>
                    <a:pt x="289" y="667"/>
                  </a:cubicBezTo>
                  <a:cubicBezTo>
                    <a:pt x="289" y="666"/>
                    <a:pt x="289" y="666"/>
                    <a:pt x="289" y="666"/>
                  </a:cubicBezTo>
                  <a:cubicBezTo>
                    <a:pt x="289" y="666"/>
                    <a:pt x="289" y="666"/>
                    <a:pt x="289" y="666"/>
                  </a:cubicBezTo>
                  <a:cubicBezTo>
                    <a:pt x="289" y="666"/>
                    <a:pt x="289" y="666"/>
                    <a:pt x="289" y="666"/>
                  </a:cubicBezTo>
                  <a:cubicBezTo>
                    <a:pt x="289" y="666"/>
                    <a:pt x="289" y="666"/>
                    <a:pt x="289" y="666"/>
                  </a:cubicBezTo>
                  <a:cubicBezTo>
                    <a:pt x="289" y="665"/>
                    <a:pt x="289" y="665"/>
                    <a:pt x="289" y="665"/>
                  </a:cubicBezTo>
                  <a:cubicBezTo>
                    <a:pt x="289" y="665"/>
                    <a:pt x="289" y="665"/>
                    <a:pt x="289" y="665"/>
                  </a:cubicBezTo>
                  <a:cubicBezTo>
                    <a:pt x="290" y="665"/>
                    <a:pt x="290" y="665"/>
                    <a:pt x="290" y="665"/>
                  </a:cubicBezTo>
                  <a:cubicBezTo>
                    <a:pt x="290" y="665"/>
                    <a:pt x="290" y="665"/>
                    <a:pt x="290" y="665"/>
                  </a:cubicBezTo>
                  <a:cubicBezTo>
                    <a:pt x="290" y="664"/>
                    <a:pt x="290" y="664"/>
                    <a:pt x="290" y="664"/>
                  </a:cubicBezTo>
                  <a:cubicBezTo>
                    <a:pt x="290" y="664"/>
                    <a:pt x="290" y="664"/>
                    <a:pt x="290" y="664"/>
                  </a:cubicBezTo>
                  <a:cubicBezTo>
                    <a:pt x="290" y="665"/>
                    <a:pt x="290" y="665"/>
                    <a:pt x="290" y="665"/>
                  </a:cubicBezTo>
                  <a:cubicBezTo>
                    <a:pt x="290" y="665"/>
                    <a:pt x="290" y="665"/>
                    <a:pt x="290" y="665"/>
                  </a:cubicBezTo>
                  <a:cubicBezTo>
                    <a:pt x="290" y="665"/>
                    <a:pt x="290" y="665"/>
                    <a:pt x="290" y="665"/>
                  </a:cubicBezTo>
                  <a:cubicBezTo>
                    <a:pt x="290" y="665"/>
                    <a:pt x="290" y="665"/>
                    <a:pt x="290" y="665"/>
                  </a:cubicBezTo>
                  <a:cubicBezTo>
                    <a:pt x="290" y="666"/>
                    <a:pt x="290" y="666"/>
                    <a:pt x="290" y="666"/>
                  </a:cubicBezTo>
                  <a:cubicBezTo>
                    <a:pt x="290" y="666"/>
                    <a:pt x="290" y="666"/>
                    <a:pt x="290" y="666"/>
                  </a:cubicBezTo>
                  <a:cubicBezTo>
                    <a:pt x="290" y="666"/>
                    <a:pt x="290" y="666"/>
                    <a:pt x="290" y="666"/>
                  </a:cubicBezTo>
                  <a:cubicBezTo>
                    <a:pt x="290" y="666"/>
                    <a:pt x="290" y="666"/>
                    <a:pt x="290" y="666"/>
                  </a:cubicBezTo>
                  <a:cubicBezTo>
                    <a:pt x="289" y="667"/>
                    <a:pt x="289" y="667"/>
                    <a:pt x="289" y="667"/>
                  </a:cubicBezTo>
                  <a:cubicBezTo>
                    <a:pt x="289" y="667"/>
                    <a:pt x="289" y="667"/>
                    <a:pt x="289" y="667"/>
                  </a:cubicBezTo>
                  <a:cubicBezTo>
                    <a:pt x="289" y="667"/>
                    <a:pt x="289" y="667"/>
                    <a:pt x="289" y="667"/>
                  </a:cubicBezTo>
                  <a:cubicBezTo>
                    <a:pt x="289" y="667"/>
                    <a:pt x="289" y="667"/>
                    <a:pt x="289" y="667"/>
                  </a:cubicBezTo>
                  <a:cubicBezTo>
                    <a:pt x="289" y="668"/>
                    <a:pt x="289" y="668"/>
                    <a:pt x="289" y="668"/>
                  </a:cubicBezTo>
                  <a:cubicBezTo>
                    <a:pt x="289" y="668"/>
                    <a:pt x="289" y="668"/>
                    <a:pt x="289" y="668"/>
                  </a:cubicBezTo>
                  <a:cubicBezTo>
                    <a:pt x="290" y="668"/>
                    <a:pt x="290" y="668"/>
                    <a:pt x="290" y="668"/>
                  </a:cubicBezTo>
                  <a:cubicBezTo>
                    <a:pt x="290" y="668"/>
                    <a:pt x="290" y="668"/>
                    <a:pt x="290" y="668"/>
                  </a:cubicBezTo>
                  <a:cubicBezTo>
                    <a:pt x="290" y="668"/>
                    <a:pt x="290" y="668"/>
                    <a:pt x="290" y="668"/>
                  </a:cubicBezTo>
                  <a:cubicBezTo>
                    <a:pt x="290" y="668"/>
                    <a:pt x="290" y="668"/>
                    <a:pt x="290" y="668"/>
                  </a:cubicBezTo>
                  <a:cubicBezTo>
                    <a:pt x="291" y="668"/>
                    <a:pt x="291" y="668"/>
                    <a:pt x="291" y="668"/>
                  </a:cubicBezTo>
                  <a:cubicBezTo>
                    <a:pt x="291" y="668"/>
                    <a:pt x="291" y="668"/>
                    <a:pt x="291" y="668"/>
                  </a:cubicBezTo>
                  <a:cubicBezTo>
                    <a:pt x="292" y="667"/>
                    <a:pt x="292" y="667"/>
                    <a:pt x="292" y="667"/>
                  </a:cubicBezTo>
                  <a:cubicBezTo>
                    <a:pt x="292" y="667"/>
                    <a:pt x="292" y="667"/>
                    <a:pt x="292" y="667"/>
                  </a:cubicBezTo>
                  <a:cubicBezTo>
                    <a:pt x="293" y="666"/>
                    <a:pt x="293" y="666"/>
                    <a:pt x="293" y="666"/>
                  </a:cubicBezTo>
                  <a:cubicBezTo>
                    <a:pt x="293" y="666"/>
                    <a:pt x="293" y="666"/>
                    <a:pt x="293" y="666"/>
                  </a:cubicBezTo>
                  <a:cubicBezTo>
                    <a:pt x="294" y="665"/>
                    <a:pt x="294" y="665"/>
                    <a:pt x="294" y="665"/>
                  </a:cubicBezTo>
                  <a:cubicBezTo>
                    <a:pt x="294" y="665"/>
                    <a:pt x="294" y="665"/>
                    <a:pt x="294" y="665"/>
                  </a:cubicBezTo>
                  <a:cubicBezTo>
                    <a:pt x="295" y="664"/>
                    <a:pt x="295" y="664"/>
                    <a:pt x="295" y="664"/>
                  </a:cubicBezTo>
                  <a:cubicBezTo>
                    <a:pt x="295" y="664"/>
                    <a:pt x="295" y="664"/>
                    <a:pt x="295" y="664"/>
                  </a:cubicBezTo>
                  <a:cubicBezTo>
                    <a:pt x="295" y="663"/>
                    <a:pt x="295" y="663"/>
                    <a:pt x="295" y="663"/>
                  </a:cubicBezTo>
                  <a:cubicBezTo>
                    <a:pt x="295" y="663"/>
                    <a:pt x="295" y="663"/>
                    <a:pt x="295" y="663"/>
                  </a:cubicBezTo>
                  <a:cubicBezTo>
                    <a:pt x="296" y="663"/>
                    <a:pt x="296" y="663"/>
                    <a:pt x="296" y="663"/>
                  </a:cubicBezTo>
                  <a:cubicBezTo>
                    <a:pt x="296" y="663"/>
                    <a:pt x="296" y="663"/>
                    <a:pt x="296" y="663"/>
                  </a:cubicBezTo>
                  <a:cubicBezTo>
                    <a:pt x="300" y="659"/>
                    <a:pt x="300" y="659"/>
                    <a:pt x="300" y="659"/>
                  </a:cubicBezTo>
                  <a:cubicBezTo>
                    <a:pt x="300" y="659"/>
                    <a:pt x="300" y="659"/>
                    <a:pt x="300" y="659"/>
                  </a:cubicBezTo>
                  <a:cubicBezTo>
                    <a:pt x="301" y="659"/>
                    <a:pt x="301" y="659"/>
                    <a:pt x="301" y="659"/>
                  </a:cubicBezTo>
                  <a:cubicBezTo>
                    <a:pt x="301" y="659"/>
                    <a:pt x="301" y="659"/>
                    <a:pt x="301" y="659"/>
                  </a:cubicBezTo>
                  <a:cubicBezTo>
                    <a:pt x="301" y="658"/>
                    <a:pt x="301" y="658"/>
                    <a:pt x="301" y="658"/>
                  </a:cubicBezTo>
                  <a:cubicBezTo>
                    <a:pt x="301" y="658"/>
                    <a:pt x="301" y="658"/>
                    <a:pt x="301" y="658"/>
                  </a:cubicBezTo>
                  <a:cubicBezTo>
                    <a:pt x="302" y="658"/>
                    <a:pt x="302" y="658"/>
                    <a:pt x="302" y="658"/>
                  </a:cubicBezTo>
                  <a:cubicBezTo>
                    <a:pt x="302" y="658"/>
                    <a:pt x="302" y="658"/>
                    <a:pt x="302" y="658"/>
                  </a:cubicBezTo>
                  <a:cubicBezTo>
                    <a:pt x="302" y="658"/>
                    <a:pt x="302" y="658"/>
                    <a:pt x="302" y="658"/>
                  </a:cubicBezTo>
                  <a:cubicBezTo>
                    <a:pt x="302" y="658"/>
                    <a:pt x="302" y="658"/>
                    <a:pt x="302" y="658"/>
                  </a:cubicBezTo>
                  <a:cubicBezTo>
                    <a:pt x="302" y="657"/>
                    <a:pt x="302" y="657"/>
                    <a:pt x="302" y="657"/>
                  </a:cubicBezTo>
                  <a:cubicBezTo>
                    <a:pt x="302" y="657"/>
                    <a:pt x="302" y="657"/>
                    <a:pt x="302" y="657"/>
                  </a:cubicBezTo>
                  <a:cubicBezTo>
                    <a:pt x="302" y="656"/>
                    <a:pt x="302" y="656"/>
                    <a:pt x="302" y="656"/>
                  </a:cubicBezTo>
                  <a:cubicBezTo>
                    <a:pt x="302" y="656"/>
                    <a:pt x="302" y="656"/>
                    <a:pt x="302" y="656"/>
                  </a:cubicBezTo>
                  <a:cubicBezTo>
                    <a:pt x="302" y="656"/>
                    <a:pt x="302" y="656"/>
                    <a:pt x="302" y="656"/>
                  </a:cubicBezTo>
                  <a:cubicBezTo>
                    <a:pt x="302" y="656"/>
                    <a:pt x="302" y="656"/>
                    <a:pt x="302" y="656"/>
                  </a:cubicBezTo>
                  <a:cubicBezTo>
                    <a:pt x="302" y="655"/>
                    <a:pt x="302" y="655"/>
                    <a:pt x="302" y="655"/>
                  </a:cubicBezTo>
                  <a:cubicBezTo>
                    <a:pt x="302" y="655"/>
                    <a:pt x="302" y="655"/>
                    <a:pt x="302" y="655"/>
                  </a:cubicBezTo>
                  <a:cubicBezTo>
                    <a:pt x="302" y="654"/>
                    <a:pt x="302" y="654"/>
                    <a:pt x="302" y="654"/>
                  </a:cubicBezTo>
                  <a:cubicBezTo>
                    <a:pt x="302" y="654"/>
                    <a:pt x="302" y="654"/>
                    <a:pt x="302" y="654"/>
                  </a:cubicBezTo>
                  <a:cubicBezTo>
                    <a:pt x="296" y="656"/>
                    <a:pt x="296" y="656"/>
                    <a:pt x="296" y="656"/>
                  </a:cubicBezTo>
                  <a:cubicBezTo>
                    <a:pt x="296" y="656"/>
                    <a:pt x="296" y="656"/>
                    <a:pt x="296" y="656"/>
                  </a:cubicBezTo>
                  <a:cubicBezTo>
                    <a:pt x="302" y="652"/>
                    <a:pt x="302" y="652"/>
                    <a:pt x="302" y="652"/>
                  </a:cubicBezTo>
                  <a:cubicBezTo>
                    <a:pt x="302" y="652"/>
                    <a:pt x="302" y="652"/>
                    <a:pt x="302" y="652"/>
                  </a:cubicBezTo>
                  <a:cubicBezTo>
                    <a:pt x="302" y="651"/>
                    <a:pt x="302" y="651"/>
                    <a:pt x="302" y="651"/>
                  </a:cubicBezTo>
                  <a:cubicBezTo>
                    <a:pt x="302" y="651"/>
                    <a:pt x="302" y="651"/>
                    <a:pt x="302" y="651"/>
                  </a:cubicBezTo>
                  <a:cubicBezTo>
                    <a:pt x="302" y="651"/>
                    <a:pt x="302" y="651"/>
                    <a:pt x="302" y="651"/>
                  </a:cubicBezTo>
                  <a:cubicBezTo>
                    <a:pt x="302" y="651"/>
                    <a:pt x="302" y="651"/>
                    <a:pt x="302" y="651"/>
                  </a:cubicBezTo>
                  <a:cubicBezTo>
                    <a:pt x="302" y="650"/>
                    <a:pt x="302" y="650"/>
                    <a:pt x="302" y="650"/>
                  </a:cubicBezTo>
                  <a:cubicBezTo>
                    <a:pt x="302" y="650"/>
                    <a:pt x="302" y="650"/>
                    <a:pt x="302" y="650"/>
                  </a:cubicBezTo>
                  <a:cubicBezTo>
                    <a:pt x="303" y="650"/>
                    <a:pt x="303" y="650"/>
                    <a:pt x="303" y="650"/>
                  </a:cubicBezTo>
                  <a:cubicBezTo>
                    <a:pt x="303" y="650"/>
                    <a:pt x="303" y="650"/>
                    <a:pt x="303" y="650"/>
                  </a:cubicBezTo>
                  <a:cubicBezTo>
                    <a:pt x="303" y="649"/>
                    <a:pt x="303" y="649"/>
                    <a:pt x="303" y="649"/>
                  </a:cubicBezTo>
                  <a:cubicBezTo>
                    <a:pt x="303" y="649"/>
                    <a:pt x="303" y="649"/>
                    <a:pt x="303" y="649"/>
                  </a:cubicBezTo>
                  <a:cubicBezTo>
                    <a:pt x="303" y="649"/>
                    <a:pt x="303" y="649"/>
                    <a:pt x="303" y="649"/>
                  </a:cubicBezTo>
                  <a:cubicBezTo>
                    <a:pt x="303" y="649"/>
                    <a:pt x="303" y="649"/>
                    <a:pt x="303" y="649"/>
                  </a:cubicBezTo>
                  <a:cubicBezTo>
                    <a:pt x="303" y="648"/>
                    <a:pt x="303" y="648"/>
                    <a:pt x="303" y="648"/>
                  </a:cubicBezTo>
                  <a:cubicBezTo>
                    <a:pt x="303" y="648"/>
                    <a:pt x="303" y="648"/>
                    <a:pt x="303" y="648"/>
                  </a:cubicBezTo>
                  <a:cubicBezTo>
                    <a:pt x="303" y="647"/>
                    <a:pt x="303" y="647"/>
                    <a:pt x="303" y="647"/>
                  </a:cubicBezTo>
                  <a:cubicBezTo>
                    <a:pt x="303" y="647"/>
                    <a:pt x="303" y="647"/>
                    <a:pt x="303" y="647"/>
                  </a:cubicBezTo>
                  <a:cubicBezTo>
                    <a:pt x="302" y="647"/>
                    <a:pt x="302" y="647"/>
                    <a:pt x="302" y="647"/>
                  </a:cubicBezTo>
                  <a:cubicBezTo>
                    <a:pt x="302" y="647"/>
                    <a:pt x="302" y="647"/>
                    <a:pt x="302" y="647"/>
                  </a:cubicBezTo>
                  <a:cubicBezTo>
                    <a:pt x="296" y="651"/>
                    <a:pt x="296" y="651"/>
                    <a:pt x="296" y="651"/>
                  </a:cubicBezTo>
                  <a:cubicBezTo>
                    <a:pt x="296" y="651"/>
                    <a:pt x="296" y="651"/>
                    <a:pt x="296" y="651"/>
                  </a:cubicBezTo>
                  <a:cubicBezTo>
                    <a:pt x="295" y="652"/>
                    <a:pt x="295" y="652"/>
                    <a:pt x="295" y="652"/>
                  </a:cubicBezTo>
                  <a:cubicBezTo>
                    <a:pt x="295" y="652"/>
                    <a:pt x="295" y="652"/>
                    <a:pt x="295" y="652"/>
                  </a:cubicBezTo>
                  <a:cubicBezTo>
                    <a:pt x="294" y="653"/>
                    <a:pt x="294" y="653"/>
                    <a:pt x="294" y="653"/>
                  </a:cubicBezTo>
                  <a:cubicBezTo>
                    <a:pt x="294" y="653"/>
                    <a:pt x="294" y="653"/>
                    <a:pt x="294" y="653"/>
                  </a:cubicBezTo>
                  <a:cubicBezTo>
                    <a:pt x="293" y="654"/>
                    <a:pt x="293" y="654"/>
                    <a:pt x="293" y="654"/>
                  </a:cubicBezTo>
                  <a:cubicBezTo>
                    <a:pt x="293" y="654"/>
                    <a:pt x="293" y="654"/>
                    <a:pt x="293" y="654"/>
                  </a:cubicBezTo>
                  <a:cubicBezTo>
                    <a:pt x="292" y="655"/>
                    <a:pt x="292" y="655"/>
                    <a:pt x="292" y="655"/>
                  </a:cubicBezTo>
                  <a:cubicBezTo>
                    <a:pt x="292" y="655"/>
                    <a:pt x="292" y="655"/>
                    <a:pt x="292" y="655"/>
                  </a:cubicBezTo>
                  <a:cubicBezTo>
                    <a:pt x="290" y="656"/>
                    <a:pt x="290" y="656"/>
                    <a:pt x="290" y="656"/>
                  </a:cubicBezTo>
                  <a:cubicBezTo>
                    <a:pt x="290" y="656"/>
                    <a:pt x="290" y="656"/>
                    <a:pt x="290" y="656"/>
                  </a:cubicBezTo>
                  <a:cubicBezTo>
                    <a:pt x="289" y="656"/>
                    <a:pt x="289" y="656"/>
                    <a:pt x="289" y="656"/>
                  </a:cubicBezTo>
                  <a:cubicBezTo>
                    <a:pt x="289" y="656"/>
                    <a:pt x="289" y="656"/>
                    <a:pt x="289" y="656"/>
                  </a:cubicBezTo>
                  <a:cubicBezTo>
                    <a:pt x="287" y="656"/>
                    <a:pt x="287" y="656"/>
                    <a:pt x="287" y="656"/>
                  </a:cubicBezTo>
                  <a:cubicBezTo>
                    <a:pt x="287" y="656"/>
                    <a:pt x="287" y="656"/>
                    <a:pt x="287" y="656"/>
                  </a:cubicBezTo>
                  <a:cubicBezTo>
                    <a:pt x="286" y="656"/>
                    <a:pt x="286" y="656"/>
                    <a:pt x="286" y="656"/>
                  </a:cubicBezTo>
                  <a:cubicBezTo>
                    <a:pt x="286" y="656"/>
                    <a:pt x="286" y="656"/>
                    <a:pt x="286" y="656"/>
                  </a:cubicBezTo>
                  <a:cubicBezTo>
                    <a:pt x="285" y="656"/>
                    <a:pt x="285" y="656"/>
                    <a:pt x="285" y="656"/>
                  </a:cubicBezTo>
                  <a:cubicBezTo>
                    <a:pt x="285" y="656"/>
                    <a:pt x="285" y="656"/>
                    <a:pt x="285" y="656"/>
                  </a:cubicBezTo>
                  <a:cubicBezTo>
                    <a:pt x="284" y="656"/>
                    <a:pt x="284" y="656"/>
                    <a:pt x="284" y="656"/>
                  </a:cubicBezTo>
                  <a:cubicBezTo>
                    <a:pt x="284" y="656"/>
                    <a:pt x="284" y="656"/>
                    <a:pt x="284" y="656"/>
                  </a:cubicBezTo>
                  <a:cubicBezTo>
                    <a:pt x="283" y="656"/>
                    <a:pt x="283" y="656"/>
                    <a:pt x="283" y="656"/>
                  </a:cubicBezTo>
                  <a:cubicBezTo>
                    <a:pt x="283" y="656"/>
                    <a:pt x="283" y="656"/>
                    <a:pt x="283" y="656"/>
                  </a:cubicBezTo>
                  <a:cubicBezTo>
                    <a:pt x="282" y="656"/>
                    <a:pt x="282" y="656"/>
                    <a:pt x="282" y="656"/>
                  </a:cubicBezTo>
                  <a:cubicBezTo>
                    <a:pt x="282" y="656"/>
                    <a:pt x="282" y="656"/>
                    <a:pt x="282" y="656"/>
                  </a:cubicBezTo>
                  <a:cubicBezTo>
                    <a:pt x="281" y="655"/>
                    <a:pt x="281" y="655"/>
                    <a:pt x="281" y="655"/>
                  </a:cubicBezTo>
                  <a:cubicBezTo>
                    <a:pt x="281" y="655"/>
                    <a:pt x="281" y="655"/>
                    <a:pt x="281" y="655"/>
                  </a:cubicBezTo>
                  <a:cubicBezTo>
                    <a:pt x="281" y="655"/>
                    <a:pt x="281" y="655"/>
                    <a:pt x="281" y="655"/>
                  </a:cubicBezTo>
                  <a:cubicBezTo>
                    <a:pt x="281" y="655"/>
                    <a:pt x="281" y="655"/>
                    <a:pt x="281" y="655"/>
                  </a:cubicBezTo>
                  <a:cubicBezTo>
                    <a:pt x="280" y="654"/>
                    <a:pt x="280" y="654"/>
                    <a:pt x="280" y="654"/>
                  </a:cubicBezTo>
                  <a:cubicBezTo>
                    <a:pt x="280" y="654"/>
                    <a:pt x="280" y="654"/>
                    <a:pt x="280" y="654"/>
                  </a:cubicBezTo>
                  <a:cubicBezTo>
                    <a:pt x="280" y="654"/>
                    <a:pt x="280" y="654"/>
                    <a:pt x="280" y="654"/>
                  </a:cubicBezTo>
                  <a:cubicBezTo>
                    <a:pt x="280" y="654"/>
                    <a:pt x="280" y="654"/>
                    <a:pt x="280" y="654"/>
                  </a:cubicBezTo>
                  <a:cubicBezTo>
                    <a:pt x="288" y="650"/>
                    <a:pt x="288" y="650"/>
                    <a:pt x="288" y="650"/>
                  </a:cubicBezTo>
                  <a:cubicBezTo>
                    <a:pt x="288" y="650"/>
                    <a:pt x="288" y="650"/>
                    <a:pt x="288" y="650"/>
                  </a:cubicBezTo>
                  <a:cubicBezTo>
                    <a:pt x="302" y="644"/>
                    <a:pt x="302" y="644"/>
                    <a:pt x="302" y="644"/>
                  </a:cubicBezTo>
                  <a:cubicBezTo>
                    <a:pt x="302" y="644"/>
                    <a:pt x="302" y="644"/>
                    <a:pt x="302" y="644"/>
                  </a:cubicBezTo>
                  <a:cubicBezTo>
                    <a:pt x="302" y="642"/>
                    <a:pt x="302" y="642"/>
                    <a:pt x="302" y="642"/>
                  </a:cubicBezTo>
                  <a:cubicBezTo>
                    <a:pt x="302" y="642"/>
                    <a:pt x="302" y="642"/>
                    <a:pt x="302" y="642"/>
                  </a:cubicBezTo>
                  <a:cubicBezTo>
                    <a:pt x="303" y="639"/>
                    <a:pt x="303" y="639"/>
                    <a:pt x="303" y="639"/>
                  </a:cubicBezTo>
                  <a:cubicBezTo>
                    <a:pt x="303" y="639"/>
                    <a:pt x="303" y="639"/>
                    <a:pt x="303" y="639"/>
                  </a:cubicBezTo>
                  <a:cubicBezTo>
                    <a:pt x="303" y="636"/>
                    <a:pt x="303" y="636"/>
                    <a:pt x="303" y="636"/>
                  </a:cubicBezTo>
                  <a:cubicBezTo>
                    <a:pt x="303" y="636"/>
                    <a:pt x="303" y="636"/>
                    <a:pt x="303" y="636"/>
                  </a:cubicBezTo>
                  <a:cubicBezTo>
                    <a:pt x="303" y="632"/>
                    <a:pt x="303" y="632"/>
                    <a:pt x="303" y="632"/>
                  </a:cubicBezTo>
                  <a:cubicBezTo>
                    <a:pt x="303" y="632"/>
                    <a:pt x="303" y="632"/>
                    <a:pt x="303" y="632"/>
                  </a:cubicBezTo>
                  <a:cubicBezTo>
                    <a:pt x="302" y="630"/>
                    <a:pt x="302" y="630"/>
                    <a:pt x="302" y="630"/>
                  </a:cubicBezTo>
                  <a:cubicBezTo>
                    <a:pt x="302" y="630"/>
                    <a:pt x="302" y="630"/>
                    <a:pt x="302" y="630"/>
                  </a:cubicBezTo>
                  <a:cubicBezTo>
                    <a:pt x="302" y="627"/>
                    <a:pt x="302" y="627"/>
                    <a:pt x="302" y="627"/>
                  </a:cubicBezTo>
                  <a:cubicBezTo>
                    <a:pt x="302" y="627"/>
                    <a:pt x="302" y="627"/>
                    <a:pt x="302" y="627"/>
                  </a:cubicBezTo>
                  <a:cubicBezTo>
                    <a:pt x="302" y="624"/>
                    <a:pt x="302" y="624"/>
                    <a:pt x="302" y="624"/>
                  </a:cubicBezTo>
                  <a:cubicBezTo>
                    <a:pt x="302" y="624"/>
                    <a:pt x="302" y="624"/>
                    <a:pt x="302" y="624"/>
                  </a:cubicBezTo>
                  <a:cubicBezTo>
                    <a:pt x="302" y="621"/>
                    <a:pt x="302" y="621"/>
                    <a:pt x="302" y="621"/>
                  </a:cubicBezTo>
                  <a:cubicBezTo>
                    <a:pt x="303" y="621"/>
                    <a:pt x="303" y="621"/>
                    <a:pt x="303" y="621"/>
                  </a:cubicBezTo>
                  <a:cubicBezTo>
                    <a:pt x="309" y="625"/>
                    <a:pt x="309" y="625"/>
                    <a:pt x="309" y="625"/>
                  </a:cubicBezTo>
                  <a:cubicBezTo>
                    <a:pt x="309" y="625"/>
                    <a:pt x="309" y="625"/>
                    <a:pt x="309" y="625"/>
                  </a:cubicBezTo>
                  <a:cubicBezTo>
                    <a:pt x="309" y="627"/>
                    <a:pt x="309" y="627"/>
                    <a:pt x="309" y="627"/>
                  </a:cubicBezTo>
                  <a:cubicBezTo>
                    <a:pt x="309" y="627"/>
                    <a:pt x="309" y="627"/>
                    <a:pt x="309" y="627"/>
                  </a:cubicBezTo>
                  <a:cubicBezTo>
                    <a:pt x="309" y="628"/>
                    <a:pt x="309" y="628"/>
                    <a:pt x="309" y="628"/>
                  </a:cubicBezTo>
                  <a:cubicBezTo>
                    <a:pt x="309" y="628"/>
                    <a:pt x="309" y="628"/>
                    <a:pt x="309" y="628"/>
                  </a:cubicBezTo>
                  <a:cubicBezTo>
                    <a:pt x="309" y="630"/>
                    <a:pt x="309" y="630"/>
                    <a:pt x="309" y="630"/>
                  </a:cubicBezTo>
                  <a:cubicBezTo>
                    <a:pt x="309" y="630"/>
                    <a:pt x="309" y="630"/>
                    <a:pt x="309" y="630"/>
                  </a:cubicBezTo>
                  <a:cubicBezTo>
                    <a:pt x="309" y="631"/>
                    <a:pt x="309" y="631"/>
                    <a:pt x="309" y="631"/>
                  </a:cubicBezTo>
                  <a:cubicBezTo>
                    <a:pt x="309" y="631"/>
                    <a:pt x="309" y="631"/>
                    <a:pt x="309" y="631"/>
                  </a:cubicBezTo>
                  <a:cubicBezTo>
                    <a:pt x="309" y="633"/>
                    <a:pt x="309" y="633"/>
                    <a:pt x="309" y="633"/>
                  </a:cubicBezTo>
                  <a:cubicBezTo>
                    <a:pt x="309" y="633"/>
                    <a:pt x="309" y="633"/>
                    <a:pt x="309" y="633"/>
                  </a:cubicBezTo>
                  <a:cubicBezTo>
                    <a:pt x="308" y="634"/>
                    <a:pt x="308" y="634"/>
                    <a:pt x="308" y="634"/>
                  </a:cubicBezTo>
                  <a:cubicBezTo>
                    <a:pt x="308" y="634"/>
                    <a:pt x="308" y="634"/>
                    <a:pt x="308" y="634"/>
                  </a:cubicBezTo>
                  <a:cubicBezTo>
                    <a:pt x="308" y="635"/>
                    <a:pt x="308" y="635"/>
                    <a:pt x="308" y="635"/>
                  </a:cubicBezTo>
                  <a:cubicBezTo>
                    <a:pt x="308" y="635"/>
                    <a:pt x="308" y="635"/>
                    <a:pt x="308" y="635"/>
                  </a:cubicBezTo>
                  <a:cubicBezTo>
                    <a:pt x="308" y="636"/>
                    <a:pt x="308" y="636"/>
                    <a:pt x="308" y="636"/>
                  </a:cubicBezTo>
                  <a:cubicBezTo>
                    <a:pt x="308" y="636"/>
                    <a:pt x="308" y="636"/>
                    <a:pt x="308" y="636"/>
                  </a:cubicBezTo>
                  <a:cubicBezTo>
                    <a:pt x="307" y="637"/>
                    <a:pt x="307" y="637"/>
                    <a:pt x="307" y="637"/>
                  </a:cubicBezTo>
                  <a:cubicBezTo>
                    <a:pt x="307" y="637"/>
                    <a:pt x="307" y="637"/>
                    <a:pt x="307" y="637"/>
                  </a:cubicBezTo>
                  <a:cubicBezTo>
                    <a:pt x="307" y="638"/>
                    <a:pt x="307" y="638"/>
                    <a:pt x="307" y="638"/>
                  </a:cubicBezTo>
                  <a:cubicBezTo>
                    <a:pt x="307" y="638"/>
                    <a:pt x="307" y="638"/>
                    <a:pt x="307" y="638"/>
                  </a:cubicBezTo>
                  <a:cubicBezTo>
                    <a:pt x="307" y="638"/>
                    <a:pt x="307" y="638"/>
                    <a:pt x="307" y="638"/>
                  </a:cubicBezTo>
                  <a:cubicBezTo>
                    <a:pt x="307" y="638"/>
                    <a:pt x="307" y="638"/>
                    <a:pt x="307" y="638"/>
                  </a:cubicBezTo>
                  <a:cubicBezTo>
                    <a:pt x="307" y="639"/>
                    <a:pt x="307" y="639"/>
                    <a:pt x="307" y="639"/>
                  </a:cubicBezTo>
                  <a:cubicBezTo>
                    <a:pt x="307" y="639"/>
                    <a:pt x="307" y="639"/>
                    <a:pt x="307" y="639"/>
                  </a:cubicBezTo>
                  <a:cubicBezTo>
                    <a:pt x="307" y="639"/>
                    <a:pt x="307" y="639"/>
                    <a:pt x="307" y="639"/>
                  </a:cubicBezTo>
                  <a:cubicBezTo>
                    <a:pt x="307" y="639"/>
                    <a:pt x="307" y="639"/>
                    <a:pt x="307" y="639"/>
                  </a:cubicBezTo>
                  <a:cubicBezTo>
                    <a:pt x="307" y="640"/>
                    <a:pt x="307" y="640"/>
                    <a:pt x="307" y="640"/>
                  </a:cubicBezTo>
                  <a:cubicBezTo>
                    <a:pt x="307" y="640"/>
                    <a:pt x="307" y="640"/>
                    <a:pt x="307" y="640"/>
                  </a:cubicBezTo>
                  <a:cubicBezTo>
                    <a:pt x="307" y="641"/>
                    <a:pt x="307" y="641"/>
                    <a:pt x="307" y="641"/>
                  </a:cubicBezTo>
                  <a:cubicBezTo>
                    <a:pt x="307" y="641"/>
                    <a:pt x="307" y="641"/>
                    <a:pt x="307" y="641"/>
                  </a:cubicBezTo>
                  <a:cubicBezTo>
                    <a:pt x="307" y="641"/>
                    <a:pt x="307" y="641"/>
                    <a:pt x="307" y="641"/>
                  </a:cubicBezTo>
                  <a:cubicBezTo>
                    <a:pt x="307" y="641"/>
                    <a:pt x="307" y="641"/>
                    <a:pt x="307" y="641"/>
                  </a:cubicBezTo>
                  <a:cubicBezTo>
                    <a:pt x="308" y="642"/>
                    <a:pt x="308" y="642"/>
                    <a:pt x="308" y="642"/>
                  </a:cubicBezTo>
                  <a:cubicBezTo>
                    <a:pt x="308" y="642"/>
                    <a:pt x="308" y="642"/>
                    <a:pt x="308" y="642"/>
                  </a:cubicBezTo>
                  <a:cubicBezTo>
                    <a:pt x="318" y="638"/>
                    <a:pt x="318" y="638"/>
                    <a:pt x="318" y="638"/>
                  </a:cubicBezTo>
                  <a:cubicBezTo>
                    <a:pt x="318" y="638"/>
                    <a:pt x="318" y="638"/>
                    <a:pt x="318" y="638"/>
                  </a:cubicBezTo>
                  <a:cubicBezTo>
                    <a:pt x="318" y="638"/>
                    <a:pt x="318" y="638"/>
                    <a:pt x="318" y="638"/>
                  </a:cubicBezTo>
                  <a:cubicBezTo>
                    <a:pt x="318" y="638"/>
                    <a:pt x="318" y="638"/>
                    <a:pt x="318" y="638"/>
                  </a:cubicBezTo>
                  <a:cubicBezTo>
                    <a:pt x="318" y="638"/>
                    <a:pt x="318" y="638"/>
                    <a:pt x="318" y="638"/>
                  </a:cubicBezTo>
                  <a:cubicBezTo>
                    <a:pt x="318" y="638"/>
                    <a:pt x="318" y="638"/>
                    <a:pt x="318" y="638"/>
                  </a:cubicBezTo>
                  <a:cubicBezTo>
                    <a:pt x="319" y="639"/>
                    <a:pt x="319" y="639"/>
                    <a:pt x="319" y="639"/>
                  </a:cubicBezTo>
                  <a:cubicBezTo>
                    <a:pt x="319" y="639"/>
                    <a:pt x="319" y="639"/>
                    <a:pt x="319" y="639"/>
                  </a:cubicBezTo>
                  <a:cubicBezTo>
                    <a:pt x="319" y="639"/>
                    <a:pt x="319" y="639"/>
                    <a:pt x="319" y="639"/>
                  </a:cubicBezTo>
                  <a:cubicBezTo>
                    <a:pt x="319" y="639"/>
                    <a:pt x="319" y="639"/>
                    <a:pt x="319" y="639"/>
                  </a:cubicBezTo>
                  <a:cubicBezTo>
                    <a:pt x="319" y="639"/>
                    <a:pt x="319" y="639"/>
                    <a:pt x="319" y="639"/>
                  </a:cubicBezTo>
                  <a:cubicBezTo>
                    <a:pt x="319" y="639"/>
                    <a:pt x="319" y="639"/>
                    <a:pt x="319" y="639"/>
                  </a:cubicBezTo>
                  <a:cubicBezTo>
                    <a:pt x="320" y="639"/>
                    <a:pt x="320" y="639"/>
                    <a:pt x="320" y="639"/>
                  </a:cubicBezTo>
                  <a:cubicBezTo>
                    <a:pt x="320" y="639"/>
                    <a:pt x="320" y="639"/>
                    <a:pt x="320" y="639"/>
                  </a:cubicBezTo>
                  <a:cubicBezTo>
                    <a:pt x="320" y="639"/>
                    <a:pt x="320" y="639"/>
                    <a:pt x="320" y="639"/>
                  </a:cubicBezTo>
                  <a:cubicBezTo>
                    <a:pt x="320" y="639"/>
                    <a:pt x="320" y="639"/>
                    <a:pt x="320" y="639"/>
                  </a:cubicBezTo>
                  <a:cubicBezTo>
                    <a:pt x="320" y="640"/>
                    <a:pt x="320" y="640"/>
                    <a:pt x="320" y="640"/>
                  </a:cubicBezTo>
                  <a:cubicBezTo>
                    <a:pt x="320" y="640"/>
                    <a:pt x="320" y="640"/>
                    <a:pt x="320" y="640"/>
                  </a:cubicBezTo>
                  <a:cubicBezTo>
                    <a:pt x="320" y="640"/>
                    <a:pt x="320" y="640"/>
                    <a:pt x="320" y="640"/>
                  </a:cubicBezTo>
                  <a:cubicBezTo>
                    <a:pt x="320" y="640"/>
                    <a:pt x="320" y="640"/>
                    <a:pt x="320" y="640"/>
                  </a:cubicBezTo>
                  <a:cubicBezTo>
                    <a:pt x="319" y="641"/>
                    <a:pt x="319" y="641"/>
                    <a:pt x="319" y="641"/>
                  </a:cubicBezTo>
                  <a:cubicBezTo>
                    <a:pt x="319" y="641"/>
                    <a:pt x="319" y="641"/>
                    <a:pt x="319" y="641"/>
                  </a:cubicBezTo>
                  <a:cubicBezTo>
                    <a:pt x="319" y="641"/>
                    <a:pt x="319" y="641"/>
                    <a:pt x="319" y="641"/>
                  </a:cubicBezTo>
                  <a:cubicBezTo>
                    <a:pt x="319" y="641"/>
                    <a:pt x="319" y="641"/>
                    <a:pt x="319" y="641"/>
                  </a:cubicBezTo>
                  <a:cubicBezTo>
                    <a:pt x="318" y="641"/>
                    <a:pt x="318" y="641"/>
                    <a:pt x="318" y="641"/>
                  </a:cubicBezTo>
                  <a:cubicBezTo>
                    <a:pt x="318" y="641"/>
                    <a:pt x="318" y="641"/>
                    <a:pt x="318" y="641"/>
                  </a:cubicBezTo>
                  <a:cubicBezTo>
                    <a:pt x="318" y="641"/>
                    <a:pt x="318" y="641"/>
                    <a:pt x="318" y="641"/>
                  </a:cubicBezTo>
                  <a:cubicBezTo>
                    <a:pt x="318" y="641"/>
                    <a:pt x="318" y="641"/>
                    <a:pt x="318" y="641"/>
                  </a:cubicBezTo>
                  <a:cubicBezTo>
                    <a:pt x="317" y="641"/>
                    <a:pt x="317" y="641"/>
                    <a:pt x="317" y="641"/>
                  </a:cubicBezTo>
                  <a:cubicBezTo>
                    <a:pt x="317" y="641"/>
                    <a:pt x="317" y="641"/>
                    <a:pt x="317" y="641"/>
                  </a:cubicBezTo>
                  <a:cubicBezTo>
                    <a:pt x="317" y="641"/>
                    <a:pt x="317" y="641"/>
                    <a:pt x="317" y="641"/>
                  </a:cubicBezTo>
                  <a:cubicBezTo>
                    <a:pt x="317" y="641"/>
                    <a:pt x="317" y="641"/>
                    <a:pt x="317" y="641"/>
                  </a:cubicBezTo>
                  <a:cubicBezTo>
                    <a:pt x="316" y="641"/>
                    <a:pt x="316" y="641"/>
                    <a:pt x="316" y="641"/>
                  </a:cubicBezTo>
                  <a:cubicBezTo>
                    <a:pt x="316" y="641"/>
                    <a:pt x="316" y="641"/>
                    <a:pt x="316" y="641"/>
                  </a:cubicBezTo>
                  <a:cubicBezTo>
                    <a:pt x="316" y="641"/>
                    <a:pt x="316" y="641"/>
                    <a:pt x="316" y="641"/>
                  </a:cubicBezTo>
                  <a:cubicBezTo>
                    <a:pt x="316" y="641"/>
                    <a:pt x="316" y="641"/>
                    <a:pt x="316" y="641"/>
                  </a:cubicBezTo>
                  <a:cubicBezTo>
                    <a:pt x="307" y="649"/>
                    <a:pt x="307" y="649"/>
                    <a:pt x="307" y="649"/>
                  </a:cubicBezTo>
                  <a:cubicBezTo>
                    <a:pt x="307" y="649"/>
                    <a:pt x="307" y="649"/>
                    <a:pt x="307" y="649"/>
                  </a:cubicBezTo>
                  <a:cubicBezTo>
                    <a:pt x="306" y="650"/>
                    <a:pt x="306" y="650"/>
                    <a:pt x="306" y="650"/>
                  </a:cubicBezTo>
                  <a:cubicBezTo>
                    <a:pt x="306" y="650"/>
                    <a:pt x="306" y="650"/>
                    <a:pt x="306" y="650"/>
                  </a:cubicBezTo>
                  <a:cubicBezTo>
                    <a:pt x="306" y="650"/>
                    <a:pt x="306" y="650"/>
                    <a:pt x="306" y="650"/>
                  </a:cubicBezTo>
                  <a:cubicBezTo>
                    <a:pt x="306" y="650"/>
                    <a:pt x="306" y="650"/>
                    <a:pt x="306" y="650"/>
                  </a:cubicBezTo>
                  <a:cubicBezTo>
                    <a:pt x="306" y="651"/>
                    <a:pt x="306" y="651"/>
                    <a:pt x="306" y="651"/>
                  </a:cubicBezTo>
                  <a:cubicBezTo>
                    <a:pt x="306" y="651"/>
                    <a:pt x="306" y="651"/>
                    <a:pt x="306" y="651"/>
                  </a:cubicBezTo>
                  <a:cubicBezTo>
                    <a:pt x="306" y="651"/>
                    <a:pt x="306" y="651"/>
                    <a:pt x="306" y="651"/>
                  </a:cubicBezTo>
                  <a:cubicBezTo>
                    <a:pt x="306" y="651"/>
                    <a:pt x="306" y="651"/>
                    <a:pt x="306" y="651"/>
                  </a:cubicBezTo>
                  <a:cubicBezTo>
                    <a:pt x="306" y="652"/>
                    <a:pt x="306" y="652"/>
                    <a:pt x="306" y="652"/>
                  </a:cubicBezTo>
                  <a:cubicBezTo>
                    <a:pt x="306" y="652"/>
                    <a:pt x="306" y="652"/>
                    <a:pt x="306" y="652"/>
                  </a:cubicBezTo>
                  <a:cubicBezTo>
                    <a:pt x="306" y="652"/>
                    <a:pt x="306" y="652"/>
                    <a:pt x="306" y="652"/>
                  </a:cubicBezTo>
                  <a:cubicBezTo>
                    <a:pt x="306" y="652"/>
                    <a:pt x="306" y="652"/>
                    <a:pt x="306" y="652"/>
                  </a:cubicBezTo>
                  <a:cubicBezTo>
                    <a:pt x="306" y="653"/>
                    <a:pt x="306" y="653"/>
                    <a:pt x="306" y="653"/>
                  </a:cubicBezTo>
                  <a:cubicBezTo>
                    <a:pt x="306" y="653"/>
                    <a:pt x="306" y="653"/>
                    <a:pt x="306" y="653"/>
                  </a:cubicBezTo>
                  <a:cubicBezTo>
                    <a:pt x="307" y="653"/>
                    <a:pt x="307" y="653"/>
                    <a:pt x="307" y="653"/>
                  </a:cubicBezTo>
                  <a:cubicBezTo>
                    <a:pt x="307" y="653"/>
                    <a:pt x="307" y="653"/>
                    <a:pt x="307" y="653"/>
                  </a:cubicBezTo>
                  <a:cubicBezTo>
                    <a:pt x="308" y="653"/>
                    <a:pt x="308" y="653"/>
                    <a:pt x="308" y="653"/>
                  </a:cubicBezTo>
                  <a:cubicBezTo>
                    <a:pt x="308" y="653"/>
                    <a:pt x="308" y="653"/>
                    <a:pt x="308" y="653"/>
                  </a:cubicBezTo>
                  <a:cubicBezTo>
                    <a:pt x="310" y="652"/>
                    <a:pt x="310" y="652"/>
                    <a:pt x="310" y="652"/>
                  </a:cubicBezTo>
                  <a:cubicBezTo>
                    <a:pt x="310" y="652"/>
                    <a:pt x="310" y="652"/>
                    <a:pt x="310" y="652"/>
                  </a:cubicBezTo>
                  <a:cubicBezTo>
                    <a:pt x="311" y="650"/>
                    <a:pt x="311" y="650"/>
                    <a:pt x="311" y="650"/>
                  </a:cubicBezTo>
                  <a:cubicBezTo>
                    <a:pt x="311" y="650"/>
                    <a:pt x="311" y="650"/>
                    <a:pt x="311" y="650"/>
                  </a:cubicBezTo>
                  <a:cubicBezTo>
                    <a:pt x="312" y="649"/>
                    <a:pt x="312" y="649"/>
                    <a:pt x="312" y="649"/>
                  </a:cubicBezTo>
                  <a:cubicBezTo>
                    <a:pt x="312" y="649"/>
                    <a:pt x="312" y="649"/>
                    <a:pt x="312" y="649"/>
                  </a:cubicBezTo>
                  <a:cubicBezTo>
                    <a:pt x="314" y="649"/>
                    <a:pt x="314" y="649"/>
                    <a:pt x="314" y="649"/>
                  </a:cubicBezTo>
                  <a:cubicBezTo>
                    <a:pt x="314" y="649"/>
                    <a:pt x="314" y="649"/>
                    <a:pt x="314" y="649"/>
                  </a:cubicBezTo>
                  <a:cubicBezTo>
                    <a:pt x="315" y="648"/>
                    <a:pt x="315" y="648"/>
                    <a:pt x="315" y="648"/>
                  </a:cubicBezTo>
                  <a:cubicBezTo>
                    <a:pt x="315" y="648"/>
                    <a:pt x="315" y="648"/>
                    <a:pt x="315" y="648"/>
                  </a:cubicBezTo>
                  <a:cubicBezTo>
                    <a:pt x="317" y="648"/>
                    <a:pt x="317" y="648"/>
                    <a:pt x="317" y="648"/>
                  </a:cubicBezTo>
                  <a:cubicBezTo>
                    <a:pt x="317" y="648"/>
                    <a:pt x="317" y="648"/>
                    <a:pt x="317" y="648"/>
                  </a:cubicBezTo>
                  <a:cubicBezTo>
                    <a:pt x="319" y="648"/>
                    <a:pt x="319" y="648"/>
                    <a:pt x="319" y="648"/>
                  </a:cubicBezTo>
                  <a:cubicBezTo>
                    <a:pt x="319" y="648"/>
                    <a:pt x="319" y="648"/>
                    <a:pt x="319" y="648"/>
                  </a:cubicBezTo>
                  <a:cubicBezTo>
                    <a:pt x="320" y="648"/>
                    <a:pt x="320" y="648"/>
                    <a:pt x="320" y="648"/>
                  </a:cubicBezTo>
                  <a:cubicBezTo>
                    <a:pt x="320" y="648"/>
                    <a:pt x="320" y="648"/>
                    <a:pt x="320" y="648"/>
                  </a:cubicBezTo>
                  <a:cubicBezTo>
                    <a:pt x="320" y="649"/>
                    <a:pt x="320" y="649"/>
                    <a:pt x="320" y="649"/>
                  </a:cubicBezTo>
                  <a:cubicBezTo>
                    <a:pt x="320" y="649"/>
                    <a:pt x="320" y="649"/>
                    <a:pt x="320" y="649"/>
                  </a:cubicBezTo>
                  <a:cubicBezTo>
                    <a:pt x="321" y="649"/>
                    <a:pt x="321" y="649"/>
                    <a:pt x="321" y="649"/>
                  </a:cubicBezTo>
                  <a:cubicBezTo>
                    <a:pt x="321" y="649"/>
                    <a:pt x="321" y="649"/>
                    <a:pt x="321" y="649"/>
                  </a:cubicBezTo>
                  <a:cubicBezTo>
                    <a:pt x="321" y="650"/>
                    <a:pt x="321" y="650"/>
                    <a:pt x="321" y="650"/>
                  </a:cubicBezTo>
                  <a:cubicBezTo>
                    <a:pt x="321" y="650"/>
                    <a:pt x="321" y="650"/>
                    <a:pt x="321" y="650"/>
                  </a:cubicBezTo>
                  <a:cubicBezTo>
                    <a:pt x="321" y="651"/>
                    <a:pt x="321" y="651"/>
                    <a:pt x="321" y="651"/>
                  </a:cubicBezTo>
                  <a:cubicBezTo>
                    <a:pt x="321" y="651"/>
                    <a:pt x="321" y="651"/>
                    <a:pt x="321" y="651"/>
                  </a:cubicBezTo>
                  <a:cubicBezTo>
                    <a:pt x="321" y="651"/>
                    <a:pt x="321" y="651"/>
                    <a:pt x="321" y="651"/>
                  </a:cubicBezTo>
                  <a:cubicBezTo>
                    <a:pt x="321" y="651"/>
                    <a:pt x="321" y="651"/>
                    <a:pt x="321" y="651"/>
                  </a:cubicBezTo>
                  <a:cubicBezTo>
                    <a:pt x="321" y="652"/>
                    <a:pt x="321" y="652"/>
                    <a:pt x="321" y="652"/>
                  </a:cubicBezTo>
                  <a:cubicBezTo>
                    <a:pt x="321" y="652"/>
                    <a:pt x="321" y="652"/>
                    <a:pt x="321" y="652"/>
                  </a:cubicBezTo>
                  <a:cubicBezTo>
                    <a:pt x="322" y="653"/>
                    <a:pt x="322" y="653"/>
                    <a:pt x="322" y="653"/>
                  </a:cubicBezTo>
                  <a:cubicBezTo>
                    <a:pt x="322" y="653"/>
                    <a:pt x="322" y="653"/>
                    <a:pt x="322" y="653"/>
                  </a:cubicBezTo>
                  <a:cubicBezTo>
                    <a:pt x="315" y="659"/>
                    <a:pt x="315" y="659"/>
                    <a:pt x="315" y="659"/>
                  </a:cubicBezTo>
                  <a:cubicBezTo>
                    <a:pt x="315" y="659"/>
                    <a:pt x="315" y="659"/>
                    <a:pt x="315" y="659"/>
                  </a:cubicBezTo>
                  <a:cubicBezTo>
                    <a:pt x="309" y="664"/>
                    <a:pt x="309" y="664"/>
                    <a:pt x="309" y="664"/>
                  </a:cubicBezTo>
                  <a:cubicBezTo>
                    <a:pt x="309" y="664"/>
                    <a:pt x="309" y="664"/>
                    <a:pt x="309" y="664"/>
                  </a:cubicBezTo>
                  <a:cubicBezTo>
                    <a:pt x="304" y="669"/>
                    <a:pt x="304" y="669"/>
                    <a:pt x="304" y="669"/>
                  </a:cubicBezTo>
                  <a:cubicBezTo>
                    <a:pt x="304" y="669"/>
                    <a:pt x="304" y="669"/>
                    <a:pt x="304" y="669"/>
                  </a:cubicBezTo>
                  <a:cubicBezTo>
                    <a:pt x="303" y="676"/>
                    <a:pt x="303" y="676"/>
                    <a:pt x="303" y="676"/>
                  </a:cubicBezTo>
                  <a:cubicBezTo>
                    <a:pt x="303" y="676"/>
                    <a:pt x="303" y="676"/>
                    <a:pt x="303" y="676"/>
                  </a:cubicBezTo>
                  <a:cubicBezTo>
                    <a:pt x="304" y="676"/>
                    <a:pt x="304" y="676"/>
                    <a:pt x="304" y="676"/>
                  </a:cubicBezTo>
                  <a:cubicBezTo>
                    <a:pt x="304" y="676"/>
                    <a:pt x="304" y="676"/>
                    <a:pt x="304" y="676"/>
                  </a:cubicBezTo>
                  <a:cubicBezTo>
                    <a:pt x="305" y="676"/>
                    <a:pt x="305" y="676"/>
                    <a:pt x="305" y="676"/>
                  </a:cubicBezTo>
                  <a:cubicBezTo>
                    <a:pt x="305" y="676"/>
                    <a:pt x="305" y="676"/>
                    <a:pt x="305" y="676"/>
                  </a:cubicBezTo>
                  <a:cubicBezTo>
                    <a:pt x="305" y="676"/>
                    <a:pt x="305" y="676"/>
                    <a:pt x="305" y="676"/>
                  </a:cubicBezTo>
                  <a:cubicBezTo>
                    <a:pt x="305" y="676"/>
                    <a:pt x="305" y="676"/>
                    <a:pt x="305" y="676"/>
                  </a:cubicBezTo>
                  <a:cubicBezTo>
                    <a:pt x="306" y="676"/>
                    <a:pt x="306" y="676"/>
                    <a:pt x="306" y="676"/>
                  </a:cubicBezTo>
                  <a:cubicBezTo>
                    <a:pt x="306" y="676"/>
                    <a:pt x="306" y="676"/>
                    <a:pt x="306" y="676"/>
                  </a:cubicBezTo>
                  <a:cubicBezTo>
                    <a:pt x="306" y="675"/>
                    <a:pt x="306" y="675"/>
                    <a:pt x="306" y="675"/>
                  </a:cubicBezTo>
                  <a:cubicBezTo>
                    <a:pt x="306" y="675"/>
                    <a:pt x="306" y="675"/>
                    <a:pt x="306" y="675"/>
                  </a:cubicBezTo>
                  <a:cubicBezTo>
                    <a:pt x="307" y="674"/>
                    <a:pt x="307" y="674"/>
                    <a:pt x="307" y="674"/>
                  </a:cubicBezTo>
                  <a:cubicBezTo>
                    <a:pt x="307" y="674"/>
                    <a:pt x="307" y="674"/>
                    <a:pt x="307" y="674"/>
                  </a:cubicBezTo>
                  <a:cubicBezTo>
                    <a:pt x="307" y="674"/>
                    <a:pt x="307" y="674"/>
                    <a:pt x="307" y="674"/>
                  </a:cubicBezTo>
                  <a:cubicBezTo>
                    <a:pt x="307" y="674"/>
                    <a:pt x="307" y="674"/>
                    <a:pt x="307" y="674"/>
                  </a:cubicBezTo>
                  <a:cubicBezTo>
                    <a:pt x="308" y="673"/>
                    <a:pt x="308" y="673"/>
                    <a:pt x="308" y="673"/>
                  </a:cubicBezTo>
                  <a:cubicBezTo>
                    <a:pt x="308" y="673"/>
                    <a:pt x="308" y="673"/>
                    <a:pt x="308" y="673"/>
                  </a:cubicBezTo>
                  <a:cubicBezTo>
                    <a:pt x="308" y="672"/>
                    <a:pt x="308" y="672"/>
                    <a:pt x="308" y="672"/>
                  </a:cubicBezTo>
                  <a:cubicBezTo>
                    <a:pt x="308" y="672"/>
                    <a:pt x="308" y="672"/>
                    <a:pt x="308" y="672"/>
                  </a:cubicBezTo>
                  <a:cubicBezTo>
                    <a:pt x="308" y="672"/>
                    <a:pt x="308" y="672"/>
                    <a:pt x="308" y="672"/>
                  </a:cubicBezTo>
                  <a:cubicBezTo>
                    <a:pt x="308" y="672"/>
                    <a:pt x="308" y="672"/>
                    <a:pt x="308" y="672"/>
                  </a:cubicBezTo>
                  <a:cubicBezTo>
                    <a:pt x="308" y="672"/>
                    <a:pt x="308" y="672"/>
                    <a:pt x="308" y="672"/>
                  </a:cubicBezTo>
                  <a:cubicBezTo>
                    <a:pt x="308" y="672"/>
                    <a:pt x="308" y="672"/>
                    <a:pt x="308" y="672"/>
                  </a:cubicBezTo>
                  <a:cubicBezTo>
                    <a:pt x="308" y="672"/>
                    <a:pt x="308" y="672"/>
                    <a:pt x="308" y="672"/>
                  </a:cubicBezTo>
                  <a:cubicBezTo>
                    <a:pt x="308" y="672"/>
                    <a:pt x="308" y="672"/>
                    <a:pt x="308" y="672"/>
                  </a:cubicBezTo>
                  <a:cubicBezTo>
                    <a:pt x="308" y="671"/>
                    <a:pt x="308" y="671"/>
                    <a:pt x="308" y="671"/>
                  </a:cubicBezTo>
                  <a:cubicBezTo>
                    <a:pt x="308" y="671"/>
                    <a:pt x="308" y="671"/>
                    <a:pt x="308" y="671"/>
                  </a:cubicBezTo>
                  <a:cubicBezTo>
                    <a:pt x="308" y="671"/>
                    <a:pt x="308" y="671"/>
                    <a:pt x="308" y="671"/>
                  </a:cubicBezTo>
                  <a:cubicBezTo>
                    <a:pt x="308" y="671"/>
                    <a:pt x="308" y="671"/>
                    <a:pt x="308" y="671"/>
                  </a:cubicBezTo>
                  <a:cubicBezTo>
                    <a:pt x="308" y="670"/>
                    <a:pt x="308" y="670"/>
                    <a:pt x="308" y="670"/>
                  </a:cubicBezTo>
                  <a:cubicBezTo>
                    <a:pt x="308" y="670"/>
                    <a:pt x="308" y="670"/>
                    <a:pt x="308" y="670"/>
                  </a:cubicBezTo>
                  <a:cubicBezTo>
                    <a:pt x="308" y="670"/>
                    <a:pt x="308" y="670"/>
                    <a:pt x="308" y="670"/>
                  </a:cubicBezTo>
                  <a:cubicBezTo>
                    <a:pt x="308" y="670"/>
                    <a:pt x="308" y="670"/>
                    <a:pt x="308" y="670"/>
                  </a:cubicBezTo>
                  <a:cubicBezTo>
                    <a:pt x="308" y="670"/>
                    <a:pt x="308" y="670"/>
                    <a:pt x="308" y="670"/>
                  </a:cubicBezTo>
                  <a:cubicBezTo>
                    <a:pt x="308" y="670"/>
                    <a:pt x="308" y="670"/>
                    <a:pt x="308" y="670"/>
                  </a:cubicBezTo>
                  <a:cubicBezTo>
                    <a:pt x="309" y="670"/>
                    <a:pt x="309" y="670"/>
                    <a:pt x="309" y="670"/>
                  </a:cubicBezTo>
                  <a:cubicBezTo>
                    <a:pt x="309" y="670"/>
                    <a:pt x="309" y="670"/>
                    <a:pt x="309" y="670"/>
                  </a:cubicBezTo>
                  <a:cubicBezTo>
                    <a:pt x="309" y="671"/>
                    <a:pt x="309" y="671"/>
                    <a:pt x="309" y="671"/>
                  </a:cubicBezTo>
                  <a:cubicBezTo>
                    <a:pt x="309" y="671"/>
                    <a:pt x="309" y="671"/>
                    <a:pt x="309" y="671"/>
                  </a:cubicBezTo>
                  <a:cubicBezTo>
                    <a:pt x="309" y="672"/>
                    <a:pt x="309" y="672"/>
                    <a:pt x="309" y="672"/>
                  </a:cubicBezTo>
                  <a:cubicBezTo>
                    <a:pt x="309" y="672"/>
                    <a:pt x="309" y="672"/>
                    <a:pt x="309" y="672"/>
                  </a:cubicBezTo>
                  <a:cubicBezTo>
                    <a:pt x="309" y="673"/>
                    <a:pt x="309" y="673"/>
                    <a:pt x="309" y="673"/>
                  </a:cubicBezTo>
                  <a:cubicBezTo>
                    <a:pt x="309" y="673"/>
                    <a:pt x="309" y="673"/>
                    <a:pt x="309" y="673"/>
                  </a:cubicBezTo>
                  <a:cubicBezTo>
                    <a:pt x="309" y="674"/>
                    <a:pt x="309" y="674"/>
                    <a:pt x="309" y="674"/>
                  </a:cubicBezTo>
                  <a:cubicBezTo>
                    <a:pt x="309" y="674"/>
                    <a:pt x="309" y="674"/>
                    <a:pt x="309" y="674"/>
                  </a:cubicBezTo>
                  <a:cubicBezTo>
                    <a:pt x="309" y="675"/>
                    <a:pt x="309" y="675"/>
                    <a:pt x="309" y="675"/>
                  </a:cubicBezTo>
                  <a:cubicBezTo>
                    <a:pt x="309" y="675"/>
                    <a:pt x="309" y="675"/>
                    <a:pt x="309" y="675"/>
                  </a:cubicBezTo>
                  <a:cubicBezTo>
                    <a:pt x="309" y="676"/>
                    <a:pt x="309" y="676"/>
                    <a:pt x="309" y="676"/>
                  </a:cubicBezTo>
                  <a:cubicBezTo>
                    <a:pt x="309" y="676"/>
                    <a:pt x="309" y="676"/>
                    <a:pt x="309" y="676"/>
                  </a:cubicBezTo>
                  <a:cubicBezTo>
                    <a:pt x="308" y="676"/>
                    <a:pt x="308" y="676"/>
                    <a:pt x="308" y="676"/>
                  </a:cubicBezTo>
                  <a:cubicBezTo>
                    <a:pt x="308" y="676"/>
                    <a:pt x="308" y="676"/>
                    <a:pt x="308" y="676"/>
                  </a:cubicBezTo>
                  <a:cubicBezTo>
                    <a:pt x="308" y="677"/>
                    <a:pt x="308" y="677"/>
                    <a:pt x="308" y="677"/>
                  </a:cubicBezTo>
                  <a:cubicBezTo>
                    <a:pt x="308" y="677"/>
                    <a:pt x="308" y="677"/>
                    <a:pt x="308" y="677"/>
                  </a:cubicBezTo>
                  <a:cubicBezTo>
                    <a:pt x="304" y="681"/>
                    <a:pt x="304" y="681"/>
                    <a:pt x="304" y="681"/>
                  </a:cubicBezTo>
                  <a:cubicBezTo>
                    <a:pt x="304" y="681"/>
                    <a:pt x="304" y="681"/>
                    <a:pt x="304" y="681"/>
                  </a:cubicBezTo>
                  <a:cubicBezTo>
                    <a:pt x="304" y="685"/>
                    <a:pt x="304" y="685"/>
                    <a:pt x="304" y="685"/>
                  </a:cubicBezTo>
                  <a:cubicBezTo>
                    <a:pt x="304" y="685"/>
                    <a:pt x="304" y="685"/>
                    <a:pt x="304" y="685"/>
                  </a:cubicBezTo>
                  <a:cubicBezTo>
                    <a:pt x="304" y="688"/>
                    <a:pt x="304" y="688"/>
                    <a:pt x="304" y="688"/>
                  </a:cubicBezTo>
                  <a:cubicBezTo>
                    <a:pt x="304" y="688"/>
                    <a:pt x="304" y="688"/>
                    <a:pt x="304" y="688"/>
                  </a:cubicBezTo>
                  <a:cubicBezTo>
                    <a:pt x="304" y="692"/>
                    <a:pt x="304" y="692"/>
                    <a:pt x="304" y="692"/>
                  </a:cubicBezTo>
                  <a:cubicBezTo>
                    <a:pt x="304" y="692"/>
                    <a:pt x="304" y="692"/>
                    <a:pt x="304" y="692"/>
                  </a:cubicBezTo>
                  <a:cubicBezTo>
                    <a:pt x="305" y="696"/>
                    <a:pt x="305" y="696"/>
                    <a:pt x="305" y="696"/>
                  </a:cubicBezTo>
                  <a:cubicBezTo>
                    <a:pt x="305" y="696"/>
                    <a:pt x="305" y="696"/>
                    <a:pt x="305" y="696"/>
                  </a:cubicBezTo>
                  <a:cubicBezTo>
                    <a:pt x="305" y="701"/>
                    <a:pt x="305" y="701"/>
                    <a:pt x="305" y="701"/>
                  </a:cubicBezTo>
                  <a:cubicBezTo>
                    <a:pt x="305" y="701"/>
                    <a:pt x="305" y="701"/>
                    <a:pt x="305" y="701"/>
                  </a:cubicBezTo>
                  <a:cubicBezTo>
                    <a:pt x="306" y="704"/>
                    <a:pt x="306" y="704"/>
                    <a:pt x="306" y="704"/>
                  </a:cubicBezTo>
                  <a:cubicBezTo>
                    <a:pt x="306" y="704"/>
                    <a:pt x="306" y="704"/>
                    <a:pt x="306" y="704"/>
                  </a:cubicBezTo>
                  <a:cubicBezTo>
                    <a:pt x="306" y="708"/>
                    <a:pt x="306" y="708"/>
                    <a:pt x="306" y="708"/>
                  </a:cubicBezTo>
                  <a:cubicBezTo>
                    <a:pt x="306" y="708"/>
                    <a:pt x="306" y="708"/>
                    <a:pt x="306" y="708"/>
                  </a:cubicBezTo>
                  <a:cubicBezTo>
                    <a:pt x="306" y="712"/>
                    <a:pt x="306" y="712"/>
                    <a:pt x="306" y="712"/>
                  </a:cubicBezTo>
                  <a:cubicBezTo>
                    <a:pt x="306" y="712"/>
                    <a:pt x="306" y="712"/>
                    <a:pt x="306" y="712"/>
                  </a:cubicBezTo>
                  <a:cubicBezTo>
                    <a:pt x="306" y="713"/>
                    <a:pt x="306" y="713"/>
                    <a:pt x="306" y="713"/>
                  </a:cubicBezTo>
                  <a:cubicBezTo>
                    <a:pt x="306" y="713"/>
                    <a:pt x="306" y="713"/>
                    <a:pt x="306" y="713"/>
                  </a:cubicBezTo>
                  <a:cubicBezTo>
                    <a:pt x="306" y="713"/>
                    <a:pt x="306" y="713"/>
                    <a:pt x="306" y="713"/>
                  </a:cubicBezTo>
                  <a:cubicBezTo>
                    <a:pt x="306" y="713"/>
                    <a:pt x="306" y="713"/>
                    <a:pt x="306" y="713"/>
                  </a:cubicBezTo>
                  <a:cubicBezTo>
                    <a:pt x="306" y="713"/>
                    <a:pt x="306" y="713"/>
                    <a:pt x="306" y="713"/>
                  </a:cubicBezTo>
                  <a:cubicBezTo>
                    <a:pt x="306" y="713"/>
                    <a:pt x="306" y="713"/>
                    <a:pt x="306" y="713"/>
                  </a:cubicBezTo>
                  <a:cubicBezTo>
                    <a:pt x="305" y="713"/>
                    <a:pt x="305" y="713"/>
                    <a:pt x="305" y="713"/>
                  </a:cubicBezTo>
                  <a:cubicBezTo>
                    <a:pt x="305" y="713"/>
                    <a:pt x="305" y="713"/>
                    <a:pt x="305" y="713"/>
                  </a:cubicBezTo>
                  <a:cubicBezTo>
                    <a:pt x="305" y="713"/>
                    <a:pt x="305" y="713"/>
                    <a:pt x="305" y="713"/>
                  </a:cubicBezTo>
                  <a:cubicBezTo>
                    <a:pt x="305" y="713"/>
                    <a:pt x="305" y="713"/>
                    <a:pt x="305" y="713"/>
                  </a:cubicBezTo>
                  <a:cubicBezTo>
                    <a:pt x="305" y="713"/>
                    <a:pt x="305" y="713"/>
                    <a:pt x="305" y="713"/>
                  </a:cubicBezTo>
                  <a:cubicBezTo>
                    <a:pt x="305" y="713"/>
                    <a:pt x="305" y="713"/>
                    <a:pt x="305" y="713"/>
                  </a:cubicBezTo>
                  <a:cubicBezTo>
                    <a:pt x="304" y="713"/>
                    <a:pt x="304" y="713"/>
                    <a:pt x="304" y="713"/>
                  </a:cubicBezTo>
                  <a:cubicBezTo>
                    <a:pt x="304" y="713"/>
                    <a:pt x="304" y="713"/>
                    <a:pt x="304" y="713"/>
                  </a:cubicBezTo>
                  <a:cubicBezTo>
                    <a:pt x="304" y="713"/>
                    <a:pt x="304" y="713"/>
                    <a:pt x="304" y="713"/>
                  </a:cubicBezTo>
                  <a:close/>
                  <a:moveTo>
                    <a:pt x="506" y="712"/>
                  </a:moveTo>
                  <a:cubicBezTo>
                    <a:pt x="506" y="710"/>
                    <a:pt x="506" y="710"/>
                    <a:pt x="506" y="710"/>
                  </a:cubicBezTo>
                  <a:cubicBezTo>
                    <a:pt x="506" y="710"/>
                    <a:pt x="506" y="710"/>
                    <a:pt x="506" y="710"/>
                  </a:cubicBezTo>
                  <a:cubicBezTo>
                    <a:pt x="507" y="710"/>
                    <a:pt x="507" y="710"/>
                    <a:pt x="507" y="710"/>
                  </a:cubicBezTo>
                  <a:cubicBezTo>
                    <a:pt x="507" y="710"/>
                    <a:pt x="507" y="710"/>
                    <a:pt x="507" y="710"/>
                  </a:cubicBezTo>
                  <a:cubicBezTo>
                    <a:pt x="509" y="709"/>
                    <a:pt x="509" y="709"/>
                    <a:pt x="509" y="709"/>
                  </a:cubicBezTo>
                  <a:cubicBezTo>
                    <a:pt x="509" y="709"/>
                    <a:pt x="509" y="709"/>
                    <a:pt x="509" y="709"/>
                  </a:cubicBezTo>
                  <a:cubicBezTo>
                    <a:pt x="511" y="708"/>
                    <a:pt x="511" y="708"/>
                    <a:pt x="511" y="708"/>
                  </a:cubicBezTo>
                  <a:cubicBezTo>
                    <a:pt x="511" y="708"/>
                    <a:pt x="511" y="708"/>
                    <a:pt x="511" y="708"/>
                  </a:cubicBezTo>
                  <a:cubicBezTo>
                    <a:pt x="512" y="708"/>
                    <a:pt x="512" y="708"/>
                    <a:pt x="512" y="708"/>
                  </a:cubicBezTo>
                  <a:cubicBezTo>
                    <a:pt x="512" y="708"/>
                    <a:pt x="512" y="708"/>
                    <a:pt x="512" y="708"/>
                  </a:cubicBezTo>
                  <a:cubicBezTo>
                    <a:pt x="514" y="707"/>
                    <a:pt x="514" y="707"/>
                    <a:pt x="514" y="707"/>
                  </a:cubicBezTo>
                  <a:cubicBezTo>
                    <a:pt x="514" y="707"/>
                    <a:pt x="514" y="707"/>
                    <a:pt x="514" y="707"/>
                  </a:cubicBezTo>
                  <a:cubicBezTo>
                    <a:pt x="516" y="706"/>
                    <a:pt x="516" y="706"/>
                    <a:pt x="516" y="706"/>
                  </a:cubicBezTo>
                  <a:cubicBezTo>
                    <a:pt x="516" y="706"/>
                    <a:pt x="516" y="706"/>
                    <a:pt x="516" y="706"/>
                  </a:cubicBezTo>
                  <a:cubicBezTo>
                    <a:pt x="517" y="705"/>
                    <a:pt x="517" y="705"/>
                    <a:pt x="517" y="705"/>
                  </a:cubicBezTo>
                  <a:cubicBezTo>
                    <a:pt x="517" y="705"/>
                    <a:pt x="517" y="705"/>
                    <a:pt x="517" y="705"/>
                  </a:cubicBezTo>
                  <a:cubicBezTo>
                    <a:pt x="520" y="703"/>
                    <a:pt x="520" y="703"/>
                    <a:pt x="520" y="703"/>
                  </a:cubicBezTo>
                  <a:cubicBezTo>
                    <a:pt x="520" y="703"/>
                    <a:pt x="520" y="703"/>
                    <a:pt x="520" y="703"/>
                  </a:cubicBezTo>
                  <a:cubicBezTo>
                    <a:pt x="522" y="701"/>
                    <a:pt x="522" y="701"/>
                    <a:pt x="522" y="701"/>
                  </a:cubicBezTo>
                  <a:cubicBezTo>
                    <a:pt x="522" y="701"/>
                    <a:pt x="522" y="701"/>
                    <a:pt x="522" y="701"/>
                  </a:cubicBezTo>
                  <a:cubicBezTo>
                    <a:pt x="525" y="699"/>
                    <a:pt x="525" y="699"/>
                    <a:pt x="525" y="699"/>
                  </a:cubicBezTo>
                  <a:cubicBezTo>
                    <a:pt x="525" y="699"/>
                    <a:pt x="525" y="699"/>
                    <a:pt x="525" y="699"/>
                  </a:cubicBezTo>
                  <a:cubicBezTo>
                    <a:pt x="527" y="696"/>
                    <a:pt x="527" y="696"/>
                    <a:pt x="527" y="696"/>
                  </a:cubicBezTo>
                  <a:cubicBezTo>
                    <a:pt x="527" y="696"/>
                    <a:pt x="527" y="696"/>
                    <a:pt x="527" y="696"/>
                  </a:cubicBezTo>
                  <a:cubicBezTo>
                    <a:pt x="528" y="693"/>
                    <a:pt x="528" y="693"/>
                    <a:pt x="528" y="693"/>
                  </a:cubicBezTo>
                  <a:cubicBezTo>
                    <a:pt x="528" y="693"/>
                    <a:pt x="528" y="693"/>
                    <a:pt x="528" y="693"/>
                  </a:cubicBezTo>
                  <a:cubicBezTo>
                    <a:pt x="530" y="690"/>
                    <a:pt x="530" y="690"/>
                    <a:pt x="530" y="690"/>
                  </a:cubicBezTo>
                  <a:cubicBezTo>
                    <a:pt x="530" y="690"/>
                    <a:pt x="530" y="690"/>
                    <a:pt x="530" y="690"/>
                  </a:cubicBezTo>
                  <a:cubicBezTo>
                    <a:pt x="531" y="687"/>
                    <a:pt x="531" y="687"/>
                    <a:pt x="531" y="687"/>
                  </a:cubicBezTo>
                  <a:cubicBezTo>
                    <a:pt x="531" y="687"/>
                    <a:pt x="531" y="687"/>
                    <a:pt x="531" y="687"/>
                  </a:cubicBezTo>
                  <a:cubicBezTo>
                    <a:pt x="533" y="683"/>
                    <a:pt x="533" y="683"/>
                    <a:pt x="533" y="683"/>
                  </a:cubicBezTo>
                  <a:cubicBezTo>
                    <a:pt x="533" y="683"/>
                    <a:pt x="533" y="683"/>
                    <a:pt x="533" y="683"/>
                  </a:cubicBezTo>
                  <a:cubicBezTo>
                    <a:pt x="533" y="683"/>
                    <a:pt x="533" y="683"/>
                    <a:pt x="533" y="683"/>
                  </a:cubicBezTo>
                  <a:cubicBezTo>
                    <a:pt x="533" y="683"/>
                    <a:pt x="533" y="683"/>
                    <a:pt x="533" y="683"/>
                  </a:cubicBezTo>
                  <a:cubicBezTo>
                    <a:pt x="533" y="683"/>
                    <a:pt x="533" y="683"/>
                    <a:pt x="533" y="683"/>
                  </a:cubicBezTo>
                  <a:cubicBezTo>
                    <a:pt x="533" y="683"/>
                    <a:pt x="533" y="683"/>
                    <a:pt x="533" y="683"/>
                  </a:cubicBezTo>
                  <a:cubicBezTo>
                    <a:pt x="533" y="683"/>
                    <a:pt x="533" y="683"/>
                    <a:pt x="533" y="683"/>
                  </a:cubicBezTo>
                  <a:cubicBezTo>
                    <a:pt x="533" y="683"/>
                    <a:pt x="533" y="683"/>
                    <a:pt x="533" y="683"/>
                  </a:cubicBezTo>
                  <a:cubicBezTo>
                    <a:pt x="533" y="683"/>
                    <a:pt x="533" y="683"/>
                    <a:pt x="533" y="683"/>
                  </a:cubicBezTo>
                  <a:cubicBezTo>
                    <a:pt x="533" y="683"/>
                    <a:pt x="533" y="683"/>
                    <a:pt x="533" y="683"/>
                  </a:cubicBezTo>
                  <a:cubicBezTo>
                    <a:pt x="532" y="682"/>
                    <a:pt x="532" y="682"/>
                    <a:pt x="532" y="682"/>
                  </a:cubicBezTo>
                  <a:cubicBezTo>
                    <a:pt x="532" y="682"/>
                    <a:pt x="532" y="682"/>
                    <a:pt x="532" y="682"/>
                  </a:cubicBezTo>
                  <a:cubicBezTo>
                    <a:pt x="532" y="682"/>
                    <a:pt x="532" y="682"/>
                    <a:pt x="532" y="682"/>
                  </a:cubicBezTo>
                  <a:cubicBezTo>
                    <a:pt x="532" y="682"/>
                    <a:pt x="532" y="682"/>
                    <a:pt x="532" y="682"/>
                  </a:cubicBezTo>
                  <a:cubicBezTo>
                    <a:pt x="532" y="682"/>
                    <a:pt x="532" y="682"/>
                    <a:pt x="532" y="682"/>
                  </a:cubicBezTo>
                  <a:cubicBezTo>
                    <a:pt x="532" y="682"/>
                    <a:pt x="532" y="682"/>
                    <a:pt x="532" y="682"/>
                  </a:cubicBezTo>
                  <a:cubicBezTo>
                    <a:pt x="532" y="681"/>
                    <a:pt x="532" y="681"/>
                    <a:pt x="532" y="681"/>
                  </a:cubicBezTo>
                  <a:cubicBezTo>
                    <a:pt x="532" y="681"/>
                    <a:pt x="532" y="681"/>
                    <a:pt x="532" y="681"/>
                  </a:cubicBezTo>
                  <a:cubicBezTo>
                    <a:pt x="529" y="682"/>
                    <a:pt x="529" y="682"/>
                    <a:pt x="529" y="682"/>
                  </a:cubicBezTo>
                  <a:cubicBezTo>
                    <a:pt x="529" y="682"/>
                    <a:pt x="529" y="682"/>
                    <a:pt x="529" y="682"/>
                  </a:cubicBezTo>
                  <a:cubicBezTo>
                    <a:pt x="526" y="682"/>
                    <a:pt x="526" y="682"/>
                    <a:pt x="526" y="682"/>
                  </a:cubicBezTo>
                  <a:cubicBezTo>
                    <a:pt x="526" y="682"/>
                    <a:pt x="526" y="682"/>
                    <a:pt x="526" y="682"/>
                  </a:cubicBezTo>
                  <a:cubicBezTo>
                    <a:pt x="523" y="684"/>
                    <a:pt x="523" y="684"/>
                    <a:pt x="523" y="684"/>
                  </a:cubicBezTo>
                  <a:cubicBezTo>
                    <a:pt x="523" y="684"/>
                    <a:pt x="523" y="684"/>
                    <a:pt x="523" y="684"/>
                  </a:cubicBezTo>
                  <a:cubicBezTo>
                    <a:pt x="520" y="685"/>
                    <a:pt x="520" y="685"/>
                    <a:pt x="520" y="685"/>
                  </a:cubicBezTo>
                  <a:cubicBezTo>
                    <a:pt x="520" y="685"/>
                    <a:pt x="520" y="685"/>
                    <a:pt x="520" y="685"/>
                  </a:cubicBezTo>
                  <a:cubicBezTo>
                    <a:pt x="517" y="686"/>
                    <a:pt x="517" y="686"/>
                    <a:pt x="517" y="686"/>
                  </a:cubicBezTo>
                  <a:cubicBezTo>
                    <a:pt x="517" y="686"/>
                    <a:pt x="517" y="686"/>
                    <a:pt x="517" y="686"/>
                  </a:cubicBezTo>
                  <a:cubicBezTo>
                    <a:pt x="514" y="688"/>
                    <a:pt x="514" y="688"/>
                    <a:pt x="514" y="688"/>
                  </a:cubicBezTo>
                  <a:cubicBezTo>
                    <a:pt x="514" y="688"/>
                    <a:pt x="514" y="688"/>
                    <a:pt x="514" y="688"/>
                  </a:cubicBezTo>
                  <a:cubicBezTo>
                    <a:pt x="511" y="689"/>
                    <a:pt x="511" y="689"/>
                    <a:pt x="511" y="689"/>
                  </a:cubicBezTo>
                  <a:cubicBezTo>
                    <a:pt x="511" y="689"/>
                    <a:pt x="511" y="689"/>
                    <a:pt x="511" y="689"/>
                  </a:cubicBezTo>
                  <a:cubicBezTo>
                    <a:pt x="508" y="690"/>
                    <a:pt x="508" y="690"/>
                    <a:pt x="508" y="690"/>
                  </a:cubicBezTo>
                  <a:cubicBezTo>
                    <a:pt x="508" y="690"/>
                    <a:pt x="508" y="690"/>
                    <a:pt x="508" y="690"/>
                  </a:cubicBezTo>
                  <a:cubicBezTo>
                    <a:pt x="501" y="694"/>
                    <a:pt x="501" y="694"/>
                    <a:pt x="501" y="694"/>
                  </a:cubicBezTo>
                  <a:cubicBezTo>
                    <a:pt x="501" y="694"/>
                    <a:pt x="501" y="694"/>
                    <a:pt x="501" y="694"/>
                  </a:cubicBezTo>
                  <a:cubicBezTo>
                    <a:pt x="500" y="694"/>
                    <a:pt x="500" y="694"/>
                    <a:pt x="500" y="694"/>
                  </a:cubicBezTo>
                  <a:cubicBezTo>
                    <a:pt x="500" y="694"/>
                    <a:pt x="500" y="694"/>
                    <a:pt x="500" y="694"/>
                  </a:cubicBezTo>
                  <a:cubicBezTo>
                    <a:pt x="499" y="695"/>
                    <a:pt x="499" y="695"/>
                    <a:pt x="499" y="695"/>
                  </a:cubicBezTo>
                  <a:cubicBezTo>
                    <a:pt x="499" y="695"/>
                    <a:pt x="499" y="695"/>
                    <a:pt x="499" y="695"/>
                  </a:cubicBezTo>
                  <a:cubicBezTo>
                    <a:pt x="498" y="695"/>
                    <a:pt x="498" y="695"/>
                    <a:pt x="498" y="695"/>
                  </a:cubicBezTo>
                  <a:cubicBezTo>
                    <a:pt x="498" y="695"/>
                    <a:pt x="498" y="695"/>
                    <a:pt x="498" y="695"/>
                  </a:cubicBezTo>
                  <a:cubicBezTo>
                    <a:pt x="498" y="695"/>
                    <a:pt x="498" y="695"/>
                    <a:pt x="498" y="695"/>
                  </a:cubicBezTo>
                  <a:cubicBezTo>
                    <a:pt x="498" y="695"/>
                    <a:pt x="498" y="695"/>
                    <a:pt x="498" y="695"/>
                  </a:cubicBezTo>
                  <a:cubicBezTo>
                    <a:pt x="497" y="696"/>
                    <a:pt x="497" y="696"/>
                    <a:pt x="497" y="696"/>
                  </a:cubicBezTo>
                  <a:cubicBezTo>
                    <a:pt x="497" y="696"/>
                    <a:pt x="497" y="696"/>
                    <a:pt x="497" y="696"/>
                  </a:cubicBezTo>
                  <a:cubicBezTo>
                    <a:pt x="496" y="696"/>
                    <a:pt x="496" y="696"/>
                    <a:pt x="496" y="696"/>
                  </a:cubicBezTo>
                  <a:cubicBezTo>
                    <a:pt x="496" y="696"/>
                    <a:pt x="496" y="696"/>
                    <a:pt x="496" y="696"/>
                  </a:cubicBezTo>
                  <a:cubicBezTo>
                    <a:pt x="495" y="696"/>
                    <a:pt x="495" y="696"/>
                    <a:pt x="495" y="696"/>
                  </a:cubicBezTo>
                  <a:cubicBezTo>
                    <a:pt x="495" y="696"/>
                    <a:pt x="495" y="696"/>
                    <a:pt x="495" y="696"/>
                  </a:cubicBezTo>
                  <a:cubicBezTo>
                    <a:pt x="494" y="695"/>
                    <a:pt x="494" y="695"/>
                    <a:pt x="494" y="695"/>
                  </a:cubicBezTo>
                  <a:cubicBezTo>
                    <a:pt x="494" y="695"/>
                    <a:pt x="494" y="695"/>
                    <a:pt x="494" y="695"/>
                  </a:cubicBezTo>
                  <a:cubicBezTo>
                    <a:pt x="487" y="690"/>
                    <a:pt x="487" y="690"/>
                    <a:pt x="487" y="690"/>
                  </a:cubicBezTo>
                  <a:cubicBezTo>
                    <a:pt x="487" y="690"/>
                    <a:pt x="487" y="690"/>
                    <a:pt x="487" y="690"/>
                  </a:cubicBezTo>
                  <a:cubicBezTo>
                    <a:pt x="490" y="690"/>
                    <a:pt x="490" y="690"/>
                    <a:pt x="490" y="690"/>
                  </a:cubicBezTo>
                  <a:cubicBezTo>
                    <a:pt x="490" y="690"/>
                    <a:pt x="490" y="690"/>
                    <a:pt x="490" y="690"/>
                  </a:cubicBezTo>
                  <a:cubicBezTo>
                    <a:pt x="493" y="689"/>
                    <a:pt x="493" y="689"/>
                    <a:pt x="493" y="689"/>
                  </a:cubicBezTo>
                  <a:cubicBezTo>
                    <a:pt x="493" y="689"/>
                    <a:pt x="493" y="689"/>
                    <a:pt x="493" y="689"/>
                  </a:cubicBezTo>
                  <a:cubicBezTo>
                    <a:pt x="496" y="688"/>
                    <a:pt x="496" y="688"/>
                    <a:pt x="496" y="688"/>
                  </a:cubicBezTo>
                  <a:cubicBezTo>
                    <a:pt x="496" y="688"/>
                    <a:pt x="496" y="688"/>
                    <a:pt x="496" y="688"/>
                  </a:cubicBezTo>
                  <a:cubicBezTo>
                    <a:pt x="499" y="686"/>
                    <a:pt x="499" y="686"/>
                    <a:pt x="499" y="686"/>
                  </a:cubicBezTo>
                  <a:cubicBezTo>
                    <a:pt x="499" y="686"/>
                    <a:pt x="499" y="686"/>
                    <a:pt x="499" y="686"/>
                  </a:cubicBezTo>
                  <a:cubicBezTo>
                    <a:pt x="502" y="685"/>
                    <a:pt x="502" y="685"/>
                    <a:pt x="502" y="685"/>
                  </a:cubicBezTo>
                  <a:cubicBezTo>
                    <a:pt x="502" y="685"/>
                    <a:pt x="502" y="685"/>
                    <a:pt x="502" y="685"/>
                  </a:cubicBezTo>
                  <a:cubicBezTo>
                    <a:pt x="506" y="684"/>
                    <a:pt x="506" y="684"/>
                    <a:pt x="506" y="684"/>
                  </a:cubicBezTo>
                  <a:cubicBezTo>
                    <a:pt x="506" y="684"/>
                    <a:pt x="506" y="684"/>
                    <a:pt x="506" y="684"/>
                  </a:cubicBezTo>
                  <a:cubicBezTo>
                    <a:pt x="509" y="683"/>
                    <a:pt x="509" y="683"/>
                    <a:pt x="509" y="683"/>
                  </a:cubicBezTo>
                  <a:cubicBezTo>
                    <a:pt x="509" y="683"/>
                    <a:pt x="509" y="683"/>
                    <a:pt x="509" y="683"/>
                  </a:cubicBezTo>
                  <a:cubicBezTo>
                    <a:pt x="512" y="683"/>
                    <a:pt x="512" y="683"/>
                    <a:pt x="512" y="683"/>
                  </a:cubicBezTo>
                  <a:cubicBezTo>
                    <a:pt x="512" y="683"/>
                    <a:pt x="512" y="683"/>
                    <a:pt x="512" y="683"/>
                  </a:cubicBezTo>
                  <a:cubicBezTo>
                    <a:pt x="522" y="679"/>
                    <a:pt x="522" y="679"/>
                    <a:pt x="522" y="679"/>
                  </a:cubicBezTo>
                  <a:cubicBezTo>
                    <a:pt x="522" y="679"/>
                    <a:pt x="522" y="679"/>
                    <a:pt x="522" y="679"/>
                  </a:cubicBezTo>
                  <a:cubicBezTo>
                    <a:pt x="533" y="677"/>
                    <a:pt x="533" y="677"/>
                    <a:pt x="533" y="677"/>
                  </a:cubicBezTo>
                  <a:cubicBezTo>
                    <a:pt x="533" y="677"/>
                    <a:pt x="533" y="677"/>
                    <a:pt x="533" y="677"/>
                  </a:cubicBezTo>
                  <a:cubicBezTo>
                    <a:pt x="534" y="674"/>
                    <a:pt x="534" y="674"/>
                    <a:pt x="534" y="674"/>
                  </a:cubicBezTo>
                  <a:cubicBezTo>
                    <a:pt x="534" y="674"/>
                    <a:pt x="534" y="674"/>
                    <a:pt x="534" y="674"/>
                  </a:cubicBezTo>
                  <a:cubicBezTo>
                    <a:pt x="536" y="671"/>
                    <a:pt x="536" y="671"/>
                    <a:pt x="536" y="671"/>
                  </a:cubicBezTo>
                  <a:cubicBezTo>
                    <a:pt x="536" y="671"/>
                    <a:pt x="536" y="671"/>
                    <a:pt x="536" y="671"/>
                  </a:cubicBezTo>
                  <a:cubicBezTo>
                    <a:pt x="536" y="668"/>
                    <a:pt x="536" y="668"/>
                    <a:pt x="536" y="668"/>
                  </a:cubicBezTo>
                  <a:cubicBezTo>
                    <a:pt x="536" y="668"/>
                    <a:pt x="536" y="668"/>
                    <a:pt x="536" y="668"/>
                  </a:cubicBezTo>
                  <a:cubicBezTo>
                    <a:pt x="536" y="664"/>
                    <a:pt x="536" y="664"/>
                    <a:pt x="536" y="664"/>
                  </a:cubicBezTo>
                  <a:cubicBezTo>
                    <a:pt x="536" y="664"/>
                    <a:pt x="536" y="664"/>
                    <a:pt x="536" y="664"/>
                  </a:cubicBezTo>
                  <a:cubicBezTo>
                    <a:pt x="536" y="661"/>
                    <a:pt x="536" y="661"/>
                    <a:pt x="536" y="661"/>
                  </a:cubicBezTo>
                  <a:cubicBezTo>
                    <a:pt x="536" y="661"/>
                    <a:pt x="536" y="661"/>
                    <a:pt x="536" y="661"/>
                  </a:cubicBezTo>
                  <a:cubicBezTo>
                    <a:pt x="536" y="657"/>
                    <a:pt x="536" y="657"/>
                    <a:pt x="536" y="657"/>
                  </a:cubicBezTo>
                  <a:cubicBezTo>
                    <a:pt x="536" y="657"/>
                    <a:pt x="536" y="657"/>
                    <a:pt x="536" y="657"/>
                  </a:cubicBezTo>
                  <a:cubicBezTo>
                    <a:pt x="536" y="654"/>
                    <a:pt x="536" y="654"/>
                    <a:pt x="536" y="654"/>
                  </a:cubicBezTo>
                  <a:cubicBezTo>
                    <a:pt x="536" y="654"/>
                    <a:pt x="536" y="654"/>
                    <a:pt x="536" y="654"/>
                  </a:cubicBezTo>
                  <a:cubicBezTo>
                    <a:pt x="536" y="650"/>
                    <a:pt x="536" y="650"/>
                    <a:pt x="535" y="647"/>
                  </a:cubicBezTo>
                  <a:cubicBezTo>
                    <a:pt x="535" y="647"/>
                    <a:pt x="535" y="647"/>
                    <a:pt x="535" y="647"/>
                  </a:cubicBezTo>
                  <a:cubicBezTo>
                    <a:pt x="535" y="645"/>
                    <a:pt x="534" y="644"/>
                    <a:pt x="534" y="643"/>
                  </a:cubicBezTo>
                  <a:cubicBezTo>
                    <a:pt x="534" y="643"/>
                    <a:pt x="534" y="643"/>
                    <a:pt x="534" y="643"/>
                  </a:cubicBezTo>
                  <a:cubicBezTo>
                    <a:pt x="534" y="641"/>
                    <a:pt x="534" y="641"/>
                    <a:pt x="534" y="641"/>
                  </a:cubicBezTo>
                  <a:cubicBezTo>
                    <a:pt x="534" y="641"/>
                    <a:pt x="534" y="641"/>
                    <a:pt x="534" y="641"/>
                  </a:cubicBezTo>
                  <a:cubicBezTo>
                    <a:pt x="533" y="639"/>
                    <a:pt x="533" y="639"/>
                    <a:pt x="533" y="639"/>
                  </a:cubicBezTo>
                  <a:cubicBezTo>
                    <a:pt x="533" y="639"/>
                    <a:pt x="533" y="639"/>
                    <a:pt x="533" y="639"/>
                  </a:cubicBezTo>
                  <a:cubicBezTo>
                    <a:pt x="532" y="637"/>
                    <a:pt x="532" y="637"/>
                    <a:pt x="532" y="637"/>
                  </a:cubicBezTo>
                  <a:cubicBezTo>
                    <a:pt x="532" y="637"/>
                    <a:pt x="532" y="637"/>
                    <a:pt x="532" y="637"/>
                  </a:cubicBezTo>
                  <a:cubicBezTo>
                    <a:pt x="531" y="635"/>
                    <a:pt x="531" y="635"/>
                    <a:pt x="531" y="635"/>
                  </a:cubicBezTo>
                  <a:cubicBezTo>
                    <a:pt x="531" y="635"/>
                    <a:pt x="531" y="635"/>
                    <a:pt x="531" y="635"/>
                  </a:cubicBezTo>
                  <a:cubicBezTo>
                    <a:pt x="531" y="635"/>
                    <a:pt x="531" y="635"/>
                    <a:pt x="531" y="635"/>
                  </a:cubicBezTo>
                  <a:cubicBezTo>
                    <a:pt x="531" y="635"/>
                    <a:pt x="531" y="635"/>
                    <a:pt x="531" y="635"/>
                  </a:cubicBezTo>
                  <a:cubicBezTo>
                    <a:pt x="531" y="635"/>
                    <a:pt x="531" y="635"/>
                    <a:pt x="531" y="635"/>
                  </a:cubicBezTo>
                  <a:cubicBezTo>
                    <a:pt x="531" y="635"/>
                    <a:pt x="531" y="635"/>
                    <a:pt x="531" y="635"/>
                  </a:cubicBezTo>
                  <a:cubicBezTo>
                    <a:pt x="532" y="635"/>
                    <a:pt x="532" y="635"/>
                    <a:pt x="532" y="635"/>
                  </a:cubicBezTo>
                  <a:cubicBezTo>
                    <a:pt x="532" y="635"/>
                    <a:pt x="532" y="635"/>
                    <a:pt x="532" y="635"/>
                  </a:cubicBezTo>
                  <a:cubicBezTo>
                    <a:pt x="533" y="635"/>
                    <a:pt x="533" y="635"/>
                    <a:pt x="533" y="635"/>
                  </a:cubicBezTo>
                  <a:cubicBezTo>
                    <a:pt x="533" y="635"/>
                    <a:pt x="533" y="635"/>
                    <a:pt x="533" y="635"/>
                  </a:cubicBezTo>
                  <a:cubicBezTo>
                    <a:pt x="533" y="635"/>
                    <a:pt x="533" y="635"/>
                    <a:pt x="533" y="635"/>
                  </a:cubicBezTo>
                  <a:cubicBezTo>
                    <a:pt x="533" y="635"/>
                    <a:pt x="533" y="635"/>
                    <a:pt x="533" y="635"/>
                  </a:cubicBezTo>
                  <a:cubicBezTo>
                    <a:pt x="534" y="635"/>
                    <a:pt x="534" y="635"/>
                    <a:pt x="534" y="635"/>
                  </a:cubicBezTo>
                  <a:cubicBezTo>
                    <a:pt x="534" y="635"/>
                    <a:pt x="534" y="635"/>
                    <a:pt x="534" y="635"/>
                  </a:cubicBezTo>
                  <a:cubicBezTo>
                    <a:pt x="534" y="635"/>
                    <a:pt x="534" y="635"/>
                    <a:pt x="534" y="635"/>
                  </a:cubicBezTo>
                  <a:cubicBezTo>
                    <a:pt x="534" y="635"/>
                    <a:pt x="534" y="635"/>
                    <a:pt x="534" y="635"/>
                  </a:cubicBezTo>
                  <a:cubicBezTo>
                    <a:pt x="536" y="637"/>
                    <a:pt x="536" y="637"/>
                    <a:pt x="536" y="637"/>
                  </a:cubicBezTo>
                  <a:cubicBezTo>
                    <a:pt x="536" y="637"/>
                    <a:pt x="536" y="637"/>
                    <a:pt x="536" y="637"/>
                  </a:cubicBezTo>
                  <a:cubicBezTo>
                    <a:pt x="538" y="638"/>
                    <a:pt x="538" y="638"/>
                    <a:pt x="538" y="638"/>
                  </a:cubicBezTo>
                  <a:cubicBezTo>
                    <a:pt x="538" y="638"/>
                    <a:pt x="538" y="638"/>
                    <a:pt x="538" y="638"/>
                  </a:cubicBezTo>
                  <a:cubicBezTo>
                    <a:pt x="540" y="640"/>
                    <a:pt x="540" y="640"/>
                    <a:pt x="540" y="640"/>
                  </a:cubicBezTo>
                  <a:cubicBezTo>
                    <a:pt x="540" y="640"/>
                    <a:pt x="540" y="640"/>
                    <a:pt x="540" y="640"/>
                  </a:cubicBezTo>
                  <a:cubicBezTo>
                    <a:pt x="541" y="641"/>
                    <a:pt x="541" y="641"/>
                    <a:pt x="541" y="641"/>
                  </a:cubicBezTo>
                  <a:cubicBezTo>
                    <a:pt x="541" y="641"/>
                    <a:pt x="541" y="641"/>
                    <a:pt x="541" y="641"/>
                  </a:cubicBezTo>
                  <a:cubicBezTo>
                    <a:pt x="542" y="642"/>
                    <a:pt x="542" y="642"/>
                    <a:pt x="543" y="643"/>
                  </a:cubicBezTo>
                  <a:cubicBezTo>
                    <a:pt x="543" y="643"/>
                    <a:pt x="543" y="643"/>
                    <a:pt x="543" y="643"/>
                  </a:cubicBezTo>
                  <a:cubicBezTo>
                    <a:pt x="544" y="645"/>
                    <a:pt x="544" y="645"/>
                    <a:pt x="544" y="647"/>
                  </a:cubicBezTo>
                  <a:cubicBezTo>
                    <a:pt x="544" y="647"/>
                    <a:pt x="544" y="647"/>
                    <a:pt x="544" y="647"/>
                  </a:cubicBezTo>
                  <a:cubicBezTo>
                    <a:pt x="544" y="648"/>
                    <a:pt x="544" y="648"/>
                    <a:pt x="544" y="649"/>
                  </a:cubicBezTo>
                  <a:cubicBezTo>
                    <a:pt x="544" y="649"/>
                    <a:pt x="544" y="649"/>
                    <a:pt x="544" y="649"/>
                  </a:cubicBezTo>
                  <a:cubicBezTo>
                    <a:pt x="539" y="675"/>
                    <a:pt x="539" y="675"/>
                    <a:pt x="539" y="675"/>
                  </a:cubicBezTo>
                  <a:cubicBezTo>
                    <a:pt x="540" y="675"/>
                    <a:pt x="540" y="675"/>
                    <a:pt x="540" y="675"/>
                  </a:cubicBezTo>
                  <a:cubicBezTo>
                    <a:pt x="543" y="674"/>
                    <a:pt x="543" y="674"/>
                    <a:pt x="543" y="674"/>
                  </a:cubicBezTo>
                  <a:cubicBezTo>
                    <a:pt x="543" y="674"/>
                    <a:pt x="543" y="674"/>
                    <a:pt x="543" y="674"/>
                  </a:cubicBezTo>
                  <a:cubicBezTo>
                    <a:pt x="545" y="674"/>
                    <a:pt x="545" y="674"/>
                    <a:pt x="545" y="674"/>
                  </a:cubicBezTo>
                  <a:cubicBezTo>
                    <a:pt x="545" y="674"/>
                    <a:pt x="545" y="674"/>
                    <a:pt x="545" y="674"/>
                  </a:cubicBezTo>
                  <a:cubicBezTo>
                    <a:pt x="548" y="672"/>
                    <a:pt x="548" y="672"/>
                    <a:pt x="548" y="672"/>
                  </a:cubicBezTo>
                  <a:cubicBezTo>
                    <a:pt x="548" y="672"/>
                    <a:pt x="548" y="672"/>
                    <a:pt x="548" y="672"/>
                  </a:cubicBezTo>
                  <a:cubicBezTo>
                    <a:pt x="551" y="671"/>
                    <a:pt x="551" y="671"/>
                    <a:pt x="551" y="671"/>
                  </a:cubicBezTo>
                  <a:cubicBezTo>
                    <a:pt x="551" y="671"/>
                    <a:pt x="551" y="671"/>
                    <a:pt x="551" y="671"/>
                  </a:cubicBezTo>
                  <a:cubicBezTo>
                    <a:pt x="553" y="670"/>
                    <a:pt x="553" y="670"/>
                    <a:pt x="553" y="670"/>
                  </a:cubicBezTo>
                  <a:cubicBezTo>
                    <a:pt x="553" y="670"/>
                    <a:pt x="553" y="670"/>
                    <a:pt x="553" y="670"/>
                  </a:cubicBezTo>
                  <a:cubicBezTo>
                    <a:pt x="555" y="668"/>
                    <a:pt x="555" y="668"/>
                    <a:pt x="555" y="668"/>
                  </a:cubicBezTo>
                  <a:cubicBezTo>
                    <a:pt x="555" y="668"/>
                    <a:pt x="555" y="668"/>
                    <a:pt x="555" y="668"/>
                  </a:cubicBezTo>
                  <a:cubicBezTo>
                    <a:pt x="557" y="666"/>
                    <a:pt x="557" y="666"/>
                    <a:pt x="557" y="666"/>
                  </a:cubicBezTo>
                  <a:cubicBezTo>
                    <a:pt x="557" y="666"/>
                    <a:pt x="557" y="666"/>
                    <a:pt x="557" y="666"/>
                  </a:cubicBezTo>
                  <a:cubicBezTo>
                    <a:pt x="559" y="664"/>
                    <a:pt x="559" y="664"/>
                    <a:pt x="559" y="664"/>
                  </a:cubicBezTo>
                  <a:cubicBezTo>
                    <a:pt x="559" y="664"/>
                    <a:pt x="559" y="664"/>
                    <a:pt x="559" y="664"/>
                  </a:cubicBezTo>
                  <a:cubicBezTo>
                    <a:pt x="560" y="665"/>
                    <a:pt x="560" y="665"/>
                    <a:pt x="560" y="665"/>
                  </a:cubicBezTo>
                  <a:cubicBezTo>
                    <a:pt x="560" y="665"/>
                    <a:pt x="560" y="665"/>
                    <a:pt x="560" y="665"/>
                  </a:cubicBezTo>
                  <a:cubicBezTo>
                    <a:pt x="561" y="665"/>
                    <a:pt x="561" y="665"/>
                    <a:pt x="561" y="665"/>
                  </a:cubicBezTo>
                  <a:cubicBezTo>
                    <a:pt x="561" y="665"/>
                    <a:pt x="561" y="665"/>
                    <a:pt x="561" y="665"/>
                  </a:cubicBezTo>
                  <a:cubicBezTo>
                    <a:pt x="561" y="665"/>
                    <a:pt x="561" y="665"/>
                    <a:pt x="561" y="665"/>
                  </a:cubicBezTo>
                  <a:cubicBezTo>
                    <a:pt x="561" y="665"/>
                    <a:pt x="561" y="665"/>
                    <a:pt x="561" y="665"/>
                  </a:cubicBezTo>
                  <a:cubicBezTo>
                    <a:pt x="562" y="665"/>
                    <a:pt x="562" y="665"/>
                    <a:pt x="562" y="665"/>
                  </a:cubicBezTo>
                  <a:cubicBezTo>
                    <a:pt x="562" y="665"/>
                    <a:pt x="562" y="665"/>
                    <a:pt x="562" y="665"/>
                  </a:cubicBezTo>
                  <a:cubicBezTo>
                    <a:pt x="563" y="666"/>
                    <a:pt x="563" y="666"/>
                    <a:pt x="563" y="666"/>
                  </a:cubicBezTo>
                  <a:cubicBezTo>
                    <a:pt x="563" y="666"/>
                    <a:pt x="563" y="666"/>
                    <a:pt x="563" y="666"/>
                  </a:cubicBezTo>
                  <a:cubicBezTo>
                    <a:pt x="564" y="666"/>
                    <a:pt x="564" y="666"/>
                    <a:pt x="564" y="666"/>
                  </a:cubicBezTo>
                  <a:cubicBezTo>
                    <a:pt x="564" y="666"/>
                    <a:pt x="564" y="666"/>
                    <a:pt x="564" y="666"/>
                  </a:cubicBezTo>
                  <a:cubicBezTo>
                    <a:pt x="564" y="667"/>
                    <a:pt x="564" y="667"/>
                    <a:pt x="564" y="667"/>
                  </a:cubicBezTo>
                  <a:cubicBezTo>
                    <a:pt x="564" y="667"/>
                    <a:pt x="564" y="667"/>
                    <a:pt x="564" y="667"/>
                  </a:cubicBezTo>
                  <a:cubicBezTo>
                    <a:pt x="565" y="667"/>
                    <a:pt x="565" y="667"/>
                    <a:pt x="565" y="667"/>
                  </a:cubicBezTo>
                  <a:cubicBezTo>
                    <a:pt x="565" y="667"/>
                    <a:pt x="565" y="667"/>
                    <a:pt x="565" y="667"/>
                  </a:cubicBezTo>
                  <a:cubicBezTo>
                    <a:pt x="547" y="676"/>
                    <a:pt x="547" y="676"/>
                    <a:pt x="547" y="676"/>
                  </a:cubicBezTo>
                  <a:cubicBezTo>
                    <a:pt x="547" y="676"/>
                    <a:pt x="547" y="676"/>
                    <a:pt x="547" y="676"/>
                  </a:cubicBezTo>
                  <a:cubicBezTo>
                    <a:pt x="546" y="676"/>
                    <a:pt x="546" y="676"/>
                    <a:pt x="546" y="676"/>
                  </a:cubicBezTo>
                  <a:cubicBezTo>
                    <a:pt x="546" y="676"/>
                    <a:pt x="546" y="676"/>
                    <a:pt x="546" y="676"/>
                  </a:cubicBezTo>
                  <a:cubicBezTo>
                    <a:pt x="545" y="676"/>
                    <a:pt x="545" y="676"/>
                    <a:pt x="545" y="676"/>
                  </a:cubicBezTo>
                  <a:cubicBezTo>
                    <a:pt x="545" y="676"/>
                    <a:pt x="545" y="676"/>
                    <a:pt x="545" y="676"/>
                  </a:cubicBezTo>
                  <a:cubicBezTo>
                    <a:pt x="545" y="676"/>
                    <a:pt x="545" y="676"/>
                    <a:pt x="545" y="676"/>
                  </a:cubicBezTo>
                  <a:cubicBezTo>
                    <a:pt x="545" y="676"/>
                    <a:pt x="545" y="676"/>
                    <a:pt x="545" y="676"/>
                  </a:cubicBezTo>
                  <a:cubicBezTo>
                    <a:pt x="544" y="676"/>
                    <a:pt x="544" y="676"/>
                    <a:pt x="544" y="676"/>
                  </a:cubicBezTo>
                  <a:cubicBezTo>
                    <a:pt x="544" y="676"/>
                    <a:pt x="544" y="676"/>
                    <a:pt x="544" y="676"/>
                  </a:cubicBezTo>
                  <a:cubicBezTo>
                    <a:pt x="544" y="677"/>
                    <a:pt x="544" y="677"/>
                    <a:pt x="544" y="677"/>
                  </a:cubicBezTo>
                  <a:cubicBezTo>
                    <a:pt x="544" y="677"/>
                    <a:pt x="544" y="677"/>
                    <a:pt x="544" y="677"/>
                  </a:cubicBezTo>
                  <a:cubicBezTo>
                    <a:pt x="543" y="677"/>
                    <a:pt x="543" y="677"/>
                    <a:pt x="543" y="677"/>
                  </a:cubicBezTo>
                  <a:cubicBezTo>
                    <a:pt x="543" y="677"/>
                    <a:pt x="543" y="677"/>
                    <a:pt x="543" y="677"/>
                  </a:cubicBezTo>
                  <a:cubicBezTo>
                    <a:pt x="543" y="677"/>
                    <a:pt x="543" y="677"/>
                    <a:pt x="543" y="677"/>
                  </a:cubicBezTo>
                  <a:cubicBezTo>
                    <a:pt x="543" y="677"/>
                    <a:pt x="543" y="677"/>
                    <a:pt x="543" y="677"/>
                  </a:cubicBezTo>
                  <a:cubicBezTo>
                    <a:pt x="543" y="677"/>
                    <a:pt x="543" y="677"/>
                    <a:pt x="543" y="677"/>
                  </a:cubicBezTo>
                  <a:cubicBezTo>
                    <a:pt x="543" y="677"/>
                    <a:pt x="543" y="677"/>
                    <a:pt x="543" y="677"/>
                  </a:cubicBezTo>
                  <a:cubicBezTo>
                    <a:pt x="542" y="678"/>
                    <a:pt x="542" y="678"/>
                    <a:pt x="542" y="678"/>
                  </a:cubicBezTo>
                  <a:cubicBezTo>
                    <a:pt x="542" y="678"/>
                    <a:pt x="542" y="678"/>
                    <a:pt x="542" y="678"/>
                  </a:cubicBezTo>
                  <a:cubicBezTo>
                    <a:pt x="542" y="678"/>
                    <a:pt x="542" y="678"/>
                    <a:pt x="542" y="678"/>
                  </a:cubicBezTo>
                  <a:cubicBezTo>
                    <a:pt x="542" y="678"/>
                    <a:pt x="542" y="678"/>
                    <a:pt x="542" y="678"/>
                  </a:cubicBezTo>
                  <a:cubicBezTo>
                    <a:pt x="541" y="678"/>
                    <a:pt x="541" y="678"/>
                    <a:pt x="541" y="678"/>
                  </a:cubicBezTo>
                  <a:cubicBezTo>
                    <a:pt x="541" y="678"/>
                    <a:pt x="541" y="678"/>
                    <a:pt x="541" y="678"/>
                  </a:cubicBezTo>
                  <a:cubicBezTo>
                    <a:pt x="540" y="678"/>
                    <a:pt x="540" y="678"/>
                    <a:pt x="540" y="678"/>
                  </a:cubicBezTo>
                  <a:cubicBezTo>
                    <a:pt x="540" y="678"/>
                    <a:pt x="540" y="678"/>
                    <a:pt x="540" y="678"/>
                  </a:cubicBezTo>
                  <a:cubicBezTo>
                    <a:pt x="540" y="679"/>
                    <a:pt x="540" y="679"/>
                    <a:pt x="540" y="679"/>
                  </a:cubicBezTo>
                  <a:cubicBezTo>
                    <a:pt x="540" y="679"/>
                    <a:pt x="540" y="679"/>
                    <a:pt x="540" y="679"/>
                  </a:cubicBezTo>
                  <a:cubicBezTo>
                    <a:pt x="539" y="679"/>
                    <a:pt x="539" y="679"/>
                    <a:pt x="539" y="679"/>
                  </a:cubicBezTo>
                  <a:cubicBezTo>
                    <a:pt x="539" y="679"/>
                    <a:pt x="539" y="679"/>
                    <a:pt x="539" y="679"/>
                  </a:cubicBezTo>
                  <a:cubicBezTo>
                    <a:pt x="539" y="679"/>
                    <a:pt x="539" y="679"/>
                    <a:pt x="539" y="679"/>
                  </a:cubicBezTo>
                  <a:cubicBezTo>
                    <a:pt x="539" y="679"/>
                    <a:pt x="539" y="679"/>
                    <a:pt x="539" y="679"/>
                  </a:cubicBezTo>
                  <a:cubicBezTo>
                    <a:pt x="538" y="679"/>
                    <a:pt x="538" y="679"/>
                    <a:pt x="538" y="679"/>
                  </a:cubicBezTo>
                  <a:cubicBezTo>
                    <a:pt x="538" y="679"/>
                    <a:pt x="538" y="679"/>
                    <a:pt x="538" y="679"/>
                  </a:cubicBezTo>
                  <a:cubicBezTo>
                    <a:pt x="535" y="690"/>
                    <a:pt x="535" y="690"/>
                    <a:pt x="535" y="690"/>
                  </a:cubicBezTo>
                  <a:cubicBezTo>
                    <a:pt x="535" y="690"/>
                    <a:pt x="535" y="690"/>
                    <a:pt x="535" y="690"/>
                  </a:cubicBezTo>
                  <a:cubicBezTo>
                    <a:pt x="531" y="698"/>
                    <a:pt x="531" y="698"/>
                    <a:pt x="531" y="698"/>
                  </a:cubicBezTo>
                  <a:cubicBezTo>
                    <a:pt x="531" y="698"/>
                    <a:pt x="531" y="698"/>
                    <a:pt x="531" y="698"/>
                  </a:cubicBezTo>
                  <a:cubicBezTo>
                    <a:pt x="530" y="699"/>
                    <a:pt x="530" y="699"/>
                    <a:pt x="530" y="699"/>
                  </a:cubicBezTo>
                  <a:cubicBezTo>
                    <a:pt x="530" y="699"/>
                    <a:pt x="530" y="699"/>
                    <a:pt x="530" y="699"/>
                  </a:cubicBezTo>
                  <a:cubicBezTo>
                    <a:pt x="529" y="700"/>
                    <a:pt x="529" y="700"/>
                    <a:pt x="529" y="700"/>
                  </a:cubicBezTo>
                  <a:cubicBezTo>
                    <a:pt x="529" y="700"/>
                    <a:pt x="529" y="700"/>
                    <a:pt x="529" y="700"/>
                  </a:cubicBezTo>
                  <a:cubicBezTo>
                    <a:pt x="528" y="701"/>
                    <a:pt x="528" y="701"/>
                    <a:pt x="528" y="701"/>
                  </a:cubicBezTo>
                  <a:cubicBezTo>
                    <a:pt x="528" y="701"/>
                    <a:pt x="528" y="701"/>
                    <a:pt x="528" y="701"/>
                  </a:cubicBezTo>
                  <a:cubicBezTo>
                    <a:pt x="527" y="702"/>
                    <a:pt x="527" y="702"/>
                    <a:pt x="527" y="702"/>
                  </a:cubicBezTo>
                  <a:cubicBezTo>
                    <a:pt x="527" y="702"/>
                    <a:pt x="527" y="702"/>
                    <a:pt x="527" y="702"/>
                  </a:cubicBezTo>
                  <a:cubicBezTo>
                    <a:pt x="526" y="703"/>
                    <a:pt x="526" y="703"/>
                    <a:pt x="526" y="703"/>
                  </a:cubicBezTo>
                  <a:cubicBezTo>
                    <a:pt x="526" y="703"/>
                    <a:pt x="526" y="703"/>
                    <a:pt x="526" y="703"/>
                  </a:cubicBezTo>
                  <a:cubicBezTo>
                    <a:pt x="525" y="704"/>
                    <a:pt x="525" y="704"/>
                    <a:pt x="525" y="704"/>
                  </a:cubicBezTo>
                  <a:cubicBezTo>
                    <a:pt x="525" y="704"/>
                    <a:pt x="525" y="704"/>
                    <a:pt x="525" y="704"/>
                  </a:cubicBezTo>
                  <a:cubicBezTo>
                    <a:pt x="523" y="705"/>
                    <a:pt x="523" y="705"/>
                    <a:pt x="523" y="705"/>
                  </a:cubicBezTo>
                  <a:cubicBezTo>
                    <a:pt x="523" y="705"/>
                    <a:pt x="523" y="705"/>
                    <a:pt x="523" y="705"/>
                  </a:cubicBezTo>
                  <a:cubicBezTo>
                    <a:pt x="521" y="705"/>
                    <a:pt x="521" y="705"/>
                    <a:pt x="521" y="705"/>
                  </a:cubicBezTo>
                  <a:cubicBezTo>
                    <a:pt x="521" y="705"/>
                    <a:pt x="521" y="705"/>
                    <a:pt x="521" y="705"/>
                  </a:cubicBezTo>
                  <a:cubicBezTo>
                    <a:pt x="515" y="708"/>
                    <a:pt x="515" y="708"/>
                    <a:pt x="515" y="708"/>
                  </a:cubicBezTo>
                  <a:cubicBezTo>
                    <a:pt x="515" y="708"/>
                    <a:pt x="515" y="708"/>
                    <a:pt x="515" y="708"/>
                  </a:cubicBezTo>
                  <a:cubicBezTo>
                    <a:pt x="515" y="709"/>
                    <a:pt x="515" y="709"/>
                    <a:pt x="515" y="709"/>
                  </a:cubicBezTo>
                  <a:cubicBezTo>
                    <a:pt x="515" y="709"/>
                    <a:pt x="515" y="709"/>
                    <a:pt x="515" y="709"/>
                  </a:cubicBezTo>
                  <a:cubicBezTo>
                    <a:pt x="514" y="709"/>
                    <a:pt x="514" y="709"/>
                    <a:pt x="514" y="709"/>
                  </a:cubicBezTo>
                  <a:cubicBezTo>
                    <a:pt x="514" y="709"/>
                    <a:pt x="514" y="709"/>
                    <a:pt x="514" y="709"/>
                  </a:cubicBezTo>
                  <a:cubicBezTo>
                    <a:pt x="514" y="709"/>
                    <a:pt x="514" y="709"/>
                    <a:pt x="514" y="709"/>
                  </a:cubicBezTo>
                  <a:cubicBezTo>
                    <a:pt x="514" y="709"/>
                    <a:pt x="514" y="709"/>
                    <a:pt x="514" y="709"/>
                  </a:cubicBezTo>
                  <a:cubicBezTo>
                    <a:pt x="514" y="709"/>
                    <a:pt x="514" y="709"/>
                    <a:pt x="514" y="709"/>
                  </a:cubicBezTo>
                  <a:cubicBezTo>
                    <a:pt x="514" y="709"/>
                    <a:pt x="514" y="709"/>
                    <a:pt x="514" y="709"/>
                  </a:cubicBezTo>
                  <a:cubicBezTo>
                    <a:pt x="513" y="709"/>
                    <a:pt x="513" y="709"/>
                    <a:pt x="513" y="709"/>
                  </a:cubicBezTo>
                  <a:cubicBezTo>
                    <a:pt x="513" y="709"/>
                    <a:pt x="513" y="709"/>
                    <a:pt x="513" y="709"/>
                  </a:cubicBezTo>
                  <a:cubicBezTo>
                    <a:pt x="513" y="710"/>
                    <a:pt x="513" y="710"/>
                    <a:pt x="513" y="710"/>
                  </a:cubicBezTo>
                  <a:cubicBezTo>
                    <a:pt x="513" y="710"/>
                    <a:pt x="513" y="710"/>
                    <a:pt x="513" y="710"/>
                  </a:cubicBezTo>
                  <a:cubicBezTo>
                    <a:pt x="512" y="710"/>
                    <a:pt x="512" y="710"/>
                    <a:pt x="512" y="710"/>
                  </a:cubicBezTo>
                  <a:cubicBezTo>
                    <a:pt x="512" y="710"/>
                    <a:pt x="512" y="710"/>
                    <a:pt x="512" y="710"/>
                  </a:cubicBezTo>
                  <a:cubicBezTo>
                    <a:pt x="512" y="710"/>
                    <a:pt x="512" y="710"/>
                    <a:pt x="512" y="710"/>
                  </a:cubicBezTo>
                  <a:cubicBezTo>
                    <a:pt x="512" y="710"/>
                    <a:pt x="512" y="710"/>
                    <a:pt x="512" y="710"/>
                  </a:cubicBezTo>
                  <a:cubicBezTo>
                    <a:pt x="507" y="712"/>
                    <a:pt x="507" y="712"/>
                    <a:pt x="507" y="712"/>
                  </a:cubicBezTo>
                  <a:lnTo>
                    <a:pt x="506" y="712"/>
                  </a:lnTo>
                  <a:close/>
                  <a:moveTo>
                    <a:pt x="242" y="710"/>
                  </a:moveTo>
                  <a:cubicBezTo>
                    <a:pt x="241" y="710"/>
                    <a:pt x="241" y="710"/>
                    <a:pt x="241" y="710"/>
                  </a:cubicBezTo>
                  <a:cubicBezTo>
                    <a:pt x="241" y="710"/>
                    <a:pt x="241" y="710"/>
                    <a:pt x="241" y="710"/>
                  </a:cubicBezTo>
                  <a:cubicBezTo>
                    <a:pt x="241" y="710"/>
                    <a:pt x="241" y="710"/>
                    <a:pt x="241" y="710"/>
                  </a:cubicBezTo>
                  <a:cubicBezTo>
                    <a:pt x="241" y="710"/>
                    <a:pt x="241" y="710"/>
                    <a:pt x="241" y="710"/>
                  </a:cubicBezTo>
                  <a:cubicBezTo>
                    <a:pt x="241" y="710"/>
                    <a:pt x="241" y="710"/>
                    <a:pt x="241" y="710"/>
                  </a:cubicBezTo>
                  <a:cubicBezTo>
                    <a:pt x="241" y="710"/>
                    <a:pt x="241" y="710"/>
                    <a:pt x="241" y="710"/>
                  </a:cubicBezTo>
                  <a:cubicBezTo>
                    <a:pt x="241" y="710"/>
                    <a:pt x="241" y="710"/>
                    <a:pt x="241" y="710"/>
                  </a:cubicBezTo>
                  <a:cubicBezTo>
                    <a:pt x="241" y="710"/>
                    <a:pt x="241" y="710"/>
                    <a:pt x="241" y="710"/>
                  </a:cubicBezTo>
                  <a:cubicBezTo>
                    <a:pt x="240" y="710"/>
                    <a:pt x="240" y="710"/>
                    <a:pt x="240" y="710"/>
                  </a:cubicBezTo>
                  <a:cubicBezTo>
                    <a:pt x="240" y="710"/>
                    <a:pt x="240" y="710"/>
                    <a:pt x="240" y="710"/>
                  </a:cubicBezTo>
                  <a:cubicBezTo>
                    <a:pt x="240" y="710"/>
                    <a:pt x="240" y="710"/>
                    <a:pt x="240" y="710"/>
                  </a:cubicBezTo>
                  <a:cubicBezTo>
                    <a:pt x="240" y="710"/>
                    <a:pt x="240" y="710"/>
                    <a:pt x="240" y="710"/>
                  </a:cubicBezTo>
                  <a:cubicBezTo>
                    <a:pt x="240" y="709"/>
                    <a:pt x="240" y="709"/>
                    <a:pt x="240" y="709"/>
                  </a:cubicBezTo>
                  <a:cubicBezTo>
                    <a:pt x="240" y="709"/>
                    <a:pt x="240" y="709"/>
                    <a:pt x="240" y="709"/>
                  </a:cubicBezTo>
                  <a:cubicBezTo>
                    <a:pt x="240" y="709"/>
                    <a:pt x="240" y="709"/>
                    <a:pt x="240" y="709"/>
                  </a:cubicBezTo>
                  <a:cubicBezTo>
                    <a:pt x="240" y="709"/>
                    <a:pt x="240" y="709"/>
                    <a:pt x="240" y="709"/>
                  </a:cubicBezTo>
                  <a:cubicBezTo>
                    <a:pt x="240" y="708"/>
                    <a:pt x="240" y="708"/>
                    <a:pt x="240" y="708"/>
                  </a:cubicBezTo>
                  <a:cubicBezTo>
                    <a:pt x="240" y="708"/>
                    <a:pt x="240" y="708"/>
                    <a:pt x="240" y="708"/>
                  </a:cubicBezTo>
                  <a:cubicBezTo>
                    <a:pt x="240" y="706"/>
                    <a:pt x="240" y="706"/>
                    <a:pt x="240" y="706"/>
                  </a:cubicBezTo>
                  <a:cubicBezTo>
                    <a:pt x="240" y="706"/>
                    <a:pt x="240" y="706"/>
                    <a:pt x="240" y="706"/>
                  </a:cubicBezTo>
                  <a:cubicBezTo>
                    <a:pt x="239" y="705"/>
                    <a:pt x="239" y="705"/>
                    <a:pt x="239" y="705"/>
                  </a:cubicBezTo>
                  <a:cubicBezTo>
                    <a:pt x="239" y="705"/>
                    <a:pt x="239" y="705"/>
                    <a:pt x="239" y="705"/>
                  </a:cubicBezTo>
                  <a:cubicBezTo>
                    <a:pt x="239" y="704"/>
                    <a:pt x="239" y="704"/>
                    <a:pt x="239" y="704"/>
                  </a:cubicBezTo>
                  <a:cubicBezTo>
                    <a:pt x="239" y="704"/>
                    <a:pt x="239" y="704"/>
                    <a:pt x="239" y="704"/>
                  </a:cubicBezTo>
                  <a:cubicBezTo>
                    <a:pt x="238" y="703"/>
                    <a:pt x="238" y="703"/>
                    <a:pt x="238" y="703"/>
                  </a:cubicBezTo>
                  <a:cubicBezTo>
                    <a:pt x="238" y="703"/>
                    <a:pt x="238" y="703"/>
                    <a:pt x="238" y="703"/>
                  </a:cubicBezTo>
                  <a:cubicBezTo>
                    <a:pt x="237" y="702"/>
                    <a:pt x="237" y="702"/>
                    <a:pt x="237" y="702"/>
                  </a:cubicBezTo>
                  <a:cubicBezTo>
                    <a:pt x="237" y="702"/>
                    <a:pt x="237" y="702"/>
                    <a:pt x="237" y="702"/>
                  </a:cubicBezTo>
                  <a:cubicBezTo>
                    <a:pt x="236" y="701"/>
                    <a:pt x="236" y="701"/>
                    <a:pt x="236" y="701"/>
                  </a:cubicBezTo>
                  <a:cubicBezTo>
                    <a:pt x="236" y="701"/>
                    <a:pt x="236" y="701"/>
                    <a:pt x="236" y="701"/>
                  </a:cubicBezTo>
                  <a:cubicBezTo>
                    <a:pt x="235" y="700"/>
                    <a:pt x="235" y="700"/>
                    <a:pt x="235" y="700"/>
                  </a:cubicBezTo>
                  <a:cubicBezTo>
                    <a:pt x="235" y="700"/>
                    <a:pt x="235" y="700"/>
                    <a:pt x="235" y="700"/>
                  </a:cubicBezTo>
                  <a:cubicBezTo>
                    <a:pt x="235" y="700"/>
                    <a:pt x="235" y="700"/>
                    <a:pt x="235" y="700"/>
                  </a:cubicBezTo>
                  <a:cubicBezTo>
                    <a:pt x="235" y="700"/>
                    <a:pt x="235" y="700"/>
                    <a:pt x="235" y="700"/>
                  </a:cubicBezTo>
                  <a:cubicBezTo>
                    <a:pt x="235" y="700"/>
                    <a:pt x="235" y="700"/>
                    <a:pt x="235" y="700"/>
                  </a:cubicBezTo>
                  <a:cubicBezTo>
                    <a:pt x="235" y="700"/>
                    <a:pt x="235" y="700"/>
                    <a:pt x="235" y="700"/>
                  </a:cubicBezTo>
                  <a:cubicBezTo>
                    <a:pt x="235" y="700"/>
                    <a:pt x="235" y="700"/>
                    <a:pt x="235" y="700"/>
                  </a:cubicBezTo>
                  <a:cubicBezTo>
                    <a:pt x="235" y="700"/>
                    <a:pt x="235" y="700"/>
                    <a:pt x="235" y="700"/>
                  </a:cubicBezTo>
                  <a:cubicBezTo>
                    <a:pt x="235" y="699"/>
                    <a:pt x="235" y="699"/>
                    <a:pt x="235" y="699"/>
                  </a:cubicBezTo>
                  <a:cubicBezTo>
                    <a:pt x="235" y="699"/>
                    <a:pt x="235" y="699"/>
                    <a:pt x="235" y="699"/>
                  </a:cubicBezTo>
                  <a:cubicBezTo>
                    <a:pt x="236" y="699"/>
                    <a:pt x="236" y="699"/>
                    <a:pt x="236" y="699"/>
                  </a:cubicBezTo>
                  <a:cubicBezTo>
                    <a:pt x="236" y="699"/>
                    <a:pt x="236" y="699"/>
                    <a:pt x="236" y="699"/>
                  </a:cubicBezTo>
                  <a:cubicBezTo>
                    <a:pt x="236" y="699"/>
                    <a:pt x="236" y="699"/>
                    <a:pt x="236" y="699"/>
                  </a:cubicBezTo>
                  <a:cubicBezTo>
                    <a:pt x="236" y="699"/>
                    <a:pt x="236" y="699"/>
                    <a:pt x="236" y="699"/>
                  </a:cubicBezTo>
                  <a:cubicBezTo>
                    <a:pt x="236" y="699"/>
                    <a:pt x="236" y="699"/>
                    <a:pt x="236" y="699"/>
                  </a:cubicBezTo>
                  <a:cubicBezTo>
                    <a:pt x="236" y="699"/>
                    <a:pt x="236" y="699"/>
                    <a:pt x="236" y="699"/>
                  </a:cubicBezTo>
                  <a:cubicBezTo>
                    <a:pt x="237" y="699"/>
                    <a:pt x="237" y="699"/>
                    <a:pt x="237" y="699"/>
                  </a:cubicBezTo>
                  <a:cubicBezTo>
                    <a:pt x="237" y="699"/>
                    <a:pt x="237" y="699"/>
                    <a:pt x="237" y="699"/>
                  </a:cubicBezTo>
                  <a:cubicBezTo>
                    <a:pt x="238" y="699"/>
                    <a:pt x="238" y="699"/>
                    <a:pt x="238" y="699"/>
                  </a:cubicBezTo>
                  <a:cubicBezTo>
                    <a:pt x="238" y="699"/>
                    <a:pt x="238" y="699"/>
                    <a:pt x="238" y="699"/>
                  </a:cubicBezTo>
                  <a:cubicBezTo>
                    <a:pt x="239" y="700"/>
                    <a:pt x="239" y="700"/>
                    <a:pt x="239" y="700"/>
                  </a:cubicBezTo>
                  <a:cubicBezTo>
                    <a:pt x="239" y="700"/>
                    <a:pt x="239" y="700"/>
                    <a:pt x="239" y="700"/>
                  </a:cubicBezTo>
                  <a:cubicBezTo>
                    <a:pt x="241" y="701"/>
                    <a:pt x="241" y="701"/>
                    <a:pt x="241" y="701"/>
                  </a:cubicBezTo>
                  <a:cubicBezTo>
                    <a:pt x="241" y="701"/>
                    <a:pt x="241" y="701"/>
                    <a:pt x="241" y="701"/>
                  </a:cubicBezTo>
                  <a:cubicBezTo>
                    <a:pt x="242" y="702"/>
                    <a:pt x="242" y="702"/>
                    <a:pt x="242" y="702"/>
                  </a:cubicBezTo>
                  <a:cubicBezTo>
                    <a:pt x="242" y="702"/>
                    <a:pt x="242" y="702"/>
                    <a:pt x="242" y="702"/>
                  </a:cubicBezTo>
                  <a:cubicBezTo>
                    <a:pt x="244" y="703"/>
                    <a:pt x="244" y="703"/>
                    <a:pt x="244" y="703"/>
                  </a:cubicBezTo>
                  <a:cubicBezTo>
                    <a:pt x="244" y="703"/>
                    <a:pt x="244" y="703"/>
                    <a:pt x="244" y="703"/>
                  </a:cubicBezTo>
                  <a:cubicBezTo>
                    <a:pt x="245" y="704"/>
                    <a:pt x="245" y="704"/>
                    <a:pt x="245" y="704"/>
                  </a:cubicBezTo>
                  <a:cubicBezTo>
                    <a:pt x="245" y="704"/>
                    <a:pt x="245" y="704"/>
                    <a:pt x="245" y="704"/>
                  </a:cubicBezTo>
                  <a:cubicBezTo>
                    <a:pt x="246" y="705"/>
                    <a:pt x="246" y="705"/>
                    <a:pt x="246" y="705"/>
                  </a:cubicBezTo>
                  <a:cubicBezTo>
                    <a:pt x="246" y="705"/>
                    <a:pt x="246" y="705"/>
                    <a:pt x="246" y="705"/>
                  </a:cubicBezTo>
                  <a:cubicBezTo>
                    <a:pt x="247" y="706"/>
                    <a:pt x="247" y="706"/>
                    <a:pt x="247" y="706"/>
                  </a:cubicBezTo>
                  <a:cubicBezTo>
                    <a:pt x="247" y="706"/>
                    <a:pt x="247" y="706"/>
                    <a:pt x="247" y="706"/>
                  </a:cubicBezTo>
                  <a:cubicBezTo>
                    <a:pt x="247" y="706"/>
                    <a:pt x="247" y="706"/>
                    <a:pt x="247" y="706"/>
                  </a:cubicBezTo>
                  <a:cubicBezTo>
                    <a:pt x="247" y="706"/>
                    <a:pt x="247" y="706"/>
                    <a:pt x="247" y="706"/>
                  </a:cubicBezTo>
                  <a:cubicBezTo>
                    <a:pt x="247" y="706"/>
                    <a:pt x="247" y="706"/>
                    <a:pt x="247" y="706"/>
                  </a:cubicBezTo>
                  <a:cubicBezTo>
                    <a:pt x="247" y="706"/>
                    <a:pt x="247" y="706"/>
                    <a:pt x="247" y="706"/>
                  </a:cubicBezTo>
                  <a:cubicBezTo>
                    <a:pt x="247" y="706"/>
                    <a:pt x="247" y="706"/>
                    <a:pt x="247" y="706"/>
                  </a:cubicBezTo>
                  <a:cubicBezTo>
                    <a:pt x="247" y="706"/>
                    <a:pt x="247" y="706"/>
                    <a:pt x="247" y="706"/>
                  </a:cubicBezTo>
                  <a:cubicBezTo>
                    <a:pt x="247" y="707"/>
                    <a:pt x="247" y="707"/>
                    <a:pt x="247" y="707"/>
                  </a:cubicBezTo>
                  <a:cubicBezTo>
                    <a:pt x="247" y="707"/>
                    <a:pt x="247" y="707"/>
                    <a:pt x="247" y="707"/>
                  </a:cubicBezTo>
                  <a:cubicBezTo>
                    <a:pt x="247" y="707"/>
                    <a:pt x="247" y="707"/>
                    <a:pt x="247" y="707"/>
                  </a:cubicBezTo>
                  <a:cubicBezTo>
                    <a:pt x="247" y="707"/>
                    <a:pt x="247" y="707"/>
                    <a:pt x="247" y="707"/>
                  </a:cubicBezTo>
                  <a:cubicBezTo>
                    <a:pt x="247" y="707"/>
                    <a:pt x="247" y="707"/>
                    <a:pt x="247" y="707"/>
                  </a:cubicBezTo>
                  <a:cubicBezTo>
                    <a:pt x="247" y="707"/>
                    <a:pt x="247" y="707"/>
                    <a:pt x="247" y="707"/>
                  </a:cubicBezTo>
                  <a:cubicBezTo>
                    <a:pt x="247" y="708"/>
                    <a:pt x="247" y="708"/>
                    <a:pt x="247" y="708"/>
                  </a:cubicBezTo>
                  <a:cubicBezTo>
                    <a:pt x="247" y="708"/>
                    <a:pt x="247" y="708"/>
                    <a:pt x="247" y="708"/>
                  </a:cubicBezTo>
                  <a:cubicBezTo>
                    <a:pt x="247" y="708"/>
                    <a:pt x="247" y="708"/>
                    <a:pt x="247" y="708"/>
                  </a:cubicBezTo>
                  <a:cubicBezTo>
                    <a:pt x="247" y="708"/>
                    <a:pt x="247" y="708"/>
                    <a:pt x="247" y="708"/>
                  </a:cubicBezTo>
                  <a:cubicBezTo>
                    <a:pt x="247" y="708"/>
                    <a:pt x="247" y="708"/>
                    <a:pt x="247" y="708"/>
                  </a:cubicBezTo>
                  <a:cubicBezTo>
                    <a:pt x="247" y="708"/>
                    <a:pt x="247" y="708"/>
                    <a:pt x="247" y="708"/>
                  </a:cubicBezTo>
                  <a:cubicBezTo>
                    <a:pt x="246" y="709"/>
                    <a:pt x="246" y="709"/>
                    <a:pt x="246" y="709"/>
                  </a:cubicBezTo>
                  <a:cubicBezTo>
                    <a:pt x="246" y="709"/>
                    <a:pt x="246" y="709"/>
                    <a:pt x="246" y="709"/>
                  </a:cubicBezTo>
                  <a:cubicBezTo>
                    <a:pt x="246" y="709"/>
                    <a:pt x="246" y="709"/>
                    <a:pt x="246" y="709"/>
                  </a:cubicBezTo>
                  <a:cubicBezTo>
                    <a:pt x="246" y="709"/>
                    <a:pt x="246" y="709"/>
                    <a:pt x="246" y="709"/>
                  </a:cubicBezTo>
                  <a:cubicBezTo>
                    <a:pt x="245" y="709"/>
                    <a:pt x="245" y="709"/>
                    <a:pt x="245" y="709"/>
                  </a:cubicBezTo>
                  <a:cubicBezTo>
                    <a:pt x="245" y="709"/>
                    <a:pt x="245" y="709"/>
                    <a:pt x="245" y="709"/>
                  </a:cubicBezTo>
                  <a:cubicBezTo>
                    <a:pt x="245" y="710"/>
                    <a:pt x="245" y="710"/>
                    <a:pt x="245" y="710"/>
                  </a:cubicBezTo>
                  <a:cubicBezTo>
                    <a:pt x="245" y="710"/>
                    <a:pt x="245" y="710"/>
                    <a:pt x="245" y="710"/>
                  </a:cubicBezTo>
                  <a:cubicBezTo>
                    <a:pt x="244" y="710"/>
                    <a:pt x="244" y="710"/>
                    <a:pt x="244" y="710"/>
                  </a:cubicBezTo>
                  <a:cubicBezTo>
                    <a:pt x="244" y="710"/>
                    <a:pt x="244" y="710"/>
                    <a:pt x="244" y="710"/>
                  </a:cubicBezTo>
                  <a:cubicBezTo>
                    <a:pt x="244" y="710"/>
                    <a:pt x="244" y="710"/>
                    <a:pt x="244" y="710"/>
                  </a:cubicBezTo>
                  <a:cubicBezTo>
                    <a:pt x="244" y="710"/>
                    <a:pt x="244" y="710"/>
                    <a:pt x="244" y="710"/>
                  </a:cubicBezTo>
                  <a:cubicBezTo>
                    <a:pt x="244" y="710"/>
                    <a:pt x="244" y="710"/>
                    <a:pt x="244" y="710"/>
                  </a:cubicBezTo>
                  <a:cubicBezTo>
                    <a:pt x="244" y="710"/>
                    <a:pt x="244" y="710"/>
                    <a:pt x="244" y="710"/>
                  </a:cubicBezTo>
                  <a:cubicBezTo>
                    <a:pt x="242" y="710"/>
                    <a:pt x="242" y="710"/>
                    <a:pt x="242" y="710"/>
                  </a:cubicBezTo>
                  <a:close/>
                  <a:moveTo>
                    <a:pt x="468" y="708"/>
                  </a:moveTo>
                  <a:cubicBezTo>
                    <a:pt x="467" y="707"/>
                    <a:pt x="467" y="707"/>
                    <a:pt x="467" y="707"/>
                  </a:cubicBezTo>
                  <a:cubicBezTo>
                    <a:pt x="467" y="707"/>
                    <a:pt x="467" y="707"/>
                    <a:pt x="467" y="707"/>
                  </a:cubicBezTo>
                  <a:cubicBezTo>
                    <a:pt x="466" y="706"/>
                    <a:pt x="466" y="706"/>
                    <a:pt x="466" y="706"/>
                  </a:cubicBezTo>
                  <a:cubicBezTo>
                    <a:pt x="466" y="706"/>
                    <a:pt x="466" y="706"/>
                    <a:pt x="466" y="706"/>
                  </a:cubicBezTo>
                  <a:cubicBezTo>
                    <a:pt x="465" y="705"/>
                    <a:pt x="465" y="705"/>
                    <a:pt x="465" y="705"/>
                  </a:cubicBezTo>
                  <a:cubicBezTo>
                    <a:pt x="465" y="705"/>
                    <a:pt x="465" y="705"/>
                    <a:pt x="465" y="705"/>
                  </a:cubicBezTo>
                  <a:cubicBezTo>
                    <a:pt x="464" y="704"/>
                    <a:pt x="464" y="704"/>
                    <a:pt x="464" y="704"/>
                  </a:cubicBezTo>
                  <a:cubicBezTo>
                    <a:pt x="464" y="704"/>
                    <a:pt x="464" y="704"/>
                    <a:pt x="464" y="704"/>
                  </a:cubicBezTo>
                  <a:cubicBezTo>
                    <a:pt x="463" y="703"/>
                    <a:pt x="463" y="703"/>
                    <a:pt x="463" y="703"/>
                  </a:cubicBezTo>
                  <a:cubicBezTo>
                    <a:pt x="463" y="703"/>
                    <a:pt x="463" y="703"/>
                    <a:pt x="463" y="703"/>
                  </a:cubicBezTo>
                  <a:cubicBezTo>
                    <a:pt x="461" y="702"/>
                    <a:pt x="461" y="702"/>
                    <a:pt x="461" y="702"/>
                  </a:cubicBezTo>
                  <a:cubicBezTo>
                    <a:pt x="461" y="702"/>
                    <a:pt x="461" y="702"/>
                    <a:pt x="461" y="702"/>
                  </a:cubicBezTo>
                  <a:cubicBezTo>
                    <a:pt x="460" y="701"/>
                    <a:pt x="460" y="701"/>
                    <a:pt x="460" y="701"/>
                  </a:cubicBezTo>
                  <a:cubicBezTo>
                    <a:pt x="460" y="701"/>
                    <a:pt x="460" y="701"/>
                    <a:pt x="460" y="701"/>
                  </a:cubicBezTo>
                  <a:cubicBezTo>
                    <a:pt x="459" y="701"/>
                    <a:pt x="459" y="701"/>
                    <a:pt x="459" y="701"/>
                  </a:cubicBezTo>
                  <a:cubicBezTo>
                    <a:pt x="459" y="701"/>
                    <a:pt x="459" y="701"/>
                    <a:pt x="459" y="701"/>
                  </a:cubicBezTo>
                  <a:cubicBezTo>
                    <a:pt x="459" y="699"/>
                    <a:pt x="459" y="699"/>
                    <a:pt x="459" y="699"/>
                  </a:cubicBezTo>
                  <a:cubicBezTo>
                    <a:pt x="459" y="699"/>
                    <a:pt x="459" y="699"/>
                    <a:pt x="459" y="699"/>
                  </a:cubicBezTo>
                  <a:cubicBezTo>
                    <a:pt x="459" y="699"/>
                    <a:pt x="459" y="699"/>
                    <a:pt x="459" y="699"/>
                  </a:cubicBezTo>
                  <a:cubicBezTo>
                    <a:pt x="459" y="699"/>
                    <a:pt x="459" y="699"/>
                    <a:pt x="459" y="699"/>
                  </a:cubicBezTo>
                  <a:cubicBezTo>
                    <a:pt x="461" y="699"/>
                    <a:pt x="461" y="699"/>
                    <a:pt x="461" y="699"/>
                  </a:cubicBezTo>
                  <a:cubicBezTo>
                    <a:pt x="461" y="699"/>
                    <a:pt x="461" y="699"/>
                    <a:pt x="461" y="699"/>
                  </a:cubicBezTo>
                  <a:cubicBezTo>
                    <a:pt x="461" y="699"/>
                    <a:pt x="461" y="699"/>
                    <a:pt x="461" y="699"/>
                  </a:cubicBezTo>
                  <a:cubicBezTo>
                    <a:pt x="461" y="699"/>
                    <a:pt x="461" y="699"/>
                    <a:pt x="461" y="699"/>
                  </a:cubicBezTo>
                  <a:cubicBezTo>
                    <a:pt x="463" y="699"/>
                    <a:pt x="463" y="699"/>
                    <a:pt x="463" y="699"/>
                  </a:cubicBezTo>
                  <a:cubicBezTo>
                    <a:pt x="463" y="699"/>
                    <a:pt x="463" y="699"/>
                    <a:pt x="463" y="699"/>
                  </a:cubicBezTo>
                  <a:cubicBezTo>
                    <a:pt x="464" y="699"/>
                    <a:pt x="464" y="699"/>
                    <a:pt x="464" y="699"/>
                  </a:cubicBezTo>
                  <a:cubicBezTo>
                    <a:pt x="464" y="699"/>
                    <a:pt x="464" y="699"/>
                    <a:pt x="464" y="699"/>
                  </a:cubicBezTo>
                  <a:cubicBezTo>
                    <a:pt x="465" y="699"/>
                    <a:pt x="465" y="699"/>
                    <a:pt x="465" y="699"/>
                  </a:cubicBezTo>
                  <a:cubicBezTo>
                    <a:pt x="465" y="699"/>
                    <a:pt x="465" y="699"/>
                    <a:pt x="465" y="699"/>
                  </a:cubicBezTo>
                  <a:cubicBezTo>
                    <a:pt x="466" y="699"/>
                    <a:pt x="466" y="699"/>
                    <a:pt x="466" y="699"/>
                  </a:cubicBezTo>
                  <a:cubicBezTo>
                    <a:pt x="466" y="699"/>
                    <a:pt x="466" y="699"/>
                    <a:pt x="466" y="699"/>
                  </a:cubicBezTo>
                  <a:cubicBezTo>
                    <a:pt x="467" y="699"/>
                    <a:pt x="467" y="699"/>
                    <a:pt x="467" y="699"/>
                  </a:cubicBezTo>
                  <a:cubicBezTo>
                    <a:pt x="467" y="699"/>
                    <a:pt x="467" y="699"/>
                    <a:pt x="467" y="699"/>
                  </a:cubicBezTo>
                  <a:cubicBezTo>
                    <a:pt x="468" y="700"/>
                    <a:pt x="468" y="700"/>
                    <a:pt x="468" y="700"/>
                  </a:cubicBezTo>
                  <a:cubicBezTo>
                    <a:pt x="468" y="700"/>
                    <a:pt x="468" y="700"/>
                    <a:pt x="468" y="700"/>
                  </a:cubicBezTo>
                  <a:cubicBezTo>
                    <a:pt x="468" y="700"/>
                    <a:pt x="468" y="700"/>
                    <a:pt x="468" y="700"/>
                  </a:cubicBezTo>
                  <a:cubicBezTo>
                    <a:pt x="468" y="700"/>
                    <a:pt x="468" y="700"/>
                    <a:pt x="468" y="700"/>
                  </a:cubicBezTo>
                  <a:cubicBezTo>
                    <a:pt x="469" y="700"/>
                    <a:pt x="469" y="700"/>
                    <a:pt x="469" y="700"/>
                  </a:cubicBezTo>
                  <a:cubicBezTo>
                    <a:pt x="469" y="700"/>
                    <a:pt x="469" y="700"/>
                    <a:pt x="469" y="700"/>
                  </a:cubicBezTo>
                  <a:cubicBezTo>
                    <a:pt x="469" y="701"/>
                    <a:pt x="469" y="701"/>
                    <a:pt x="469" y="701"/>
                  </a:cubicBezTo>
                  <a:cubicBezTo>
                    <a:pt x="469" y="701"/>
                    <a:pt x="469" y="701"/>
                    <a:pt x="469" y="701"/>
                  </a:cubicBezTo>
                  <a:cubicBezTo>
                    <a:pt x="469" y="701"/>
                    <a:pt x="469" y="701"/>
                    <a:pt x="469" y="701"/>
                  </a:cubicBezTo>
                  <a:cubicBezTo>
                    <a:pt x="469" y="701"/>
                    <a:pt x="469" y="701"/>
                    <a:pt x="469" y="701"/>
                  </a:cubicBezTo>
                  <a:cubicBezTo>
                    <a:pt x="470" y="702"/>
                    <a:pt x="470" y="702"/>
                    <a:pt x="470" y="702"/>
                  </a:cubicBezTo>
                  <a:cubicBezTo>
                    <a:pt x="470" y="702"/>
                    <a:pt x="470" y="702"/>
                    <a:pt x="470" y="702"/>
                  </a:cubicBezTo>
                  <a:cubicBezTo>
                    <a:pt x="470" y="702"/>
                    <a:pt x="470" y="702"/>
                    <a:pt x="470" y="702"/>
                  </a:cubicBezTo>
                  <a:cubicBezTo>
                    <a:pt x="470" y="702"/>
                    <a:pt x="470" y="702"/>
                    <a:pt x="470" y="702"/>
                  </a:cubicBezTo>
                  <a:cubicBezTo>
                    <a:pt x="471" y="703"/>
                    <a:pt x="471" y="703"/>
                    <a:pt x="471" y="703"/>
                  </a:cubicBezTo>
                  <a:cubicBezTo>
                    <a:pt x="471" y="703"/>
                    <a:pt x="471" y="703"/>
                    <a:pt x="471" y="703"/>
                  </a:cubicBezTo>
                  <a:cubicBezTo>
                    <a:pt x="471" y="703"/>
                    <a:pt x="471" y="703"/>
                    <a:pt x="471" y="703"/>
                  </a:cubicBezTo>
                  <a:cubicBezTo>
                    <a:pt x="471" y="703"/>
                    <a:pt x="471" y="703"/>
                    <a:pt x="471" y="703"/>
                  </a:cubicBezTo>
                  <a:cubicBezTo>
                    <a:pt x="471" y="704"/>
                    <a:pt x="471" y="704"/>
                    <a:pt x="471" y="704"/>
                  </a:cubicBezTo>
                  <a:cubicBezTo>
                    <a:pt x="471" y="704"/>
                    <a:pt x="471" y="704"/>
                    <a:pt x="471" y="704"/>
                  </a:cubicBezTo>
                  <a:cubicBezTo>
                    <a:pt x="471" y="705"/>
                    <a:pt x="471" y="705"/>
                    <a:pt x="471" y="705"/>
                  </a:cubicBezTo>
                  <a:cubicBezTo>
                    <a:pt x="471" y="705"/>
                    <a:pt x="471" y="705"/>
                    <a:pt x="471" y="705"/>
                  </a:cubicBezTo>
                  <a:cubicBezTo>
                    <a:pt x="471" y="705"/>
                    <a:pt x="471" y="705"/>
                    <a:pt x="471" y="705"/>
                  </a:cubicBezTo>
                  <a:cubicBezTo>
                    <a:pt x="471" y="705"/>
                    <a:pt x="471" y="705"/>
                    <a:pt x="471" y="705"/>
                  </a:cubicBezTo>
                  <a:cubicBezTo>
                    <a:pt x="470" y="706"/>
                    <a:pt x="470" y="706"/>
                    <a:pt x="470" y="706"/>
                  </a:cubicBezTo>
                  <a:cubicBezTo>
                    <a:pt x="470" y="706"/>
                    <a:pt x="470" y="706"/>
                    <a:pt x="470" y="706"/>
                  </a:cubicBezTo>
                  <a:cubicBezTo>
                    <a:pt x="470" y="706"/>
                    <a:pt x="470" y="706"/>
                    <a:pt x="470" y="706"/>
                  </a:cubicBezTo>
                  <a:cubicBezTo>
                    <a:pt x="470" y="706"/>
                    <a:pt x="470" y="706"/>
                    <a:pt x="470" y="706"/>
                  </a:cubicBezTo>
                  <a:cubicBezTo>
                    <a:pt x="470" y="707"/>
                    <a:pt x="470" y="707"/>
                    <a:pt x="470" y="707"/>
                  </a:cubicBezTo>
                  <a:cubicBezTo>
                    <a:pt x="470" y="707"/>
                    <a:pt x="470" y="707"/>
                    <a:pt x="470" y="707"/>
                  </a:cubicBezTo>
                  <a:cubicBezTo>
                    <a:pt x="469" y="707"/>
                    <a:pt x="469" y="707"/>
                    <a:pt x="469" y="707"/>
                  </a:cubicBezTo>
                  <a:cubicBezTo>
                    <a:pt x="469" y="707"/>
                    <a:pt x="469" y="707"/>
                    <a:pt x="469" y="707"/>
                  </a:cubicBezTo>
                  <a:cubicBezTo>
                    <a:pt x="469" y="708"/>
                    <a:pt x="469" y="708"/>
                    <a:pt x="469" y="708"/>
                  </a:cubicBezTo>
                  <a:cubicBezTo>
                    <a:pt x="469" y="708"/>
                    <a:pt x="469" y="708"/>
                    <a:pt x="469" y="708"/>
                  </a:cubicBezTo>
                  <a:cubicBezTo>
                    <a:pt x="469" y="708"/>
                    <a:pt x="469" y="708"/>
                    <a:pt x="469" y="708"/>
                  </a:cubicBezTo>
                  <a:cubicBezTo>
                    <a:pt x="469" y="708"/>
                    <a:pt x="469" y="708"/>
                    <a:pt x="469" y="708"/>
                  </a:cubicBezTo>
                  <a:cubicBezTo>
                    <a:pt x="469" y="708"/>
                    <a:pt x="469" y="708"/>
                    <a:pt x="469" y="708"/>
                  </a:cubicBezTo>
                  <a:cubicBezTo>
                    <a:pt x="469" y="708"/>
                    <a:pt x="469" y="708"/>
                    <a:pt x="469" y="708"/>
                  </a:cubicBezTo>
                  <a:cubicBezTo>
                    <a:pt x="469" y="708"/>
                    <a:pt x="469" y="708"/>
                    <a:pt x="469" y="708"/>
                  </a:cubicBezTo>
                  <a:cubicBezTo>
                    <a:pt x="469" y="708"/>
                    <a:pt x="469" y="708"/>
                    <a:pt x="469" y="708"/>
                  </a:cubicBezTo>
                  <a:cubicBezTo>
                    <a:pt x="468" y="708"/>
                    <a:pt x="468" y="708"/>
                    <a:pt x="468" y="708"/>
                  </a:cubicBezTo>
                  <a:cubicBezTo>
                    <a:pt x="468" y="708"/>
                    <a:pt x="468" y="708"/>
                    <a:pt x="468" y="708"/>
                  </a:cubicBezTo>
                  <a:cubicBezTo>
                    <a:pt x="468" y="708"/>
                    <a:pt x="468" y="708"/>
                    <a:pt x="468" y="708"/>
                  </a:cubicBezTo>
                  <a:cubicBezTo>
                    <a:pt x="468" y="708"/>
                    <a:pt x="468" y="708"/>
                    <a:pt x="468" y="708"/>
                  </a:cubicBezTo>
                  <a:cubicBezTo>
                    <a:pt x="468" y="708"/>
                    <a:pt x="468" y="708"/>
                    <a:pt x="468" y="708"/>
                  </a:cubicBezTo>
                  <a:cubicBezTo>
                    <a:pt x="468" y="708"/>
                    <a:pt x="468" y="708"/>
                    <a:pt x="468" y="708"/>
                  </a:cubicBezTo>
                  <a:cubicBezTo>
                    <a:pt x="468" y="708"/>
                    <a:pt x="468" y="708"/>
                    <a:pt x="468" y="708"/>
                  </a:cubicBezTo>
                  <a:close/>
                  <a:moveTo>
                    <a:pt x="445" y="707"/>
                  </a:moveTo>
                  <a:cubicBezTo>
                    <a:pt x="444" y="707"/>
                    <a:pt x="444" y="707"/>
                    <a:pt x="444" y="707"/>
                  </a:cubicBezTo>
                  <a:cubicBezTo>
                    <a:pt x="444" y="707"/>
                    <a:pt x="444" y="707"/>
                    <a:pt x="444" y="707"/>
                  </a:cubicBezTo>
                  <a:cubicBezTo>
                    <a:pt x="444" y="707"/>
                    <a:pt x="444" y="707"/>
                    <a:pt x="444" y="707"/>
                  </a:cubicBezTo>
                  <a:cubicBezTo>
                    <a:pt x="444" y="707"/>
                    <a:pt x="444" y="707"/>
                    <a:pt x="444" y="707"/>
                  </a:cubicBezTo>
                  <a:cubicBezTo>
                    <a:pt x="444" y="707"/>
                    <a:pt x="444" y="707"/>
                    <a:pt x="444" y="707"/>
                  </a:cubicBezTo>
                  <a:cubicBezTo>
                    <a:pt x="444" y="707"/>
                    <a:pt x="444" y="707"/>
                    <a:pt x="444" y="707"/>
                  </a:cubicBezTo>
                  <a:cubicBezTo>
                    <a:pt x="444" y="707"/>
                    <a:pt x="444" y="707"/>
                    <a:pt x="444" y="707"/>
                  </a:cubicBezTo>
                  <a:cubicBezTo>
                    <a:pt x="444" y="707"/>
                    <a:pt x="444" y="707"/>
                    <a:pt x="444" y="707"/>
                  </a:cubicBezTo>
                  <a:cubicBezTo>
                    <a:pt x="443" y="707"/>
                    <a:pt x="443" y="707"/>
                    <a:pt x="443" y="707"/>
                  </a:cubicBezTo>
                  <a:cubicBezTo>
                    <a:pt x="443" y="707"/>
                    <a:pt x="443" y="707"/>
                    <a:pt x="443" y="707"/>
                  </a:cubicBezTo>
                  <a:cubicBezTo>
                    <a:pt x="443" y="706"/>
                    <a:pt x="443" y="706"/>
                    <a:pt x="443" y="706"/>
                  </a:cubicBezTo>
                  <a:cubicBezTo>
                    <a:pt x="443" y="706"/>
                    <a:pt x="443" y="706"/>
                    <a:pt x="443" y="706"/>
                  </a:cubicBezTo>
                  <a:cubicBezTo>
                    <a:pt x="443" y="706"/>
                    <a:pt x="443" y="706"/>
                    <a:pt x="443" y="706"/>
                  </a:cubicBezTo>
                  <a:cubicBezTo>
                    <a:pt x="443" y="706"/>
                    <a:pt x="443" y="706"/>
                    <a:pt x="443" y="706"/>
                  </a:cubicBezTo>
                  <a:cubicBezTo>
                    <a:pt x="443" y="706"/>
                    <a:pt x="443" y="706"/>
                    <a:pt x="443" y="706"/>
                  </a:cubicBezTo>
                  <a:cubicBezTo>
                    <a:pt x="443" y="706"/>
                    <a:pt x="443" y="706"/>
                    <a:pt x="443" y="706"/>
                  </a:cubicBezTo>
                  <a:cubicBezTo>
                    <a:pt x="443" y="706"/>
                    <a:pt x="443" y="706"/>
                    <a:pt x="443" y="706"/>
                  </a:cubicBezTo>
                  <a:cubicBezTo>
                    <a:pt x="443" y="706"/>
                    <a:pt x="443" y="706"/>
                    <a:pt x="443" y="706"/>
                  </a:cubicBezTo>
                  <a:cubicBezTo>
                    <a:pt x="443" y="705"/>
                    <a:pt x="443" y="705"/>
                    <a:pt x="443" y="705"/>
                  </a:cubicBezTo>
                  <a:cubicBezTo>
                    <a:pt x="443" y="705"/>
                    <a:pt x="443" y="705"/>
                    <a:pt x="443" y="705"/>
                  </a:cubicBezTo>
                  <a:cubicBezTo>
                    <a:pt x="443" y="705"/>
                    <a:pt x="443" y="705"/>
                    <a:pt x="443" y="705"/>
                  </a:cubicBezTo>
                  <a:cubicBezTo>
                    <a:pt x="443" y="705"/>
                    <a:pt x="443" y="705"/>
                    <a:pt x="443" y="705"/>
                  </a:cubicBezTo>
                  <a:cubicBezTo>
                    <a:pt x="444" y="704"/>
                    <a:pt x="444" y="704"/>
                    <a:pt x="444" y="704"/>
                  </a:cubicBezTo>
                  <a:cubicBezTo>
                    <a:pt x="444" y="704"/>
                    <a:pt x="444" y="704"/>
                    <a:pt x="444" y="704"/>
                  </a:cubicBezTo>
                  <a:cubicBezTo>
                    <a:pt x="444" y="704"/>
                    <a:pt x="444" y="704"/>
                    <a:pt x="444" y="704"/>
                  </a:cubicBezTo>
                  <a:cubicBezTo>
                    <a:pt x="444" y="704"/>
                    <a:pt x="444" y="704"/>
                    <a:pt x="444" y="704"/>
                  </a:cubicBezTo>
                  <a:cubicBezTo>
                    <a:pt x="445" y="704"/>
                    <a:pt x="445" y="704"/>
                    <a:pt x="445" y="704"/>
                  </a:cubicBezTo>
                  <a:cubicBezTo>
                    <a:pt x="445" y="704"/>
                    <a:pt x="445" y="704"/>
                    <a:pt x="445" y="704"/>
                  </a:cubicBezTo>
                  <a:cubicBezTo>
                    <a:pt x="445" y="703"/>
                    <a:pt x="445" y="703"/>
                    <a:pt x="445" y="703"/>
                  </a:cubicBezTo>
                  <a:cubicBezTo>
                    <a:pt x="445" y="703"/>
                    <a:pt x="445" y="703"/>
                    <a:pt x="445" y="703"/>
                  </a:cubicBezTo>
                  <a:cubicBezTo>
                    <a:pt x="446" y="702"/>
                    <a:pt x="446" y="702"/>
                    <a:pt x="446" y="702"/>
                  </a:cubicBezTo>
                  <a:cubicBezTo>
                    <a:pt x="446" y="702"/>
                    <a:pt x="446" y="702"/>
                    <a:pt x="446" y="702"/>
                  </a:cubicBezTo>
                  <a:cubicBezTo>
                    <a:pt x="447" y="703"/>
                    <a:pt x="447" y="703"/>
                    <a:pt x="447" y="703"/>
                  </a:cubicBezTo>
                  <a:cubicBezTo>
                    <a:pt x="447" y="703"/>
                    <a:pt x="447" y="703"/>
                    <a:pt x="447" y="703"/>
                  </a:cubicBezTo>
                  <a:cubicBezTo>
                    <a:pt x="447" y="703"/>
                    <a:pt x="447" y="703"/>
                    <a:pt x="447" y="703"/>
                  </a:cubicBezTo>
                  <a:cubicBezTo>
                    <a:pt x="447" y="703"/>
                    <a:pt x="447" y="703"/>
                    <a:pt x="447" y="703"/>
                  </a:cubicBezTo>
                  <a:cubicBezTo>
                    <a:pt x="447" y="703"/>
                    <a:pt x="447" y="703"/>
                    <a:pt x="447" y="703"/>
                  </a:cubicBezTo>
                  <a:cubicBezTo>
                    <a:pt x="447" y="703"/>
                    <a:pt x="447" y="703"/>
                    <a:pt x="447" y="703"/>
                  </a:cubicBezTo>
                  <a:cubicBezTo>
                    <a:pt x="447" y="704"/>
                    <a:pt x="447" y="704"/>
                    <a:pt x="447" y="704"/>
                  </a:cubicBezTo>
                  <a:cubicBezTo>
                    <a:pt x="447" y="704"/>
                    <a:pt x="447" y="704"/>
                    <a:pt x="447" y="704"/>
                  </a:cubicBezTo>
                  <a:cubicBezTo>
                    <a:pt x="447" y="704"/>
                    <a:pt x="447" y="704"/>
                    <a:pt x="447" y="704"/>
                  </a:cubicBezTo>
                  <a:cubicBezTo>
                    <a:pt x="447" y="704"/>
                    <a:pt x="447" y="704"/>
                    <a:pt x="447" y="704"/>
                  </a:cubicBezTo>
                  <a:cubicBezTo>
                    <a:pt x="447" y="705"/>
                    <a:pt x="447" y="705"/>
                    <a:pt x="447" y="705"/>
                  </a:cubicBezTo>
                  <a:cubicBezTo>
                    <a:pt x="447" y="705"/>
                    <a:pt x="447" y="705"/>
                    <a:pt x="447" y="705"/>
                  </a:cubicBezTo>
                  <a:cubicBezTo>
                    <a:pt x="447" y="705"/>
                    <a:pt x="447" y="705"/>
                    <a:pt x="447" y="705"/>
                  </a:cubicBezTo>
                  <a:cubicBezTo>
                    <a:pt x="447" y="705"/>
                    <a:pt x="447" y="705"/>
                    <a:pt x="447" y="705"/>
                  </a:cubicBezTo>
                  <a:cubicBezTo>
                    <a:pt x="447" y="706"/>
                    <a:pt x="447" y="706"/>
                    <a:pt x="447" y="706"/>
                  </a:cubicBezTo>
                  <a:cubicBezTo>
                    <a:pt x="447" y="706"/>
                    <a:pt x="447" y="706"/>
                    <a:pt x="447" y="706"/>
                  </a:cubicBezTo>
                  <a:cubicBezTo>
                    <a:pt x="447" y="706"/>
                    <a:pt x="447" y="706"/>
                    <a:pt x="447" y="706"/>
                  </a:cubicBezTo>
                  <a:cubicBezTo>
                    <a:pt x="447" y="706"/>
                    <a:pt x="447" y="706"/>
                    <a:pt x="447" y="706"/>
                  </a:cubicBezTo>
                  <a:cubicBezTo>
                    <a:pt x="447" y="706"/>
                    <a:pt x="447" y="706"/>
                    <a:pt x="447" y="706"/>
                  </a:cubicBezTo>
                  <a:cubicBezTo>
                    <a:pt x="447" y="706"/>
                    <a:pt x="447" y="706"/>
                    <a:pt x="447" y="706"/>
                  </a:cubicBezTo>
                  <a:cubicBezTo>
                    <a:pt x="447" y="706"/>
                    <a:pt x="447" y="706"/>
                    <a:pt x="447" y="706"/>
                  </a:cubicBezTo>
                  <a:cubicBezTo>
                    <a:pt x="447" y="706"/>
                    <a:pt x="447" y="706"/>
                    <a:pt x="447" y="706"/>
                  </a:cubicBezTo>
                  <a:cubicBezTo>
                    <a:pt x="446" y="707"/>
                    <a:pt x="446" y="707"/>
                    <a:pt x="446" y="707"/>
                  </a:cubicBezTo>
                  <a:cubicBezTo>
                    <a:pt x="446" y="707"/>
                    <a:pt x="446" y="707"/>
                    <a:pt x="446" y="707"/>
                  </a:cubicBezTo>
                  <a:cubicBezTo>
                    <a:pt x="446" y="707"/>
                    <a:pt x="446" y="707"/>
                    <a:pt x="446" y="707"/>
                  </a:cubicBezTo>
                  <a:cubicBezTo>
                    <a:pt x="446" y="707"/>
                    <a:pt x="446" y="707"/>
                    <a:pt x="446" y="707"/>
                  </a:cubicBezTo>
                  <a:cubicBezTo>
                    <a:pt x="446" y="707"/>
                    <a:pt x="446" y="707"/>
                    <a:pt x="446" y="707"/>
                  </a:cubicBezTo>
                  <a:cubicBezTo>
                    <a:pt x="446" y="707"/>
                    <a:pt x="446" y="707"/>
                    <a:pt x="446" y="707"/>
                  </a:cubicBezTo>
                  <a:cubicBezTo>
                    <a:pt x="445" y="707"/>
                    <a:pt x="445" y="707"/>
                    <a:pt x="445" y="707"/>
                  </a:cubicBezTo>
                  <a:cubicBezTo>
                    <a:pt x="445" y="707"/>
                    <a:pt x="445" y="707"/>
                    <a:pt x="445" y="707"/>
                  </a:cubicBezTo>
                  <a:cubicBezTo>
                    <a:pt x="445" y="707"/>
                    <a:pt x="445" y="707"/>
                    <a:pt x="445" y="707"/>
                  </a:cubicBezTo>
                  <a:cubicBezTo>
                    <a:pt x="445" y="707"/>
                    <a:pt x="445" y="707"/>
                    <a:pt x="445" y="707"/>
                  </a:cubicBezTo>
                  <a:cubicBezTo>
                    <a:pt x="445" y="707"/>
                    <a:pt x="445" y="707"/>
                    <a:pt x="445" y="707"/>
                  </a:cubicBezTo>
                  <a:close/>
                  <a:moveTo>
                    <a:pt x="352" y="706"/>
                  </a:moveTo>
                  <a:cubicBezTo>
                    <a:pt x="340" y="700"/>
                    <a:pt x="340" y="700"/>
                    <a:pt x="340" y="700"/>
                  </a:cubicBezTo>
                  <a:cubicBezTo>
                    <a:pt x="340" y="700"/>
                    <a:pt x="340" y="700"/>
                    <a:pt x="340" y="700"/>
                  </a:cubicBezTo>
                  <a:cubicBezTo>
                    <a:pt x="340" y="700"/>
                    <a:pt x="340" y="700"/>
                    <a:pt x="340" y="700"/>
                  </a:cubicBezTo>
                  <a:cubicBezTo>
                    <a:pt x="340" y="700"/>
                    <a:pt x="340" y="700"/>
                    <a:pt x="340" y="700"/>
                  </a:cubicBezTo>
                  <a:cubicBezTo>
                    <a:pt x="340" y="700"/>
                    <a:pt x="340" y="700"/>
                    <a:pt x="340" y="700"/>
                  </a:cubicBezTo>
                  <a:cubicBezTo>
                    <a:pt x="340" y="700"/>
                    <a:pt x="340" y="700"/>
                    <a:pt x="340" y="700"/>
                  </a:cubicBezTo>
                  <a:cubicBezTo>
                    <a:pt x="340" y="700"/>
                    <a:pt x="340" y="700"/>
                    <a:pt x="340" y="700"/>
                  </a:cubicBezTo>
                  <a:cubicBezTo>
                    <a:pt x="340" y="700"/>
                    <a:pt x="340" y="700"/>
                    <a:pt x="340" y="700"/>
                  </a:cubicBezTo>
                  <a:cubicBezTo>
                    <a:pt x="340" y="699"/>
                    <a:pt x="340" y="699"/>
                    <a:pt x="340" y="699"/>
                  </a:cubicBezTo>
                  <a:cubicBezTo>
                    <a:pt x="340" y="699"/>
                    <a:pt x="340" y="699"/>
                    <a:pt x="340" y="699"/>
                  </a:cubicBezTo>
                  <a:cubicBezTo>
                    <a:pt x="340" y="699"/>
                    <a:pt x="340" y="699"/>
                    <a:pt x="340" y="699"/>
                  </a:cubicBezTo>
                  <a:cubicBezTo>
                    <a:pt x="340" y="699"/>
                    <a:pt x="340" y="699"/>
                    <a:pt x="340" y="699"/>
                  </a:cubicBezTo>
                  <a:cubicBezTo>
                    <a:pt x="340" y="699"/>
                    <a:pt x="340" y="699"/>
                    <a:pt x="340" y="699"/>
                  </a:cubicBezTo>
                  <a:cubicBezTo>
                    <a:pt x="340" y="699"/>
                    <a:pt x="340" y="699"/>
                    <a:pt x="340" y="699"/>
                  </a:cubicBezTo>
                  <a:cubicBezTo>
                    <a:pt x="340" y="698"/>
                    <a:pt x="340" y="698"/>
                    <a:pt x="340" y="698"/>
                  </a:cubicBezTo>
                  <a:cubicBezTo>
                    <a:pt x="340" y="698"/>
                    <a:pt x="340" y="698"/>
                    <a:pt x="340" y="698"/>
                  </a:cubicBezTo>
                  <a:cubicBezTo>
                    <a:pt x="341" y="698"/>
                    <a:pt x="341" y="698"/>
                    <a:pt x="341" y="698"/>
                  </a:cubicBezTo>
                  <a:cubicBezTo>
                    <a:pt x="341" y="698"/>
                    <a:pt x="341" y="698"/>
                    <a:pt x="341" y="698"/>
                  </a:cubicBezTo>
                  <a:cubicBezTo>
                    <a:pt x="341" y="698"/>
                    <a:pt x="341" y="698"/>
                    <a:pt x="341" y="698"/>
                  </a:cubicBezTo>
                  <a:cubicBezTo>
                    <a:pt x="341" y="698"/>
                    <a:pt x="341" y="698"/>
                    <a:pt x="341" y="698"/>
                  </a:cubicBezTo>
                  <a:cubicBezTo>
                    <a:pt x="341" y="698"/>
                    <a:pt x="341" y="698"/>
                    <a:pt x="341" y="698"/>
                  </a:cubicBezTo>
                  <a:cubicBezTo>
                    <a:pt x="341" y="698"/>
                    <a:pt x="341" y="698"/>
                    <a:pt x="341" y="698"/>
                  </a:cubicBezTo>
                  <a:cubicBezTo>
                    <a:pt x="342" y="697"/>
                    <a:pt x="342" y="697"/>
                    <a:pt x="342" y="697"/>
                  </a:cubicBezTo>
                  <a:cubicBezTo>
                    <a:pt x="342" y="697"/>
                    <a:pt x="342" y="697"/>
                    <a:pt x="342" y="697"/>
                  </a:cubicBezTo>
                  <a:cubicBezTo>
                    <a:pt x="343" y="697"/>
                    <a:pt x="343" y="697"/>
                    <a:pt x="343" y="697"/>
                  </a:cubicBezTo>
                  <a:cubicBezTo>
                    <a:pt x="343" y="697"/>
                    <a:pt x="343" y="697"/>
                    <a:pt x="343" y="697"/>
                  </a:cubicBezTo>
                  <a:cubicBezTo>
                    <a:pt x="343" y="697"/>
                    <a:pt x="343" y="697"/>
                    <a:pt x="343" y="697"/>
                  </a:cubicBezTo>
                  <a:cubicBezTo>
                    <a:pt x="343" y="697"/>
                    <a:pt x="343" y="697"/>
                    <a:pt x="343" y="697"/>
                  </a:cubicBezTo>
                  <a:cubicBezTo>
                    <a:pt x="344" y="697"/>
                    <a:pt x="344" y="697"/>
                    <a:pt x="344" y="697"/>
                  </a:cubicBezTo>
                  <a:cubicBezTo>
                    <a:pt x="344" y="697"/>
                    <a:pt x="344" y="697"/>
                    <a:pt x="344" y="697"/>
                  </a:cubicBezTo>
                  <a:cubicBezTo>
                    <a:pt x="344" y="697"/>
                    <a:pt x="344" y="697"/>
                    <a:pt x="344" y="697"/>
                  </a:cubicBezTo>
                  <a:cubicBezTo>
                    <a:pt x="344" y="697"/>
                    <a:pt x="344" y="697"/>
                    <a:pt x="344" y="697"/>
                  </a:cubicBezTo>
                  <a:cubicBezTo>
                    <a:pt x="345" y="697"/>
                    <a:pt x="345" y="697"/>
                    <a:pt x="345" y="697"/>
                  </a:cubicBezTo>
                  <a:cubicBezTo>
                    <a:pt x="345" y="697"/>
                    <a:pt x="345" y="697"/>
                    <a:pt x="345" y="697"/>
                  </a:cubicBezTo>
                  <a:cubicBezTo>
                    <a:pt x="345" y="698"/>
                    <a:pt x="345" y="698"/>
                    <a:pt x="345" y="698"/>
                  </a:cubicBezTo>
                  <a:cubicBezTo>
                    <a:pt x="345" y="698"/>
                    <a:pt x="345" y="698"/>
                    <a:pt x="345" y="698"/>
                  </a:cubicBezTo>
                  <a:cubicBezTo>
                    <a:pt x="345" y="698"/>
                    <a:pt x="345" y="698"/>
                    <a:pt x="345" y="698"/>
                  </a:cubicBezTo>
                  <a:cubicBezTo>
                    <a:pt x="345" y="698"/>
                    <a:pt x="345" y="698"/>
                    <a:pt x="345" y="698"/>
                  </a:cubicBezTo>
                  <a:cubicBezTo>
                    <a:pt x="345" y="698"/>
                    <a:pt x="345" y="698"/>
                    <a:pt x="345" y="698"/>
                  </a:cubicBezTo>
                  <a:cubicBezTo>
                    <a:pt x="345" y="698"/>
                    <a:pt x="345" y="698"/>
                    <a:pt x="345" y="698"/>
                  </a:cubicBezTo>
                  <a:cubicBezTo>
                    <a:pt x="346" y="698"/>
                    <a:pt x="346" y="698"/>
                    <a:pt x="346" y="698"/>
                  </a:cubicBezTo>
                  <a:cubicBezTo>
                    <a:pt x="346" y="698"/>
                    <a:pt x="346" y="698"/>
                    <a:pt x="346" y="698"/>
                  </a:cubicBezTo>
                  <a:cubicBezTo>
                    <a:pt x="346" y="698"/>
                    <a:pt x="346" y="698"/>
                    <a:pt x="346" y="698"/>
                  </a:cubicBezTo>
                  <a:cubicBezTo>
                    <a:pt x="346" y="698"/>
                    <a:pt x="346" y="698"/>
                    <a:pt x="346" y="698"/>
                  </a:cubicBezTo>
                  <a:cubicBezTo>
                    <a:pt x="346" y="697"/>
                    <a:pt x="346" y="697"/>
                    <a:pt x="346" y="697"/>
                  </a:cubicBezTo>
                  <a:cubicBezTo>
                    <a:pt x="346" y="697"/>
                    <a:pt x="346" y="697"/>
                    <a:pt x="346" y="697"/>
                  </a:cubicBezTo>
                  <a:cubicBezTo>
                    <a:pt x="347" y="697"/>
                    <a:pt x="347" y="697"/>
                    <a:pt x="347" y="697"/>
                  </a:cubicBezTo>
                  <a:cubicBezTo>
                    <a:pt x="347" y="697"/>
                    <a:pt x="347" y="697"/>
                    <a:pt x="347" y="697"/>
                  </a:cubicBezTo>
                  <a:cubicBezTo>
                    <a:pt x="347" y="697"/>
                    <a:pt x="347" y="697"/>
                    <a:pt x="347" y="697"/>
                  </a:cubicBezTo>
                  <a:cubicBezTo>
                    <a:pt x="347" y="697"/>
                    <a:pt x="347" y="697"/>
                    <a:pt x="347" y="697"/>
                  </a:cubicBezTo>
                  <a:cubicBezTo>
                    <a:pt x="347" y="697"/>
                    <a:pt x="347" y="697"/>
                    <a:pt x="347" y="697"/>
                  </a:cubicBezTo>
                  <a:cubicBezTo>
                    <a:pt x="347" y="697"/>
                    <a:pt x="347" y="697"/>
                    <a:pt x="347" y="697"/>
                  </a:cubicBezTo>
                  <a:cubicBezTo>
                    <a:pt x="347" y="697"/>
                    <a:pt x="347" y="697"/>
                    <a:pt x="347" y="697"/>
                  </a:cubicBezTo>
                  <a:cubicBezTo>
                    <a:pt x="347" y="697"/>
                    <a:pt x="347" y="697"/>
                    <a:pt x="347" y="697"/>
                  </a:cubicBezTo>
                  <a:cubicBezTo>
                    <a:pt x="348" y="697"/>
                    <a:pt x="348" y="697"/>
                    <a:pt x="348" y="697"/>
                  </a:cubicBezTo>
                  <a:cubicBezTo>
                    <a:pt x="348" y="697"/>
                    <a:pt x="348" y="697"/>
                    <a:pt x="348" y="697"/>
                  </a:cubicBezTo>
                  <a:cubicBezTo>
                    <a:pt x="348" y="697"/>
                    <a:pt x="348" y="697"/>
                    <a:pt x="348" y="697"/>
                  </a:cubicBezTo>
                  <a:cubicBezTo>
                    <a:pt x="348" y="697"/>
                    <a:pt x="348" y="697"/>
                    <a:pt x="348" y="697"/>
                  </a:cubicBezTo>
                  <a:cubicBezTo>
                    <a:pt x="348" y="697"/>
                    <a:pt x="348" y="697"/>
                    <a:pt x="348" y="697"/>
                  </a:cubicBezTo>
                  <a:cubicBezTo>
                    <a:pt x="348" y="697"/>
                    <a:pt x="348" y="697"/>
                    <a:pt x="348" y="697"/>
                  </a:cubicBezTo>
                  <a:cubicBezTo>
                    <a:pt x="349" y="697"/>
                    <a:pt x="349" y="697"/>
                    <a:pt x="349" y="697"/>
                  </a:cubicBezTo>
                  <a:cubicBezTo>
                    <a:pt x="349" y="697"/>
                    <a:pt x="349" y="697"/>
                    <a:pt x="349" y="697"/>
                  </a:cubicBezTo>
                  <a:cubicBezTo>
                    <a:pt x="349" y="697"/>
                    <a:pt x="349" y="697"/>
                    <a:pt x="349" y="697"/>
                  </a:cubicBezTo>
                  <a:cubicBezTo>
                    <a:pt x="349" y="697"/>
                    <a:pt x="349" y="697"/>
                    <a:pt x="349" y="697"/>
                  </a:cubicBezTo>
                  <a:cubicBezTo>
                    <a:pt x="349" y="697"/>
                    <a:pt x="349" y="697"/>
                    <a:pt x="349" y="697"/>
                  </a:cubicBezTo>
                  <a:cubicBezTo>
                    <a:pt x="349" y="697"/>
                    <a:pt x="349" y="697"/>
                    <a:pt x="349" y="697"/>
                  </a:cubicBezTo>
                  <a:cubicBezTo>
                    <a:pt x="352" y="697"/>
                    <a:pt x="352" y="697"/>
                    <a:pt x="352" y="697"/>
                  </a:cubicBezTo>
                  <a:cubicBezTo>
                    <a:pt x="352" y="697"/>
                    <a:pt x="352" y="697"/>
                    <a:pt x="352" y="697"/>
                  </a:cubicBezTo>
                  <a:cubicBezTo>
                    <a:pt x="355" y="697"/>
                    <a:pt x="355" y="697"/>
                    <a:pt x="355" y="697"/>
                  </a:cubicBezTo>
                  <a:cubicBezTo>
                    <a:pt x="355" y="697"/>
                    <a:pt x="355" y="697"/>
                    <a:pt x="355" y="697"/>
                  </a:cubicBezTo>
                  <a:cubicBezTo>
                    <a:pt x="358" y="696"/>
                    <a:pt x="358" y="696"/>
                    <a:pt x="358" y="696"/>
                  </a:cubicBezTo>
                  <a:cubicBezTo>
                    <a:pt x="358" y="696"/>
                    <a:pt x="358" y="696"/>
                    <a:pt x="358" y="696"/>
                  </a:cubicBezTo>
                  <a:cubicBezTo>
                    <a:pt x="361" y="695"/>
                    <a:pt x="361" y="695"/>
                    <a:pt x="361" y="695"/>
                  </a:cubicBezTo>
                  <a:cubicBezTo>
                    <a:pt x="361" y="695"/>
                    <a:pt x="361" y="695"/>
                    <a:pt x="361" y="695"/>
                  </a:cubicBezTo>
                  <a:cubicBezTo>
                    <a:pt x="364" y="694"/>
                    <a:pt x="364" y="694"/>
                    <a:pt x="364" y="694"/>
                  </a:cubicBezTo>
                  <a:cubicBezTo>
                    <a:pt x="364" y="694"/>
                    <a:pt x="364" y="694"/>
                    <a:pt x="364" y="694"/>
                  </a:cubicBezTo>
                  <a:cubicBezTo>
                    <a:pt x="367" y="693"/>
                    <a:pt x="367" y="693"/>
                    <a:pt x="367" y="693"/>
                  </a:cubicBezTo>
                  <a:cubicBezTo>
                    <a:pt x="367" y="693"/>
                    <a:pt x="367" y="693"/>
                    <a:pt x="367" y="693"/>
                  </a:cubicBezTo>
                  <a:cubicBezTo>
                    <a:pt x="370" y="691"/>
                    <a:pt x="370" y="691"/>
                    <a:pt x="370" y="691"/>
                  </a:cubicBezTo>
                  <a:cubicBezTo>
                    <a:pt x="370" y="691"/>
                    <a:pt x="370" y="691"/>
                    <a:pt x="370" y="691"/>
                  </a:cubicBezTo>
                  <a:cubicBezTo>
                    <a:pt x="372" y="688"/>
                    <a:pt x="372" y="688"/>
                    <a:pt x="372" y="688"/>
                  </a:cubicBezTo>
                  <a:cubicBezTo>
                    <a:pt x="372" y="688"/>
                    <a:pt x="372" y="688"/>
                    <a:pt x="372" y="688"/>
                  </a:cubicBezTo>
                  <a:cubicBezTo>
                    <a:pt x="380" y="679"/>
                    <a:pt x="380" y="679"/>
                    <a:pt x="380" y="679"/>
                  </a:cubicBezTo>
                  <a:cubicBezTo>
                    <a:pt x="380" y="679"/>
                    <a:pt x="380" y="679"/>
                    <a:pt x="380" y="679"/>
                  </a:cubicBezTo>
                  <a:cubicBezTo>
                    <a:pt x="380" y="679"/>
                    <a:pt x="380" y="679"/>
                    <a:pt x="380" y="679"/>
                  </a:cubicBezTo>
                  <a:cubicBezTo>
                    <a:pt x="380" y="679"/>
                    <a:pt x="380" y="679"/>
                    <a:pt x="380" y="679"/>
                  </a:cubicBezTo>
                  <a:cubicBezTo>
                    <a:pt x="381" y="679"/>
                    <a:pt x="381" y="679"/>
                    <a:pt x="381" y="679"/>
                  </a:cubicBezTo>
                  <a:cubicBezTo>
                    <a:pt x="381" y="679"/>
                    <a:pt x="381" y="679"/>
                    <a:pt x="381" y="679"/>
                  </a:cubicBezTo>
                  <a:cubicBezTo>
                    <a:pt x="381" y="678"/>
                    <a:pt x="381" y="678"/>
                    <a:pt x="381" y="678"/>
                  </a:cubicBezTo>
                  <a:cubicBezTo>
                    <a:pt x="381" y="678"/>
                    <a:pt x="381" y="678"/>
                    <a:pt x="381" y="678"/>
                  </a:cubicBezTo>
                  <a:cubicBezTo>
                    <a:pt x="382" y="677"/>
                    <a:pt x="382" y="677"/>
                    <a:pt x="382" y="677"/>
                  </a:cubicBezTo>
                  <a:cubicBezTo>
                    <a:pt x="382" y="677"/>
                    <a:pt x="382" y="677"/>
                    <a:pt x="382" y="677"/>
                  </a:cubicBezTo>
                  <a:cubicBezTo>
                    <a:pt x="382" y="677"/>
                    <a:pt x="382" y="677"/>
                    <a:pt x="382" y="677"/>
                  </a:cubicBezTo>
                  <a:cubicBezTo>
                    <a:pt x="382" y="677"/>
                    <a:pt x="382" y="677"/>
                    <a:pt x="382" y="677"/>
                  </a:cubicBezTo>
                  <a:cubicBezTo>
                    <a:pt x="383" y="677"/>
                    <a:pt x="383" y="677"/>
                    <a:pt x="383" y="677"/>
                  </a:cubicBezTo>
                  <a:cubicBezTo>
                    <a:pt x="383" y="677"/>
                    <a:pt x="383" y="677"/>
                    <a:pt x="383" y="677"/>
                  </a:cubicBezTo>
                  <a:cubicBezTo>
                    <a:pt x="383" y="676"/>
                    <a:pt x="383" y="676"/>
                    <a:pt x="383" y="676"/>
                  </a:cubicBezTo>
                  <a:cubicBezTo>
                    <a:pt x="383" y="676"/>
                    <a:pt x="383" y="676"/>
                    <a:pt x="383" y="676"/>
                  </a:cubicBezTo>
                  <a:cubicBezTo>
                    <a:pt x="384" y="676"/>
                    <a:pt x="384" y="676"/>
                    <a:pt x="384" y="676"/>
                  </a:cubicBezTo>
                  <a:cubicBezTo>
                    <a:pt x="384" y="676"/>
                    <a:pt x="384" y="676"/>
                    <a:pt x="384" y="676"/>
                  </a:cubicBezTo>
                  <a:cubicBezTo>
                    <a:pt x="385" y="674"/>
                    <a:pt x="385" y="674"/>
                    <a:pt x="385" y="674"/>
                  </a:cubicBezTo>
                  <a:cubicBezTo>
                    <a:pt x="385" y="674"/>
                    <a:pt x="385" y="674"/>
                    <a:pt x="385" y="674"/>
                  </a:cubicBezTo>
                  <a:cubicBezTo>
                    <a:pt x="387" y="673"/>
                    <a:pt x="387" y="673"/>
                    <a:pt x="387" y="673"/>
                  </a:cubicBezTo>
                  <a:cubicBezTo>
                    <a:pt x="387" y="673"/>
                    <a:pt x="387" y="673"/>
                    <a:pt x="387" y="673"/>
                  </a:cubicBezTo>
                  <a:cubicBezTo>
                    <a:pt x="388" y="671"/>
                    <a:pt x="388" y="671"/>
                    <a:pt x="388" y="671"/>
                  </a:cubicBezTo>
                  <a:cubicBezTo>
                    <a:pt x="388" y="671"/>
                    <a:pt x="388" y="671"/>
                    <a:pt x="388" y="671"/>
                  </a:cubicBezTo>
                  <a:cubicBezTo>
                    <a:pt x="390" y="670"/>
                    <a:pt x="390" y="670"/>
                    <a:pt x="390" y="670"/>
                  </a:cubicBezTo>
                  <a:cubicBezTo>
                    <a:pt x="390" y="670"/>
                    <a:pt x="390" y="670"/>
                    <a:pt x="390" y="670"/>
                  </a:cubicBezTo>
                  <a:cubicBezTo>
                    <a:pt x="391" y="668"/>
                    <a:pt x="391" y="668"/>
                    <a:pt x="391" y="668"/>
                  </a:cubicBezTo>
                  <a:cubicBezTo>
                    <a:pt x="391" y="668"/>
                    <a:pt x="391" y="668"/>
                    <a:pt x="391" y="668"/>
                  </a:cubicBezTo>
                  <a:cubicBezTo>
                    <a:pt x="392" y="667"/>
                    <a:pt x="392" y="667"/>
                    <a:pt x="392" y="667"/>
                  </a:cubicBezTo>
                  <a:cubicBezTo>
                    <a:pt x="392" y="667"/>
                    <a:pt x="392" y="667"/>
                    <a:pt x="392" y="667"/>
                  </a:cubicBezTo>
                  <a:cubicBezTo>
                    <a:pt x="393" y="665"/>
                    <a:pt x="393" y="665"/>
                    <a:pt x="393" y="665"/>
                  </a:cubicBezTo>
                  <a:cubicBezTo>
                    <a:pt x="393" y="665"/>
                    <a:pt x="393" y="665"/>
                    <a:pt x="393" y="665"/>
                  </a:cubicBezTo>
                  <a:cubicBezTo>
                    <a:pt x="394" y="663"/>
                    <a:pt x="394" y="663"/>
                    <a:pt x="394" y="663"/>
                  </a:cubicBezTo>
                  <a:cubicBezTo>
                    <a:pt x="394" y="663"/>
                    <a:pt x="394" y="663"/>
                    <a:pt x="394" y="663"/>
                  </a:cubicBezTo>
                  <a:cubicBezTo>
                    <a:pt x="394" y="663"/>
                    <a:pt x="394" y="663"/>
                    <a:pt x="394" y="663"/>
                  </a:cubicBezTo>
                  <a:cubicBezTo>
                    <a:pt x="394" y="663"/>
                    <a:pt x="394" y="663"/>
                    <a:pt x="394" y="663"/>
                  </a:cubicBezTo>
                  <a:cubicBezTo>
                    <a:pt x="393" y="662"/>
                    <a:pt x="393" y="662"/>
                    <a:pt x="393" y="662"/>
                  </a:cubicBezTo>
                  <a:cubicBezTo>
                    <a:pt x="393" y="662"/>
                    <a:pt x="393" y="662"/>
                    <a:pt x="393" y="662"/>
                  </a:cubicBezTo>
                  <a:cubicBezTo>
                    <a:pt x="392" y="662"/>
                    <a:pt x="392" y="662"/>
                    <a:pt x="392" y="662"/>
                  </a:cubicBezTo>
                  <a:cubicBezTo>
                    <a:pt x="392" y="662"/>
                    <a:pt x="392" y="662"/>
                    <a:pt x="392" y="662"/>
                  </a:cubicBezTo>
                  <a:cubicBezTo>
                    <a:pt x="392" y="662"/>
                    <a:pt x="392" y="662"/>
                    <a:pt x="392" y="662"/>
                  </a:cubicBezTo>
                  <a:cubicBezTo>
                    <a:pt x="392" y="662"/>
                    <a:pt x="392" y="662"/>
                    <a:pt x="392" y="662"/>
                  </a:cubicBezTo>
                  <a:cubicBezTo>
                    <a:pt x="391" y="662"/>
                    <a:pt x="391" y="662"/>
                    <a:pt x="391" y="662"/>
                  </a:cubicBezTo>
                  <a:cubicBezTo>
                    <a:pt x="391" y="662"/>
                    <a:pt x="391" y="662"/>
                    <a:pt x="391" y="662"/>
                  </a:cubicBezTo>
                  <a:cubicBezTo>
                    <a:pt x="390" y="662"/>
                    <a:pt x="390" y="662"/>
                    <a:pt x="390" y="662"/>
                  </a:cubicBezTo>
                  <a:cubicBezTo>
                    <a:pt x="390" y="662"/>
                    <a:pt x="390" y="662"/>
                    <a:pt x="390" y="662"/>
                  </a:cubicBezTo>
                  <a:cubicBezTo>
                    <a:pt x="389" y="662"/>
                    <a:pt x="389" y="662"/>
                    <a:pt x="389" y="662"/>
                  </a:cubicBezTo>
                  <a:cubicBezTo>
                    <a:pt x="389" y="662"/>
                    <a:pt x="389" y="662"/>
                    <a:pt x="389" y="662"/>
                  </a:cubicBezTo>
                  <a:cubicBezTo>
                    <a:pt x="389" y="662"/>
                    <a:pt x="389" y="662"/>
                    <a:pt x="389" y="662"/>
                  </a:cubicBezTo>
                  <a:cubicBezTo>
                    <a:pt x="389" y="662"/>
                    <a:pt x="389" y="662"/>
                    <a:pt x="389" y="662"/>
                  </a:cubicBezTo>
                  <a:cubicBezTo>
                    <a:pt x="386" y="663"/>
                    <a:pt x="386" y="663"/>
                    <a:pt x="386" y="663"/>
                  </a:cubicBezTo>
                  <a:cubicBezTo>
                    <a:pt x="386" y="663"/>
                    <a:pt x="386" y="663"/>
                    <a:pt x="386" y="663"/>
                  </a:cubicBezTo>
                  <a:cubicBezTo>
                    <a:pt x="384" y="663"/>
                    <a:pt x="384" y="663"/>
                    <a:pt x="384" y="663"/>
                  </a:cubicBezTo>
                  <a:cubicBezTo>
                    <a:pt x="384" y="663"/>
                    <a:pt x="384" y="663"/>
                    <a:pt x="384" y="663"/>
                  </a:cubicBezTo>
                  <a:cubicBezTo>
                    <a:pt x="382" y="664"/>
                    <a:pt x="382" y="664"/>
                    <a:pt x="382" y="664"/>
                  </a:cubicBezTo>
                  <a:cubicBezTo>
                    <a:pt x="382" y="664"/>
                    <a:pt x="382" y="664"/>
                    <a:pt x="382" y="664"/>
                  </a:cubicBezTo>
                  <a:cubicBezTo>
                    <a:pt x="380" y="664"/>
                    <a:pt x="380" y="664"/>
                    <a:pt x="380" y="664"/>
                  </a:cubicBezTo>
                  <a:cubicBezTo>
                    <a:pt x="380" y="664"/>
                    <a:pt x="380" y="664"/>
                    <a:pt x="380" y="664"/>
                  </a:cubicBezTo>
                  <a:cubicBezTo>
                    <a:pt x="378" y="664"/>
                    <a:pt x="378" y="664"/>
                    <a:pt x="378" y="664"/>
                  </a:cubicBezTo>
                  <a:cubicBezTo>
                    <a:pt x="378" y="664"/>
                    <a:pt x="378" y="664"/>
                    <a:pt x="378" y="664"/>
                  </a:cubicBezTo>
                  <a:cubicBezTo>
                    <a:pt x="376" y="665"/>
                    <a:pt x="376" y="665"/>
                    <a:pt x="376" y="665"/>
                  </a:cubicBezTo>
                  <a:cubicBezTo>
                    <a:pt x="376" y="665"/>
                    <a:pt x="376" y="665"/>
                    <a:pt x="376" y="665"/>
                  </a:cubicBezTo>
                  <a:cubicBezTo>
                    <a:pt x="374" y="665"/>
                    <a:pt x="374" y="665"/>
                    <a:pt x="374" y="665"/>
                  </a:cubicBezTo>
                  <a:cubicBezTo>
                    <a:pt x="374" y="665"/>
                    <a:pt x="374" y="665"/>
                    <a:pt x="374" y="665"/>
                  </a:cubicBezTo>
                  <a:cubicBezTo>
                    <a:pt x="372" y="665"/>
                    <a:pt x="372" y="665"/>
                    <a:pt x="372" y="665"/>
                  </a:cubicBezTo>
                  <a:cubicBezTo>
                    <a:pt x="372" y="665"/>
                    <a:pt x="372" y="665"/>
                    <a:pt x="372" y="665"/>
                  </a:cubicBezTo>
                  <a:cubicBezTo>
                    <a:pt x="372" y="665"/>
                    <a:pt x="372" y="665"/>
                    <a:pt x="372" y="665"/>
                  </a:cubicBezTo>
                  <a:cubicBezTo>
                    <a:pt x="372" y="665"/>
                    <a:pt x="372" y="665"/>
                    <a:pt x="372" y="665"/>
                  </a:cubicBezTo>
                  <a:cubicBezTo>
                    <a:pt x="371" y="665"/>
                    <a:pt x="371" y="665"/>
                    <a:pt x="371" y="665"/>
                  </a:cubicBezTo>
                  <a:cubicBezTo>
                    <a:pt x="371" y="665"/>
                    <a:pt x="371" y="665"/>
                    <a:pt x="371" y="665"/>
                  </a:cubicBezTo>
                  <a:cubicBezTo>
                    <a:pt x="371" y="665"/>
                    <a:pt x="371" y="665"/>
                    <a:pt x="371" y="665"/>
                  </a:cubicBezTo>
                  <a:cubicBezTo>
                    <a:pt x="371" y="665"/>
                    <a:pt x="371" y="665"/>
                    <a:pt x="371" y="665"/>
                  </a:cubicBezTo>
                  <a:cubicBezTo>
                    <a:pt x="371" y="665"/>
                    <a:pt x="371" y="665"/>
                    <a:pt x="371" y="665"/>
                  </a:cubicBezTo>
                  <a:cubicBezTo>
                    <a:pt x="371" y="665"/>
                    <a:pt x="371" y="665"/>
                    <a:pt x="371" y="665"/>
                  </a:cubicBezTo>
                  <a:cubicBezTo>
                    <a:pt x="370" y="665"/>
                    <a:pt x="370" y="665"/>
                    <a:pt x="370" y="665"/>
                  </a:cubicBezTo>
                  <a:cubicBezTo>
                    <a:pt x="370" y="665"/>
                    <a:pt x="370" y="665"/>
                    <a:pt x="370" y="665"/>
                  </a:cubicBezTo>
                  <a:cubicBezTo>
                    <a:pt x="370" y="665"/>
                    <a:pt x="370" y="665"/>
                    <a:pt x="370" y="665"/>
                  </a:cubicBezTo>
                  <a:cubicBezTo>
                    <a:pt x="370" y="665"/>
                    <a:pt x="370" y="665"/>
                    <a:pt x="370" y="665"/>
                  </a:cubicBezTo>
                  <a:cubicBezTo>
                    <a:pt x="369" y="665"/>
                    <a:pt x="369" y="665"/>
                    <a:pt x="369" y="665"/>
                  </a:cubicBezTo>
                  <a:cubicBezTo>
                    <a:pt x="369" y="665"/>
                    <a:pt x="369" y="665"/>
                    <a:pt x="369" y="665"/>
                  </a:cubicBezTo>
                  <a:cubicBezTo>
                    <a:pt x="369" y="664"/>
                    <a:pt x="369" y="664"/>
                    <a:pt x="369" y="664"/>
                  </a:cubicBezTo>
                  <a:cubicBezTo>
                    <a:pt x="369" y="664"/>
                    <a:pt x="369" y="664"/>
                    <a:pt x="369" y="664"/>
                  </a:cubicBezTo>
                  <a:cubicBezTo>
                    <a:pt x="368" y="664"/>
                    <a:pt x="368" y="664"/>
                    <a:pt x="368" y="664"/>
                  </a:cubicBezTo>
                  <a:cubicBezTo>
                    <a:pt x="368" y="664"/>
                    <a:pt x="368" y="664"/>
                    <a:pt x="368" y="664"/>
                  </a:cubicBezTo>
                  <a:cubicBezTo>
                    <a:pt x="368" y="663"/>
                    <a:pt x="368" y="663"/>
                    <a:pt x="368" y="663"/>
                  </a:cubicBezTo>
                  <a:cubicBezTo>
                    <a:pt x="368" y="663"/>
                    <a:pt x="368" y="663"/>
                    <a:pt x="368" y="663"/>
                  </a:cubicBezTo>
                  <a:cubicBezTo>
                    <a:pt x="367" y="663"/>
                    <a:pt x="367" y="663"/>
                    <a:pt x="367" y="663"/>
                  </a:cubicBezTo>
                  <a:cubicBezTo>
                    <a:pt x="367" y="663"/>
                    <a:pt x="367" y="663"/>
                    <a:pt x="367" y="663"/>
                  </a:cubicBezTo>
                  <a:cubicBezTo>
                    <a:pt x="367" y="662"/>
                    <a:pt x="367" y="662"/>
                    <a:pt x="367" y="662"/>
                  </a:cubicBezTo>
                  <a:cubicBezTo>
                    <a:pt x="367" y="662"/>
                    <a:pt x="367" y="662"/>
                    <a:pt x="367" y="662"/>
                  </a:cubicBezTo>
                  <a:cubicBezTo>
                    <a:pt x="366" y="662"/>
                    <a:pt x="366" y="662"/>
                    <a:pt x="366" y="662"/>
                  </a:cubicBezTo>
                  <a:cubicBezTo>
                    <a:pt x="366" y="662"/>
                    <a:pt x="366" y="662"/>
                    <a:pt x="366" y="662"/>
                  </a:cubicBezTo>
                  <a:cubicBezTo>
                    <a:pt x="366" y="661"/>
                    <a:pt x="366" y="661"/>
                    <a:pt x="366" y="661"/>
                  </a:cubicBezTo>
                  <a:cubicBezTo>
                    <a:pt x="366" y="661"/>
                    <a:pt x="366" y="661"/>
                    <a:pt x="366" y="661"/>
                  </a:cubicBezTo>
                  <a:cubicBezTo>
                    <a:pt x="365" y="660"/>
                    <a:pt x="365" y="660"/>
                    <a:pt x="365" y="660"/>
                  </a:cubicBezTo>
                  <a:cubicBezTo>
                    <a:pt x="365" y="660"/>
                    <a:pt x="365" y="660"/>
                    <a:pt x="365" y="660"/>
                  </a:cubicBezTo>
                  <a:cubicBezTo>
                    <a:pt x="365" y="659"/>
                    <a:pt x="365" y="659"/>
                    <a:pt x="365" y="659"/>
                  </a:cubicBezTo>
                  <a:cubicBezTo>
                    <a:pt x="365" y="659"/>
                    <a:pt x="365" y="659"/>
                    <a:pt x="365" y="659"/>
                  </a:cubicBezTo>
                  <a:cubicBezTo>
                    <a:pt x="365" y="659"/>
                    <a:pt x="365" y="659"/>
                    <a:pt x="365" y="659"/>
                  </a:cubicBezTo>
                  <a:cubicBezTo>
                    <a:pt x="365" y="659"/>
                    <a:pt x="365" y="659"/>
                    <a:pt x="365" y="659"/>
                  </a:cubicBezTo>
                  <a:cubicBezTo>
                    <a:pt x="366" y="659"/>
                    <a:pt x="366" y="659"/>
                    <a:pt x="366" y="659"/>
                  </a:cubicBezTo>
                  <a:cubicBezTo>
                    <a:pt x="366" y="659"/>
                    <a:pt x="366" y="659"/>
                    <a:pt x="366" y="659"/>
                  </a:cubicBezTo>
                  <a:cubicBezTo>
                    <a:pt x="366" y="659"/>
                    <a:pt x="366" y="659"/>
                    <a:pt x="366" y="659"/>
                  </a:cubicBezTo>
                  <a:cubicBezTo>
                    <a:pt x="366" y="659"/>
                    <a:pt x="366" y="659"/>
                    <a:pt x="366" y="659"/>
                  </a:cubicBezTo>
                  <a:cubicBezTo>
                    <a:pt x="366" y="658"/>
                    <a:pt x="366" y="658"/>
                    <a:pt x="366" y="658"/>
                  </a:cubicBezTo>
                  <a:cubicBezTo>
                    <a:pt x="366" y="658"/>
                    <a:pt x="366" y="658"/>
                    <a:pt x="366" y="658"/>
                  </a:cubicBezTo>
                  <a:cubicBezTo>
                    <a:pt x="366" y="658"/>
                    <a:pt x="366" y="658"/>
                    <a:pt x="366" y="658"/>
                  </a:cubicBezTo>
                  <a:cubicBezTo>
                    <a:pt x="366" y="658"/>
                    <a:pt x="366" y="658"/>
                    <a:pt x="366" y="658"/>
                  </a:cubicBezTo>
                  <a:cubicBezTo>
                    <a:pt x="367" y="658"/>
                    <a:pt x="367" y="658"/>
                    <a:pt x="367" y="658"/>
                  </a:cubicBezTo>
                  <a:cubicBezTo>
                    <a:pt x="367" y="658"/>
                    <a:pt x="367" y="658"/>
                    <a:pt x="367" y="658"/>
                  </a:cubicBezTo>
                  <a:cubicBezTo>
                    <a:pt x="367" y="658"/>
                    <a:pt x="367" y="658"/>
                    <a:pt x="367" y="658"/>
                  </a:cubicBezTo>
                  <a:cubicBezTo>
                    <a:pt x="367" y="658"/>
                    <a:pt x="367" y="658"/>
                    <a:pt x="367" y="658"/>
                  </a:cubicBezTo>
                  <a:cubicBezTo>
                    <a:pt x="367" y="657"/>
                    <a:pt x="367" y="657"/>
                    <a:pt x="367" y="657"/>
                  </a:cubicBezTo>
                  <a:cubicBezTo>
                    <a:pt x="367" y="657"/>
                    <a:pt x="367" y="657"/>
                    <a:pt x="367" y="657"/>
                  </a:cubicBezTo>
                  <a:cubicBezTo>
                    <a:pt x="368" y="658"/>
                    <a:pt x="368" y="658"/>
                    <a:pt x="368" y="658"/>
                  </a:cubicBezTo>
                  <a:cubicBezTo>
                    <a:pt x="368" y="658"/>
                    <a:pt x="368" y="658"/>
                    <a:pt x="368" y="658"/>
                  </a:cubicBezTo>
                  <a:cubicBezTo>
                    <a:pt x="369" y="658"/>
                    <a:pt x="369" y="658"/>
                    <a:pt x="369" y="658"/>
                  </a:cubicBezTo>
                  <a:cubicBezTo>
                    <a:pt x="369" y="658"/>
                    <a:pt x="369" y="658"/>
                    <a:pt x="369" y="658"/>
                  </a:cubicBezTo>
                  <a:cubicBezTo>
                    <a:pt x="370" y="658"/>
                    <a:pt x="370" y="658"/>
                    <a:pt x="370" y="658"/>
                  </a:cubicBezTo>
                  <a:cubicBezTo>
                    <a:pt x="370" y="658"/>
                    <a:pt x="370" y="658"/>
                    <a:pt x="370" y="658"/>
                  </a:cubicBezTo>
                  <a:cubicBezTo>
                    <a:pt x="370" y="658"/>
                    <a:pt x="370" y="658"/>
                    <a:pt x="370" y="658"/>
                  </a:cubicBezTo>
                  <a:cubicBezTo>
                    <a:pt x="370" y="658"/>
                    <a:pt x="370" y="658"/>
                    <a:pt x="370" y="658"/>
                  </a:cubicBezTo>
                  <a:cubicBezTo>
                    <a:pt x="371" y="658"/>
                    <a:pt x="371" y="658"/>
                    <a:pt x="371" y="658"/>
                  </a:cubicBezTo>
                  <a:cubicBezTo>
                    <a:pt x="371" y="658"/>
                    <a:pt x="371" y="658"/>
                    <a:pt x="371" y="658"/>
                  </a:cubicBezTo>
                  <a:cubicBezTo>
                    <a:pt x="372" y="658"/>
                    <a:pt x="372" y="658"/>
                    <a:pt x="372" y="658"/>
                  </a:cubicBezTo>
                  <a:cubicBezTo>
                    <a:pt x="372" y="658"/>
                    <a:pt x="372" y="658"/>
                    <a:pt x="372" y="658"/>
                  </a:cubicBezTo>
                  <a:cubicBezTo>
                    <a:pt x="373" y="659"/>
                    <a:pt x="373" y="659"/>
                    <a:pt x="373" y="659"/>
                  </a:cubicBezTo>
                  <a:cubicBezTo>
                    <a:pt x="373" y="659"/>
                    <a:pt x="373" y="659"/>
                    <a:pt x="373" y="659"/>
                  </a:cubicBezTo>
                  <a:cubicBezTo>
                    <a:pt x="374" y="659"/>
                    <a:pt x="374" y="659"/>
                    <a:pt x="374" y="659"/>
                  </a:cubicBezTo>
                  <a:cubicBezTo>
                    <a:pt x="374" y="659"/>
                    <a:pt x="374" y="659"/>
                    <a:pt x="374" y="659"/>
                  </a:cubicBezTo>
                  <a:cubicBezTo>
                    <a:pt x="390" y="658"/>
                    <a:pt x="390" y="658"/>
                    <a:pt x="390" y="658"/>
                  </a:cubicBezTo>
                  <a:cubicBezTo>
                    <a:pt x="390" y="658"/>
                    <a:pt x="390" y="658"/>
                    <a:pt x="390" y="658"/>
                  </a:cubicBezTo>
                  <a:cubicBezTo>
                    <a:pt x="398" y="658"/>
                    <a:pt x="398" y="658"/>
                    <a:pt x="398" y="658"/>
                  </a:cubicBezTo>
                  <a:cubicBezTo>
                    <a:pt x="398" y="658"/>
                    <a:pt x="398" y="658"/>
                    <a:pt x="398" y="658"/>
                  </a:cubicBezTo>
                  <a:cubicBezTo>
                    <a:pt x="399" y="658"/>
                    <a:pt x="399" y="658"/>
                    <a:pt x="399" y="658"/>
                  </a:cubicBezTo>
                  <a:cubicBezTo>
                    <a:pt x="399" y="658"/>
                    <a:pt x="399" y="658"/>
                    <a:pt x="399" y="658"/>
                  </a:cubicBezTo>
                  <a:cubicBezTo>
                    <a:pt x="399" y="659"/>
                    <a:pt x="399" y="659"/>
                    <a:pt x="399" y="659"/>
                  </a:cubicBezTo>
                  <a:cubicBezTo>
                    <a:pt x="399" y="659"/>
                    <a:pt x="399" y="659"/>
                    <a:pt x="399" y="659"/>
                  </a:cubicBezTo>
                  <a:cubicBezTo>
                    <a:pt x="400" y="660"/>
                    <a:pt x="400" y="660"/>
                    <a:pt x="400" y="660"/>
                  </a:cubicBezTo>
                  <a:cubicBezTo>
                    <a:pt x="400" y="660"/>
                    <a:pt x="400" y="660"/>
                    <a:pt x="400" y="660"/>
                  </a:cubicBezTo>
                  <a:cubicBezTo>
                    <a:pt x="401" y="661"/>
                    <a:pt x="401" y="661"/>
                    <a:pt x="401" y="661"/>
                  </a:cubicBezTo>
                  <a:cubicBezTo>
                    <a:pt x="401" y="661"/>
                    <a:pt x="401" y="661"/>
                    <a:pt x="401" y="661"/>
                  </a:cubicBezTo>
                  <a:cubicBezTo>
                    <a:pt x="401" y="662"/>
                    <a:pt x="401" y="662"/>
                    <a:pt x="401" y="662"/>
                  </a:cubicBezTo>
                  <a:cubicBezTo>
                    <a:pt x="401" y="662"/>
                    <a:pt x="401" y="662"/>
                    <a:pt x="401" y="662"/>
                  </a:cubicBezTo>
                  <a:cubicBezTo>
                    <a:pt x="401" y="663"/>
                    <a:pt x="401" y="663"/>
                    <a:pt x="401" y="663"/>
                  </a:cubicBezTo>
                  <a:cubicBezTo>
                    <a:pt x="401" y="663"/>
                    <a:pt x="401" y="663"/>
                    <a:pt x="401" y="663"/>
                  </a:cubicBezTo>
                  <a:cubicBezTo>
                    <a:pt x="401" y="664"/>
                    <a:pt x="401" y="664"/>
                    <a:pt x="401" y="664"/>
                  </a:cubicBezTo>
                  <a:cubicBezTo>
                    <a:pt x="401" y="664"/>
                    <a:pt x="401" y="664"/>
                    <a:pt x="401" y="664"/>
                  </a:cubicBezTo>
                  <a:cubicBezTo>
                    <a:pt x="401" y="665"/>
                    <a:pt x="401" y="665"/>
                    <a:pt x="401" y="665"/>
                  </a:cubicBezTo>
                  <a:cubicBezTo>
                    <a:pt x="401" y="665"/>
                    <a:pt x="401" y="665"/>
                    <a:pt x="401" y="665"/>
                  </a:cubicBezTo>
                  <a:cubicBezTo>
                    <a:pt x="400" y="666"/>
                    <a:pt x="400" y="666"/>
                    <a:pt x="400" y="666"/>
                  </a:cubicBezTo>
                  <a:cubicBezTo>
                    <a:pt x="400" y="666"/>
                    <a:pt x="400" y="666"/>
                    <a:pt x="400" y="666"/>
                  </a:cubicBezTo>
                  <a:cubicBezTo>
                    <a:pt x="400" y="666"/>
                    <a:pt x="400" y="666"/>
                    <a:pt x="400" y="666"/>
                  </a:cubicBezTo>
                  <a:cubicBezTo>
                    <a:pt x="400" y="666"/>
                    <a:pt x="400" y="666"/>
                    <a:pt x="400" y="666"/>
                  </a:cubicBezTo>
                  <a:cubicBezTo>
                    <a:pt x="400" y="667"/>
                    <a:pt x="400" y="667"/>
                    <a:pt x="400" y="667"/>
                  </a:cubicBezTo>
                  <a:cubicBezTo>
                    <a:pt x="400" y="667"/>
                    <a:pt x="400" y="667"/>
                    <a:pt x="400" y="667"/>
                  </a:cubicBezTo>
                  <a:cubicBezTo>
                    <a:pt x="399" y="667"/>
                    <a:pt x="399" y="667"/>
                    <a:pt x="399" y="667"/>
                  </a:cubicBezTo>
                  <a:cubicBezTo>
                    <a:pt x="399" y="667"/>
                    <a:pt x="399" y="667"/>
                    <a:pt x="399" y="667"/>
                  </a:cubicBezTo>
                  <a:cubicBezTo>
                    <a:pt x="399" y="668"/>
                    <a:pt x="399" y="668"/>
                    <a:pt x="399" y="668"/>
                  </a:cubicBezTo>
                  <a:cubicBezTo>
                    <a:pt x="399" y="668"/>
                    <a:pt x="399" y="668"/>
                    <a:pt x="399" y="668"/>
                  </a:cubicBezTo>
                  <a:cubicBezTo>
                    <a:pt x="398" y="668"/>
                    <a:pt x="398" y="668"/>
                    <a:pt x="398" y="668"/>
                  </a:cubicBezTo>
                  <a:cubicBezTo>
                    <a:pt x="398" y="668"/>
                    <a:pt x="398" y="668"/>
                    <a:pt x="398" y="668"/>
                  </a:cubicBezTo>
                  <a:cubicBezTo>
                    <a:pt x="398" y="668"/>
                    <a:pt x="398" y="668"/>
                    <a:pt x="398" y="668"/>
                  </a:cubicBezTo>
                  <a:cubicBezTo>
                    <a:pt x="398" y="668"/>
                    <a:pt x="398" y="668"/>
                    <a:pt x="398" y="668"/>
                  </a:cubicBezTo>
                  <a:cubicBezTo>
                    <a:pt x="398" y="669"/>
                    <a:pt x="398" y="669"/>
                    <a:pt x="398" y="669"/>
                  </a:cubicBezTo>
                  <a:cubicBezTo>
                    <a:pt x="398" y="669"/>
                    <a:pt x="398" y="669"/>
                    <a:pt x="398" y="669"/>
                  </a:cubicBezTo>
                  <a:cubicBezTo>
                    <a:pt x="396" y="670"/>
                    <a:pt x="396" y="670"/>
                    <a:pt x="396" y="670"/>
                  </a:cubicBezTo>
                  <a:cubicBezTo>
                    <a:pt x="396" y="670"/>
                    <a:pt x="396" y="670"/>
                    <a:pt x="396" y="670"/>
                  </a:cubicBezTo>
                  <a:cubicBezTo>
                    <a:pt x="395" y="672"/>
                    <a:pt x="395" y="672"/>
                    <a:pt x="395" y="672"/>
                  </a:cubicBezTo>
                  <a:cubicBezTo>
                    <a:pt x="395" y="672"/>
                    <a:pt x="395" y="672"/>
                    <a:pt x="395" y="672"/>
                  </a:cubicBezTo>
                  <a:cubicBezTo>
                    <a:pt x="393" y="673"/>
                    <a:pt x="393" y="673"/>
                    <a:pt x="393" y="673"/>
                  </a:cubicBezTo>
                  <a:cubicBezTo>
                    <a:pt x="393" y="673"/>
                    <a:pt x="393" y="673"/>
                    <a:pt x="393" y="673"/>
                  </a:cubicBezTo>
                  <a:cubicBezTo>
                    <a:pt x="392" y="675"/>
                    <a:pt x="392" y="675"/>
                    <a:pt x="392" y="675"/>
                  </a:cubicBezTo>
                  <a:cubicBezTo>
                    <a:pt x="392" y="675"/>
                    <a:pt x="392" y="675"/>
                    <a:pt x="392" y="675"/>
                  </a:cubicBezTo>
                  <a:cubicBezTo>
                    <a:pt x="391" y="676"/>
                    <a:pt x="391" y="676"/>
                    <a:pt x="391" y="676"/>
                  </a:cubicBezTo>
                  <a:cubicBezTo>
                    <a:pt x="391" y="676"/>
                    <a:pt x="391" y="676"/>
                    <a:pt x="391" y="676"/>
                  </a:cubicBezTo>
                  <a:cubicBezTo>
                    <a:pt x="390" y="677"/>
                    <a:pt x="390" y="677"/>
                    <a:pt x="390" y="677"/>
                  </a:cubicBezTo>
                  <a:cubicBezTo>
                    <a:pt x="390" y="677"/>
                    <a:pt x="390" y="677"/>
                    <a:pt x="390" y="677"/>
                  </a:cubicBezTo>
                  <a:cubicBezTo>
                    <a:pt x="388" y="679"/>
                    <a:pt x="388" y="679"/>
                    <a:pt x="388" y="679"/>
                  </a:cubicBezTo>
                  <a:cubicBezTo>
                    <a:pt x="388" y="679"/>
                    <a:pt x="388" y="679"/>
                    <a:pt x="388" y="679"/>
                  </a:cubicBezTo>
                  <a:cubicBezTo>
                    <a:pt x="387" y="679"/>
                    <a:pt x="387" y="679"/>
                    <a:pt x="387" y="679"/>
                  </a:cubicBezTo>
                  <a:cubicBezTo>
                    <a:pt x="387" y="679"/>
                    <a:pt x="387" y="679"/>
                    <a:pt x="387" y="679"/>
                  </a:cubicBezTo>
                  <a:cubicBezTo>
                    <a:pt x="381" y="688"/>
                    <a:pt x="381" y="688"/>
                    <a:pt x="381" y="688"/>
                  </a:cubicBezTo>
                  <a:cubicBezTo>
                    <a:pt x="381" y="688"/>
                    <a:pt x="381" y="688"/>
                    <a:pt x="381" y="688"/>
                  </a:cubicBezTo>
                  <a:cubicBezTo>
                    <a:pt x="382" y="690"/>
                    <a:pt x="382" y="690"/>
                    <a:pt x="382" y="690"/>
                  </a:cubicBezTo>
                  <a:cubicBezTo>
                    <a:pt x="382" y="690"/>
                    <a:pt x="382" y="690"/>
                    <a:pt x="382" y="690"/>
                  </a:cubicBezTo>
                  <a:cubicBezTo>
                    <a:pt x="383" y="690"/>
                    <a:pt x="383" y="690"/>
                    <a:pt x="383" y="690"/>
                  </a:cubicBezTo>
                  <a:cubicBezTo>
                    <a:pt x="383" y="690"/>
                    <a:pt x="383" y="690"/>
                    <a:pt x="383" y="690"/>
                  </a:cubicBezTo>
                  <a:cubicBezTo>
                    <a:pt x="385" y="690"/>
                    <a:pt x="385" y="690"/>
                    <a:pt x="385" y="690"/>
                  </a:cubicBezTo>
                  <a:cubicBezTo>
                    <a:pt x="385" y="690"/>
                    <a:pt x="385" y="690"/>
                    <a:pt x="385" y="690"/>
                  </a:cubicBezTo>
                  <a:cubicBezTo>
                    <a:pt x="386" y="690"/>
                    <a:pt x="386" y="690"/>
                    <a:pt x="386" y="690"/>
                  </a:cubicBezTo>
                  <a:cubicBezTo>
                    <a:pt x="386" y="690"/>
                    <a:pt x="386" y="690"/>
                    <a:pt x="386" y="690"/>
                  </a:cubicBezTo>
                  <a:cubicBezTo>
                    <a:pt x="388" y="689"/>
                    <a:pt x="388" y="689"/>
                    <a:pt x="388" y="689"/>
                  </a:cubicBezTo>
                  <a:cubicBezTo>
                    <a:pt x="388" y="689"/>
                    <a:pt x="388" y="689"/>
                    <a:pt x="388" y="689"/>
                  </a:cubicBezTo>
                  <a:cubicBezTo>
                    <a:pt x="390" y="688"/>
                    <a:pt x="390" y="688"/>
                    <a:pt x="390" y="688"/>
                  </a:cubicBezTo>
                  <a:cubicBezTo>
                    <a:pt x="390" y="688"/>
                    <a:pt x="390" y="688"/>
                    <a:pt x="390" y="688"/>
                  </a:cubicBezTo>
                  <a:cubicBezTo>
                    <a:pt x="391" y="688"/>
                    <a:pt x="391" y="688"/>
                    <a:pt x="391" y="688"/>
                  </a:cubicBezTo>
                  <a:cubicBezTo>
                    <a:pt x="391" y="688"/>
                    <a:pt x="391" y="688"/>
                    <a:pt x="391" y="688"/>
                  </a:cubicBezTo>
                  <a:cubicBezTo>
                    <a:pt x="392" y="687"/>
                    <a:pt x="392" y="687"/>
                    <a:pt x="392" y="687"/>
                  </a:cubicBezTo>
                  <a:cubicBezTo>
                    <a:pt x="392" y="687"/>
                    <a:pt x="392" y="687"/>
                    <a:pt x="392" y="687"/>
                  </a:cubicBezTo>
                  <a:cubicBezTo>
                    <a:pt x="394" y="686"/>
                    <a:pt x="394" y="686"/>
                    <a:pt x="394" y="686"/>
                  </a:cubicBezTo>
                  <a:cubicBezTo>
                    <a:pt x="394" y="686"/>
                    <a:pt x="394" y="686"/>
                    <a:pt x="394" y="686"/>
                  </a:cubicBezTo>
                  <a:cubicBezTo>
                    <a:pt x="394" y="687"/>
                    <a:pt x="394" y="687"/>
                    <a:pt x="394" y="687"/>
                  </a:cubicBezTo>
                  <a:cubicBezTo>
                    <a:pt x="394" y="687"/>
                    <a:pt x="394" y="687"/>
                    <a:pt x="394" y="687"/>
                  </a:cubicBezTo>
                  <a:cubicBezTo>
                    <a:pt x="395" y="687"/>
                    <a:pt x="395" y="687"/>
                    <a:pt x="395" y="687"/>
                  </a:cubicBezTo>
                  <a:cubicBezTo>
                    <a:pt x="395" y="687"/>
                    <a:pt x="395" y="687"/>
                    <a:pt x="395" y="687"/>
                  </a:cubicBezTo>
                  <a:cubicBezTo>
                    <a:pt x="395" y="688"/>
                    <a:pt x="395" y="688"/>
                    <a:pt x="395" y="688"/>
                  </a:cubicBezTo>
                  <a:cubicBezTo>
                    <a:pt x="395" y="688"/>
                    <a:pt x="395" y="688"/>
                    <a:pt x="395" y="688"/>
                  </a:cubicBezTo>
                  <a:cubicBezTo>
                    <a:pt x="395" y="688"/>
                    <a:pt x="395" y="688"/>
                    <a:pt x="395" y="688"/>
                  </a:cubicBezTo>
                  <a:cubicBezTo>
                    <a:pt x="395" y="688"/>
                    <a:pt x="395" y="688"/>
                    <a:pt x="395" y="688"/>
                  </a:cubicBezTo>
                  <a:cubicBezTo>
                    <a:pt x="395" y="689"/>
                    <a:pt x="395" y="689"/>
                    <a:pt x="395" y="689"/>
                  </a:cubicBezTo>
                  <a:cubicBezTo>
                    <a:pt x="395" y="689"/>
                    <a:pt x="395" y="689"/>
                    <a:pt x="395" y="689"/>
                  </a:cubicBezTo>
                  <a:cubicBezTo>
                    <a:pt x="395" y="689"/>
                    <a:pt x="395" y="689"/>
                    <a:pt x="395" y="689"/>
                  </a:cubicBezTo>
                  <a:cubicBezTo>
                    <a:pt x="395" y="689"/>
                    <a:pt x="395" y="689"/>
                    <a:pt x="395" y="689"/>
                  </a:cubicBezTo>
                  <a:cubicBezTo>
                    <a:pt x="395" y="690"/>
                    <a:pt x="395" y="690"/>
                    <a:pt x="395" y="690"/>
                  </a:cubicBezTo>
                  <a:cubicBezTo>
                    <a:pt x="395" y="690"/>
                    <a:pt x="395" y="690"/>
                    <a:pt x="395" y="690"/>
                  </a:cubicBezTo>
                  <a:cubicBezTo>
                    <a:pt x="395" y="690"/>
                    <a:pt x="395" y="690"/>
                    <a:pt x="395" y="690"/>
                  </a:cubicBezTo>
                  <a:cubicBezTo>
                    <a:pt x="395" y="690"/>
                    <a:pt x="395" y="690"/>
                    <a:pt x="395" y="690"/>
                  </a:cubicBezTo>
                  <a:cubicBezTo>
                    <a:pt x="395" y="691"/>
                    <a:pt x="395" y="691"/>
                    <a:pt x="395" y="691"/>
                  </a:cubicBezTo>
                  <a:cubicBezTo>
                    <a:pt x="395" y="691"/>
                    <a:pt x="395" y="691"/>
                    <a:pt x="395" y="691"/>
                  </a:cubicBezTo>
                  <a:cubicBezTo>
                    <a:pt x="394" y="691"/>
                    <a:pt x="394" y="691"/>
                    <a:pt x="394" y="691"/>
                  </a:cubicBezTo>
                  <a:cubicBezTo>
                    <a:pt x="394" y="691"/>
                    <a:pt x="394" y="691"/>
                    <a:pt x="394" y="691"/>
                  </a:cubicBezTo>
                  <a:cubicBezTo>
                    <a:pt x="394" y="691"/>
                    <a:pt x="394" y="691"/>
                    <a:pt x="394" y="691"/>
                  </a:cubicBezTo>
                  <a:cubicBezTo>
                    <a:pt x="394" y="691"/>
                    <a:pt x="394" y="691"/>
                    <a:pt x="394" y="691"/>
                  </a:cubicBezTo>
                  <a:cubicBezTo>
                    <a:pt x="394" y="691"/>
                    <a:pt x="394" y="691"/>
                    <a:pt x="394" y="691"/>
                  </a:cubicBezTo>
                  <a:cubicBezTo>
                    <a:pt x="394" y="691"/>
                    <a:pt x="394" y="691"/>
                    <a:pt x="394" y="691"/>
                  </a:cubicBezTo>
                  <a:cubicBezTo>
                    <a:pt x="393" y="691"/>
                    <a:pt x="393" y="691"/>
                    <a:pt x="393" y="691"/>
                  </a:cubicBezTo>
                  <a:cubicBezTo>
                    <a:pt x="393" y="691"/>
                    <a:pt x="393" y="691"/>
                    <a:pt x="393" y="691"/>
                  </a:cubicBezTo>
                  <a:cubicBezTo>
                    <a:pt x="393" y="691"/>
                    <a:pt x="393" y="691"/>
                    <a:pt x="393" y="691"/>
                  </a:cubicBezTo>
                  <a:cubicBezTo>
                    <a:pt x="393" y="691"/>
                    <a:pt x="393" y="691"/>
                    <a:pt x="393" y="691"/>
                  </a:cubicBezTo>
                  <a:cubicBezTo>
                    <a:pt x="392" y="691"/>
                    <a:pt x="392" y="691"/>
                    <a:pt x="392" y="691"/>
                  </a:cubicBezTo>
                  <a:cubicBezTo>
                    <a:pt x="392" y="691"/>
                    <a:pt x="392" y="691"/>
                    <a:pt x="392" y="691"/>
                  </a:cubicBezTo>
                  <a:cubicBezTo>
                    <a:pt x="392" y="692"/>
                    <a:pt x="392" y="692"/>
                    <a:pt x="392" y="692"/>
                  </a:cubicBezTo>
                  <a:cubicBezTo>
                    <a:pt x="392" y="692"/>
                    <a:pt x="392" y="692"/>
                    <a:pt x="392" y="692"/>
                  </a:cubicBezTo>
                  <a:cubicBezTo>
                    <a:pt x="376" y="696"/>
                    <a:pt x="376" y="696"/>
                    <a:pt x="376" y="696"/>
                  </a:cubicBezTo>
                  <a:cubicBezTo>
                    <a:pt x="376" y="696"/>
                    <a:pt x="376" y="696"/>
                    <a:pt x="376" y="696"/>
                  </a:cubicBezTo>
                  <a:cubicBezTo>
                    <a:pt x="376" y="697"/>
                    <a:pt x="376" y="697"/>
                    <a:pt x="376" y="697"/>
                  </a:cubicBezTo>
                  <a:cubicBezTo>
                    <a:pt x="376" y="697"/>
                    <a:pt x="376" y="697"/>
                    <a:pt x="376" y="697"/>
                  </a:cubicBezTo>
                  <a:cubicBezTo>
                    <a:pt x="375" y="697"/>
                    <a:pt x="375" y="697"/>
                    <a:pt x="375" y="697"/>
                  </a:cubicBezTo>
                  <a:cubicBezTo>
                    <a:pt x="375" y="697"/>
                    <a:pt x="375" y="697"/>
                    <a:pt x="375" y="697"/>
                  </a:cubicBezTo>
                  <a:cubicBezTo>
                    <a:pt x="375" y="697"/>
                    <a:pt x="375" y="697"/>
                    <a:pt x="375" y="697"/>
                  </a:cubicBezTo>
                  <a:cubicBezTo>
                    <a:pt x="375" y="697"/>
                    <a:pt x="375" y="697"/>
                    <a:pt x="375" y="697"/>
                  </a:cubicBezTo>
                  <a:cubicBezTo>
                    <a:pt x="375" y="697"/>
                    <a:pt x="375" y="697"/>
                    <a:pt x="375" y="697"/>
                  </a:cubicBezTo>
                  <a:cubicBezTo>
                    <a:pt x="375" y="697"/>
                    <a:pt x="375" y="697"/>
                    <a:pt x="375" y="697"/>
                  </a:cubicBezTo>
                  <a:cubicBezTo>
                    <a:pt x="375" y="697"/>
                    <a:pt x="375" y="697"/>
                    <a:pt x="375" y="697"/>
                  </a:cubicBezTo>
                  <a:cubicBezTo>
                    <a:pt x="375" y="697"/>
                    <a:pt x="375" y="697"/>
                    <a:pt x="375" y="697"/>
                  </a:cubicBezTo>
                  <a:cubicBezTo>
                    <a:pt x="375" y="697"/>
                    <a:pt x="375" y="697"/>
                    <a:pt x="375" y="697"/>
                  </a:cubicBezTo>
                  <a:cubicBezTo>
                    <a:pt x="375" y="697"/>
                    <a:pt x="375" y="697"/>
                    <a:pt x="375" y="697"/>
                  </a:cubicBezTo>
                  <a:cubicBezTo>
                    <a:pt x="374" y="698"/>
                    <a:pt x="374" y="698"/>
                    <a:pt x="374" y="698"/>
                  </a:cubicBezTo>
                  <a:cubicBezTo>
                    <a:pt x="374" y="698"/>
                    <a:pt x="374" y="698"/>
                    <a:pt x="374" y="698"/>
                  </a:cubicBezTo>
                  <a:cubicBezTo>
                    <a:pt x="374" y="698"/>
                    <a:pt x="374" y="698"/>
                    <a:pt x="374" y="698"/>
                  </a:cubicBezTo>
                  <a:cubicBezTo>
                    <a:pt x="374" y="698"/>
                    <a:pt x="374" y="698"/>
                    <a:pt x="374" y="698"/>
                  </a:cubicBezTo>
                  <a:cubicBezTo>
                    <a:pt x="373" y="698"/>
                    <a:pt x="373" y="698"/>
                    <a:pt x="373" y="698"/>
                  </a:cubicBezTo>
                  <a:cubicBezTo>
                    <a:pt x="373" y="698"/>
                    <a:pt x="373" y="698"/>
                    <a:pt x="373" y="698"/>
                  </a:cubicBezTo>
                  <a:cubicBezTo>
                    <a:pt x="373" y="698"/>
                    <a:pt x="373" y="698"/>
                    <a:pt x="373" y="698"/>
                  </a:cubicBezTo>
                  <a:cubicBezTo>
                    <a:pt x="373" y="698"/>
                    <a:pt x="373" y="698"/>
                    <a:pt x="373" y="698"/>
                  </a:cubicBezTo>
                  <a:cubicBezTo>
                    <a:pt x="372" y="698"/>
                    <a:pt x="372" y="698"/>
                    <a:pt x="372" y="698"/>
                  </a:cubicBezTo>
                  <a:cubicBezTo>
                    <a:pt x="372" y="698"/>
                    <a:pt x="372" y="698"/>
                    <a:pt x="372" y="698"/>
                  </a:cubicBezTo>
                  <a:cubicBezTo>
                    <a:pt x="372" y="698"/>
                    <a:pt x="372" y="698"/>
                    <a:pt x="372" y="698"/>
                  </a:cubicBezTo>
                  <a:cubicBezTo>
                    <a:pt x="372" y="698"/>
                    <a:pt x="372" y="698"/>
                    <a:pt x="372" y="698"/>
                  </a:cubicBezTo>
                  <a:cubicBezTo>
                    <a:pt x="371" y="699"/>
                    <a:pt x="371" y="699"/>
                    <a:pt x="370" y="699"/>
                  </a:cubicBezTo>
                  <a:cubicBezTo>
                    <a:pt x="370" y="699"/>
                    <a:pt x="370" y="699"/>
                    <a:pt x="370" y="699"/>
                  </a:cubicBezTo>
                  <a:cubicBezTo>
                    <a:pt x="370" y="699"/>
                    <a:pt x="369" y="699"/>
                    <a:pt x="369" y="699"/>
                  </a:cubicBezTo>
                  <a:cubicBezTo>
                    <a:pt x="369" y="699"/>
                    <a:pt x="369" y="700"/>
                    <a:pt x="369" y="700"/>
                  </a:cubicBezTo>
                  <a:cubicBezTo>
                    <a:pt x="369" y="700"/>
                    <a:pt x="368" y="700"/>
                    <a:pt x="368" y="700"/>
                  </a:cubicBezTo>
                  <a:cubicBezTo>
                    <a:pt x="368" y="700"/>
                    <a:pt x="368" y="700"/>
                    <a:pt x="368" y="700"/>
                  </a:cubicBezTo>
                  <a:cubicBezTo>
                    <a:pt x="368" y="700"/>
                    <a:pt x="368" y="700"/>
                    <a:pt x="368" y="700"/>
                  </a:cubicBezTo>
                  <a:cubicBezTo>
                    <a:pt x="368" y="700"/>
                    <a:pt x="368" y="700"/>
                    <a:pt x="368" y="700"/>
                  </a:cubicBezTo>
                  <a:cubicBezTo>
                    <a:pt x="367" y="701"/>
                    <a:pt x="367" y="701"/>
                    <a:pt x="366" y="701"/>
                  </a:cubicBezTo>
                  <a:cubicBezTo>
                    <a:pt x="366" y="701"/>
                    <a:pt x="366" y="701"/>
                    <a:pt x="366" y="701"/>
                  </a:cubicBezTo>
                  <a:cubicBezTo>
                    <a:pt x="366" y="701"/>
                    <a:pt x="365" y="701"/>
                    <a:pt x="365" y="701"/>
                  </a:cubicBezTo>
                  <a:cubicBezTo>
                    <a:pt x="365" y="701"/>
                    <a:pt x="365" y="701"/>
                    <a:pt x="365" y="701"/>
                  </a:cubicBezTo>
                  <a:cubicBezTo>
                    <a:pt x="365" y="701"/>
                    <a:pt x="365" y="701"/>
                    <a:pt x="365" y="701"/>
                  </a:cubicBezTo>
                  <a:cubicBezTo>
                    <a:pt x="365" y="701"/>
                    <a:pt x="365" y="701"/>
                    <a:pt x="365" y="701"/>
                  </a:cubicBezTo>
                  <a:cubicBezTo>
                    <a:pt x="365" y="701"/>
                    <a:pt x="364" y="701"/>
                    <a:pt x="364" y="701"/>
                  </a:cubicBezTo>
                  <a:cubicBezTo>
                    <a:pt x="364" y="701"/>
                    <a:pt x="364" y="701"/>
                    <a:pt x="364" y="701"/>
                  </a:cubicBezTo>
                  <a:cubicBezTo>
                    <a:pt x="364" y="701"/>
                    <a:pt x="364" y="701"/>
                    <a:pt x="364" y="702"/>
                  </a:cubicBezTo>
                  <a:cubicBezTo>
                    <a:pt x="364" y="702"/>
                    <a:pt x="364" y="702"/>
                    <a:pt x="364" y="702"/>
                  </a:cubicBezTo>
                  <a:cubicBezTo>
                    <a:pt x="364" y="702"/>
                    <a:pt x="363" y="702"/>
                    <a:pt x="363" y="702"/>
                  </a:cubicBezTo>
                  <a:cubicBezTo>
                    <a:pt x="363" y="702"/>
                    <a:pt x="363" y="702"/>
                    <a:pt x="363" y="702"/>
                  </a:cubicBezTo>
                  <a:cubicBezTo>
                    <a:pt x="363" y="702"/>
                    <a:pt x="362" y="702"/>
                    <a:pt x="361" y="702"/>
                  </a:cubicBezTo>
                  <a:cubicBezTo>
                    <a:pt x="361" y="702"/>
                    <a:pt x="361" y="702"/>
                    <a:pt x="361" y="702"/>
                  </a:cubicBezTo>
                  <a:cubicBezTo>
                    <a:pt x="361" y="702"/>
                    <a:pt x="361" y="702"/>
                    <a:pt x="361" y="702"/>
                  </a:cubicBezTo>
                  <a:cubicBezTo>
                    <a:pt x="361" y="702"/>
                    <a:pt x="361" y="702"/>
                    <a:pt x="361" y="702"/>
                  </a:cubicBezTo>
                  <a:cubicBezTo>
                    <a:pt x="360" y="702"/>
                    <a:pt x="360" y="702"/>
                    <a:pt x="360" y="702"/>
                  </a:cubicBezTo>
                  <a:cubicBezTo>
                    <a:pt x="360" y="702"/>
                    <a:pt x="360" y="702"/>
                    <a:pt x="360" y="702"/>
                  </a:cubicBezTo>
                  <a:cubicBezTo>
                    <a:pt x="360" y="703"/>
                    <a:pt x="360" y="703"/>
                    <a:pt x="360" y="703"/>
                  </a:cubicBezTo>
                  <a:cubicBezTo>
                    <a:pt x="360" y="703"/>
                    <a:pt x="360" y="703"/>
                    <a:pt x="360" y="703"/>
                  </a:cubicBezTo>
                  <a:cubicBezTo>
                    <a:pt x="359" y="704"/>
                    <a:pt x="359" y="704"/>
                    <a:pt x="359" y="704"/>
                  </a:cubicBezTo>
                  <a:cubicBezTo>
                    <a:pt x="359" y="704"/>
                    <a:pt x="359" y="704"/>
                    <a:pt x="359" y="704"/>
                  </a:cubicBezTo>
                  <a:cubicBezTo>
                    <a:pt x="358" y="704"/>
                    <a:pt x="358" y="704"/>
                    <a:pt x="358" y="704"/>
                  </a:cubicBezTo>
                  <a:cubicBezTo>
                    <a:pt x="358" y="704"/>
                    <a:pt x="358" y="704"/>
                    <a:pt x="358" y="704"/>
                  </a:cubicBezTo>
                  <a:cubicBezTo>
                    <a:pt x="357" y="705"/>
                    <a:pt x="357" y="705"/>
                    <a:pt x="357" y="705"/>
                  </a:cubicBezTo>
                  <a:cubicBezTo>
                    <a:pt x="357" y="705"/>
                    <a:pt x="357" y="705"/>
                    <a:pt x="357" y="705"/>
                  </a:cubicBezTo>
                  <a:cubicBezTo>
                    <a:pt x="356" y="705"/>
                    <a:pt x="356" y="705"/>
                    <a:pt x="356" y="705"/>
                  </a:cubicBezTo>
                  <a:cubicBezTo>
                    <a:pt x="356" y="705"/>
                    <a:pt x="356" y="705"/>
                    <a:pt x="356" y="705"/>
                  </a:cubicBezTo>
                  <a:cubicBezTo>
                    <a:pt x="355" y="706"/>
                    <a:pt x="355" y="706"/>
                    <a:pt x="355" y="706"/>
                  </a:cubicBezTo>
                  <a:cubicBezTo>
                    <a:pt x="355" y="706"/>
                    <a:pt x="355" y="706"/>
                    <a:pt x="355" y="706"/>
                  </a:cubicBezTo>
                  <a:cubicBezTo>
                    <a:pt x="353" y="706"/>
                    <a:pt x="353" y="706"/>
                    <a:pt x="353" y="706"/>
                  </a:cubicBezTo>
                  <a:cubicBezTo>
                    <a:pt x="353" y="706"/>
                    <a:pt x="353" y="706"/>
                    <a:pt x="353" y="706"/>
                  </a:cubicBezTo>
                  <a:cubicBezTo>
                    <a:pt x="352" y="706"/>
                    <a:pt x="352" y="706"/>
                    <a:pt x="352" y="706"/>
                  </a:cubicBezTo>
                  <a:close/>
                  <a:moveTo>
                    <a:pt x="218" y="701"/>
                  </a:moveTo>
                  <a:cubicBezTo>
                    <a:pt x="217" y="699"/>
                    <a:pt x="217" y="699"/>
                    <a:pt x="217" y="699"/>
                  </a:cubicBezTo>
                  <a:cubicBezTo>
                    <a:pt x="217" y="699"/>
                    <a:pt x="217" y="699"/>
                    <a:pt x="217" y="699"/>
                  </a:cubicBezTo>
                  <a:cubicBezTo>
                    <a:pt x="217" y="699"/>
                    <a:pt x="216" y="698"/>
                    <a:pt x="216" y="697"/>
                  </a:cubicBezTo>
                  <a:cubicBezTo>
                    <a:pt x="216" y="697"/>
                    <a:pt x="216" y="697"/>
                    <a:pt x="216" y="697"/>
                  </a:cubicBezTo>
                  <a:cubicBezTo>
                    <a:pt x="216" y="697"/>
                    <a:pt x="216" y="696"/>
                    <a:pt x="215" y="696"/>
                  </a:cubicBezTo>
                  <a:cubicBezTo>
                    <a:pt x="215" y="696"/>
                    <a:pt x="215" y="696"/>
                    <a:pt x="215" y="696"/>
                  </a:cubicBezTo>
                  <a:cubicBezTo>
                    <a:pt x="215" y="695"/>
                    <a:pt x="215" y="695"/>
                    <a:pt x="215" y="694"/>
                  </a:cubicBezTo>
                  <a:cubicBezTo>
                    <a:pt x="215" y="694"/>
                    <a:pt x="215" y="694"/>
                    <a:pt x="215" y="694"/>
                  </a:cubicBezTo>
                  <a:cubicBezTo>
                    <a:pt x="215" y="694"/>
                    <a:pt x="215" y="693"/>
                    <a:pt x="215" y="692"/>
                  </a:cubicBezTo>
                  <a:cubicBezTo>
                    <a:pt x="215" y="692"/>
                    <a:pt x="215" y="692"/>
                    <a:pt x="215" y="692"/>
                  </a:cubicBezTo>
                  <a:cubicBezTo>
                    <a:pt x="215" y="692"/>
                    <a:pt x="215" y="691"/>
                    <a:pt x="215" y="691"/>
                  </a:cubicBezTo>
                  <a:cubicBezTo>
                    <a:pt x="215" y="691"/>
                    <a:pt x="215" y="691"/>
                    <a:pt x="215" y="691"/>
                  </a:cubicBezTo>
                  <a:cubicBezTo>
                    <a:pt x="216" y="690"/>
                    <a:pt x="216" y="689"/>
                    <a:pt x="216" y="689"/>
                  </a:cubicBezTo>
                  <a:cubicBezTo>
                    <a:pt x="216" y="689"/>
                    <a:pt x="216" y="689"/>
                    <a:pt x="216" y="689"/>
                  </a:cubicBezTo>
                  <a:cubicBezTo>
                    <a:pt x="216" y="688"/>
                    <a:pt x="216" y="688"/>
                    <a:pt x="216" y="687"/>
                  </a:cubicBezTo>
                  <a:cubicBezTo>
                    <a:pt x="216" y="687"/>
                    <a:pt x="216" y="687"/>
                    <a:pt x="216" y="687"/>
                  </a:cubicBezTo>
                  <a:cubicBezTo>
                    <a:pt x="216" y="687"/>
                    <a:pt x="217" y="686"/>
                    <a:pt x="217" y="686"/>
                  </a:cubicBezTo>
                  <a:cubicBezTo>
                    <a:pt x="217" y="686"/>
                    <a:pt x="217" y="686"/>
                    <a:pt x="217" y="686"/>
                  </a:cubicBezTo>
                  <a:cubicBezTo>
                    <a:pt x="217" y="686"/>
                    <a:pt x="217" y="685"/>
                    <a:pt x="218" y="685"/>
                  </a:cubicBezTo>
                  <a:cubicBezTo>
                    <a:pt x="218" y="685"/>
                    <a:pt x="218" y="685"/>
                    <a:pt x="218" y="685"/>
                  </a:cubicBezTo>
                  <a:cubicBezTo>
                    <a:pt x="218" y="685"/>
                    <a:pt x="218" y="685"/>
                    <a:pt x="218" y="685"/>
                  </a:cubicBezTo>
                  <a:cubicBezTo>
                    <a:pt x="218" y="685"/>
                    <a:pt x="218" y="685"/>
                    <a:pt x="218" y="685"/>
                  </a:cubicBezTo>
                  <a:cubicBezTo>
                    <a:pt x="219" y="683"/>
                    <a:pt x="219" y="683"/>
                    <a:pt x="219" y="683"/>
                  </a:cubicBezTo>
                  <a:cubicBezTo>
                    <a:pt x="219" y="683"/>
                    <a:pt x="219" y="683"/>
                    <a:pt x="219" y="683"/>
                  </a:cubicBezTo>
                  <a:cubicBezTo>
                    <a:pt x="220" y="683"/>
                    <a:pt x="220" y="683"/>
                    <a:pt x="220" y="683"/>
                  </a:cubicBezTo>
                  <a:cubicBezTo>
                    <a:pt x="220" y="683"/>
                    <a:pt x="220" y="683"/>
                    <a:pt x="220" y="683"/>
                  </a:cubicBezTo>
                  <a:cubicBezTo>
                    <a:pt x="221" y="682"/>
                    <a:pt x="221" y="682"/>
                    <a:pt x="221" y="682"/>
                  </a:cubicBezTo>
                  <a:cubicBezTo>
                    <a:pt x="221" y="682"/>
                    <a:pt x="221" y="682"/>
                    <a:pt x="221" y="682"/>
                  </a:cubicBezTo>
                  <a:cubicBezTo>
                    <a:pt x="221" y="681"/>
                    <a:pt x="221" y="681"/>
                    <a:pt x="221" y="681"/>
                  </a:cubicBezTo>
                  <a:cubicBezTo>
                    <a:pt x="221" y="681"/>
                    <a:pt x="221" y="681"/>
                    <a:pt x="221" y="681"/>
                  </a:cubicBezTo>
                  <a:cubicBezTo>
                    <a:pt x="221" y="679"/>
                    <a:pt x="221" y="679"/>
                    <a:pt x="221" y="679"/>
                  </a:cubicBezTo>
                  <a:cubicBezTo>
                    <a:pt x="221" y="679"/>
                    <a:pt x="221" y="679"/>
                    <a:pt x="221" y="679"/>
                  </a:cubicBezTo>
                  <a:cubicBezTo>
                    <a:pt x="226" y="674"/>
                    <a:pt x="226" y="674"/>
                    <a:pt x="226" y="674"/>
                  </a:cubicBezTo>
                  <a:cubicBezTo>
                    <a:pt x="226" y="674"/>
                    <a:pt x="226" y="674"/>
                    <a:pt x="226" y="674"/>
                  </a:cubicBezTo>
                  <a:cubicBezTo>
                    <a:pt x="228" y="674"/>
                    <a:pt x="228" y="674"/>
                    <a:pt x="228" y="674"/>
                  </a:cubicBezTo>
                  <a:cubicBezTo>
                    <a:pt x="228" y="674"/>
                    <a:pt x="228" y="674"/>
                    <a:pt x="228" y="674"/>
                  </a:cubicBezTo>
                  <a:cubicBezTo>
                    <a:pt x="228" y="674"/>
                    <a:pt x="228" y="674"/>
                    <a:pt x="228" y="674"/>
                  </a:cubicBezTo>
                  <a:cubicBezTo>
                    <a:pt x="228" y="674"/>
                    <a:pt x="228" y="674"/>
                    <a:pt x="228" y="674"/>
                  </a:cubicBezTo>
                  <a:cubicBezTo>
                    <a:pt x="228" y="675"/>
                    <a:pt x="228" y="675"/>
                    <a:pt x="228" y="675"/>
                  </a:cubicBezTo>
                  <a:cubicBezTo>
                    <a:pt x="228" y="675"/>
                    <a:pt x="228" y="675"/>
                    <a:pt x="228" y="675"/>
                  </a:cubicBezTo>
                  <a:cubicBezTo>
                    <a:pt x="229" y="676"/>
                    <a:pt x="229" y="676"/>
                    <a:pt x="229" y="676"/>
                  </a:cubicBezTo>
                  <a:cubicBezTo>
                    <a:pt x="229" y="676"/>
                    <a:pt x="229" y="676"/>
                    <a:pt x="229" y="676"/>
                  </a:cubicBezTo>
                  <a:cubicBezTo>
                    <a:pt x="229" y="676"/>
                    <a:pt x="229" y="676"/>
                    <a:pt x="229" y="676"/>
                  </a:cubicBezTo>
                  <a:cubicBezTo>
                    <a:pt x="229" y="676"/>
                    <a:pt x="229" y="676"/>
                    <a:pt x="229" y="676"/>
                  </a:cubicBezTo>
                  <a:cubicBezTo>
                    <a:pt x="229" y="677"/>
                    <a:pt x="229" y="677"/>
                    <a:pt x="229" y="677"/>
                  </a:cubicBezTo>
                  <a:cubicBezTo>
                    <a:pt x="229" y="677"/>
                    <a:pt x="229" y="677"/>
                    <a:pt x="229" y="677"/>
                  </a:cubicBezTo>
                  <a:cubicBezTo>
                    <a:pt x="229" y="678"/>
                    <a:pt x="229" y="678"/>
                    <a:pt x="229" y="678"/>
                  </a:cubicBezTo>
                  <a:cubicBezTo>
                    <a:pt x="229" y="678"/>
                    <a:pt x="229" y="678"/>
                    <a:pt x="229" y="678"/>
                  </a:cubicBezTo>
                  <a:cubicBezTo>
                    <a:pt x="229" y="679"/>
                    <a:pt x="229" y="679"/>
                    <a:pt x="229" y="679"/>
                  </a:cubicBezTo>
                  <a:cubicBezTo>
                    <a:pt x="229" y="679"/>
                    <a:pt x="229" y="679"/>
                    <a:pt x="229" y="679"/>
                  </a:cubicBezTo>
                  <a:cubicBezTo>
                    <a:pt x="230" y="679"/>
                    <a:pt x="230" y="679"/>
                    <a:pt x="230" y="679"/>
                  </a:cubicBezTo>
                  <a:cubicBezTo>
                    <a:pt x="230" y="679"/>
                    <a:pt x="230" y="679"/>
                    <a:pt x="230" y="679"/>
                  </a:cubicBezTo>
                  <a:cubicBezTo>
                    <a:pt x="229" y="681"/>
                    <a:pt x="229" y="681"/>
                    <a:pt x="229" y="681"/>
                  </a:cubicBezTo>
                  <a:cubicBezTo>
                    <a:pt x="229" y="681"/>
                    <a:pt x="229" y="681"/>
                    <a:pt x="229" y="681"/>
                  </a:cubicBezTo>
                  <a:cubicBezTo>
                    <a:pt x="228" y="681"/>
                    <a:pt x="228" y="681"/>
                    <a:pt x="228" y="681"/>
                  </a:cubicBezTo>
                  <a:cubicBezTo>
                    <a:pt x="228" y="681"/>
                    <a:pt x="228" y="681"/>
                    <a:pt x="228" y="681"/>
                  </a:cubicBezTo>
                  <a:cubicBezTo>
                    <a:pt x="226" y="682"/>
                    <a:pt x="226" y="682"/>
                    <a:pt x="226" y="682"/>
                  </a:cubicBezTo>
                  <a:cubicBezTo>
                    <a:pt x="226" y="682"/>
                    <a:pt x="226" y="682"/>
                    <a:pt x="226" y="682"/>
                  </a:cubicBezTo>
                  <a:cubicBezTo>
                    <a:pt x="225" y="683"/>
                    <a:pt x="225" y="683"/>
                    <a:pt x="225" y="683"/>
                  </a:cubicBezTo>
                  <a:cubicBezTo>
                    <a:pt x="225" y="683"/>
                    <a:pt x="225" y="683"/>
                    <a:pt x="225" y="683"/>
                  </a:cubicBezTo>
                  <a:cubicBezTo>
                    <a:pt x="224" y="683"/>
                    <a:pt x="224" y="683"/>
                    <a:pt x="224" y="683"/>
                  </a:cubicBezTo>
                  <a:cubicBezTo>
                    <a:pt x="224" y="683"/>
                    <a:pt x="224" y="683"/>
                    <a:pt x="224" y="683"/>
                  </a:cubicBezTo>
                  <a:cubicBezTo>
                    <a:pt x="223" y="684"/>
                    <a:pt x="223" y="684"/>
                    <a:pt x="223" y="684"/>
                  </a:cubicBezTo>
                  <a:cubicBezTo>
                    <a:pt x="223" y="684"/>
                    <a:pt x="223" y="684"/>
                    <a:pt x="223" y="684"/>
                  </a:cubicBezTo>
                  <a:cubicBezTo>
                    <a:pt x="221" y="684"/>
                    <a:pt x="221" y="684"/>
                    <a:pt x="221" y="684"/>
                  </a:cubicBezTo>
                  <a:cubicBezTo>
                    <a:pt x="221" y="684"/>
                    <a:pt x="221" y="684"/>
                    <a:pt x="221" y="684"/>
                  </a:cubicBezTo>
                  <a:cubicBezTo>
                    <a:pt x="220" y="685"/>
                    <a:pt x="220" y="685"/>
                    <a:pt x="220" y="685"/>
                  </a:cubicBezTo>
                  <a:cubicBezTo>
                    <a:pt x="220" y="685"/>
                    <a:pt x="220" y="685"/>
                    <a:pt x="220" y="685"/>
                  </a:cubicBezTo>
                  <a:cubicBezTo>
                    <a:pt x="220" y="685"/>
                    <a:pt x="219" y="685"/>
                    <a:pt x="219" y="686"/>
                  </a:cubicBezTo>
                  <a:cubicBezTo>
                    <a:pt x="219" y="686"/>
                    <a:pt x="219" y="686"/>
                    <a:pt x="219" y="686"/>
                  </a:cubicBezTo>
                  <a:cubicBezTo>
                    <a:pt x="219" y="686"/>
                    <a:pt x="219" y="686"/>
                    <a:pt x="219" y="686"/>
                  </a:cubicBezTo>
                  <a:cubicBezTo>
                    <a:pt x="219" y="686"/>
                    <a:pt x="219" y="686"/>
                    <a:pt x="219" y="686"/>
                  </a:cubicBezTo>
                  <a:cubicBezTo>
                    <a:pt x="219" y="686"/>
                    <a:pt x="219" y="686"/>
                    <a:pt x="219" y="686"/>
                  </a:cubicBezTo>
                  <a:cubicBezTo>
                    <a:pt x="219" y="686"/>
                    <a:pt x="219" y="686"/>
                    <a:pt x="219" y="686"/>
                  </a:cubicBezTo>
                  <a:cubicBezTo>
                    <a:pt x="219" y="686"/>
                    <a:pt x="219" y="686"/>
                    <a:pt x="219" y="686"/>
                  </a:cubicBezTo>
                  <a:cubicBezTo>
                    <a:pt x="219" y="686"/>
                    <a:pt x="219" y="686"/>
                    <a:pt x="219" y="686"/>
                  </a:cubicBezTo>
                  <a:cubicBezTo>
                    <a:pt x="219" y="686"/>
                    <a:pt x="219" y="686"/>
                    <a:pt x="219" y="686"/>
                  </a:cubicBezTo>
                  <a:cubicBezTo>
                    <a:pt x="219" y="686"/>
                    <a:pt x="219" y="686"/>
                    <a:pt x="219" y="686"/>
                  </a:cubicBezTo>
                  <a:cubicBezTo>
                    <a:pt x="219" y="687"/>
                    <a:pt x="219" y="687"/>
                    <a:pt x="219" y="687"/>
                  </a:cubicBezTo>
                  <a:cubicBezTo>
                    <a:pt x="219" y="687"/>
                    <a:pt x="219" y="687"/>
                    <a:pt x="219" y="687"/>
                  </a:cubicBezTo>
                  <a:cubicBezTo>
                    <a:pt x="219" y="687"/>
                    <a:pt x="219" y="687"/>
                    <a:pt x="219" y="687"/>
                  </a:cubicBezTo>
                  <a:cubicBezTo>
                    <a:pt x="219" y="687"/>
                    <a:pt x="219" y="687"/>
                    <a:pt x="219" y="687"/>
                  </a:cubicBezTo>
                  <a:cubicBezTo>
                    <a:pt x="219" y="687"/>
                    <a:pt x="220" y="687"/>
                    <a:pt x="220" y="687"/>
                  </a:cubicBezTo>
                  <a:cubicBezTo>
                    <a:pt x="220" y="687"/>
                    <a:pt x="220" y="687"/>
                    <a:pt x="220" y="687"/>
                  </a:cubicBezTo>
                  <a:cubicBezTo>
                    <a:pt x="220" y="687"/>
                    <a:pt x="220" y="687"/>
                    <a:pt x="220" y="687"/>
                  </a:cubicBezTo>
                  <a:cubicBezTo>
                    <a:pt x="220" y="687"/>
                    <a:pt x="220" y="687"/>
                    <a:pt x="220" y="687"/>
                  </a:cubicBezTo>
                  <a:cubicBezTo>
                    <a:pt x="226" y="685"/>
                    <a:pt x="226" y="685"/>
                    <a:pt x="226" y="685"/>
                  </a:cubicBezTo>
                  <a:cubicBezTo>
                    <a:pt x="226" y="685"/>
                    <a:pt x="226" y="685"/>
                    <a:pt x="226" y="685"/>
                  </a:cubicBezTo>
                  <a:cubicBezTo>
                    <a:pt x="226" y="686"/>
                    <a:pt x="226" y="686"/>
                    <a:pt x="226" y="686"/>
                  </a:cubicBezTo>
                  <a:cubicBezTo>
                    <a:pt x="226" y="686"/>
                    <a:pt x="226" y="686"/>
                    <a:pt x="226" y="686"/>
                  </a:cubicBezTo>
                  <a:cubicBezTo>
                    <a:pt x="226" y="686"/>
                    <a:pt x="226" y="686"/>
                    <a:pt x="226" y="686"/>
                  </a:cubicBezTo>
                  <a:cubicBezTo>
                    <a:pt x="226" y="686"/>
                    <a:pt x="226" y="686"/>
                    <a:pt x="226" y="686"/>
                  </a:cubicBezTo>
                  <a:cubicBezTo>
                    <a:pt x="225" y="686"/>
                    <a:pt x="225" y="686"/>
                    <a:pt x="225" y="686"/>
                  </a:cubicBezTo>
                  <a:cubicBezTo>
                    <a:pt x="225" y="686"/>
                    <a:pt x="225" y="686"/>
                    <a:pt x="225" y="686"/>
                  </a:cubicBezTo>
                  <a:cubicBezTo>
                    <a:pt x="225" y="687"/>
                    <a:pt x="225" y="687"/>
                    <a:pt x="225" y="687"/>
                  </a:cubicBezTo>
                  <a:cubicBezTo>
                    <a:pt x="225" y="687"/>
                    <a:pt x="225" y="687"/>
                    <a:pt x="225" y="687"/>
                  </a:cubicBezTo>
                  <a:cubicBezTo>
                    <a:pt x="225" y="687"/>
                    <a:pt x="225" y="687"/>
                    <a:pt x="225" y="687"/>
                  </a:cubicBezTo>
                  <a:cubicBezTo>
                    <a:pt x="225" y="687"/>
                    <a:pt x="225" y="687"/>
                    <a:pt x="225" y="687"/>
                  </a:cubicBezTo>
                  <a:cubicBezTo>
                    <a:pt x="225" y="688"/>
                    <a:pt x="225" y="688"/>
                    <a:pt x="225" y="688"/>
                  </a:cubicBezTo>
                  <a:cubicBezTo>
                    <a:pt x="225" y="688"/>
                    <a:pt x="225" y="688"/>
                    <a:pt x="225" y="688"/>
                  </a:cubicBezTo>
                  <a:cubicBezTo>
                    <a:pt x="225" y="688"/>
                    <a:pt x="225" y="688"/>
                    <a:pt x="224" y="688"/>
                  </a:cubicBezTo>
                  <a:cubicBezTo>
                    <a:pt x="224" y="688"/>
                    <a:pt x="224" y="688"/>
                    <a:pt x="224" y="688"/>
                  </a:cubicBezTo>
                  <a:cubicBezTo>
                    <a:pt x="224" y="688"/>
                    <a:pt x="224" y="689"/>
                    <a:pt x="224" y="689"/>
                  </a:cubicBezTo>
                  <a:cubicBezTo>
                    <a:pt x="224" y="689"/>
                    <a:pt x="224" y="689"/>
                    <a:pt x="224" y="689"/>
                  </a:cubicBezTo>
                  <a:cubicBezTo>
                    <a:pt x="224" y="689"/>
                    <a:pt x="224" y="689"/>
                    <a:pt x="224" y="689"/>
                  </a:cubicBezTo>
                  <a:cubicBezTo>
                    <a:pt x="224" y="689"/>
                    <a:pt x="224" y="689"/>
                    <a:pt x="224" y="689"/>
                  </a:cubicBezTo>
                  <a:cubicBezTo>
                    <a:pt x="224" y="689"/>
                    <a:pt x="224" y="689"/>
                    <a:pt x="224" y="689"/>
                  </a:cubicBezTo>
                  <a:cubicBezTo>
                    <a:pt x="224" y="689"/>
                    <a:pt x="224" y="689"/>
                    <a:pt x="224" y="689"/>
                  </a:cubicBezTo>
                  <a:cubicBezTo>
                    <a:pt x="223" y="689"/>
                    <a:pt x="223" y="689"/>
                    <a:pt x="223" y="690"/>
                  </a:cubicBezTo>
                  <a:cubicBezTo>
                    <a:pt x="223" y="690"/>
                    <a:pt x="223" y="690"/>
                    <a:pt x="223" y="690"/>
                  </a:cubicBezTo>
                  <a:cubicBezTo>
                    <a:pt x="223" y="690"/>
                    <a:pt x="223" y="690"/>
                    <a:pt x="223" y="690"/>
                  </a:cubicBezTo>
                  <a:cubicBezTo>
                    <a:pt x="223" y="690"/>
                    <a:pt x="223" y="690"/>
                    <a:pt x="223" y="690"/>
                  </a:cubicBezTo>
                  <a:cubicBezTo>
                    <a:pt x="222" y="690"/>
                    <a:pt x="222" y="690"/>
                    <a:pt x="222" y="690"/>
                  </a:cubicBezTo>
                  <a:cubicBezTo>
                    <a:pt x="222" y="690"/>
                    <a:pt x="222" y="690"/>
                    <a:pt x="222" y="690"/>
                  </a:cubicBezTo>
                  <a:cubicBezTo>
                    <a:pt x="222" y="690"/>
                    <a:pt x="222" y="690"/>
                    <a:pt x="222" y="690"/>
                  </a:cubicBezTo>
                  <a:cubicBezTo>
                    <a:pt x="222" y="690"/>
                    <a:pt x="222" y="690"/>
                    <a:pt x="222" y="690"/>
                  </a:cubicBezTo>
                  <a:cubicBezTo>
                    <a:pt x="221" y="690"/>
                    <a:pt x="221" y="690"/>
                    <a:pt x="221" y="690"/>
                  </a:cubicBezTo>
                  <a:cubicBezTo>
                    <a:pt x="221" y="690"/>
                    <a:pt x="221" y="690"/>
                    <a:pt x="221" y="690"/>
                  </a:cubicBezTo>
                  <a:cubicBezTo>
                    <a:pt x="221" y="690"/>
                    <a:pt x="221" y="690"/>
                    <a:pt x="221" y="690"/>
                  </a:cubicBezTo>
                  <a:cubicBezTo>
                    <a:pt x="221" y="690"/>
                    <a:pt x="221" y="690"/>
                    <a:pt x="221" y="690"/>
                  </a:cubicBezTo>
                  <a:cubicBezTo>
                    <a:pt x="221" y="691"/>
                    <a:pt x="221" y="691"/>
                    <a:pt x="221" y="691"/>
                  </a:cubicBezTo>
                  <a:cubicBezTo>
                    <a:pt x="221" y="691"/>
                    <a:pt x="221" y="691"/>
                    <a:pt x="221" y="691"/>
                  </a:cubicBezTo>
                  <a:cubicBezTo>
                    <a:pt x="221" y="691"/>
                    <a:pt x="221" y="691"/>
                    <a:pt x="221" y="691"/>
                  </a:cubicBezTo>
                  <a:cubicBezTo>
                    <a:pt x="221" y="691"/>
                    <a:pt x="221" y="691"/>
                    <a:pt x="221" y="691"/>
                  </a:cubicBezTo>
                  <a:cubicBezTo>
                    <a:pt x="221" y="691"/>
                    <a:pt x="220" y="691"/>
                    <a:pt x="220" y="691"/>
                  </a:cubicBezTo>
                  <a:cubicBezTo>
                    <a:pt x="220" y="691"/>
                    <a:pt x="220" y="691"/>
                    <a:pt x="220" y="691"/>
                  </a:cubicBezTo>
                  <a:cubicBezTo>
                    <a:pt x="220" y="691"/>
                    <a:pt x="220" y="691"/>
                    <a:pt x="220" y="691"/>
                  </a:cubicBezTo>
                  <a:cubicBezTo>
                    <a:pt x="220" y="691"/>
                    <a:pt x="220" y="691"/>
                    <a:pt x="220" y="691"/>
                  </a:cubicBezTo>
                  <a:cubicBezTo>
                    <a:pt x="220" y="691"/>
                    <a:pt x="220" y="691"/>
                    <a:pt x="220" y="691"/>
                  </a:cubicBezTo>
                  <a:cubicBezTo>
                    <a:pt x="220" y="691"/>
                    <a:pt x="220" y="691"/>
                    <a:pt x="220" y="691"/>
                  </a:cubicBezTo>
                  <a:cubicBezTo>
                    <a:pt x="220" y="691"/>
                    <a:pt x="220" y="691"/>
                    <a:pt x="220" y="691"/>
                  </a:cubicBezTo>
                  <a:cubicBezTo>
                    <a:pt x="220" y="691"/>
                    <a:pt x="220" y="691"/>
                    <a:pt x="220" y="691"/>
                  </a:cubicBezTo>
                  <a:cubicBezTo>
                    <a:pt x="220" y="691"/>
                    <a:pt x="220" y="692"/>
                    <a:pt x="220" y="692"/>
                  </a:cubicBezTo>
                  <a:cubicBezTo>
                    <a:pt x="220" y="692"/>
                    <a:pt x="220" y="692"/>
                    <a:pt x="220" y="692"/>
                  </a:cubicBezTo>
                  <a:cubicBezTo>
                    <a:pt x="220" y="692"/>
                    <a:pt x="220" y="692"/>
                    <a:pt x="220" y="692"/>
                  </a:cubicBezTo>
                  <a:cubicBezTo>
                    <a:pt x="220" y="692"/>
                    <a:pt x="220" y="692"/>
                    <a:pt x="220" y="692"/>
                  </a:cubicBezTo>
                  <a:cubicBezTo>
                    <a:pt x="220" y="692"/>
                    <a:pt x="220" y="692"/>
                    <a:pt x="220" y="693"/>
                  </a:cubicBezTo>
                  <a:cubicBezTo>
                    <a:pt x="220" y="693"/>
                    <a:pt x="220" y="693"/>
                    <a:pt x="220" y="693"/>
                  </a:cubicBezTo>
                  <a:cubicBezTo>
                    <a:pt x="220" y="693"/>
                    <a:pt x="220" y="693"/>
                    <a:pt x="220" y="693"/>
                  </a:cubicBezTo>
                  <a:cubicBezTo>
                    <a:pt x="220" y="693"/>
                    <a:pt x="220" y="693"/>
                    <a:pt x="220" y="693"/>
                  </a:cubicBezTo>
                  <a:cubicBezTo>
                    <a:pt x="221" y="693"/>
                    <a:pt x="221" y="693"/>
                    <a:pt x="221" y="693"/>
                  </a:cubicBezTo>
                  <a:cubicBezTo>
                    <a:pt x="221" y="693"/>
                    <a:pt x="221" y="693"/>
                    <a:pt x="221" y="693"/>
                  </a:cubicBezTo>
                  <a:cubicBezTo>
                    <a:pt x="221" y="693"/>
                    <a:pt x="221" y="693"/>
                    <a:pt x="221" y="693"/>
                  </a:cubicBezTo>
                  <a:cubicBezTo>
                    <a:pt x="221" y="693"/>
                    <a:pt x="221" y="693"/>
                    <a:pt x="221" y="693"/>
                  </a:cubicBezTo>
                  <a:cubicBezTo>
                    <a:pt x="222" y="693"/>
                    <a:pt x="222" y="692"/>
                    <a:pt x="222" y="692"/>
                  </a:cubicBezTo>
                  <a:cubicBezTo>
                    <a:pt x="222" y="692"/>
                    <a:pt x="222" y="692"/>
                    <a:pt x="222" y="692"/>
                  </a:cubicBezTo>
                  <a:cubicBezTo>
                    <a:pt x="222" y="692"/>
                    <a:pt x="222" y="692"/>
                    <a:pt x="223" y="692"/>
                  </a:cubicBezTo>
                  <a:cubicBezTo>
                    <a:pt x="223" y="692"/>
                    <a:pt x="223" y="692"/>
                    <a:pt x="223" y="692"/>
                  </a:cubicBezTo>
                  <a:cubicBezTo>
                    <a:pt x="223" y="692"/>
                    <a:pt x="223" y="692"/>
                    <a:pt x="223" y="692"/>
                  </a:cubicBezTo>
                  <a:cubicBezTo>
                    <a:pt x="223" y="692"/>
                    <a:pt x="223" y="692"/>
                    <a:pt x="223" y="692"/>
                  </a:cubicBezTo>
                  <a:cubicBezTo>
                    <a:pt x="223" y="692"/>
                    <a:pt x="224" y="692"/>
                    <a:pt x="224" y="692"/>
                  </a:cubicBezTo>
                  <a:cubicBezTo>
                    <a:pt x="224" y="692"/>
                    <a:pt x="224" y="692"/>
                    <a:pt x="224" y="692"/>
                  </a:cubicBezTo>
                  <a:cubicBezTo>
                    <a:pt x="224" y="692"/>
                    <a:pt x="224" y="692"/>
                    <a:pt x="224" y="692"/>
                  </a:cubicBezTo>
                  <a:cubicBezTo>
                    <a:pt x="224" y="692"/>
                    <a:pt x="224" y="692"/>
                    <a:pt x="224" y="692"/>
                  </a:cubicBezTo>
                  <a:cubicBezTo>
                    <a:pt x="224" y="692"/>
                    <a:pt x="224" y="692"/>
                    <a:pt x="224" y="693"/>
                  </a:cubicBezTo>
                  <a:cubicBezTo>
                    <a:pt x="224" y="693"/>
                    <a:pt x="224" y="693"/>
                    <a:pt x="224" y="693"/>
                  </a:cubicBezTo>
                  <a:cubicBezTo>
                    <a:pt x="225" y="693"/>
                    <a:pt x="225" y="693"/>
                    <a:pt x="225" y="693"/>
                  </a:cubicBezTo>
                  <a:cubicBezTo>
                    <a:pt x="225" y="693"/>
                    <a:pt x="225" y="693"/>
                    <a:pt x="225" y="693"/>
                  </a:cubicBezTo>
                  <a:cubicBezTo>
                    <a:pt x="225" y="694"/>
                    <a:pt x="225" y="694"/>
                    <a:pt x="224" y="694"/>
                  </a:cubicBezTo>
                  <a:cubicBezTo>
                    <a:pt x="224" y="694"/>
                    <a:pt x="224" y="694"/>
                    <a:pt x="224" y="694"/>
                  </a:cubicBezTo>
                  <a:cubicBezTo>
                    <a:pt x="224" y="694"/>
                    <a:pt x="224" y="694"/>
                    <a:pt x="224" y="695"/>
                  </a:cubicBezTo>
                  <a:cubicBezTo>
                    <a:pt x="224" y="695"/>
                    <a:pt x="224" y="695"/>
                    <a:pt x="224" y="695"/>
                  </a:cubicBezTo>
                  <a:cubicBezTo>
                    <a:pt x="224" y="695"/>
                    <a:pt x="224" y="695"/>
                    <a:pt x="224" y="695"/>
                  </a:cubicBezTo>
                  <a:cubicBezTo>
                    <a:pt x="224" y="695"/>
                    <a:pt x="224" y="695"/>
                    <a:pt x="224" y="695"/>
                  </a:cubicBezTo>
                  <a:cubicBezTo>
                    <a:pt x="224" y="695"/>
                    <a:pt x="224" y="696"/>
                    <a:pt x="224" y="696"/>
                  </a:cubicBezTo>
                  <a:cubicBezTo>
                    <a:pt x="224" y="696"/>
                    <a:pt x="224" y="696"/>
                    <a:pt x="224" y="696"/>
                  </a:cubicBezTo>
                  <a:cubicBezTo>
                    <a:pt x="224" y="696"/>
                    <a:pt x="224" y="696"/>
                    <a:pt x="224" y="697"/>
                  </a:cubicBezTo>
                  <a:cubicBezTo>
                    <a:pt x="224" y="697"/>
                    <a:pt x="224" y="697"/>
                    <a:pt x="224" y="697"/>
                  </a:cubicBezTo>
                  <a:cubicBezTo>
                    <a:pt x="224" y="697"/>
                    <a:pt x="224" y="697"/>
                    <a:pt x="224" y="697"/>
                  </a:cubicBezTo>
                  <a:cubicBezTo>
                    <a:pt x="224" y="697"/>
                    <a:pt x="224" y="697"/>
                    <a:pt x="224" y="697"/>
                  </a:cubicBezTo>
                  <a:cubicBezTo>
                    <a:pt x="224" y="697"/>
                    <a:pt x="224" y="698"/>
                    <a:pt x="223" y="698"/>
                  </a:cubicBezTo>
                  <a:cubicBezTo>
                    <a:pt x="223" y="698"/>
                    <a:pt x="223" y="698"/>
                    <a:pt x="223" y="698"/>
                  </a:cubicBezTo>
                  <a:cubicBezTo>
                    <a:pt x="223" y="699"/>
                    <a:pt x="223" y="699"/>
                    <a:pt x="223" y="699"/>
                  </a:cubicBezTo>
                  <a:cubicBezTo>
                    <a:pt x="223" y="699"/>
                    <a:pt x="223" y="699"/>
                    <a:pt x="223" y="699"/>
                  </a:cubicBezTo>
                  <a:cubicBezTo>
                    <a:pt x="222" y="699"/>
                    <a:pt x="222" y="699"/>
                    <a:pt x="222" y="699"/>
                  </a:cubicBezTo>
                  <a:cubicBezTo>
                    <a:pt x="222" y="699"/>
                    <a:pt x="222" y="699"/>
                    <a:pt x="222" y="699"/>
                  </a:cubicBezTo>
                  <a:cubicBezTo>
                    <a:pt x="221" y="700"/>
                    <a:pt x="221" y="700"/>
                    <a:pt x="221" y="700"/>
                  </a:cubicBezTo>
                  <a:cubicBezTo>
                    <a:pt x="221" y="700"/>
                    <a:pt x="221" y="700"/>
                    <a:pt x="221" y="700"/>
                  </a:cubicBezTo>
                  <a:cubicBezTo>
                    <a:pt x="220" y="700"/>
                    <a:pt x="220" y="700"/>
                    <a:pt x="220" y="700"/>
                  </a:cubicBezTo>
                  <a:cubicBezTo>
                    <a:pt x="220" y="700"/>
                    <a:pt x="220" y="700"/>
                    <a:pt x="220" y="700"/>
                  </a:cubicBezTo>
                  <a:cubicBezTo>
                    <a:pt x="220" y="701"/>
                    <a:pt x="220" y="701"/>
                    <a:pt x="220" y="701"/>
                  </a:cubicBezTo>
                  <a:cubicBezTo>
                    <a:pt x="220" y="701"/>
                    <a:pt x="220" y="701"/>
                    <a:pt x="220" y="701"/>
                  </a:cubicBezTo>
                  <a:cubicBezTo>
                    <a:pt x="219" y="701"/>
                    <a:pt x="219" y="701"/>
                    <a:pt x="219" y="701"/>
                  </a:cubicBezTo>
                  <a:cubicBezTo>
                    <a:pt x="219" y="701"/>
                    <a:pt x="219" y="701"/>
                    <a:pt x="219" y="701"/>
                  </a:cubicBezTo>
                  <a:cubicBezTo>
                    <a:pt x="218" y="701"/>
                    <a:pt x="218" y="701"/>
                    <a:pt x="218" y="701"/>
                  </a:cubicBezTo>
                  <a:close/>
                  <a:moveTo>
                    <a:pt x="318" y="698"/>
                  </a:moveTo>
                  <a:cubicBezTo>
                    <a:pt x="318" y="698"/>
                    <a:pt x="318" y="698"/>
                    <a:pt x="318" y="698"/>
                  </a:cubicBezTo>
                  <a:cubicBezTo>
                    <a:pt x="318" y="698"/>
                    <a:pt x="318" y="698"/>
                    <a:pt x="318" y="698"/>
                  </a:cubicBezTo>
                  <a:cubicBezTo>
                    <a:pt x="318" y="697"/>
                    <a:pt x="318" y="697"/>
                    <a:pt x="318" y="697"/>
                  </a:cubicBezTo>
                  <a:cubicBezTo>
                    <a:pt x="318" y="697"/>
                    <a:pt x="318" y="697"/>
                    <a:pt x="318" y="697"/>
                  </a:cubicBezTo>
                  <a:cubicBezTo>
                    <a:pt x="318" y="697"/>
                    <a:pt x="318" y="697"/>
                    <a:pt x="318" y="697"/>
                  </a:cubicBezTo>
                  <a:cubicBezTo>
                    <a:pt x="318" y="697"/>
                    <a:pt x="318" y="697"/>
                    <a:pt x="318" y="697"/>
                  </a:cubicBezTo>
                  <a:cubicBezTo>
                    <a:pt x="318" y="697"/>
                    <a:pt x="318" y="697"/>
                    <a:pt x="318" y="697"/>
                  </a:cubicBezTo>
                  <a:cubicBezTo>
                    <a:pt x="318" y="697"/>
                    <a:pt x="318" y="697"/>
                    <a:pt x="318" y="697"/>
                  </a:cubicBezTo>
                  <a:cubicBezTo>
                    <a:pt x="318" y="697"/>
                    <a:pt x="318" y="697"/>
                    <a:pt x="318" y="697"/>
                  </a:cubicBezTo>
                  <a:cubicBezTo>
                    <a:pt x="318" y="697"/>
                    <a:pt x="318" y="697"/>
                    <a:pt x="318" y="697"/>
                  </a:cubicBezTo>
                  <a:cubicBezTo>
                    <a:pt x="318" y="697"/>
                    <a:pt x="318" y="697"/>
                    <a:pt x="318" y="697"/>
                  </a:cubicBezTo>
                  <a:cubicBezTo>
                    <a:pt x="318" y="697"/>
                    <a:pt x="318" y="697"/>
                    <a:pt x="318" y="697"/>
                  </a:cubicBezTo>
                  <a:cubicBezTo>
                    <a:pt x="317" y="697"/>
                    <a:pt x="317" y="697"/>
                    <a:pt x="317" y="697"/>
                  </a:cubicBezTo>
                  <a:cubicBezTo>
                    <a:pt x="317" y="697"/>
                    <a:pt x="317" y="697"/>
                    <a:pt x="317" y="697"/>
                  </a:cubicBezTo>
                  <a:cubicBezTo>
                    <a:pt x="317" y="696"/>
                    <a:pt x="317" y="696"/>
                    <a:pt x="317" y="696"/>
                  </a:cubicBezTo>
                  <a:cubicBezTo>
                    <a:pt x="317" y="696"/>
                    <a:pt x="317" y="696"/>
                    <a:pt x="317" y="696"/>
                  </a:cubicBezTo>
                  <a:cubicBezTo>
                    <a:pt x="317" y="695"/>
                    <a:pt x="317" y="695"/>
                    <a:pt x="317" y="695"/>
                  </a:cubicBezTo>
                  <a:cubicBezTo>
                    <a:pt x="317" y="695"/>
                    <a:pt x="317" y="695"/>
                    <a:pt x="317" y="695"/>
                  </a:cubicBezTo>
                  <a:cubicBezTo>
                    <a:pt x="318" y="694"/>
                    <a:pt x="318" y="694"/>
                    <a:pt x="318" y="694"/>
                  </a:cubicBezTo>
                  <a:cubicBezTo>
                    <a:pt x="318" y="694"/>
                    <a:pt x="318" y="694"/>
                    <a:pt x="318" y="694"/>
                  </a:cubicBezTo>
                  <a:cubicBezTo>
                    <a:pt x="317" y="694"/>
                    <a:pt x="317" y="694"/>
                    <a:pt x="317" y="694"/>
                  </a:cubicBezTo>
                  <a:cubicBezTo>
                    <a:pt x="317" y="694"/>
                    <a:pt x="317" y="694"/>
                    <a:pt x="317" y="694"/>
                  </a:cubicBezTo>
                  <a:cubicBezTo>
                    <a:pt x="317" y="693"/>
                    <a:pt x="317" y="693"/>
                    <a:pt x="317" y="693"/>
                  </a:cubicBezTo>
                  <a:cubicBezTo>
                    <a:pt x="317" y="693"/>
                    <a:pt x="317" y="693"/>
                    <a:pt x="317" y="693"/>
                  </a:cubicBezTo>
                  <a:cubicBezTo>
                    <a:pt x="316" y="692"/>
                    <a:pt x="316" y="692"/>
                    <a:pt x="316" y="692"/>
                  </a:cubicBezTo>
                  <a:cubicBezTo>
                    <a:pt x="316" y="692"/>
                    <a:pt x="316" y="692"/>
                    <a:pt x="316" y="692"/>
                  </a:cubicBezTo>
                  <a:cubicBezTo>
                    <a:pt x="316" y="691"/>
                    <a:pt x="316" y="691"/>
                    <a:pt x="316" y="691"/>
                  </a:cubicBezTo>
                  <a:cubicBezTo>
                    <a:pt x="316" y="691"/>
                    <a:pt x="316" y="691"/>
                    <a:pt x="316" y="691"/>
                  </a:cubicBezTo>
                  <a:cubicBezTo>
                    <a:pt x="315" y="690"/>
                    <a:pt x="315" y="690"/>
                    <a:pt x="315" y="690"/>
                  </a:cubicBezTo>
                  <a:cubicBezTo>
                    <a:pt x="315" y="690"/>
                    <a:pt x="315" y="690"/>
                    <a:pt x="315" y="690"/>
                  </a:cubicBezTo>
                  <a:cubicBezTo>
                    <a:pt x="315" y="689"/>
                    <a:pt x="315" y="689"/>
                    <a:pt x="315" y="689"/>
                  </a:cubicBezTo>
                  <a:cubicBezTo>
                    <a:pt x="315" y="689"/>
                    <a:pt x="315" y="689"/>
                    <a:pt x="315" y="689"/>
                  </a:cubicBezTo>
                  <a:cubicBezTo>
                    <a:pt x="314" y="689"/>
                    <a:pt x="314" y="689"/>
                    <a:pt x="314" y="689"/>
                  </a:cubicBezTo>
                  <a:cubicBezTo>
                    <a:pt x="314" y="689"/>
                    <a:pt x="314" y="689"/>
                    <a:pt x="314" y="689"/>
                  </a:cubicBezTo>
                  <a:cubicBezTo>
                    <a:pt x="314" y="689"/>
                    <a:pt x="314" y="689"/>
                    <a:pt x="314" y="689"/>
                  </a:cubicBezTo>
                  <a:cubicBezTo>
                    <a:pt x="314" y="689"/>
                    <a:pt x="314" y="689"/>
                    <a:pt x="314" y="689"/>
                  </a:cubicBezTo>
                  <a:cubicBezTo>
                    <a:pt x="313" y="689"/>
                    <a:pt x="313" y="689"/>
                    <a:pt x="313" y="689"/>
                  </a:cubicBezTo>
                  <a:cubicBezTo>
                    <a:pt x="313" y="689"/>
                    <a:pt x="313" y="689"/>
                    <a:pt x="313" y="689"/>
                  </a:cubicBezTo>
                  <a:cubicBezTo>
                    <a:pt x="313" y="689"/>
                    <a:pt x="313" y="689"/>
                    <a:pt x="313" y="689"/>
                  </a:cubicBezTo>
                  <a:cubicBezTo>
                    <a:pt x="313" y="689"/>
                    <a:pt x="313" y="689"/>
                    <a:pt x="313" y="689"/>
                  </a:cubicBezTo>
                  <a:cubicBezTo>
                    <a:pt x="313" y="689"/>
                    <a:pt x="313" y="689"/>
                    <a:pt x="313" y="689"/>
                  </a:cubicBezTo>
                  <a:cubicBezTo>
                    <a:pt x="313" y="689"/>
                    <a:pt x="313" y="689"/>
                    <a:pt x="313" y="689"/>
                  </a:cubicBezTo>
                  <a:cubicBezTo>
                    <a:pt x="312" y="688"/>
                    <a:pt x="312" y="688"/>
                    <a:pt x="312" y="688"/>
                  </a:cubicBezTo>
                  <a:cubicBezTo>
                    <a:pt x="312" y="688"/>
                    <a:pt x="312" y="688"/>
                    <a:pt x="312" y="688"/>
                  </a:cubicBezTo>
                  <a:cubicBezTo>
                    <a:pt x="312" y="688"/>
                    <a:pt x="312" y="688"/>
                    <a:pt x="312" y="688"/>
                  </a:cubicBezTo>
                  <a:cubicBezTo>
                    <a:pt x="312" y="688"/>
                    <a:pt x="312" y="688"/>
                    <a:pt x="312" y="688"/>
                  </a:cubicBezTo>
                  <a:cubicBezTo>
                    <a:pt x="312" y="688"/>
                    <a:pt x="312" y="688"/>
                    <a:pt x="312" y="688"/>
                  </a:cubicBezTo>
                  <a:cubicBezTo>
                    <a:pt x="312" y="688"/>
                    <a:pt x="312" y="688"/>
                    <a:pt x="312" y="688"/>
                  </a:cubicBezTo>
                  <a:cubicBezTo>
                    <a:pt x="314" y="688"/>
                    <a:pt x="314" y="688"/>
                    <a:pt x="314" y="688"/>
                  </a:cubicBezTo>
                  <a:cubicBezTo>
                    <a:pt x="314" y="688"/>
                    <a:pt x="314" y="688"/>
                    <a:pt x="314" y="688"/>
                  </a:cubicBezTo>
                  <a:cubicBezTo>
                    <a:pt x="315" y="688"/>
                    <a:pt x="315" y="688"/>
                    <a:pt x="315" y="688"/>
                  </a:cubicBezTo>
                  <a:cubicBezTo>
                    <a:pt x="315" y="688"/>
                    <a:pt x="315" y="688"/>
                    <a:pt x="315" y="688"/>
                  </a:cubicBezTo>
                  <a:cubicBezTo>
                    <a:pt x="317" y="689"/>
                    <a:pt x="317" y="689"/>
                    <a:pt x="317" y="689"/>
                  </a:cubicBezTo>
                  <a:cubicBezTo>
                    <a:pt x="317" y="689"/>
                    <a:pt x="317" y="689"/>
                    <a:pt x="317" y="689"/>
                  </a:cubicBezTo>
                  <a:cubicBezTo>
                    <a:pt x="319" y="689"/>
                    <a:pt x="319" y="689"/>
                    <a:pt x="319" y="689"/>
                  </a:cubicBezTo>
                  <a:cubicBezTo>
                    <a:pt x="319" y="689"/>
                    <a:pt x="319" y="689"/>
                    <a:pt x="319" y="689"/>
                  </a:cubicBezTo>
                  <a:cubicBezTo>
                    <a:pt x="320" y="690"/>
                    <a:pt x="320" y="690"/>
                    <a:pt x="320" y="690"/>
                  </a:cubicBezTo>
                  <a:cubicBezTo>
                    <a:pt x="320" y="690"/>
                    <a:pt x="320" y="690"/>
                    <a:pt x="320" y="690"/>
                  </a:cubicBezTo>
                  <a:cubicBezTo>
                    <a:pt x="322" y="691"/>
                    <a:pt x="322" y="691"/>
                    <a:pt x="322" y="691"/>
                  </a:cubicBezTo>
                  <a:cubicBezTo>
                    <a:pt x="322" y="691"/>
                    <a:pt x="322" y="691"/>
                    <a:pt x="322" y="691"/>
                  </a:cubicBezTo>
                  <a:cubicBezTo>
                    <a:pt x="323" y="692"/>
                    <a:pt x="323" y="692"/>
                    <a:pt x="323" y="692"/>
                  </a:cubicBezTo>
                  <a:cubicBezTo>
                    <a:pt x="323" y="692"/>
                    <a:pt x="323" y="692"/>
                    <a:pt x="323" y="692"/>
                  </a:cubicBezTo>
                  <a:cubicBezTo>
                    <a:pt x="324" y="693"/>
                    <a:pt x="324" y="693"/>
                    <a:pt x="324" y="693"/>
                  </a:cubicBezTo>
                  <a:cubicBezTo>
                    <a:pt x="324" y="693"/>
                    <a:pt x="324" y="693"/>
                    <a:pt x="324" y="693"/>
                  </a:cubicBezTo>
                  <a:cubicBezTo>
                    <a:pt x="324" y="695"/>
                    <a:pt x="324" y="695"/>
                    <a:pt x="324" y="695"/>
                  </a:cubicBezTo>
                  <a:cubicBezTo>
                    <a:pt x="324" y="695"/>
                    <a:pt x="324" y="695"/>
                    <a:pt x="324" y="695"/>
                  </a:cubicBezTo>
                  <a:cubicBezTo>
                    <a:pt x="324" y="695"/>
                    <a:pt x="324" y="695"/>
                    <a:pt x="324" y="695"/>
                  </a:cubicBezTo>
                  <a:cubicBezTo>
                    <a:pt x="324" y="695"/>
                    <a:pt x="324" y="695"/>
                    <a:pt x="324" y="695"/>
                  </a:cubicBezTo>
                  <a:cubicBezTo>
                    <a:pt x="323" y="695"/>
                    <a:pt x="323" y="695"/>
                    <a:pt x="323" y="695"/>
                  </a:cubicBezTo>
                  <a:cubicBezTo>
                    <a:pt x="323" y="695"/>
                    <a:pt x="323" y="695"/>
                    <a:pt x="323" y="695"/>
                  </a:cubicBezTo>
                  <a:cubicBezTo>
                    <a:pt x="322" y="696"/>
                    <a:pt x="322" y="696"/>
                    <a:pt x="322" y="696"/>
                  </a:cubicBezTo>
                  <a:cubicBezTo>
                    <a:pt x="322" y="696"/>
                    <a:pt x="322" y="696"/>
                    <a:pt x="322" y="696"/>
                  </a:cubicBezTo>
                  <a:cubicBezTo>
                    <a:pt x="322" y="696"/>
                    <a:pt x="322" y="696"/>
                    <a:pt x="322" y="696"/>
                  </a:cubicBezTo>
                  <a:cubicBezTo>
                    <a:pt x="322" y="696"/>
                    <a:pt x="322" y="696"/>
                    <a:pt x="322" y="696"/>
                  </a:cubicBezTo>
                  <a:cubicBezTo>
                    <a:pt x="321" y="696"/>
                    <a:pt x="321" y="696"/>
                    <a:pt x="321" y="696"/>
                  </a:cubicBezTo>
                  <a:cubicBezTo>
                    <a:pt x="321" y="696"/>
                    <a:pt x="321" y="696"/>
                    <a:pt x="321" y="696"/>
                  </a:cubicBezTo>
                  <a:cubicBezTo>
                    <a:pt x="321" y="696"/>
                    <a:pt x="321" y="696"/>
                    <a:pt x="321" y="696"/>
                  </a:cubicBezTo>
                  <a:cubicBezTo>
                    <a:pt x="321" y="696"/>
                    <a:pt x="321" y="696"/>
                    <a:pt x="321" y="696"/>
                  </a:cubicBezTo>
                  <a:cubicBezTo>
                    <a:pt x="320" y="697"/>
                    <a:pt x="320" y="697"/>
                    <a:pt x="320" y="697"/>
                  </a:cubicBezTo>
                  <a:cubicBezTo>
                    <a:pt x="320" y="697"/>
                    <a:pt x="320" y="697"/>
                    <a:pt x="320" y="697"/>
                  </a:cubicBezTo>
                  <a:cubicBezTo>
                    <a:pt x="319" y="697"/>
                    <a:pt x="319" y="697"/>
                    <a:pt x="319" y="697"/>
                  </a:cubicBezTo>
                  <a:cubicBezTo>
                    <a:pt x="319" y="697"/>
                    <a:pt x="319" y="697"/>
                    <a:pt x="319" y="697"/>
                  </a:cubicBezTo>
                  <a:cubicBezTo>
                    <a:pt x="319" y="698"/>
                    <a:pt x="319" y="698"/>
                    <a:pt x="319" y="698"/>
                  </a:cubicBezTo>
                  <a:lnTo>
                    <a:pt x="318" y="698"/>
                  </a:lnTo>
                  <a:close/>
                  <a:moveTo>
                    <a:pt x="203" y="679"/>
                  </a:moveTo>
                  <a:cubicBezTo>
                    <a:pt x="203" y="679"/>
                    <a:pt x="202" y="679"/>
                    <a:pt x="202" y="678"/>
                  </a:cubicBezTo>
                  <a:cubicBezTo>
                    <a:pt x="202" y="678"/>
                    <a:pt x="202" y="678"/>
                    <a:pt x="202" y="678"/>
                  </a:cubicBezTo>
                  <a:cubicBezTo>
                    <a:pt x="202" y="678"/>
                    <a:pt x="202" y="678"/>
                    <a:pt x="202" y="677"/>
                  </a:cubicBezTo>
                  <a:cubicBezTo>
                    <a:pt x="202" y="677"/>
                    <a:pt x="202" y="677"/>
                    <a:pt x="202" y="677"/>
                  </a:cubicBezTo>
                  <a:cubicBezTo>
                    <a:pt x="202" y="677"/>
                    <a:pt x="203" y="676"/>
                    <a:pt x="203" y="676"/>
                  </a:cubicBezTo>
                  <a:cubicBezTo>
                    <a:pt x="203" y="676"/>
                    <a:pt x="203" y="676"/>
                    <a:pt x="203" y="676"/>
                  </a:cubicBezTo>
                  <a:cubicBezTo>
                    <a:pt x="204" y="675"/>
                    <a:pt x="204" y="675"/>
                    <a:pt x="204" y="675"/>
                  </a:cubicBezTo>
                  <a:cubicBezTo>
                    <a:pt x="204" y="675"/>
                    <a:pt x="204" y="675"/>
                    <a:pt x="204" y="675"/>
                  </a:cubicBezTo>
                  <a:cubicBezTo>
                    <a:pt x="205" y="674"/>
                    <a:pt x="205" y="674"/>
                    <a:pt x="205" y="674"/>
                  </a:cubicBezTo>
                  <a:cubicBezTo>
                    <a:pt x="205" y="674"/>
                    <a:pt x="205" y="674"/>
                    <a:pt x="205" y="674"/>
                  </a:cubicBezTo>
                  <a:cubicBezTo>
                    <a:pt x="206" y="674"/>
                    <a:pt x="206" y="674"/>
                    <a:pt x="206" y="674"/>
                  </a:cubicBezTo>
                  <a:cubicBezTo>
                    <a:pt x="206" y="674"/>
                    <a:pt x="206" y="674"/>
                    <a:pt x="206" y="674"/>
                  </a:cubicBezTo>
                  <a:cubicBezTo>
                    <a:pt x="207" y="673"/>
                    <a:pt x="207" y="673"/>
                    <a:pt x="207" y="673"/>
                  </a:cubicBezTo>
                  <a:cubicBezTo>
                    <a:pt x="207" y="673"/>
                    <a:pt x="207" y="673"/>
                    <a:pt x="207" y="673"/>
                  </a:cubicBezTo>
                  <a:cubicBezTo>
                    <a:pt x="209" y="672"/>
                    <a:pt x="209" y="672"/>
                    <a:pt x="209" y="672"/>
                  </a:cubicBezTo>
                  <a:cubicBezTo>
                    <a:pt x="209" y="672"/>
                    <a:pt x="209" y="672"/>
                    <a:pt x="209" y="672"/>
                  </a:cubicBezTo>
                  <a:cubicBezTo>
                    <a:pt x="210" y="671"/>
                    <a:pt x="210" y="671"/>
                    <a:pt x="210" y="671"/>
                  </a:cubicBezTo>
                  <a:cubicBezTo>
                    <a:pt x="210" y="671"/>
                    <a:pt x="210" y="671"/>
                    <a:pt x="210" y="671"/>
                  </a:cubicBezTo>
                  <a:cubicBezTo>
                    <a:pt x="220" y="665"/>
                    <a:pt x="220" y="665"/>
                    <a:pt x="220" y="665"/>
                  </a:cubicBezTo>
                  <a:cubicBezTo>
                    <a:pt x="220" y="665"/>
                    <a:pt x="220" y="665"/>
                    <a:pt x="220" y="665"/>
                  </a:cubicBezTo>
                  <a:cubicBezTo>
                    <a:pt x="221" y="665"/>
                    <a:pt x="221" y="665"/>
                    <a:pt x="221" y="665"/>
                  </a:cubicBezTo>
                  <a:cubicBezTo>
                    <a:pt x="221" y="665"/>
                    <a:pt x="221" y="665"/>
                    <a:pt x="221" y="665"/>
                  </a:cubicBezTo>
                  <a:cubicBezTo>
                    <a:pt x="221" y="665"/>
                    <a:pt x="221" y="665"/>
                    <a:pt x="221" y="665"/>
                  </a:cubicBezTo>
                  <a:cubicBezTo>
                    <a:pt x="221" y="665"/>
                    <a:pt x="221" y="665"/>
                    <a:pt x="221" y="665"/>
                  </a:cubicBezTo>
                  <a:cubicBezTo>
                    <a:pt x="222" y="665"/>
                    <a:pt x="222" y="665"/>
                    <a:pt x="222" y="665"/>
                  </a:cubicBezTo>
                  <a:cubicBezTo>
                    <a:pt x="222" y="665"/>
                    <a:pt x="222" y="665"/>
                    <a:pt x="222" y="665"/>
                  </a:cubicBezTo>
                  <a:cubicBezTo>
                    <a:pt x="222" y="665"/>
                    <a:pt x="222" y="665"/>
                    <a:pt x="222" y="665"/>
                  </a:cubicBezTo>
                  <a:cubicBezTo>
                    <a:pt x="222" y="665"/>
                    <a:pt x="222" y="665"/>
                    <a:pt x="222" y="665"/>
                  </a:cubicBezTo>
                  <a:cubicBezTo>
                    <a:pt x="222" y="665"/>
                    <a:pt x="222" y="665"/>
                    <a:pt x="222" y="665"/>
                  </a:cubicBezTo>
                  <a:cubicBezTo>
                    <a:pt x="222" y="665"/>
                    <a:pt x="222" y="665"/>
                    <a:pt x="222" y="665"/>
                  </a:cubicBezTo>
                  <a:cubicBezTo>
                    <a:pt x="223" y="665"/>
                    <a:pt x="223" y="665"/>
                    <a:pt x="223" y="665"/>
                  </a:cubicBezTo>
                  <a:cubicBezTo>
                    <a:pt x="223" y="665"/>
                    <a:pt x="223" y="665"/>
                    <a:pt x="223" y="665"/>
                  </a:cubicBezTo>
                  <a:cubicBezTo>
                    <a:pt x="223" y="666"/>
                    <a:pt x="223" y="666"/>
                    <a:pt x="223" y="666"/>
                  </a:cubicBezTo>
                  <a:cubicBezTo>
                    <a:pt x="223" y="666"/>
                    <a:pt x="223" y="666"/>
                    <a:pt x="223" y="666"/>
                  </a:cubicBezTo>
                  <a:cubicBezTo>
                    <a:pt x="223" y="666"/>
                    <a:pt x="223" y="666"/>
                    <a:pt x="223" y="666"/>
                  </a:cubicBezTo>
                  <a:cubicBezTo>
                    <a:pt x="223" y="666"/>
                    <a:pt x="223" y="666"/>
                    <a:pt x="223" y="666"/>
                  </a:cubicBezTo>
                  <a:cubicBezTo>
                    <a:pt x="224" y="666"/>
                    <a:pt x="224" y="666"/>
                    <a:pt x="224" y="666"/>
                  </a:cubicBezTo>
                  <a:cubicBezTo>
                    <a:pt x="224" y="666"/>
                    <a:pt x="224" y="666"/>
                    <a:pt x="224" y="666"/>
                  </a:cubicBezTo>
                  <a:cubicBezTo>
                    <a:pt x="225" y="666"/>
                    <a:pt x="225" y="666"/>
                    <a:pt x="225" y="666"/>
                  </a:cubicBezTo>
                  <a:cubicBezTo>
                    <a:pt x="225" y="666"/>
                    <a:pt x="225" y="666"/>
                    <a:pt x="225" y="666"/>
                  </a:cubicBezTo>
                  <a:cubicBezTo>
                    <a:pt x="225" y="666"/>
                    <a:pt x="225" y="666"/>
                    <a:pt x="225" y="666"/>
                  </a:cubicBezTo>
                  <a:cubicBezTo>
                    <a:pt x="225" y="666"/>
                    <a:pt x="225" y="666"/>
                    <a:pt x="225" y="666"/>
                  </a:cubicBezTo>
                  <a:cubicBezTo>
                    <a:pt x="225" y="665"/>
                    <a:pt x="225" y="665"/>
                    <a:pt x="225" y="665"/>
                  </a:cubicBezTo>
                  <a:cubicBezTo>
                    <a:pt x="225" y="665"/>
                    <a:pt x="225" y="665"/>
                    <a:pt x="225" y="665"/>
                  </a:cubicBezTo>
                  <a:cubicBezTo>
                    <a:pt x="225" y="665"/>
                    <a:pt x="225" y="665"/>
                    <a:pt x="225" y="665"/>
                  </a:cubicBezTo>
                  <a:cubicBezTo>
                    <a:pt x="225" y="665"/>
                    <a:pt x="225" y="665"/>
                    <a:pt x="225" y="665"/>
                  </a:cubicBezTo>
                  <a:cubicBezTo>
                    <a:pt x="225" y="664"/>
                    <a:pt x="225" y="664"/>
                    <a:pt x="225" y="664"/>
                  </a:cubicBezTo>
                  <a:cubicBezTo>
                    <a:pt x="225" y="664"/>
                    <a:pt x="225" y="664"/>
                    <a:pt x="225" y="664"/>
                  </a:cubicBezTo>
                  <a:cubicBezTo>
                    <a:pt x="225" y="664"/>
                    <a:pt x="225" y="664"/>
                    <a:pt x="225" y="664"/>
                  </a:cubicBezTo>
                  <a:cubicBezTo>
                    <a:pt x="225" y="664"/>
                    <a:pt x="225" y="664"/>
                    <a:pt x="225" y="664"/>
                  </a:cubicBezTo>
                  <a:cubicBezTo>
                    <a:pt x="225" y="663"/>
                    <a:pt x="225" y="663"/>
                    <a:pt x="225" y="663"/>
                  </a:cubicBezTo>
                  <a:cubicBezTo>
                    <a:pt x="225" y="663"/>
                    <a:pt x="225" y="663"/>
                    <a:pt x="225" y="663"/>
                  </a:cubicBezTo>
                  <a:cubicBezTo>
                    <a:pt x="225" y="663"/>
                    <a:pt x="225" y="663"/>
                    <a:pt x="225" y="663"/>
                  </a:cubicBezTo>
                  <a:cubicBezTo>
                    <a:pt x="225" y="663"/>
                    <a:pt x="225" y="663"/>
                    <a:pt x="225" y="663"/>
                  </a:cubicBezTo>
                  <a:cubicBezTo>
                    <a:pt x="225" y="662"/>
                    <a:pt x="225" y="662"/>
                    <a:pt x="225" y="662"/>
                  </a:cubicBezTo>
                  <a:cubicBezTo>
                    <a:pt x="225" y="662"/>
                    <a:pt x="225" y="662"/>
                    <a:pt x="225" y="662"/>
                  </a:cubicBezTo>
                  <a:cubicBezTo>
                    <a:pt x="235" y="658"/>
                    <a:pt x="235" y="658"/>
                    <a:pt x="235" y="658"/>
                  </a:cubicBezTo>
                  <a:cubicBezTo>
                    <a:pt x="235" y="658"/>
                    <a:pt x="235" y="658"/>
                    <a:pt x="235" y="658"/>
                  </a:cubicBezTo>
                  <a:cubicBezTo>
                    <a:pt x="235" y="658"/>
                    <a:pt x="235" y="658"/>
                    <a:pt x="235" y="658"/>
                  </a:cubicBezTo>
                  <a:cubicBezTo>
                    <a:pt x="235" y="658"/>
                    <a:pt x="235" y="658"/>
                    <a:pt x="235" y="658"/>
                  </a:cubicBezTo>
                  <a:cubicBezTo>
                    <a:pt x="234" y="661"/>
                    <a:pt x="234" y="661"/>
                    <a:pt x="234" y="661"/>
                  </a:cubicBezTo>
                  <a:cubicBezTo>
                    <a:pt x="234" y="661"/>
                    <a:pt x="234" y="661"/>
                    <a:pt x="234" y="661"/>
                  </a:cubicBezTo>
                  <a:cubicBezTo>
                    <a:pt x="232" y="664"/>
                    <a:pt x="232" y="664"/>
                    <a:pt x="232" y="664"/>
                  </a:cubicBezTo>
                  <a:cubicBezTo>
                    <a:pt x="232" y="664"/>
                    <a:pt x="232" y="664"/>
                    <a:pt x="232" y="664"/>
                  </a:cubicBezTo>
                  <a:cubicBezTo>
                    <a:pt x="229" y="667"/>
                    <a:pt x="229" y="667"/>
                    <a:pt x="229" y="667"/>
                  </a:cubicBezTo>
                  <a:cubicBezTo>
                    <a:pt x="229" y="667"/>
                    <a:pt x="229" y="667"/>
                    <a:pt x="229" y="667"/>
                  </a:cubicBezTo>
                  <a:cubicBezTo>
                    <a:pt x="226" y="669"/>
                    <a:pt x="226" y="669"/>
                    <a:pt x="226" y="669"/>
                  </a:cubicBezTo>
                  <a:cubicBezTo>
                    <a:pt x="226" y="669"/>
                    <a:pt x="226" y="669"/>
                    <a:pt x="226" y="669"/>
                  </a:cubicBezTo>
                  <a:cubicBezTo>
                    <a:pt x="223" y="671"/>
                    <a:pt x="223" y="671"/>
                    <a:pt x="223" y="671"/>
                  </a:cubicBezTo>
                  <a:cubicBezTo>
                    <a:pt x="223" y="671"/>
                    <a:pt x="223" y="671"/>
                    <a:pt x="223" y="671"/>
                  </a:cubicBezTo>
                  <a:cubicBezTo>
                    <a:pt x="220" y="673"/>
                    <a:pt x="220" y="673"/>
                    <a:pt x="220" y="673"/>
                  </a:cubicBezTo>
                  <a:cubicBezTo>
                    <a:pt x="220" y="673"/>
                    <a:pt x="220" y="673"/>
                    <a:pt x="220" y="673"/>
                  </a:cubicBezTo>
                  <a:cubicBezTo>
                    <a:pt x="217" y="675"/>
                    <a:pt x="217" y="675"/>
                    <a:pt x="217" y="675"/>
                  </a:cubicBezTo>
                  <a:cubicBezTo>
                    <a:pt x="217" y="675"/>
                    <a:pt x="217" y="675"/>
                    <a:pt x="217" y="675"/>
                  </a:cubicBezTo>
                  <a:cubicBezTo>
                    <a:pt x="216" y="675"/>
                    <a:pt x="215" y="676"/>
                    <a:pt x="214" y="676"/>
                  </a:cubicBezTo>
                  <a:cubicBezTo>
                    <a:pt x="214" y="676"/>
                    <a:pt x="214" y="676"/>
                    <a:pt x="214" y="676"/>
                  </a:cubicBezTo>
                  <a:cubicBezTo>
                    <a:pt x="203" y="679"/>
                    <a:pt x="203" y="679"/>
                    <a:pt x="203" y="679"/>
                  </a:cubicBezTo>
                  <a:close/>
                  <a:moveTo>
                    <a:pt x="305" y="665"/>
                  </a:moveTo>
                  <a:cubicBezTo>
                    <a:pt x="306" y="655"/>
                    <a:pt x="306" y="655"/>
                    <a:pt x="306" y="655"/>
                  </a:cubicBezTo>
                  <a:cubicBezTo>
                    <a:pt x="306" y="655"/>
                    <a:pt x="306" y="655"/>
                    <a:pt x="306" y="655"/>
                  </a:cubicBezTo>
                  <a:cubicBezTo>
                    <a:pt x="317" y="649"/>
                    <a:pt x="317" y="649"/>
                    <a:pt x="317" y="649"/>
                  </a:cubicBezTo>
                  <a:cubicBezTo>
                    <a:pt x="317" y="649"/>
                    <a:pt x="317" y="649"/>
                    <a:pt x="317" y="649"/>
                  </a:cubicBezTo>
                  <a:cubicBezTo>
                    <a:pt x="318" y="649"/>
                    <a:pt x="318" y="649"/>
                    <a:pt x="318" y="649"/>
                  </a:cubicBezTo>
                  <a:cubicBezTo>
                    <a:pt x="318" y="649"/>
                    <a:pt x="318" y="649"/>
                    <a:pt x="318" y="649"/>
                  </a:cubicBezTo>
                  <a:cubicBezTo>
                    <a:pt x="318" y="651"/>
                    <a:pt x="318" y="651"/>
                    <a:pt x="318" y="651"/>
                  </a:cubicBezTo>
                  <a:cubicBezTo>
                    <a:pt x="318" y="651"/>
                    <a:pt x="318" y="651"/>
                    <a:pt x="318" y="651"/>
                  </a:cubicBezTo>
                  <a:cubicBezTo>
                    <a:pt x="317" y="653"/>
                    <a:pt x="317" y="653"/>
                    <a:pt x="317" y="653"/>
                  </a:cubicBezTo>
                  <a:cubicBezTo>
                    <a:pt x="317" y="653"/>
                    <a:pt x="317" y="653"/>
                    <a:pt x="317" y="653"/>
                  </a:cubicBezTo>
                  <a:cubicBezTo>
                    <a:pt x="316" y="654"/>
                    <a:pt x="316" y="654"/>
                    <a:pt x="316" y="654"/>
                  </a:cubicBezTo>
                  <a:cubicBezTo>
                    <a:pt x="316" y="654"/>
                    <a:pt x="316" y="654"/>
                    <a:pt x="316" y="654"/>
                  </a:cubicBezTo>
                  <a:cubicBezTo>
                    <a:pt x="315" y="656"/>
                    <a:pt x="315" y="656"/>
                    <a:pt x="315" y="656"/>
                  </a:cubicBezTo>
                  <a:cubicBezTo>
                    <a:pt x="315" y="656"/>
                    <a:pt x="315" y="656"/>
                    <a:pt x="315" y="656"/>
                  </a:cubicBezTo>
                  <a:cubicBezTo>
                    <a:pt x="313" y="657"/>
                    <a:pt x="313" y="657"/>
                    <a:pt x="313" y="657"/>
                  </a:cubicBezTo>
                  <a:cubicBezTo>
                    <a:pt x="313" y="657"/>
                    <a:pt x="313" y="657"/>
                    <a:pt x="313" y="657"/>
                  </a:cubicBezTo>
                  <a:cubicBezTo>
                    <a:pt x="312" y="659"/>
                    <a:pt x="312" y="659"/>
                    <a:pt x="312" y="659"/>
                  </a:cubicBezTo>
                  <a:cubicBezTo>
                    <a:pt x="312" y="659"/>
                    <a:pt x="312" y="659"/>
                    <a:pt x="312" y="659"/>
                  </a:cubicBezTo>
                  <a:cubicBezTo>
                    <a:pt x="311" y="660"/>
                    <a:pt x="311" y="660"/>
                    <a:pt x="311" y="660"/>
                  </a:cubicBezTo>
                  <a:cubicBezTo>
                    <a:pt x="311" y="660"/>
                    <a:pt x="311" y="660"/>
                    <a:pt x="311" y="660"/>
                  </a:cubicBezTo>
                  <a:cubicBezTo>
                    <a:pt x="310" y="661"/>
                    <a:pt x="310" y="661"/>
                    <a:pt x="310" y="661"/>
                  </a:cubicBezTo>
                  <a:cubicBezTo>
                    <a:pt x="310" y="661"/>
                    <a:pt x="310" y="661"/>
                    <a:pt x="310" y="661"/>
                  </a:cubicBezTo>
                  <a:cubicBezTo>
                    <a:pt x="309" y="662"/>
                    <a:pt x="309" y="662"/>
                    <a:pt x="309" y="662"/>
                  </a:cubicBezTo>
                  <a:cubicBezTo>
                    <a:pt x="309" y="662"/>
                    <a:pt x="309" y="662"/>
                    <a:pt x="309" y="662"/>
                  </a:cubicBezTo>
                  <a:cubicBezTo>
                    <a:pt x="309" y="663"/>
                    <a:pt x="309" y="663"/>
                    <a:pt x="309" y="663"/>
                  </a:cubicBezTo>
                  <a:cubicBezTo>
                    <a:pt x="309" y="663"/>
                    <a:pt x="309" y="663"/>
                    <a:pt x="309" y="663"/>
                  </a:cubicBezTo>
                  <a:cubicBezTo>
                    <a:pt x="308" y="663"/>
                    <a:pt x="308" y="663"/>
                    <a:pt x="308" y="663"/>
                  </a:cubicBezTo>
                  <a:cubicBezTo>
                    <a:pt x="308" y="663"/>
                    <a:pt x="308" y="663"/>
                    <a:pt x="308" y="663"/>
                  </a:cubicBezTo>
                  <a:cubicBezTo>
                    <a:pt x="308" y="663"/>
                    <a:pt x="308" y="663"/>
                    <a:pt x="308" y="663"/>
                  </a:cubicBezTo>
                  <a:cubicBezTo>
                    <a:pt x="308" y="663"/>
                    <a:pt x="308" y="663"/>
                    <a:pt x="308" y="663"/>
                  </a:cubicBezTo>
                  <a:cubicBezTo>
                    <a:pt x="307" y="664"/>
                    <a:pt x="307" y="664"/>
                    <a:pt x="307" y="664"/>
                  </a:cubicBezTo>
                  <a:cubicBezTo>
                    <a:pt x="307" y="664"/>
                    <a:pt x="307" y="664"/>
                    <a:pt x="307" y="664"/>
                  </a:cubicBezTo>
                  <a:cubicBezTo>
                    <a:pt x="306" y="665"/>
                    <a:pt x="306" y="665"/>
                    <a:pt x="306" y="665"/>
                  </a:cubicBezTo>
                  <a:cubicBezTo>
                    <a:pt x="306" y="665"/>
                    <a:pt x="306" y="665"/>
                    <a:pt x="306" y="665"/>
                  </a:cubicBezTo>
                  <a:cubicBezTo>
                    <a:pt x="306" y="665"/>
                    <a:pt x="306" y="665"/>
                    <a:pt x="306" y="665"/>
                  </a:cubicBezTo>
                  <a:cubicBezTo>
                    <a:pt x="306" y="665"/>
                    <a:pt x="306" y="665"/>
                    <a:pt x="306" y="665"/>
                  </a:cubicBezTo>
                  <a:cubicBezTo>
                    <a:pt x="305" y="665"/>
                    <a:pt x="305" y="665"/>
                    <a:pt x="305" y="665"/>
                  </a:cubicBezTo>
                  <a:close/>
                  <a:moveTo>
                    <a:pt x="598" y="662"/>
                  </a:moveTo>
                  <a:cubicBezTo>
                    <a:pt x="598" y="661"/>
                    <a:pt x="598" y="661"/>
                    <a:pt x="598" y="661"/>
                  </a:cubicBezTo>
                  <a:cubicBezTo>
                    <a:pt x="598" y="661"/>
                    <a:pt x="598" y="661"/>
                    <a:pt x="598" y="661"/>
                  </a:cubicBezTo>
                  <a:cubicBezTo>
                    <a:pt x="598" y="661"/>
                    <a:pt x="598" y="661"/>
                    <a:pt x="598" y="661"/>
                  </a:cubicBezTo>
                  <a:cubicBezTo>
                    <a:pt x="598" y="661"/>
                    <a:pt x="598" y="661"/>
                    <a:pt x="598" y="661"/>
                  </a:cubicBezTo>
                  <a:cubicBezTo>
                    <a:pt x="598" y="660"/>
                    <a:pt x="598" y="660"/>
                    <a:pt x="598" y="660"/>
                  </a:cubicBezTo>
                  <a:cubicBezTo>
                    <a:pt x="598" y="660"/>
                    <a:pt x="598" y="660"/>
                    <a:pt x="598" y="660"/>
                  </a:cubicBezTo>
                  <a:cubicBezTo>
                    <a:pt x="598" y="659"/>
                    <a:pt x="598" y="659"/>
                    <a:pt x="598" y="659"/>
                  </a:cubicBezTo>
                  <a:cubicBezTo>
                    <a:pt x="598" y="659"/>
                    <a:pt x="598" y="659"/>
                    <a:pt x="598" y="659"/>
                  </a:cubicBezTo>
                  <a:cubicBezTo>
                    <a:pt x="598" y="659"/>
                    <a:pt x="598" y="659"/>
                    <a:pt x="598" y="659"/>
                  </a:cubicBezTo>
                  <a:cubicBezTo>
                    <a:pt x="598" y="659"/>
                    <a:pt x="598" y="659"/>
                    <a:pt x="598" y="659"/>
                  </a:cubicBezTo>
                  <a:cubicBezTo>
                    <a:pt x="598" y="658"/>
                    <a:pt x="598" y="658"/>
                    <a:pt x="598" y="658"/>
                  </a:cubicBezTo>
                  <a:cubicBezTo>
                    <a:pt x="598" y="658"/>
                    <a:pt x="598" y="658"/>
                    <a:pt x="598" y="658"/>
                  </a:cubicBezTo>
                  <a:cubicBezTo>
                    <a:pt x="598" y="658"/>
                    <a:pt x="598" y="658"/>
                    <a:pt x="598" y="658"/>
                  </a:cubicBezTo>
                  <a:cubicBezTo>
                    <a:pt x="598" y="658"/>
                    <a:pt x="598" y="658"/>
                    <a:pt x="598" y="658"/>
                  </a:cubicBezTo>
                  <a:cubicBezTo>
                    <a:pt x="598" y="657"/>
                    <a:pt x="598" y="657"/>
                    <a:pt x="598" y="657"/>
                  </a:cubicBezTo>
                  <a:cubicBezTo>
                    <a:pt x="598" y="657"/>
                    <a:pt x="598" y="657"/>
                    <a:pt x="598" y="657"/>
                  </a:cubicBezTo>
                  <a:cubicBezTo>
                    <a:pt x="598" y="657"/>
                    <a:pt x="598" y="657"/>
                    <a:pt x="598" y="657"/>
                  </a:cubicBezTo>
                  <a:cubicBezTo>
                    <a:pt x="598" y="657"/>
                    <a:pt x="598" y="657"/>
                    <a:pt x="598" y="657"/>
                  </a:cubicBezTo>
                  <a:cubicBezTo>
                    <a:pt x="598" y="657"/>
                    <a:pt x="598" y="657"/>
                    <a:pt x="598" y="657"/>
                  </a:cubicBezTo>
                  <a:cubicBezTo>
                    <a:pt x="598" y="657"/>
                    <a:pt x="598" y="657"/>
                    <a:pt x="598" y="657"/>
                  </a:cubicBezTo>
                  <a:cubicBezTo>
                    <a:pt x="598" y="656"/>
                    <a:pt x="598" y="656"/>
                    <a:pt x="598" y="656"/>
                  </a:cubicBezTo>
                  <a:cubicBezTo>
                    <a:pt x="598" y="656"/>
                    <a:pt x="598" y="656"/>
                    <a:pt x="598" y="656"/>
                  </a:cubicBezTo>
                  <a:cubicBezTo>
                    <a:pt x="598" y="656"/>
                    <a:pt x="598" y="656"/>
                    <a:pt x="598" y="656"/>
                  </a:cubicBezTo>
                  <a:cubicBezTo>
                    <a:pt x="598" y="656"/>
                    <a:pt x="598" y="656"/>
                    <a:pt x="598" y="656"/>
                  </a:cubicBezTo>
                  <a:cubicBezTo>
                    <a:pt x="599" y="656"/>
                    <a:pt x="599" y="656"/>
                    <a:pt x="599" y="656"/>
                  </a:cubicBezTo>
                  <a:cubicBezTo>
                    <a:pt x="599" y="656"/>
                    <a:pt x="599" y="656"/>
                    <a:pt x="599" y="656"/>
                  </a:cubicBezTo>
                  <a:cubicBezTo>
                    <a:pt x="599" y="656"/>
                    <a:pt x="599" y="656"/>
                    <a:pt x="599" y="656"/>
                  </a:cubicBezTo>
                  <a:cubicBezTo>
                    <a:pt x="599" y="656"/>
                    <a:pt x="599" y="656"/>
                    <a:pt x="599" y="656"/>
                  </a:cubicBezTo>
                  <a:cubicBezTo>
                    <a:pt x="600" y="656"/>
                    <a:pt x="600" y="656"/>
                    <a:pt x="600" y="656"/>
                  </a:cubicBezTo>
                  <a:cubicBezTo>
                    <a:pt x="600" y="656"/>
                    <a:pt x="600" y="656"/>
                    <a:pt x="600" y="656"/>
                  </a:cubicBezTo>
                  <a:cubicBezTo>
                    <a:pt x="600" y="657"/>
                    <a:pt x="600" y="657"/>
                    <a:pt x="600" y="657"/>
                  </a:cubicBezTo>
                  <a:cubicBezTo>
                    <a:pt x="600" y="657"/>
                    <a:pt x="600" y="657"/>
                    <a:pt x="600" y="657"/>
                  </a:cubicBezTo>
                  <a:cubicBezTo>
                    <a:pt x="600" y="657"/>
                    <a:pt x="600" y="657"/>
                    <a:pt x="600" y="657"/>
                  </a:cubicBezTo>
                  <a:cubicBezTo>
                    <a:pt x="600" y="657"/>
                    <a:pt x="600" y="657"/>
                    <a:pt x="600" y="657"/>
                  </a:cubicBezTo>
                  <a:cubicBezTo>
                    <a:pt x="600" y="658"/>
                    <a:pt x="600" y="658"/>
                    <a:pt x="600" y="658"/>
                  </a:cubicBezTo>
                  <a:cubicBezTo>
                    <a:pt x="600" y="658"/>
                    <a:pt x="600" y="658"/>
                    <a:pt x="600" y="658"/>
                  </a:cubicBezTo>
                  <a:cubicBezTo>
                    <a:pt x="600" y="658"/>
                    <a:pt x="600" y="658"/>
                    <a:pt x="600" y="658"/>
                  </a:cubicBezTo>
                  <a:cubicBezTo>
                    <a:pt x="600" y="658"/>
                    <a:pt x="600" y="658"/>
                    <a:pt x="600" y="658"/>
                  </a:cubicBezTo>
                  <a:cubicBezTo>
                    <a:pt x="600" y="658"/>
                    <a:pt x="600" y="658"/>
                    <a:pt x="600" y="658"/>
                  </a:cubicBezTo>
                  <a:cubicBezTo>
                    <a:pt x="600" y="658"/>
                    <a:pt x="600" y="658"/>
                    <a:pt x="600" y="658"/>
                  </a:cubicBezTo>
                  <a:cubicBezTo>
                    <a:pt x="601" y="658"/>
                    <a:pt x="601" y="658"/>
                    <a:pt x="601" y="658"/>
                  </a:cubicBezTo>
                  <a:cubicBezTo>
                    <a:pt x="601" y="658"/>
                    <a:pt x="601" y="658"/>
                    <a:pt x="601" y="658"/>
                  </a:cubicBezTo>
                  <a:cubicBezTo>
                    <a:pt x="601" y="659"/>
                    <a:pt x="601" y="659"/>
                    <a:pt x="601" y="659"/>
                  </a:cubicBezTo>
                  <a:cubicBezTo>
                    <a:pt x="601" y="659"/>
                    <a:pt x="601" y="659"/>
                    <a:pt x="601" y="659"/>
                  </a:cubicBezTo>
                  <a:cubicBezTo>
                    <a:pt x="602" y="659"/>
                    <a:pt x="602" y="659"/>
                    <a:pt x="602" y="659"/>
                  </a:cubicBezTo>
                  <a:cubicBezTo>
                    <a:pt x="602" y="659"/>
                    <a:pt x="602" y="659"/>
                    <a:pt x="602" y="659"/>
                  </a:cubicBezTo>
                  <a:cubicBezTo>
                    <a:pt x="601" y="660"/>
                    <a:pt x="601" y="660"/>
                    <a:pt x="601" y="660"/>
                  </a:cubicBezTo>
                  <a:cubicBezTo>
                    <a:pt x="601" y="660"/>
                    <a:pt x="601" y="660"/>
                    <a:pt x="601" y="660"/>
                  </a:cubicBezTo>
                  <a:cubicBezTo>
                    <a:pt x="601" y="660"/>
                    <a:pt x="601" y="660"/>
                    <a:pt x="601" y="660"/>
                  </a:cubicBezTo>
                  <a:cubicBezTo>
                    <a:pt x="601" y="660"/>
                    <a:pt x="601" y="660"/>
                    <a:pt x="601" y="660"/>
                  </a:cubicBezTo>
                  <a:cubicBezTo>
                    <a:pt x="601" y="660"/>
                    <a:pt x="601" y="660"/>
                    <a:pt x="601" y="660"/>
                  </a:cubicBezTo>
                  <a:cubicBezTo>
                    <a:pt x="601" y="660"/>
                    <a:pt x="601" y="660"/>
                    <a:pt x="601" y="660"/>
                  </a:cubicBezTo>
                  <a:cubicBezTo>
                    <a:pt x="601" y="661"/>
                    <a:pt x="601" y="661"/>
                    <a:pt x="601" y="661"/>
                  </a:cubicBezTo>
                  <a:cubicBezTo>
                    <a:pt x="601" y="661"/>
                    <a:pt x="601" y="661"/>
                    <a:pt x="601" y="661"/>
                  </a:cubicBezTo>
                  <a:cubicBezTo>
                    <a:pt x="600" y="661"/>
                    <a:pt x="600" y="661"/>
                    <a:pt x="600" y="661"/>
                  </a:cubicBezTo>
                  <a:cubicBezTo>
                    <a:pt x="600" y="661"/>
                    <a:pt x="600" y="661"/>
                    <a:pt x="600" y="661"/>
                  </a:cubicBezTo>
                  <a:cubicBezTo>
                    <a:pt x="600" y="661"/>
                    <a:pt x="600" y="661"/>
                    <a:pt x="600" y="661"/>
                  </a:cubicBezTo>
                  <a:cubicBezTo>
                    <a:pt x="600" y="661"/>
                    <a:pt x="600" y="661"/>
                    <a:pt x="600" y="661"/>
                  </a:cubicBezTo>
                  <a:cubicBezTo>
                    <a:pt x="599" y="661"/>
                    <a:pt x="599" y="661"/>
                    <a:pt x="599" y="661"/>
                  </a:cubicBezTo>
                  <a:cubicBezTo>
                    <a:pt x="599" y="661"/>
                    <a:pt x="599" y="661"/>
                    <a:pt x="599" y="661"/>
                  </a:cubicBezTo>
                  <a:cubicBezTo>
                    <a:pt x="599" y="662"/>
                    <a:pt x="599" y="662"/>
                    <a:pt x="599" y="662"/>
                  </a:cubicBezTo>
                  <a:lnTo>
                    <a:pt x="598" y="662"/>
                  </a:lnTo>
                  <a:close/>
                  <a:moveTo>
                    <a:pt x="615" y="662"/>
                  </a:moveTo>
                  <a:cubicBezTo>
                    <a:pt x="614" y="662"/>
                    <a:pt x="614" y="662"/>
                    <a:pt x="614" y="662"/>
                  </a:cubicBezTo>
                  <a:cubicBezTo>
                    <a:pt x="614" y="662"/>
                    <a:pt x="614" y="662"/>
                    <a:pt x="614" y="662"/>
                  </a:cubicBezTo>
                  <a:cubicBezTo>
                    <a:pt x="614" y="661"/>
                    <a:pt x="614" y="661"/>
                    <a:pt x="614" y="661"/>
                  </a:cubicBezTo>
                  <a:cubicBezTo>
                    <a:pt x="614" y="661"/>
                    <a:pt x="614" y="661"/>
                    <a:pt x="614" y="661"/>
                  </a:cubicBezTo>
                  <a:cubicBezTo>
                    <a:pt x="614" y="661"/>
                    <a:pt x="614" y="661"/>
                    <a:pt x="614" y="661"/>
                  </a:cubicBezTo>
                  <a:cubicBezTo>
                    <a:pt x="614" y="661"/>
                    <a:pt x="614" y="661"/>
                    <a:pt x="614" y="661"/>
                  </a:cubicBezTo>
                  <a:cubicBezTo>
                    <a:pt x="614" y="661"/>
                    <a:pt x="614" y="661"/>
                    <a:pt x="614" y="661"/>
                  </a:cubicBezTo>
                  <a:cubicBezTo>
                    <a:pt x="614" y="661"/>
                    <a:pt x="614" y="661"/>
                    <a:pt x="614" y="661"/>
                  </a:cubicBezTo>
                  <a:cubicBezTo>
                    <a:pt x="613" y="661"/>
                    <a:pt x="613" y="661"/>
                    <a:pt x="613" y="661"/>
                  </a:cubicBezTo>
                  <a:cubicBezTo>
                    <a:pt x="613" y="661"/>
                    <a:pt x="613" y="661"/>
                    <a:pt x="613" y="661"/>
                  </a:cubicBezTo>
                  <a:cubicBezTo>
                    <a:pt x="613" y="660"/>
                    <a:pt x="613" y="660"/>
                    <a:pt x="613" y="660"/>
                  </a:cubicBezTo>
                  <a:cubicBezTo>
                    <a:pt x="613" y="660"/>
                    <a:pt x="613" y="660"/>
                    <a:pt x="613" y="660"/>
                  </a:cubicBezTo>
                  <a:cubicBezTo>
                    <a:pt x="613" y="660"/>
                    <a:pt x="613" y="660"/>
                    <a:pt x="613" y="660"/>
                  </a:cubicBezTo>
                  <a:cubicBezTo>
                    <a:pt x="613" y="660"/>
                    <a:pt x="613" y="660"/>
                    <a:pt x="613" y="660"/>
                  </a:cubicBezTo>
                  <a:cubicBezTo>
                    <a:pt x="613" y="659"/>
                    <a:pt x="613" y="659"/>
                    <a:pt x="613" y="659"/>
                  </a:cubicBezTo>
                  <a:cubicBezTo>
                    <a:pt x="613" y="659"/>
                    <a:pt x="613" y="659"/>
                    <a:pt x="613" y="659"/>
                  </a:cubicBezTo>
                  <a:cubicBezTo>
                    <a:pt x="613" y="658"/>
                    <a:pt x="613" y="658"/>
                    <a:pt x="613" y="658"/>
                  </a:cubicBezTo>
                  <a:cubicBezTo>
                    <a:pt x="613" y="658"/>
                    <a:pt x="613" y="658"/>
                    <a:pt x="613" y="658"/>
                  </a:cubicBezTo>
                  <a:cubicBezTo>
                    <a:pt x="613" y="658"/>
                    <a:pt x="613" y="658"/>
                    <a:pt x="613" y="658"/>
                  </a:cubicBezTo>
                  <a:cubicBezTo>
                    <a:pt x="613" y="658"/>
                    <a:pt x="613" y="658"/>
                    <a:pt x="613" y="658"/>
                  </a:cubicBezTo>
                  <a:cubicBezTo>
                    <a:pt x="613" y="657"/>
                    <a:pt x="613" y="657"/>
                    <a:pt x="613" y="657"/>
                  </a:cubicBezTo>
                  <a:cubicBezTo>
                    <a:pt x="613" y="657"/>
                    <a:pt x="613" y="657"/>
                    <a:pt x="613" y="657"/>
                  </a:cubicBezTo>
                  <a:cubicBezTo>
                    <a:pt x="614" y="656"/>
                    <a:pt x="614" y="656"/>
                    <a:pt x="614" y="656"/>
                  </a:cubicBezTo>
                  <a:cubicBezTo>
                    <a:pt x="614" y="656"/>
                    <a:pt x="614" y="656"/>
                    <a:pt x="614" y="656"/>
                  </a:cubicBezTo>
                  <a:cubicBezTo>
                    <a:pt x="613" y="656"/>
                    <a:pt x="613" y="656"/>
                    <a:pt x="613" y="656"/>
                  </a:cubicBezTo>
                  <a:cubicBezTo>
                    <a:pt x="613" y="656"/>
                    <a:pt x="613" y="656"/>
                    <a:pt x="613" y="656"/>
                  </a:cubicBezTo>
                  <a:cubicBezTo>
                    <a:pt x="613" y="655"/>
                    <a:pt x="613" y="655"/>
                    <a:pt x="613" y="655"/>
                  </a:cubicBezTo>
                  <a:cubicBezTo>
                    <a:pt x="613" y="655"/>
                    <a:pt x="613" y="655"/>
                    <a:pt x="613" y="655"/>
                  </a:cubicBezTo>
                  <a:cubicBezTo>
                    <a:pt x="613" y="654"/>
                    <a:pt x="613" y="654"/>
                    <a:pt x="613" y="654"/>
                  </a:cubicBezTo>
                  <a:cubicBezTo>
                    <a:pt x="613" y="654"/>
                    <a:pt x="613" y="654"/>
                    <a:pt x="613" y="654"/>
                  </a:cubicBezTo>
                  <a:cubicBezTo>
                    <a:pt x="614" y="654"/>
                    <a:pt x="614" y="654"/>
                    <a:pt x="614" y="654"/>
                  </a:cubicBezTo>
                  <a:cubicBezTo>
                    <a:pt x="614" y="654"/>
                    <a:pt x="614" y="654"/>
                    <a:pt x="614" y="654"/>
                  </a:cubicBezTo>
                  <a:cubicBezTo>
                    <a:pt x="615" y="653"/>
                    <a:pt x="615" y="653"/>
                    <a:pt x="615" y="653"/>
                  </a:cubicBezTo>
                  <a:cubicBezTo>
                    <a:pt x="615" y="653"/>
                    <a:pt x="615" y="653"/>
                    <a:pt x="615" y="653"/>
                  </a:cubicBezTo>
                  <a:cubicBezTo>
                    <a:pt x="617" y="654"/>
                    <a:pt x="617" y="654"/>
                    <a:pt x="617" y="654"/>
                  </a:cubicBezTo>
                  <a:cubicBezTo>
                    <a:pt x="617" y="654"/>
                    <a:pt x="617" y="654"/>
                    <a:pt x="617" y="654"/>
                  </a:cubicBezTo>
                  <a:cubicBezTo>
                    <a:pt x="617" y="655"/>
                    <a:pt x="617" y="655"/>
                    <a:pt x="617" y="655"/>
                  </a:cubicBezTo>
                  <a:cubicBezTo>
                    <a:pt x="617" y="655"/>
                    <a:pt x="617" y="655"/>
                    <a:pt x="617" y="655"/>
                  </a:cubicBezTo>
                  <a:cubicBezTo>
                    <a:pt x="617" y="656"/>
                    <a:pt x="617" y="656"/>
                    <a:pt x="617" y="656"/>
                  </a:cubicBezTo>
                  <a:cubicBezTo>
                    <a:pt x="617" y="656"/>
                    <a:pt x="617" y="656"/>
                    <a:pt x="617" y="656"/>
                  </a:cubicBezTo>
                  <a:cubicBezTo>
                    <a:pt x="617" y="657"/>
                    <a:pt x="617" y="657"/>
                    <a:pt x="617" y="657"/>
                  </a:cubicBezTo>
                  <a:cubicBezTo>
                    <a:pt x="617" y="657"/>
                    <a:pt x="617" y="657"/>
                    <a:pt x="617" y="657"/>
                  </a:cubicBezTo>
                  <a:cubicBezTo>
                    <a:pt x="617" y="658"/>
                    <a:pt x="617" y="658"/>
                    <a:pt x="617" y="658"/>
                  </a:cubicBezTo>
                  <a:cubicBezTo>
                    <a:pt x="617" y="658"/>
                    <a:pt x="617" y="658"/>
                    <a:pt x="617" y="658"/>
                  </a:cubicBezTo>
                  <a:cubicBezTo>
                    <a:pt x="617" y="659"/>
                    <a:pt x="617" y="659"/>
                    <a:pt x="617" y="659"/>
                  </a:cubicBezTo>
                  <a:cubicBezTo>
                    <a:pt x="617" y="659"/>
                    <a:pt x="617" y="659"/>
                    <a:pt x="617" y="659"/>
                  </a:cubicBezTo>
                  <a:cubicBezTo>
                    <a:pt x="617" y="660"/>
                    <a:pt x="617" y="660"/>
                    <a:pt x="617" y="660"/>
                  </a:cubicBezTo>
                  <a:cubicBezTo>
                    <a:pt x="617" y="660"/>
                    <a:pt x="617" y="660"/>
                    <a:pt x="617" y="660"/>
                  </a:cubicBezTo>
                  <a:cubicBezTo>
                    <a:pt x="616" y="661"/>
                    <a:pt x="616" y="661"/>
                    <a:pt x="616" y="661"/>
                  </a:cubicBezTo>
                  <a:cubicBezTo>
                    <a:pt x="616" y="661"/>
                    <a:pt x="616" y="661"/>
                    <a:pt x="616" y="661"/>
                  </a:cubicBezTo>
                  <a:cubicBezTo>
                    <a:pt x="616" y="662"/>
                    <a:pt x="616" y="662"/>
                    <a:pt x="616" y="662"/>
                  </a:cubicBezTo>
                  <a:lnTo>
                    <a:pt x="615" y="662"/>
                  </a:lnTo>
                  <a:close/>
                  <a:moveTo>
                    <a:pt x="607" y="656"/>
                  </a:moveTo>
                  <a:cubicBezTo>
                    <a:pt x="606" y="656"/>
                    <a:pt x="606" y="656"/>
                    <a:pt x="606" y="656"/>
                  </a:cubicBezTo>
                  <a:cubicBezTo>
                    <a:pt x="606" y="656"/>
                    <a:pt x="606" y="656"/>
                    <a:pt x="606" y="656"/>
                  </a:cubicBezTo>
                  <a:cubicBezTo>
                    <a:pt x="605" y="655"/>
                    <a:pt x="605" y="655"/>
                    <a:pt x="605" y="655"/>
                  </a:cubicBezTo>
                  <a:cubicBezTo>
                    <a:pt x="605" y="655"/>
                    <a:pt x="605" y="655"/>
                    <a:pt x="605" y="655"/>
                  </a:cubicBezTo>
                  <a:cubicBezTo>
                    <a:pt x="605" y="655"/>
                    <a:pt x="605" y="655"/>
                    <a:pt x="605" y="655"/>
                  </a:cubicBezTo>
                  <a:cubicBezTo>
                    <a:pt x="605" y="655"/>
                    <a:pt x="605" y="655"/>
                    <a:pt x="605" y="655"/>
                  </a:cubicBezTo>
                  <a:cubicBezTo>
                    <a:pt x="604" y="655"/>
                    <a:pt x="604" y="655"/>
                    <a:pt x="604" y="655"/>
                  </a:cubicBezTo>
                  <a:cubicBezTo>
                    <a:pt x="604" y="655"/>
                    <a:pt x="604" y="655"/>
                    <a:pt x="604" y="655"/>
                  </a:cubicBezTo>
                  <a:cubicBezTo>
                    <a:pt x="604" y="655"/>
                    <a:pt x="604" y="655"/>
                    <a:pt x="604" y="655"/>
                  </a:cubicBezTo>
                  <a:cubicBezTo>
                    <a:pt x="604" y="655"/>
                    <a:pt x="604" y="655"/>
                    <a:pt x="604" y="655"/>
                  </a:cubicBezTo>
                  <a:cubicBezTo>
                    <a:pt x="603" y="654"/>
                    <a:pt x="603" y="654"/>
                    <a:pt x="603" y="654"/>
                  </a:cubicBezTo>
                  <a:cubicBezTo>
                    <a:pt x="603" y="654"/>
                    <a:pt x="603" y="654"/>
                    <a:pt x="603" y="654"/>
                  </a:cubicBezTo>
                  <a:cubicBezTo>
                    <a:pt x="603" y="654"/>
                    <a:pt x="603" y="654"/>
                    <a:pt x="603" y="654"/>
                  </a:cubicBezTo>
                  <a:cubicBezTo>
                    <a:pt x="603" y="654"/>
                    <a:pt x="603" y="654"/>
                    <a:pt x="603" y="654"/>
                  </a:cubicBezTo>
                  <a:cubicBezTo>
                    <a:pt x="603" y="654"/>
                    <a:pt x="603" y="654"/>
                    <a:pt x="603" y="654"/>
                  </a:cubicBezTo>
                  <a:cubicBezTo>
                    <a:pt x="603" y="654"/>
                    <a:pt x="603" y="654"/>
                    <a:pt x="603" y="654"/>
                  </a:cubicBezTo>
                  <a:cubicBezTo>
                    <a:pt x="603" y="652"/>
                    <a:pt x="603" y="652"/>
                    <a:pt x="603" y="652"/>
                  </a:cubicBezTo>
                  <a:cubicBezTo>
                    <a:pt x="603" y="652"/>
                    <a:pt x="603" y="652"/>
                    <a:pt x="603" y="652"/>
                  </a:cubicBezTo>
                  <a:cubicBezTo>
                    <a:pt x="603" y="652"/>
                    <a:pt x="603" y="652"/>
                    <a:pt x="603" y="652"/>
                  </a:cubicBezTo>
                  <a:cubicBezTo>
                    <a:pt x="603" y="652"/>
                    <a:pt x="603" y="652"/>
                    <a:pt x="603" y="652"/>
                  </a:cubicBezTo>
                  <a:cubicBezTo>
                    <a:pt x="603" y="652"/>
                    <a:pt x="603" y="652"/>
                    <a:pt x="603" y="652"/>
                  </a:cubicBezTo>
                  <a:cubicBezTo>
                    <a:pt x="603" y="652"/>
                    <a:pt x="603" y="652"/>
                    <a:pt x="603" y="652"/>
                  </a:cubicBezTo>
                  <a:cubicBezTo>
                    <a:pt x="604" y="652"/>
                    <a:pt x="604" y="652"/>
                    <a:pt x="604" y="652"/>
                  </a:cubicBezTo>
                  <a:cubicBezTo>
                    <a:pt x="604" y="652"/>
                    <a:pt x="604" y="652"/>
                    <a:pt x="604" y="652"/>
                  </a:cubicBezTo>
                  <a:cubicBezTo>
                    <a:pt x="604" y="651"/>
                    <a:pt x="604" y="651"/>
                    <a:pt x="604" y="651"/>
                  </a:cubicBezTo>
                  <a:cubicBezTo>
                    <a:pt x="604" y="651"/>
                    <a:pt x="604" y="651"/>
                    <a:pt x="604" y="651"/>
                  </a:cubicBezTo>
                  <a:cubicBezTo>
                    <a:pt x="604" y="651"/>
                    <a:pt x="604" y="651"/>
                    <a:pt x="604" y="651"/>
                  </a:cubicBezTo>
                  <a:cubicBezTo>
                    <a:pt x="604" y="651"/>
                    <a:pt x="604" y="651"/>
                    <a:pt x="604" y="651"/>
                  </a:cubicBezTo>
                  <a:cubicBezTo>
                    <a:pt x="605" y="651"/>
                    <a:pt x="605" y="651"/>
                    <a:pt x="605" y="651"/>
                  </a:cubicBezTo>
                  <a:cubicBezTo>
                    <a:pt x="605" y="651"/>
                    <a:pt x="605" y="651"/>
                    <a:pt x="605" y="651"/>
                  </a:cubicBezTo>
                  <a:cubicBezTo>
                    <a:pt x="605" y="650"/>
                    <a:pt x="605" y="650"/>
                    <a:pt x="605" y="650"/>
                  </a:cubicBezTo>
                  <a:cubicBezTo>
                    <a:pt x="605" y="650"/>
                    <a:pt x="605" y="650"/>
                    <a:pt x="605" y="650"/>
                  </a:cubicBezTo>
                  <a:cubicBezTo>
                    <a:pt x="605" y="650"/>
                    <a:pt x="605" y="650"/>
                    <a:pt x="605" y="650"/>
                  </a:cubicBezTo>
                  <a:cubicBezTo>
                    <a:pt x="605" y="650"/>
                    <a:pt x="605" y="650"/>
                    <a:pt x="605" y="650"/>
                  </a:cubicBezTo>
                  <a:cubicBezTo>
                    <a:pt x="606" y="650"/>
                    <a:pt x="606" y="650"/>
                    <a:pt x="606" y="650"/>
                  </a:cubicBezTo>
                  <a:cubicBezTo>
                    <a:pt x="606" y="650"/>
                    <a:pt x="606" y="650"/>
                    <a:pt x="606" y="650"/>
                  </a:cubicBezTo>
                  <a:cubicBezTo>
                    <a:pt x="607" y="650"/>
                    <a:pt x="607" y="650"/>
                    <a:pt x="607" y="650"/>
                  </a:cubicBezTo>
                  <a:cubicBezTo>
                    <a:pt x="607" y="650"/>
                    <a:pt x="607" y="650"/>
                    <a:pt x="607" y="650"/>
                  </a:cubicBezTo>
                  <a:cubicBezTo>
                    <a:pt x="608" y="651"/>
                    <a:pt x="608" y="651"/>
                    <a:pt x="608" y="651"/>
                  </a:cubicBezTo>
                  <a:cubicBezTo>
                    <a:pt x="608" y="651"/>
                    <a:pt x="608" y="651"/>
                    <a:pt x="608" y="651"/>
                  </a:cubicBezTo>
                  <a:cubicBezTo>
                    <a:pt x="609" y="651"/>
                    <a:pt x="609" y="651"/>
                    <a:pt x="609" y="651"/>
                  </a:cubicBezTo>
                  <a:cubicBezTo>
                    <a:pt x="609" y="651"/>
                    <a:pt x="609" y="651"/>
                    <a:pt x="609" y="651"/>
                  </a:cubicBezTo>
                  <a:cubicBezTo>
                    <a:pt x="609" y="652"/>
                    <a:pt x="609" y="652"/>
                    <a:pt x="609" y="652"/>
                  </a:cubicBezTo>
                  <a:cubicBezTo>
                    <a:pt x="609" y="652"/>
                    <a:pt x="609" y="652"/>
                    <a:pt x="609" y="652"/>
                  </a:cubicBezTo>
                  <a:cubicBezTo>
                    <a:pt x="610" y="653"/>
                    <a:pt x="610" y="653"/>
                    <a:pt x="610" y="653"/>
                  </a:cubicBezTo>
                  <a:cubicBezTo>
                    <a:pt x="610" y="653"/>
                    <a:pt x="610" y="653"/>
                    <a:pt x="610" y="653"/>
                  </a:cubicBezTo>
                  <a:cubicBezTo>
                    <a:pt x="610" y="654"/>
                    <a:pt x="610" y="654"/>
                    <a:pt x="610" y="654"/>
                  </a:cubicBezTo>
                  <a:cubicBezTo>
                    <a:pt x="610" y="654"/>
                    <a:pt x="610" y="654"/>
                    <a:pt x="610" y="654"/>
                  </a:cubicBezTo>
                  <a:cubicBezTo>
                    <a:pt x="610" y="654"/>
                    <a:pt x="610" y="654"/>
                    <a:pt x="610" y="654"/>
                  </a:cubicBezTo>
                  <a:cubicBezTo>
                    <a:pt x="610" y="654"/>
                    <a:pt x="610" y="654"/>
                    <a:pt x="610" y="654"/>
                  </a:cubicBezTo>
                  <a:cubicBezTo>
                    <a:pt x="609" y="654"/>
                    <a:pt x="609" y="654"/>
                    <a:pt x="609" y="654"/>
                  </a:cubicBezTo>
                  <a:cubicBezTo>
                    <a:pt x="609" y="654"/>
                    <a:pt x="609" y="654"/>
                    <a:pt x="609" y="654"/>
                  </a:cubicBezTo>
                  <a:cubicBezTo>
                    <a:pt x="609" y="655"/>
                    <a:pt x="609" y="655"/>
                    <a:pt x="609" y="655"/>
                  </a:cubicBezTo>
                  <a:cubicBezTo>
                    <a:pt x="609" y="655"/>
                    <a:pt x="609" y="655"/>
                    <a:pt x="609" y="655"/>
                  </a:cubicBezTo>
                  <a:cubicBezTo>
                    <a:pt x="609" y="655"/>
                    <a:pt x="609" y="655"/>
                    <a:pt x="609" y="655"/>
                  </a:cubicBezTo>
                  <a:cubicBezTo>
                    <a:pt x="609" y="655"/>
                    <a:pt x="609" y="655"/>
                    <a:pt x="609" y="655"/>
                  </a:cubicBezTo>
                  <a:cubicBezTo>
                    <a:pt x="608" y="655"/>
                    <a:pt x="608" y="655"/>
                    <a:pt x="608" y="655"/>
                  </a:cubicBezTo>
                  <a:cubicBezTo>
                    <a:pt x="608" y="655"/>
                    <a:pt x="608" y="655"/>
                    <a:pt x="608" y="655"/>
                  </a:cubicBezTo>
                  <a:cubicBezTo>
                    <a:pt x="608" y="655"/>
                    <a:pt x="608" y="655"/>
                    <a:pt x="608" y="655"/>
                  </a:cubicBezTo>
                  <a:cubicBezTo>
                    <a:pt x="608" y="655"/>
                    <a:pt x="608" y="655"/>
                    <a:pt x="608" y="655"/>
                  </a:cubicBezTo>
                  <a:cubicBezTo>
                    <a:pt x="608" y="656"/>
                    <a:pt x="608" y="656"/>
                    <a:pt x="608" y="656"/>
                  </a:cubicBezTo>
                  <a:cubicBezTo>
                    <a:pt x="608" y="656"/>
                    <a:pt x="608" y="656"/>
                    <a:pt x="608" y="656"/>
                  </a:cubicBezTo>
                  <a:cubicBezTo>
                    <a:pt x="607" y="656"/>
                    <a:pt x="607" y="656"/>
                    <a:pt x="607" y="656"/>
                  </a:cubicBezTo>
                  <a:cubicBezTo>
                    <a:pt x="607" y="656"/>
                    <a:pt x="607" y="656"/>
                    <a:pt x="607" y="656"/>
                  </a:cubicBezTo>
                  <a:cubicBezTo>
                    <a:pt x="607" y="656"/>
                    <a:pt x="607" y="656"/>
                    <a:pt x="607" y="656"/>
                  </a:cubicBezTo>
                  <a:close/>
                  <a:moveTo>
                    <a:pt x="307" y="647"/>
                  </a:moveTo>
                  <a:cubicBezTo>
                    <a:pt x="307" y="647"/>
                    <a:pt x="307" y="647"/>
                    <a:pt x="307" y="647"/>
                  </a:cubicBezTo>
                  <a:cubicBezTo>
                    <a:pt x="307" y="647"/>
                    <a:pt x="307" y="647"/>
                    <a:pt x="307" y="647"/>
                  </a:cubicBezTo>
                  <a:cubicBezTo>
                    <a:pt x="307" y="646"/>
                    <a:pt x="307" y="646"/>
                    <a:pt x="307" y="646"/>
                  </a:cubicBezTo>
                  <a:cubicBezTo>
                    <a:pt x="307" y="646"/>
                    <a:pt x="307" y="646"/>
                    <a:pt x="307" y="646"/>
                  </a:cubicBezTo>
                  <a:cubicBezTo>
                    <a:pt x="307" y="646"/>
                    <a:pt x="307" y="646"/>
                    <a:pt x="307" y="646"/>
                  </a:cubicBezTo>
                  <a:cubicBezTo>
                    <a:pt x="307" y="646"/>
                    <a:pt x="307" y="646"/>
                    <a:pt x="307" y="646"/>
                  </a:cubicBezTo>
                  <a:cubicBezTo>
                    <a:pt x="307" y="646"/>
                    <a:pt x="307" y="646"/>
                    <a:pt x="307" y="646"/>
                  </a:cubicBezTo>
                  <a:cubicBezTo>
                    <a:pt x="307" y="646"/>
                    <a:pt x="307" y="646"/>
                    <a:pt x="307" y="646"/>
                  </a:cubicBezTo>
                  <a:cubicBezTo>
                    <a:pt x="307" y="645"/>
                    <a:pt x="307" y="645"/>
                    <a:pt x="307" y="645"/>
                  </a:cubicBezTo>
                  <a:cubicBezTo>
                    <a:pt x="307" y="645"/>
                    <a:pt x="307" y="645"/>
                    <a:pt x="307" y="645"/>
                  </a:cubicBezTo>
                  <a:cubicBezTo>
                    <a:pt x="307" y="645"/>
                    <a:pt x="307" y="645"/>
                    <a:pt x="307" y="645"/>
                  </a:cubicBezTo>
                  <a:cubicBezTo>
                    <a:pt x="307" y="645"/>
                    <a:pt x="307" y="645"/>
                    <a:pt x="307" y="645"/>
                  </a:cubicBezTo>
                  <a:cubicBezTo>
                    <a:pt x="307" y="645"/>
                    <a:pt x="307" y="645"/>
                    <a:pt x="307" y="645"/>
                  </a:cubicBezTo>
                  <a:cubicBezTo>
                    <a:pt x="307" y="645"/>
                    <a:pt x="307" y="645"/>
                    <a:pt x="307" y="645"/>
                  </a:cubicBezTo>
                  <a:cubicBezTo>
                    <a:pt x="307" y="644"/>
                    <a:pt x="307" y="644"/>
                    <a:pt x="307" y="644"/>
                  </a:cubicBezTo>
                  <a:cubicBezTo>
                    <a:pt x="307" y="644"/>
                    <a:pt x="307" y="644"/>
                    <a:pt x="307" y="644"/>
                  </a:cubicBezTo>
                  <a:cubicBezTo>
                    <a:pt x="312" y="642"/>
                    <a:pt x="312" y="642"/>
                    <a:pt x="312" y="642"/>
                  </a:cubicBezTo>
                  <a:cubicBezTo>
                    <a:pt x="312" y="642"/>
                    <a:pt x="312" y="642"/>
                    <a:pt x="312" y="642"/>
                  </a:cubicBezTo>
                  <a:cubicBezTo>
                    <a:pt x="312" y="643"/>
                    <a:pt x="312" y="643"/>
                    <a:pt x="312" y="643"/>
                  </a:cubicBezTo>
                  <a:cubicBezTo>
                    <a:pt x="312" y="643"/>
                    <a:pt x="312" y="643"/>
                    <a:pt x="312" y="643"/>
                  </a:cubicBezTo>
                  <a:cubicBezTo>
                    <a:pt x="311" y="644"/>
                    <a:pt x="311" y="644"/>
                    <a:pt x="311" y="644"/>
                  </a:cubicBezTo>
                  <a:cubicBezTo>
                    <a:pt x="311" y="644"/>
                    <a:pt x="311" y="644"/>
                    <a:pt x="311" y="644"/>
                  </a:cubicBezTo>
                  <a:cubicBezTo>
                    <a:pt x="310" y="644"/>
                    <a:pt x="310" y="644"/>
                    <a:pt x="310" y="644"/>
                  </a:cubicBezTo>
                  <a:cubicBezTo>
                    <a:pt x="310" y="644"/>
                    <a:pt x="310" y="644"/>
                    <a:pt x="310" y="644"/>
                  </a:cubicBezTo>
                  <a:cubicBezTo>
                    <a:pt x="310" y="645"/>
                    <a:pt x="310" y="645"/>
                    <a:pt x="310" y="645"/>
                  </a:cubicBezTo>
                  <a:cubicBezTo>
                    <a:pt x="310" y="645"/>
                    <a:pt x="310" y="645"/>
                    <a:pt x="310" y="645"/>
                  </a:cubicBezTo>
                  <a:cubicBezTo>
                    <a:pt x="309" y="646"/>
                    <a:pt x="309" y="646"/>
                    <a:pt x="309" y="646"/>
                  </a:cubicBezTo>
                  <a:cubicBezTo>
                    <a:pt x="309" y="646"/>
                    <a:pt x="309" y="646"/>
                    <a:pt x="309" y="646"/>
                  </a:cubicBezTo>
                  <a:cubicBezTo>
                    <a:pt x="308" y="646"/>
                    <a:pt x="308" y="646"/>
                    <a:pt x="308" y="646"/>
                  </a:cubicBezTo>
                  <a:cubicBezTo>
                    <a:pt x="308" y="646"/>
                    <a:pt x="308" y="646"/>
                    <a:pt x="308" y="646"/>
                  </a:cubicBezTo>
                  <a:cubicBezTo>
                    <a:pt x="308" y="647"/>
                    <a:pt x="308" y="647"/>
                    <a:pt x="308" y="647"/>
                  </a:cubicBezTo>
                  <a:cubicBezTo>
                    <a:pt x="308" y="647"/>
                    <a:pt x="308" y="647"/>
                    <a:pt x="308" y="647"/>
                  </a:cubicBezTo>
                  <a:cubicBezTo>
                    <a:pt x="307" y="647"/>
                    <a:pt x="307" y="647"/>
                    <a:pt x="307" y="647"/>
                  </a:cubicBezTo>
                  <a:close/>
                  <a:moveTo>
                    <a:pt x="601" y="645"/>
                  </a:moveTo>
                  <a:cubicBezTo>
                    <a:pt x="601" y="645"/>
                    <a:pt x="601" y="645"/>
                    <a:pt x="601" y="645"/>
                  </a:cubicBezTo>
                  <a:close/>
                  <a:moveTo>
                    <a:pt x="217" y="632"/>
                  </a:moveTo>
                  <a:cubicBezTo>
                    <a:pt x="217" y="632"/>
                    <a:pt x="217" y="632"/>
                    <a:pt x="217" y="632"/>
                  </a:cubicBezTo>
                  <a:cubicBezTo>
                    <a:pt x="217" y="632"/>
                    <a:pt x="217" y="632"/>
                    <a:pt x="217" y="632"/>
                  </a:cubicBezTo>
                  <a:cubicBezTo>
                    <a:pt x="217" y="631"/>
                    <a:pt x="217" y="631"/>
                    <a:pt x="217" y="631"/>
                  </a:cubicBezTo>
                  <a:cubicBezTo>
                    <a:pt x="217" y="631"/>
                    <a:pt x="217" y="631"/>
                    <a:pt x="217" y="631"/>
                  </a:cubicBezTo>
                  <a:cubicBezTo>
                    <a:pt x="217" y="631"/>
                    <a:pt x="217" y="631"/>
                    <a:pt x="217" y="631"/>
                  </a:cubicBezTo>
                  <a:cubicBezTo>
                    <a:pt x="217" y="631"/>
                    <a:pt x="217" y="631"/>
                    <a:pt x="217" y="631"/>
                  </a:cubicBezTo>
                  <a:cubicBezTo>
                    <a:pt x="217" y="630"/>
                    <a:pt x="217" y="630"/>
                    <a:pt x="217" y="630"/>
                  </a:cubicBezTo>
                  <a:cubicBezTo>
                    <a:pt x="217" y="630"/>
                    <a:pt x="217" y="630"/>
                    <a:pt x="217" y="630"/>
                  </a:cubicBezTo>
                  <a:cubicBezTo>
                    <a:pt x="218" y="630"/>
                    <a:pt x="218" y="630"/>
                    <a:pt x="218" y="630"/>
                  </a:cubicBezTo>
                  <a:cubicBezTo>
                    <a:pt x="218" y="630"/>
                    <a:pt x="218" y="630"/>
                    <a:pt x="218" y="630"/>
                  </a:cubicBezTo>
                  <a:cubicBezTo>
                    <a:pt x="218" y="629"/>
                    <a:pt x="218" y="629"/>
                    <a:pt x="218" y="629"/>
                  </a:cubicBezTo>
                  <a:cubicBezTo>
                    <a:pt x="218" y="629"/>
                    <a:pt x="218" y="629"/>
                    <a:pt x="218" y="629"/>
                  </a:cubicBezTo>
                  <a:cubicBezTo>
                    <a:pt x="218" y="629"/>
                    <a:pt x="218" y="629"/>
                    <a:pt x="218" y="629"/>
                  </a:cubicBezTo>
                  <a:cubicBezTo>
                    <a:pt x="218" y="629"/>
                    <a:pt x="218" y="629"/>
                    <a:pt x="218" y="629"/>
                  </a:cubicBezTo>
                  <a:cubicBezTo>
                    <a:pt x="218" y="628"/>
                    <a:pt x="218" y="628"/>
                    <a:pt x="218" y="628"/>
                  </a:cubicBezTo>
                  <a:cubicBezTo>
                    <a:pt x="218" y="628"/>
                    <a:pt x="218" y="628"/>
                    <a:pt x="218" y="628"/>
                  </a:cubicBezTo>
                  <a:cubicBezTo>
                    <a:pt x="217" y="628"/>
                    <a:pt x="217" y="628"/>
                    <a:pt x="217" y="628"/>
                  </a:cubicBezTo>
                  <a:cubicBezTo>
                    <a:pt x="217" y="628"/>
                    <a:pt x="217" y="628"/>
                    <a:pt x="217" y="628"/>
                  </a:cubicBezTo>
                  <a:cubicBezTo>
                    <a:pt x="217" y="628"/>
                    <a:pt x="217" y="628"/>
                    <a:pt x="217" y="628"/>
                  </a:cubicBezTo>
                  <a:cubicBezTo>
                    <a:pt x="217" y="628"/>
                    <a:pt x="217" y="628"/>
                    <a:pt x="217" y="628"/>
                  </a:cubicBezTo>
                  <a:cubicBezTo>
                    <a:pt x="217" y="627"/>
                    <a:pt x="217" y="627"/>
                    <a:pt x="217" y="627"/>
                  </a:cubicBezTo>
                  <a:cubicBezTo>
                    <a:pt x="217" y="627"/>
                    <a:pt x="217" y="627"/>
                    <a:pt x="217" y="627"/>
                  </a:cubicBezTo>
                  <a:cubicBezTo>
                    <a:pt x="217" y="627"/>
                    <a:pt x="217" y="627"/>
                    <a:pt x="217" y="627"/>
                  </a:cubicBezTo>
                  <a:cubicBezTo>
                    <a:pt x="217" y="627"/>
                    <a:pt x="217" y="627"/>
                    <a:pt x="217" y="627"/>
                  </a:cubicBezTo>
                  <a:cubicBezTo>
                    <a:pt x="216" y="627"/>
                    <a:pt x="216" y="627"/>
                    <a:pt x="216" y="627"/>
                  </a:cubicBezTo>
                  <a:cubicBezTo>
                    <a:pt x="216" y="627"/>
                    <a:pt x="216" y="627"/>
                    <a:pt x="216" y="627"/>
                  </a:cubicBezTo>
                  <a:cubicBezTo>
                    <a:pt x="216" y="626"/>
                    <a:pt x="216" y="626"/>
                    <a:pt x="216" y="626"/>
                  </a:cubicBezTo>
                  <a:cubicBezTo>
                    <a:pt x="216" y="626"/>
                    <a:pt x="216" y="626"/>
                    <a:pt x="216" y="626"/>
                  </a:cubicBezTo>
                  <a:cubicBezTo>
                    <a:pt x="216" y="626"/>
                    <a:pt x="216" y="626"/>
                    <a:pt x="216" y="626"/>
                  </a:cubicBezTo>
                  <a:cubicBezTo>
                    <a:pt x="216" y="626"/>
                    <a:pt x="216" y="626"/>
                    <a:pt x="216" y="626"/>
                  </a:cubicBezTo>
                  <a:cubicBezTo>
                    <a:pt x="216" y="625"/>
                    <a:pt x="216" y="625"/>
                    <a:pt x="216" y="625"/>
                  </a:cubicBezTo>
                  <a:cubicBezTo>
                    <a:pt x="216" y="625"/>
                    <a:pt x="216" y="625"/>
                    <a:pt x="216" y="625"/>
                  </a:cubicBezTo>
                  <a:cubicBezTo>
                    <a:pt x="211" y="621"/>
                    <a:pt x="211" y="621"/>
                    <a:pt x="211" y="621"/>
                  </a:cubicBezTo>
                  <a:cubicBezTo>
                    <a:pt x="211" y="621"/>
                    <a:pt x="211" y="621"/>
                    <a:pt x="211" y="621"/>
                  </a:cubicBezTo>
                  <a:cubicBezTo>
                    <a:pt x="210" y="621"/>
                    <a:pt x="210" y="621"/>
                    <a:pt x="210" y="621"/>
                  </a:cubicBezTo>
                  <a:cubicBezTo>
                    <a:pt x="210" y="621"/>
                    <a:pt x="210" y="621"/>
                    <a:pt x="210" y="621"/>
                  </a:cubicBezTo>
                  <a:cubicBezTo>
                    <a:pt x="210" y="621"/>
                    <a:pt x="210" y="621"/>
                    <a:pt x="210" y="621"/>
                  </a:cubicBezTo>
                  <a:cubicBezTo>
                    <a:pt x="210" y="621"/>
                    <a:pt x="210" y="621"/>
                    <a:pt x="210" y="621"/>
                  </a:cubicBezTo>
                  <a:cubicBezTo>
                    <a:pt x="210" y="621"/>
                    <a:pt x="210" y="621"/>
                    <a:pt x="210" y="621"/>
                  </a:cubicBezTo>
                  <a:cubicBezTo>
                    <a:pt x="210" y="621"/>
                    <a:pt x="210" y="621"/>
                    <a:pt x="210" y="621"/>
                  </a:cubicBezTo>
                  <a:cubicBezTo>
                    <a:pt x="210" y="621"/>
                    <a:pt x="210" y="621"/>
                    <a:pt x="210" y="621"/>
                  </a:cubicBezTo>
                  <a:cubicBezTo>
                    <a:pt x="210" y="621"/>
                    <a:pt x="210" y="621"/>
                    <a:pt x="210" y="621"/>
                  </a:cubicBezTo>
                  <a:cubicBezTo>
                    <a:pt x="210" y="620"/>
                    <a:pt x="210" y="620"/>
                    <a:pt x="210" y="620"/>
                  </a:cubicBezTo>
                  <a:cubicBezTo>
                    <a:pt x="210" y="620"/>
                    <a:pt x="210" y="620"/>
                    <a:pt x="210" y="620"/>
                  </a:cubicBezTo>
                  <a:cubicBezTo>
                    <a:pt x="210" y="620"/>
                    <a:pt x="210" y="620"/>
                    <a:pt x="210" y="620"/>
                  </a:cubicBezTo>
                  <a:cubicBezTo>
                    <a:pt x="210" y="620"/>
                    <a:pt x="210" y="620"/>
                    <a:pt x="210" y="620"/>
                  </a:cubicBezTo>
                  <a:cubicBezTo>
                    <a:pt x="210" y="620"/>
                    <a:pt x="210" y="620"/>
                    <a:pt x="210" y="620"/>
                  </a:cubicBezTo>
                  <a:cubicBezTo>
                    <a:pt x="210" y="620"/>
                    <a:pt x="210" y="620"/>
                    <a:pt x="210" y="620"/>
                  </a:cubicBezTo>
                  <a:cubicBezTo>
                    <a:pt x="210" y="619"/>
                    <a:pt x="210" y="619"/>
                    <a:pt x="210" y="619"/>
                  </a:cubicBezTo>
                  <a:cubicBezTo>
                    <a:pt x="210" y="619"/>
                    <a:pt x="210" y="619"/>
                    <a:pt x="210" y="619"/>
                  </a:cubicBezTo>
                  <a:cubicBezTo>
                    <a:pt x="213" y="619"/>
                    <a:pt x="213" y="619"/>
                    <a:pt x="213" y="619"/>
                  </a:cubicBezTo>
                  <a:cubicBezTo>
                    <a:pt x="213" y="619"/>
                    <a:pt x="213" y="619"/>
                    <a:pt x="213" y="619"/>
                  </a:cubicBezTo>
                  <a:cubicBezTo>
                    <a:pt x="215" y="620"/>
                    <a:pt x="215" y="620"/>
                    <a:pt x="215" y="620"/>
                  </a:cubicBezTo>
                  <a:cubicBezTo>
                    <a:pt x="215" y="620"/>
                    <a:pt x="215" y="620"/>
                    <a:pt x="215" y="620"/>
                  </a:cubicBezTo>
                  <a:cubicBezTo>
                    <a:pt x="217" y="620"/>
                    <a:pt x="217" y="620"/>
                    <a:pt x="217" y="620"/>
                  </a:cubicBezTo>
                  <a:cubicBezTo>
                    <a:pt x="217" y="620"/>
                    <a:pt x="217" y="620"/>
                    <a:pt x="217" y="620"/>
                  </a:cubicBezTo>
                  <a:cubicBezTo>
                    <a:pt x="220" y="621"/>
                    <a:pt x="220" y="621"/>
                    <a:pt x="220" y="621"/>
                  </a:cubicBezTo>
                  <a:cubicBezTo>
                    <a:pt x="220" y="621"/>
                    <a:pt x="220" y="621"/>
                    <a:pt x="220" y="621"/>
                  </a:cubicBezTo>
                  <a:cubicBezTo>
                    <a:pt x="222" y="622"/>
                    <a:pt x="222" y="622"/>
                    <a:pt x="222" y="622"/>
                  </a:cubicBezTo>
                  <a:cubicBezTo>
                    <a:pt x="222" y="622"/>
                    <a:pt x="222" y="622"/>
                    <a:pt x="222" y="622"/>
                  </a:cubicBezTo>
                  <a:cubicBezTo>
                    <a:pt x="224" y="623"/>
                    <a:pt x="224" y="623"/>
                    <a:pt x="224" y="623"/>
                  </a:cubicBezTo>
                  <a:cubicBezTo>
                    <a:pt x="224" y="623"/>
                    <a:pt x="224" y="623"/>
                    <a:pt x="224" y="623"/>
                  </a:cubicBezTo>
                  <a:cubicBezTo>
                    <a:pt x="226" y="624"/>
                    <a:pt x="226" y="624"/>
                    <a:pt x="226" y="624"/>
                  </a:cubicBezTo>
                  <a:cubicBezTo>
                    <a:pt x="226" y="624"/>
                    <a:pt x="226" y="624"/>
                    <a:pt x="226" y="624"/>
                  </a:cubicBezTo>
                  <a:cubicBezTo>
                    <a:pt x="228" y="626"/>
                    <a:pt x="228" y="626"/>
                    <a:pt x="228" y="626"/>
                  </a:cubicBezTo>
                  <a:cubicBezTo>
                    <a:pt x="228" y="626"/>
                    <a:pt x="228" y="626"/>
                    <a:pt x="228" y="626"/>
                  </a:cubicBezTo>
                  <a:cubicBezTo>
                    <a:pt x="228" y="626"/>
                    <a:pt x="228" y="626"/>
                    <a:pt x="228" y="626"/>
                  </a:cubicBezTo>
                  <a:cubicBezTo>
                    <a:pt x="228" y="626"/>
                    <a:pt x="228" y="626"/>
                    <a:pt x="228" y="626"/>
                  </a:cubicBezTo>
                  <a:cubicBezTo>
                    <a:pt x="229" y="627"/>
                    <a:pt x="229" y="627"/>
                    <a:pt x="229" y="627"/>
                  </a:cubicBezTo>
                  <a:cubicBezTo>
                    <a:pt x="229" y="627"/>
                    <a:pt x="229" y="627"/>
                    <a:pt x="229" y="627"/>
                  </a:cubicBezTo>
                  <a:cubicBezTo>
                    <a:pt x="229" y="627"/>
                    <a:pt x="229" y="627"/>
                    <a:pt x="229" y="627"/>
                  </a:cubicBezTo>
                  <a:cubicBezTo>
                    <a:pt x="229" y="627"/>
                    <a:pt x="229" y="627"/>
                    <a:pt x="229" y="627"/>
                  </a:cubicBezTo>
                  <a:cubicBezTo>
                    <a:pt x="229" y="628"/>
                    <a:pt x="229" y="628"/>
                    <a:pt x="229" y="628"/>
                  </a:cubicBezTo>
                  <a:cubicBezTo>
                    <a:pt x="229" y="628"/>
                    <a:pt x="229" y="628"/>
                    <a:pt x="229" y="628"/>
                  </a:cubicBezTo>
                  <a:cubicBezTo>
                    <a:pt x="230" y="628"/>
                    <a:pt x="230" y="628"/>
                    <a:pt x="230" y="628"/>
                  </a:cubicBezTo>
                  <a:cubicBezTo>
                    <a:pt x="230" y="628"/>
                    <a:pt x="230" y="628"/>
                    <a:pt x="230" y="628"/>
                  </a:cubicBezTo>
                  <a:cubicBezTo>
                    <a:pt x="230" y="629"/>
                    <a:pt x="230" y="629"/>
                    <a:pt x="230" y="629"/>
                  </a:cubicBezTo>
                  <a:cubicBezTo>
                    <a:pt x="230" y="629"/>
                    <a:pt x="230" y="629"/>
                    <a:pt x="230" y="629"/>
                  </a:cubicBezTo>
                  <a:cubicBezTo>
                    <a:pt x="230" y="629"/>
                    <a:pt x="230" y="629"/>
                    <a:pt x="230" y="629"/>
                  </a:cubicBezTo>
                  <a:cubicBezTo>
                    <a:pt x="230" y="629"/>
                    <a:pt x="230" y="629"/>
                    <a:pt x="230" y="629"/>
                  </a:cubicBezTo>
                  <a:cubicBezTo>
                    <a:pt x="230" y="630"/>
                    <a:pt x="230" y="630"/>
                    <a:pt x="230" y="630"/>
                  </a:cubicBezTo>
                  <a:cubicBezTo>
                    <a:pt x="230" y="630"/>
                    <a:pt x="230" y="630"/>
                    <a:pt x="230" y="630"/>
                  </a:cubicBezTo>
                  <a:cubicBezTo>
                    <a:pt x="229" y="631"/>
                    <a:pt x="229" y="631"/>
                    <a:pt x="229" y="631"/>
                  </a:cubicBezTo>
                  <a:cubicBezTo>
                    <a:pt x="229" y="631"/>
                    <a:pt x="229" y="631"/>
                    <a:pt x="229" y="631"/>
                  </a:cubicBezTo>
                  <a:cubicBezTo>
                    <a:pt x="227" y="632"/>
                    <a:pt x="227" y="632"/>
                    <a:pt x="227" y="632"/>
                  </a:cubicBezTo>
                  <a:cubicBezTo>
                    <a:pt x="227" y="632"/>
                    <a:pt x="227" y="632"/>
                    <a:pt x="227" y="632"/>
                  </a:cubicBezTo>
                  <a:cubicBezTo>
                    <a:pt x="226" y="632"/>
                    <a:pt x="226" y="632"/>
                    <a:pt x="226" y="632"/>
                  </a:cubicBezTo>
                  <a:cubicBezTo>
                    <a:pt x="226" y="632"/>
                    <a:pt x="226" y="632"/>
                    <a:pt x="226" y="632"/>
                  </a:cubicBezTo>
                  <a:cubicBezTo>
                    <a:pt x="224" y="632"/>
                    <a:pt x="224" y="632"/>
                    <a:pt x="224" y="632"/>
                  </a:cubicBezTo>
                  <a:cubicBezTo>
                    <a:pt x="224" y="632"/>
                    <a:pt x="224" y="632"/>
                    <a:pt x="224" y="632"/>
                  </a:cubicBezTo>
                  <a:cubicBezTo>
                    <a:pt x="222" y="632"/>
                    <a:pt x="222" y="632"/>
                    <a:pt x="222" y="632"/>
                  </a:cubicBezTo>
                  <a:cubicBezTo>
                    <a:pt x="222" y="632"/>
                    <a:pt x="222" y="632"/>
                    <a:pt x="222" y="632"/>
                  </a:cubicBezTo>
                  <a:cubicBezTo>
                    <a:pt x="220" y="632"/>
                    <a:pt x="220" y="632"/>
                    <a:pt x="220" y="632"/>
                  </a:cubicBezTo>
                  <a:cubicBezTo>
                    <a:pt x="220" y="632"/>
                    <a:pt x="220" y="632"/>
                    <a:pt x="220" y="632"/>
                  </a:cubicBezTo>
                  <a:cubicBezTo>
                    <a:pt x="218" y="632"/>
                    <a:pt x="218" y="632"/>
                    <a:pt x="218" y="632"/>
                  </a:cubicBezTo>
                  <a:cubicBezTo>
                    <a:pt x="218" y="632"/>
                    <a:pt x="218" y="632"/>
                    <a:pt x="218" y="632"/>
                  </a:cubicBezTo>
                  <a:cubicBezTo>
                    <a:pt x="217" y="632"/>
                    <a:pt x="217" y="632"/>
                    <a:pt x="217" y="632"/>
                  </a:cubicBezTo>
                  <a:close/>
                  <a:moveTo>
                    <a:pt x="179" y="574"/>
                  </a:moveTo>
                  <a:cubicBezTo>
                    <a:pt x="174" y="578"/>
                    <a:pt x="174" y="578"/>
                    <a:pt x="174" y="578"/>
                  </a:cubicBezTo>
                  <a:cubicBezTo>
                    <a:pt x="164" y="563"/>
                    <a:pt x="164" y="563"/>
                    <a:pt x="164" y="563"/>
                  </a:cubicBezTo>
                  <a:cubicBezTo>
                    <a:pt x="181" y="551"/>
                    <a:pt x="181" y="551"/>
                    <a:pt x="181" y="551"/>
                  </a:cubicBezTo>
                  <a:cubicBezTo>
                    <a:pt x="190" y="565"/>
                    <a:pt x="190" y="565"/>
                    <a:pt x="190" y="565"/>
                  </a:cubicBezTo>
                  <a:cubicBezTo>
                    <a:pt x="192" y="567"/>
                    <a:pt x="193" y="569"/>
                    <a:pt x="193" y="571"/>
                  </a:cubicBezTo>
                  <a:cubicBezTo>
                    <a:pt x="194" y="572"/>
                    <a:pt x="194" y="574"/>
                    <a:pt x="194" y="576"/>
                  </a:cubicBezTo>
                  <a:cubicBezTo>
                    <a:pt x="194" y="578"/>
                    <a:pt x="193" y="580"/>
                    <a:pt x="192" y="582"/>
                  </a:cubicBezTo>
                  <a:cubicBezTo>
                    <a:pt x="190" y="585"/>
                    <a:pt x="188" y="586"/>
                    <a:pt x="185" y="588"/>
                  </a:cubicBezTo>
                  <a:cubicBezTo>
                    <a:pt x="180" y="592"/>
                    <a:pt x="176" y="593"/>
                    <a:pt x="172" y="593"/>
                  </a:cubicBezTo>
                  <a:cubicBezTo>
                    <a:pt x="168" y="592"/>
                    <a:pt x="164" y="589"/>
                    <a:pt x="161" y="585"/>
                  </a:cubicBezTo>
                  <a:cubicBezTo>
                    <a:pt x="152" y="571"/>
                    <a:pt x="152" y="571"/>
                    <a:pt x="152" y="571"/>
                  </a:cubicBezTo>
                  <a:cubicBezTo>
                    <a:pt x="157" y="568"/>
                    <a:pt x="157" y="568"/>
                    <a:pt x="157" y="568"/>
                  </a:cubicBezTo>
                  <a:cubicBezTo>
                    <a:pt x="166" y="581"/>
                    <a:pt x="166" y="581"/>
                    <a:pt x="166" y="581"/>
                  </a:cubicBezTo>
                  <a:cubicBezTo>
                    <a:pt x="168" y="584"/>
                    <a:pt x="170" y="585"/>
                    <a:pt x="172" y="585"/>
                  </a:cubicBezTo>
                  <a:cubicBezTo>
                    <a:pt x="174" y="585"/>
                    <a:pt x="177" y="584"/>
                    <a:pt x="181" y="582"/>
                  </a:cubicBezTo>
                  <a:cubicBezTo>
                    <a:pt x="184" y="579"/>
                    <a:pt x="186" y="577"/>
                    <a:pt x="186" y="575"/>
                  </a:cubicBezTo>
                  <a:cubicBezTo>
                    <a:pt x="187" y="573"/>
                    <a:pt x="187" y="571"/>
                    <a:pt x="185" y="568"/>
                  </a:cubicBezTo>
                  <a:cubicBezTo>
                    <a:pt x="180" y="561"/>
                    <a:pt x="180" y="561"/>
                    <a:pt x="180" y="561"/>
                  </a:cubicBezTo>
                  <a:cubicBezTo>
                    <a:pt x="173" y="566"/>
                    <a:pt x="173" y="566"/>
                    <a:pt x="173" y="566"/>
                  </a:cubicBezTo>
                  <a:cubicBezTo>
                    <a:pt x="179" y="574"/>
                    <a:pt x="179" y="574"/>
                    <a:pt x="179" y="574"/>
                  </a:cubicBezTo>
                  <a:close/>
                  <a:moveTo>
                    <a:pt x="143" y="556"/>
                  </a:moveTo>
                  <a:cubicBezTo>
                    <a:pt x="162" y="546"/>
                    <a:pt x="162" y="546"/>
                    <a:pt x="162" y="546"/>
                  </a:cubicBezTo>
                  <a:cubicBezTo>
                    <a:pt x="165" y="545"/>
                    <a:pt x="166" y="543"/>
                    <a:pt x="167" y="541"/>
                  </a:cubicBezTo>
                  <a:cubicBezTo>
                    <a:pt x="168" y="540"/>
                    <a:pt x="167" y="537"/>
                    <a:pt x="166" y="535"/>
                  </a:cubicBezTo>
                  <a:cubicBezTo>
                    <a:pt x="165" y="532"/>
                    <a:pt x="163" y="531"/>
                    <a:pt x="162" y="530"/>
                  </a:cubicBezTo>
                  <a:cubicBezTo>
                    <a:pt x="160" y="530"/>
                    <a:pt x="158" y="530"/>
                    <a:pt x="155" y="532"/>
                  </a:cubicBezTo>
                  <a:cubicBezTo>
                    <a:pt x="136" y="541"/>
                    <a:pt x="136" y="541"/>
                    <a:pt x="136" y="541"/>
                  </a:cubicBezTo>
                  <a:cubicBezTo>
                    <a:pt x="132" y="535"/>
                    <a:pt x="132" y="535"/>
                    <a:pt x="132" y="535"/>
                  </a:cubicBezTo>
                  <a:cubicBezTo>
                    <a:pt x="151" y="525"/>
                    <a:pt x="151" y="525"/>
                    <a:pt x="151" y="525"/>
                  </a:cubicBezTo>
                  <a:cubicBezTo>
                    <a:pt x="154" y="524"/>
                    <a:pt x="155" y="523"/>
                    <a:pt x="157" y="523"/>
                  </a:cubicBezTo>
                  <a:cubicBezTo>
                    <a:pt x="158" y="522"/>
                    <a:pt x="160" y="522"/>
                    <a:pt x="161" y="522"/>
                  </a:cubicBezTo>
                  <a:cubicBezTo>
                    <a:pt x="163" y="523"/>
                    <a:pt x="165" y="524"/>
                    <a:pt x="166" y="526"/>
                  </a:cubicBezTo>
                  <a:cubicBezTo>
                    <a:pt x="168" y="527"/>
                    <a:pt x="170" y="529"/>
                    <a:pt x="171" y="532"/>
                  </a:cubicBezTo>
                  <a:cubicBezTo>
                    <a:pt x="173" y="535"/>
                    <a:pt x="173" y="538"/>
                    <a:pt x="174" y="540"/>
                  </a:cubicBezTo>
                  <a:cubicBezTo>
                    <a:pt x="174" y="542"/>
                    <a:pt x="174" y="544"/>
                    <a:pt x="173" y="546"/>
                  </a:cubicBezTo>
                  <a:cubicBezTo>
                    <a:pt x="172" y="547"/>
                    <a:pt x="172" y="548"/>
                    <a:pt x="170" y="549"/>
                  </a:cubicBezTo>
                  <a:cubicBezTo>
                    <a:pt x="169" y="550"/>
                    <a:pt x="168" y="551"/>
                    <a:pt x="165" y="553"/>
                  </a:cubicBezTo>
                  <a:cubicBezTo>
                    <a:pt x="146" y="562"/>
                    <a:pt x="146" y="562"/>
                    <a:pt x="146" y="562"/>
                  </a:cubicBezTo>
                  <a:cubicBezTo>
                    <a:pt x="143" y="556"/>
                    <a:pt x="143" y="556"/>
                    <a:pt x="143" y="556"/>
                  </a:cubicBezTo>
                  <a:close/>
                  <a:moveTo>
                    <a:pt x="130" y="509"/>
                  </a:moveTo>
                  <a:cubicBezTo>
                    <a:pt x="141" y="499"/>
                    <a:pt x="141" y="499"/>
                    <a:pt x="141" y="499"/>
                  </a:cubicBezTo>
                  <a:cubicBezTo>
                    <a:pt x="145" y="509"/>
                    <a:pt x="145" y="509"/>
                    <a:pt x="145" y="509"/>
                  </a:cubicBezTo>
                  <a:cubicBezTo>
                    <a:pt x="130" y="509"/>
                    <a:pt x="130" y="509"/>
                    <a:pt x="130" y="509"/>
                  </a:cubicBezTo>
                  <a:close/>
                  <a:moveTo>
                    <a:pt x="125" y="514"/>
                  </a:moveTo>
                  <a:cubicBezTo>
                    <a:pt x="122" y="507"/>
                    <a:pt x="122" y="507"/>
                    <a:pt x="122" y="507"/>
                  </a:cubicBezTo>
                  <a:cubicBezTo>
                    <a:pt x="151" y="481"/>
                    <a:pt x="151" y="481"/>
                    <a:pt x="151" y="481"/>
                  </a:cubicBezTo>
                  <a:cubicBezTo>
                    <a:pt x="153" y="489"/>
                    <a:pt x="153" y="489"/>
                    <a:pt x="153" y="489"/>
                  </a:cubicBezTo>
                  <a:cubicBezTo>
                    <a:pt x="147" y="495"/>
                    <a:pt x="147" y="495"/>
                    <a:pt x="147" y="495"/>
                  </a:cubicBezTo>
                  <a:cubicBezTo>
                    <a:pt x="152" y="509"/>
                    <a:pt x="152" y="509"/>
                    <a:pt x="152" y="509"/>
                  </a:cubicBezTo>
                  <a:cubicBezTo>
                    <a:pt x="160" y="510"/>
                    <a:pt x="160" y="510"/>
                    <a:pt x="160" y="510"/>
                  </a:cubicBezTo>
                  <a:cubicBezTo>
                    <a:pt x="163" y="517"/>
                    <a:pt x="163" y="517"/>
                    <a:pt x="163" y="517"/>
                  </a:cubicBezTo>
                  <a:cubicBezTo>
                    <a:pt x="125" y="514"/>
                    <a:pt x="125" y="514"/>
                    <a:pt x="125" y="514"/>
                  </a:cubicBezTo>
                  <a:close/>
                  <a:moveTo>
                    <a:pt x="115" y="485"/>
                  </a:moveTo>
                  <a:cubicBezTo>
                    <a:pt x="113" y="475"/>
                    <a:pt x="113" y="475"/>
                    <a:pt x="113" y="475"/>
                  </a:cubicBezTo>
                  <a:cubicBezTo>
                    <a:pt x="135" y="456"/>
                    <a:pt x="135" y="456"/>
                    <a:pt x="135" y="456"/>
                  </a:cubicBezTo>
                  <a:cubicBezTo>
                    <a:pt x="111" y="461"/>
                    <a:pt x="111" y="461"/>
                    <a:pt x="111" y="461"/>
                  </a:cubicBezTo>
                  <a:cubicBezTo>
                    <a:pt x="109" y="454"/>
                    <a:pt x="109" y="454"/>
                    <a:pt x="109" y="454"/>
                  </a:cubicBezTo>
                  <a:cubicBezTo>
                    <a:pt x="144" y="447"/>
                    <a:pt x="144" y="447"/>
                    <a:pt x="144" y="447"/>
                  </a:cubicBezTo>
                  <a:cubicBezTo>
                    <a:pt x="145" y="456"/>
                    <a:pt x="145" y="456"/>
                    <a:pt x="145" y="456"/>
                  </a:cubicBezTo>
                  <a:cubicBezTo>
                    <a:pt x="122" y="476"/>
                    <a:pt x="122" y="476"/>
                    <a:pt x="122" y="476"/>
                  </a:cubicBezTo>
                  <a:cubicBezTo>
                    <a:pt x="148" y="471"/>
                    <a:pt x="148" y="471"/>
                    <a:pt x="148" y="471"/>
                  </a:cubicBezTo>
                  <a:cubicBezTo>
                    <a:pt x="149" y="478"/>
                    <a:pt x="149" y="478"/>
                    <a:pt x="149" y="478"/>
                  </a:cubicBezTo>
                  <a:cubicBezTo>
                    <a:pt x="115" y="485"/>
                    <a:pt x="115" y="485"/>
                    <a:pt x="115" y="485"/>
                  </a:cubicBezTo>
                  <a:close/>
                  <a:moveTo>
                    <a:pt x="128" y="427"/>
                  </a:moveTo>
                  <a:cubicBezTo>
                    <a:pt x="121" y="427"/>
                    <a:pt x="121" y="427"/>
                    <a:pt x="121" y="427"/>
                  </a:cubicBezTo>
                  <a:cubicBezTo>
                    <a:pt x="121" y="410"/>
                    <a:pt x="121" y="410"/>
                    <a:pt x="121" y="410"/>
                  </a:cubicBezTo>
                  <a:cubicBezTo>
                    <a:pt x="142" y="409"/>
                    <a:pt x="142" y="409"/>
                    <a:pt x="142" y="409"/>
                  </a:cubicBezTo>
                  <a:cubicBezTo>
                    <a:pt x="142" y="425"/>
                    <a:pt x="142" y="425"/>
                    <a:pt x="142" y="425"/>
                  </a:cubicBezTo>
                  <a:cubicBezTo>
                    <a:pt x="142" y="428"/>
                    <a:pt x="142" y="431"/>
                    <a:pt x="142" y="432"/>
                  </a:cubicBezTo>
                  <a:cubicBezTo>
                    <a:pt x="141" y="434"/>
                    <a:pt x="140" y="435"/>
                    <a:pt x="139" y="437"/>
                  </a:cubicBezTo>
                  <a:cubicBezTo>
                    <a:pt x="138" y="439"/>
                    <a:pt x="136" y="440"/>
                    <a:pt x="134" y="441"/>
                  </a:cubicBezTo>
                  <a:cubicBezTo>
                    <a:pt x="132" y="442"/>
                    <a:pt x="129" y="442"/>
                    <a:pt x="126" y="443"/>
                  </a:cubicBezTo>
                  <a:cubicBezTo>
                    <a:pt x="119" y="443"/>
                    <a:pt x="115" y="441"/>
                    <a:pt x="112" y="439"/>
                  </a:cubicBezTo>
                  <a:cubicBezTo>
                    <a:pt x="109" y="436"/>
                    <a:pt x="107" y="432"/>
                    <a:pt x="107" y="426"/>
                  </a:cubicBezTo>
                  <a:cubicBezTo>
                    <a:pt x="107" y="410"/>
                    <a:pt x="107" y="410"/>
                    <a:pt x="107" y="410"/>
                  </a:cubicBezTo>
                  <a:cubicBezTo>
                    <a:pt x="113" y="410"/>
                    <a:pt x="113" y="410"/>
                    <a:pt x="113" y="410"/>
                  </a:cubicBezTo>
                  <a:cubicBezTo>
                    <a:pt x="113" y="426"/>
                    <a:pt x="113" y="426"/>
                    <a:pt x="113" y="426"/>
                  </a:cubicBezTo>
                  <a:cubicBezTo>
                    <a:pt x="113" y="429"/>
                    <a:pt x="114" y="431"/>
                    <a:pt x="116" y="432"/>
                  </a:cubicBezTo>
                  <a:cubicBezTo>
                    <a:pt x="118" y="434"/>
                    <a:pt x="121" y="434"/>
                    <a:pt x="125" y="434"/>
                  </a:cubicBezTo>
                  <a:cubicBezTo>
                    <a:pt x="129" y="434"/>
                    <a:pt x="132" y="433"/>
                    <a:pt x="133" y="432"/>
                  </a:cubicBezTo>
                  <a:cubicBezTo>
                    <a:pt x="135" y="431"/>
                    <a:pt x="136" y="428"/>
                    <a:pt x="136" y="425"/>
                  </a:cubicBezTo>
                  <a:cubicBezTo>
                    <a:pt x="136" y="417"/>
                    <a:pt x="136" y="417"/>
                    <a:pt x="136" y="417"/>
                  </a:cubicBezTo>
                  <a:cubicBezTo>
                    <a:pt x="127" y="417"/>
                    <a:pt x="127" y="417"/>
                    <a:pt x="127" y="417"/>
                  </a:cubicBezTo>
                  <a:cubicBezTo>
                    <a:pt x="128" y="427"/>
                    <a:pt x="128" y="427"/>
                    <a:pt x="128" y="427"/>
                  </a:cubicBezTo>
                  <a:close/>
                  <a:moveTo>
                    <a:pt x="115" y="385"/>
                  </a:moveTo>
                  <a:cubicBezTo>
                    <a:pt x="115" y="385"/>
                    <a:pt x="115" y="385"/>
                    <a:pt x="115" y="385"/>
                  </a:cubicBezTo>
                  <a:cubicBezTo>
                    <a:pt x="115" y="382"/>
                    <a:pt x="116" y="379"/>
                    <a:pt x="117" y="378"/>
                  </a:cubicBezTo>
                  <a:cubicBezTo>
                    <a:pt x="119" y="377"/>
                    <a:pt x="122" y="377"/>
                    <a:pt x="127" y="377"/>
                  </a:cubicBezTo>
                  <a:cubicBezTo>
                    <a:pt x="131" y="377"/>
                    <a:pt x="134" y="378"/>
                    <a:pt x="135" y="379"/>
                  </a:cubicBezTo>
                  <a:cubicBezTo>
                    <a:pt x="137" y="381"/>
                    <a:pt x="138" y="383"/>
                    <a:pt x="137" y="386"/>
                  </a:cubicBezTo>
                  <a:cubicBezTo>
                    <a:pt x="137" y="395"/>
                    <a:pt x="137" y="395"/>
                    <a:pt x="137" y="395"/>
                  </a:cubicBezTo>
                  <a:cubicBezTo>
                    <a:pt x="114" y="394"/>
                    <a:pt x="114" y="394"/>
                    <a:pt x="114" y="394"/>
                  </a:cubicBezTo>
                  <a:cubicBezTo>
                    <a:pt x="115" y="385"/>
                    <a:pt x="115" y="385"/>
                    <a:pt x="115" y="385"/>
                  </a:cubicBezTo>
                  <a:close/>
                  <a:moveTo>
                    <a:pt x="107" y="401"/>
                  </a:moveTo>
                  <a:cubicBezTo>
                    <a:pt x="108" y="384"/>
                    <a:pt x="108" y="384"/>
                    <a:pt x="108" y="384"/>
                  </a:cubicBezTo>
                  <a:cubicBezTo>
                    <a:pt x="109" y="378"/>
                    <a:pt x="111" y="374"/>
                    <a:pt x="114" y="372"/>
                  </a:cubicBezTo>
                  <a:cubicBezTo>
                    <a:pt x="117" y="369"/>
                    <a:pt x="122" y="368"/>
                    <a:pt x="128" y="369"/>
                  </a:cubicBezTo>
                  <a:cubicBezTo>
                    <a:pt x="131" y="369"/>
                    <a:pt x="134" y="370"/>
                    <a:pt x="136" y="371"/>
                  </a:cubicBezTo>
                  <a:cubicBezTo>
                    <a:pt x="138" y="372"/>
                    <a:pt x="140" y="373"/>
                    <a:pt x="141" y="375"/>
                  </a:cubicBezTo>
                  <a:cubicBezTo>
                    <a:pt x="142" y="377"/>
                    <a:pt x="143" y="378"/>
                    <a:pt x="143" y="380"/>
                  </a:cubicBezTo>
                  <a:cubicBezTo>
                    <a:pt x="144" y="381"/>
                    <a:pt x="144" y="384"/>
                    <a:pt x="144" y="387"/>
                  </a:cubicBezTo>
                  <a:cubicBezTo>
                    <a:pt x="142" y="403"/>
                    <a:pt x="142" y="403"/>
                    <a:pt x="142" y="403"/>
                  </a:cubicBezTo>
                  <a:cubicBezTo>
                    <a:pt x="107" y="401"/>
                    <a:pt x="107" y="401"/>
                    <a:pt x="107" y="401"/>
                  </a:cubicBezTo>
                  <a:close/>
                  <a:moveTo>
                    <a:pt x="128" y="362"/>
                  </a:moveTo>
                  <a:cubicBezTo>
                    <a:pt x="123" y="361"/>
                    <a:pt x="118" y="359"/>
                    <a:pt x="116" y="355"/>
                  </a:cubicBezTo>
                  <a:cubicBezTo>
                    <a:pt x="114" y="351"/>
                    <a:pt x="114" y="347"/>
                    <a:pt x="115" y="341"/>
                  </a:cubicBezTo>
                  <a:cubicBezTo>
                    <a:pt x="116" y="335"/>
                    <a:pt x="119" y="331"/>
                    <a:pt x="122" y="329"/>
                  </a:cubicBezTo>
                  <a:cubicBezTo>
                    <a:pt x="126" y="327"/>
                    <a:pt x="131" y="326"/>
                    <a:pt x="137" y="328"/>
                  </a:cubicBezTo>
                  <a:cubicBezTo>
                    <a:pt x="143" y="329"/>
                    <a:pt x="147" y="332"/>
                    <a:pt x="149" y="335"/>
                  </a:cubicBezTo>
                  <a:cubicBezTo>
                    <a:pt x="152" y="339"/>
                    <a:pt x="152" y="343"/>
                    <a:pt x="151" y="349"/>
                  </a:cubicBezTo>
                  <a:cubicBezTo>
                    <a:pt x="149" y="355"/>
                    <a:pt x="147" y="359"/>
                    <a:pt x="143" y="361"/>
                  </a:cubicBezTo>
                  <a:cubicBezTo>
                    <a:pt x="140" y="364"/>
                    <a:pt x="135" y="364"/>
                    <a:pt x="128" y="362"/>
                  </a:cubicBezTo>
                  <a:close/>
                  <a:moveTo>
                    <a:pt x="121" y="342"/>
                  </a:moveTo>
                  <a:cubicBezTo>
                    <a:pt x="122" y="339"/>
                    <a:pt x="123" y="337"/>
                    <a:pt x="125" y="336"/>
                  </a:cubicBezTo>
                  <a:cubicBezTo>
                    <a:pt x="128" y="335"/>
                    <a:pt x="131" y="335"/>
                    <a:pt x="135" y="336"/>
                  </a:cubicBezTo>
                  <a:cubicBezTo>
                    <a:pt x="139" y="337"/>
                    <a:pt x="142" y="338"/>
                    <a:pt x="143" y="340"/>
                  </a:cubicBezTo>
                  <a:cubicBezTo>
                    <a:pt x="145" y="342"/>
                    <a:pt x="145" y="345"/>
                    <a:pt x="145" y="348"/>
                  </a:cubicBezTo>
                  <a:cubicBezTo>
                    <a:pt x="144" y="351"/>
                    <a:pt x="142" y="353"/>
                    <a:pt x="140" y="354"/>
                  </a:cubicBezTo>
                  <a:cubicBezTo>
                    <a:pt x="138" y="355"/>
                    <a:pt x="135" y="355"/>
                    <a:pt x="130" y="354"/>
                  </a:cubicBezTo>
                  <a:cubicBezTo>
                    <a:pt x="126" y="353"/>
                    <a:pt x="124" y="352"/>
                    <a:pt x="122" y="350"/>
                  </a:cubicBezTo>
                  <a:cubicBezTo>
                    <a:pt x="121" y="348"/>
                    <a:pt x="120" y="345"/>
                    <a:pt x="121" y="342"/>
                  </a:cubicBezTo>
                  <a:close/>
                  <a:moveTo>
                    <a:pt x="124" y="314"/>
                  </a:moveTo>
                  <a:cubicBezTo>
                    <a:pt x="127" y="305"/>
                    <a:pt x="127" y="305"/>
                    <a:pt x="127" y="305"/>
                  </a:cubicBezTo>
                  <a:cubicBezTo>
                    <a:pt x="156" y="301"/>
                    <a:pt x="156" y="301"/>
                    <a:pt x="156" y="301"/>
                  </a:cubicBezTo>
                  <a:cubicBezTo>
                    <a:pt x="133" y="292"/>
                    <a:pt x="133" y="292"/>
                    <a:pt x="133" y="292"/>
                  </a:cubicBezTo>
                  <a:cubicBezTo>
                    <a:pt x="135" y="284"/>
                    <a:pt x="135" y="284"/>
                    <a:pt x="135" y="284"/>
                  </a:cubicBezTo>
                  <a:cubicBezTo>
                    <a:pt x="168" y="298"/>
                    <a:pt x="168" y="298"/>
                    <a:pt x="168" y="298"/>
                  </a:cubicBezTo>
                  <a:cubicBezTo>
                    <a:pt x="165" y="306"/>
                    <a:pt x="165" y="306"/>
                    <a:pt x="165" y="306"/>
                  </a:cubicBezTo>
                  <a:cubicBezTo>
                    <a:pt x="135" y="310"/>
                    <a:pt x="135" y="310"/>
                    <a:pt x="135" y="310"/>
                  </a:cubicBezTo>
                  <a:cubicBezTo>
                    <a:pt x="159" y="320"/>
                    <a:pt x="159" y="320"/>
                    <a:pt x="159" y="320"/>
                  </a:cubicBezTo>
                  <a:cubicBezTo>
                    <a:pt x="156" y="327"/>
                    <a:pt x="156" y="327"/>
                    <a:pt x="156" y="327"/>
                  </a:cubicBezTo>
                  <a:cubicBezTo>
                    <a:pt x="124" y="314"/>
                    <a:pt x="124" y="314"/>
                    <a:pt x="124" y="314"/>
                  </a:cubicBezTo>
                  <a:close/>
                  <a:moveTo>
                    <a:pt x="166" y="273"/>
                  </a:moveTo>
                  <a:cubicBezTo>
                    <a:pt x="160" y="269"/>
                    <a:pt x="160" y="269"/>
                    <a:pt x="160" y="269"/>
                  </a:cubicBezTo>
                  <a:cubicBezTo>
                    <a:pt x="169" y="254"/>
                    <a:pt x="169" y="254"/>
                    <a:pt x="169" y="254"/>
                  </a:cubicBezTo>
                  <a:cubicBezTo>
                    <a:pt x="187" y="265"/>
                    <a:pt x="187" y="265"/>
                    <a:pt x="187" y="265"/>
                  </a:cubicBezTo>
                  <a:cubicBezTo>
                    <a:pt x="179" y="279"/>
                    <a:pt x="179" y="279"/>
                    <a:pt x="179" y="279"/>
                  </a:cubicBezTo>
                  <a:cubicBezTo>
                    <a:pt x="178" y="281"/>
                    <a:pt x="176" y="283"/>
                    <a:pt x="175" y="284"/>
                  </a:cubicBezTo>
                  <a:cubicBezTo>
                    <a:pt x="174" y="286"/>
                    <a:pt x="172" y="286"/>
                    <a:pt x="171" y="287"/>
                  </a:cubicBezTo>
                  <a:cubicBezTo>
                    <a:pt x="168" y="288"/>
                    <a:pt x="166" y="288"/>
                    <a:pt x="164" y="288"/>
                  </a:cubicBezTo>
                  <a:cubicBezTo>
                    <a:pt x="161" y="287"/>
                    <a:pt x="159" y="286"/>
                    <a:pt x="156" y="284"/>
                  </a:cubicBezTo>
                  <a:cubicBezTo>
                    <a:pt x="151" y="281"/>
                    <a:pt x="147" y="278"/>
                    <a:pt x="146" y="274"/>
                  </a:cubicBezTo>
                  <a:cubicBezTo>
                    <a:pt x="145" y="270"/>
                    <a:pt x="146" y="265"/>
                    <a:pt x="149" y="260"/>
                  </a:cubicBezTo>
                  <a:cubicBezTo>
                    <a:pt x="157" y="247"/>
                    <a:pt x="157" y="247"/>
                    <a:pt x="157" y="247"/>
                  </a:cubicBezTo>
                  <a:cubicBezTo>
                    <a:pt x="162" y="250"/>
                    <a:pt x="162" y="250"/>
                    <a:pt x="162" y="250"/>
                  </a:cubicBezTo>
                  <a:cubicBezTo>
                    <a:pt x="154" y="264"/>
                    <a:pt x="154" y="264"/>
                    <a:pt x="154" y="264"/>
                  </a:cubicBezTo>
                  <a:cubicBezTo>
                    <a:pt x="153" y="266"/>
                    <a:pt x="152" y="268"/>
                    <a:pt x="153" y="271"/>
                  </a:cubicBezTo>
                  <a:cubicBezTo>
                    <a:pt x="154" y="273"/>
                    <a:pt x="156" y="275"/>
                    <a:pt x="160" y="277"/>
                  </a:cubicBezTo>
                  <a:cubicBezTo>
                    <a:pt x="163" y="279"/>
                    <a:pt x="166" y="280"/>
                    <a:pt x="168" y="280"/>
                  </a:cubicBezTo>
                  <a:cubicBezTo>
                    <a:pt x="170" y="279"/>
                    <a:pt x="172" y="278"/>
                    <a:pt x="174" y="276"/>
                  </a:cubicBezTo>
                  <a:cubicBezTo>
                    <a:pt x="178" y="268"/>
                    <a:pt x="178" y="268"/>
                    <a:pt x="178" y="268"/>
                  </a:cubicBezTo>
                  <a:cubicBezTo>
                    <a:pt x="171" y="264"/>
                    <a:pt x="171" y="264"/>
                    <a:pt x="171" y="264"/>
                  </a:cubicBezTo>
                  <a:cubicBezTo>
                    <a:pt x="166" y="273"/>
                    <a:pt x="166" y="273"/>
                    <a:pt x="166" y="273"/>
                  </a:cubicBezTo>
                  <a:close/>
                  <a:moveTo>
                    <a:pt x="197" y="199"/>
                  </a:moveTo>
                  <a:cubicBezTo>
                    <a:pt x="211" y="215"/>
                    <a:pt x="211" y="215"/>
                    <a:pt x="211" y="215"/>
                  </a:cubicBezTo>
                  <a:cubicBezTo>
                    <a:pt x="213" y="217"/>
                    <a:pt x="215" y="218"/>
                    <a:pt x="217" y="219"/>
                  </a:cubicBezTo>
                  <a:cubicBezTo>
                    <a:pt x="219" y="219"/>
                    <a:pt x="221" y="218"/>
                    <a:pt x="223" y="216"/>
                  </a:cubicBezTo>
                  <a:cubicBezTo>
                    <a:pt x="225" y="214"/>
                    <a:pt x="226" y="212"/>
                    <a:pt x="226" y="210"/>
                  </a:cubicBezTo>
                  <a:cubicBezTo>
                    <a:pt x="226" y="208"/>
                    <a:pt x="225" y="206"/>
                    <a:pt x="223" y="204"/>
                  </a:cubicBezTo>
                  <a:cubicBezTo>
                    <a:pt x="208" y="188"/>
                    <a:pt x="208" y="188"/>
                    <a:pt x="208" y="188"/>
                  </a:cubicBezTo>
                  <a:cubicBezTo>
                    <a:pt x="214" y="183"/>
                    <a:pt x="214" y="183"/>
                    <a:pt x="214" y="183"/>
                  </a:cubicBezTo>
                  <a:cubicBezTo>
                    <a:pt x="228" y="199"/>
                    <a:pt x="228" y="199"/>
                    <a:pt x="228" y="199"/>
                  </a:cubicBezTo>
                  <a:cubicBezTo>
                    <a:pt x="230" y="201"/>
                    <a:pt x="231" y="202"/>
                    <a:pt x="232" y="203"/>
                  </a:cubicBezTo>
                  <a:cubicBezTo>
                    <a:pt x="233" y="205"/>
                    <a:pt x="233" y="206"/>
                    <a:pt x="233" y="207"/>
                  </a:cubicBezTo>
                  <a:cubicBezTo>
                    <a:pt x="233" y="209"/>
                    <a:pt x="233" y="212"/>
                    <a:pt x="232" y="214"/>
                  </a:cubicBezTo>
                  <a:cubicBezTo>
                    <a:pt x="231" y="216"/>
                    <a:pt x="229" y="218"/>
                    <a:pt x="227" y="220"/>
                  </a:cubicBezTo>
                  <a:cubicBezTo>
                    <a:pt x="224" y="222"/>
                    <a:pt x="222" y="224"/>
                    <a:pt x="220" y="225"/>
                  </a:cubicBezTo>
                  <a:cubicBezTo>
                    <a:pt x="218" y="226"/>
                    <a:pt x="216" y="226"/>
                    <a:pt x="214" y="226"/>
                  </a:cubicBezTo>
                  <a:cubicBezTo>
                    <a:pt x="213" y="225"/>
                    <a:pt x="212" y="225"/>
                    <a:pt x="210" y="224"/>
                  </a:cubicBezTo>
                  <a:cubicBezTo>
                    <a:pt x="209" y="223"/>
                    <a:pt x="208" y="222"/>
                    <a:pt x="206" y="220"/>
                  </a:cubicBezTo>
                  <a:cubicBezTo>
                    <a:pt x="191" y="204"/>
                    <a:pt x="191" y="204"/>
                    <a:pt x="191" y="204"/>
                  </a:cubicBezTo>
                  <a:cubicBezTo>
                    <a:pt x="197" y="199"/>
                    <a:pt x="197" y="199"/>
                    <a:pt x="197" y="199"/>
                  </a:cubicBezTo>
                  <a:close/>
                  <a:moveTo>
                    <a:pt x="222" y="175"/>
                  </a:moveTo>
                  <a:cubicBezTo>
                    <a:pt x="230" y="170"/>
                    <a:pt x="230" y="170"/>
                    <a:pt x="230" y="170"/>
                  </a:cubicBezTo>
                  <a:cubicBezTo>
                    <a:pt x="256" y="183"/>
                    <a:pt x="256" y="183"/>
                    <a:pt x="256" y="183"/>
                  </a:cubicBezTo>
                  <a:cubicBezTo>
                    <a:pt x="242" y="162"/>
                    <a:pt x="242" y="162"/>
                    <a:pt x="242" y="162"/>
                  </a:cubicBezTo>
                  <a:cubicBezTo>
                    <a:pt x="248" y="157"/>
                    <a:pt x="248" y="157"/>
                    <a:pt x="248" y="157"/>
                  </a:cubicBezTo>
                  <a:cubicBezTo>
                    <a:pt x="268" y="187"/>
                    <a:pt x="268" y="187"/>
                    <a:pt x="268" y="187"/>
                  </a:cubicBezTo>
                  <a:cubicBezTo>
                    <a:pt x="261" y="192"/>
                    <a:pt x="261" y="192"/>
                    <a:pt x="261" y="192"/>
                  </a:cubicBezTo>
                  <a:cubicBezTo>
                    <a:pt x="233" y="178"/>
                    <a:pt x="233" y="178"/>
                    <a:pt x="233" y="178"/>
                  </a:cubicBezTo>
                  <a:cubicBezTo>
                    <a:pt x="249" y="200"/>
                    <a:pt x="249" y="200"/>
                    <a:pt x="249" y="200"/>
                  </a:cubicBezTo>
                  <a:cubicBezTo>
                    <a:pt x="243" y="205"/>
                    <a:pt x="243" y="205"/>
                    <a:pt x="243" y="205"/>
                  </a:cubicBezTo>
                  <a:cubicBezTo>
                    <a:pt x="222" y="175"/>
                    <a:pt x="222" y="175"/>
                    <a:pt x="222" y="175"/>
                  </a:cubicBezTo>
                  <a:close/>
                  <a:moveTo>
                    <a:pt x="282" y="180"/>
                  </a:moveTo>
                  <a:cubicBezTo>
                    <a:pt x="275" y="184"/>
                    <a:pt x="275" y="184"/>
                    <a:pt x="275" y="184"/>
                  </a:cubicBezTo>
                  <a:cubicBezTo>
                    <a:pt x="257" y="153"/>
                    <a:pt x="257" y="153"/>
                    <a:pt x="257" y="153"/>
                  </a:cubicBezTo>
                  <a:cubicBezTo>
                    <a:pt x="264" y="149"/>
                    <a:pt x="264" y="149"/>
                    <a:pt x="264" y="149"/>
                  </a:cubicBezTo>
                  <a:cubicBezTo>
                    <a:pt x="282" y="180"/>
                    <a:pt x="282" y="180"/>
                    <a:pt x="282" y="180"/>
                  </a:cubicBezTo>
                  <a:close/>
                  <a:moveTo>
                    <a:pt x="297" y="172"/>
                  </a:moveTo>
                  <a:cubicBezTo>
                    <a:pt x="268" y="146"/>
                    <a:pt x="268" y="146"/>
                    <a:pt x="268" y="146"/>
                  </a:cubicBezTo>
                  <a:cubicBezTo>
                    <a:pt x="276" y="142"/>
                    <a:pt x="276" y="142"/>
                    <a:pt x="276" y="142"/>
                  </a:cubicBezTo>
                  <a:cubicBezTo>
                    <a:pt x="297" y="162"/>
                    <a:pt x="297" y="162"/>
                    <a:pt x="297" y="162"/>
                  </a:cubicBezTo>
                  <a:cubicBezTo>
                    <a:pt x="295" y="133"/>
                    <a:pt x="295" y="133"/>
                    <a:pt x="295" y="133"/>
                  </a:cubicBezTo>
                  <a:cubicBezTo>
                    <a:pt x="302" y="130"/>
                    <a:pt x="302" y="130"/>
                    <a:pt x="302" y="130"/>
                  </a:cubicBezTo>
                  <a:cubicBezTo>
                    <a:pt x="304" y="169"/>
                    <a:pt x="304" y="169"/>
                    <a:pt x="304" y="169"/>
                  </a:cubicBezTo>
                  <a:cubicBezTo>
                    <a:pt x="297" y="172"/>
                    <a:pt x="297" y="172"/>
                    <a:pt x="297" y="172"/>
                  </a:cubicBezTo>
                  <a:close/>
                  <a:moveTo>
                    <a:pt x="325" y="130"/>
                  </a:moveTo>
                  <a:cubicBezTo>
                    <a:pt x="323" y="131"/>
                    <a:pt x="321" y="132"/>
                    <a:pt x="320" y="134"/>
                  </a:cubicBezTo>
                  <a:cubicBezTo>
                    <a:pt x="319" y="136"/>
                    <a:pt x="319" y="138"/>
                    <a:pt x="320" y="141"/>
                  </a:cubicBezTo>
                  <a:cubicBezTo>
                    <a:pt x="339" y="135"/>
                    <a:pt x="339" y="135"/>
                    <a:pt x="339" y="135"/>
                  </a:cubicBezTo>
                  <a:cubicBezTo>
                    <a:pt x="341" y="141"/>
                    <a:pt x="341" y="141"/>
                    <a:pt x="341" y="141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322" y="150"/>
                    <a:pt x="323" y="152"/>
                    <a:pt x="325" y="153"/>
                  </a:cubicBezTo>
                  <a:cubicBezTo>
                    <a:pt x="327" y="154"/>
                    <a:pt x="329" y="154"/>
                    <a:pt x="332" y="153"/>
                  </a:cubicBezTo>
                  <a:cubicBezTo>
                    <a:pt x="344" y="149"/>
                    <a:pt x="344" y="149"/>
                    <a:pt x="344" y="149"/>
                  </a:cubicBezTo>
                  <a:cubicBezTo>
                    <a:pt x="345" y="155"/>
                    <a:pt x="345" y="155"/>
                    <a:pt x="345" y="155"/>
                  </a:cubicBezTo>
                  <a:cubicBezTo>
                    <a:pt x="333" y="159"/>
                    <a:pt x="333" y="159"/>
                    <a:pt x="333" y="159"/>
                  </a:cubicBezTo>
                  <a:cubicBezTo>
                    <a:pt x="331" y="160"/>
                    <a:pt x="328" y="160"/>
                    <a:pt x="327" y="160"/>
                  </a:cubicBezTo>
                  <a:cubicBezTo>
                    <a:pt x="325" y="160"/>
                    <a:pt x="323" y="160"/>
                    <a:pt x="322" y="159"/>
                  </a:cubicBezTo>
                  <a:cubicBezTo>
                    <a:pt x="320" y="158"/>
                    <a:pt x="318" y="157"/>
                    <a:pt x="316" y="155"/>
                  </a:cubicBezTo>
                  <a:cubicBezTo>
                    <a:pt x="315" y="153"/>
                    <a:pt x="314" y="150"/>
                    <a:pt x="313" y="147"/>
                  </a:cubicBezTo>
                  <a:cubicBezTo>
                    <a:pt x="311" y="141"/>
                    <a:pt x="311" y="136"/>
                    <a:pt x="313" y="132"/>
                  </a:cubicBezTo>
                  <a:cubicBezTo>
                    <a:pt x="315" y="129"/>
                    <a:pt x="318" y="126"/>
                    <a:pt x="324" y="124"/>
                  </a:cubicBezTo>
                  <a:cubicBezTo>
                    <a:pt x="335" y="121"/>
                    <a:pt x="335" y="121"/>
                    <a:pt x="335" y="121"/>
                  </a:cubicBezTo>
                  <a:cubicBezTo>
                    <a:pt x="337" y="127"/>
                    <a:pt x="337" y="127"/>
                    <a:pt x="337" y="127"/>
                  </a:cubicBezTo>
                  <a:cubicBezTo>
                    <a:pt x="325" y="130"/>
                    <a:pt x="325" y="130"/>
                    <a:pt x="325" y="130"/>
                  </a:cubicBezTo>
                  <a:close/>
                  <a:moveTo>
                    <a:pt x="364" y="122"/>
                  </a:moveTo>
                  <a:cubicBezTo>
                    <a:pt x="364" y="122"/>
                    <a:pt x="364" y="122"/>
                    <a:pt x="364" y="122"/>
                  </a:cubicBezTo>
                  <a:cubicBezTo>
                    <a:pt x="367" y="122"/>
                    <a:pt x="368" y="122"/>
                    <a:pt x="369" y="123"/>
                  </a:cubicBezTo>
                  <a:cubicBezTo>
                    <a:pt x="370" y="123"/>
                    <a:pt x="371" y="124"/>
                    <a:pt x="371" y="126"/>
                  </a:cubicBezTo>
                  <a:cubicBezTo>
                    <a:pt x="371" y="128"/>
                    <a:pt x="371" y="129"/>
                    <a:pt x="370" y="130"/>
                  </a:cubicBezTo>
                  <a:cubicBezTo>
                    <a:pt x="369" y="130"/>
                    <a:pt x="368" y="131"/>
                    <a:pt x="365" y="131"/>
                  </a:cubicBezTo>
                  <a:cubicBezTo>
                    <a:pt x="356" y="133"/>
                    <a:pt x="356" y="133"/>
                    <a:pt x="356" y="133"/>
                  </a:cubicBezTo>
                  <a:cubicBezTo>
                    <a:pt x="355" y="124"/>
                    <a:pt x="355" y="124"/>
                    <a:pt x="355" y="124"/>
                  </a:cubicBezTo>
                  <a:cubicBezTo>
                    <a:pt x="364" y="122"/>
                    <a:pt x="364" y="122"/>
                    <a:pt x="364" y="122"/>
                  </a:cubicBezTo>
                  <a:close/>
                  <a:moveTo>
                    <a:pt x="347" y="118"/>
                  </a:moveTo>
                  <a:cubicBezTo>
                    <a:pt x="365" y="116"/>
                    <a:pt x="365" y="116"/>
                    <a:pt x="365" y="116"/>
                  </a:cubicBezTo>
                  <a:cubicBezTo>
                    <a:pt x="369" y="115"/>
                    <a:pt x="372" y="116"/>
                    <a:pt x="375" y="117"/>
                  </a:cubicBezTo>
                  <a:cubicBezTo>
                    <a:pt x="377" y="119"/>
                    <a:pt x="378" y="121"/>
                    <a:pt x="379" y="125"/>
                  </a:cubicBezTo>
                  <a:cubicBezTo>
                    <a:pt x="379" y="128"/>
                    <a:pt x="379" y="130"/>
                    <a:pt x="378" y="132"/>
                  </a:cubicBezTo>
                  <a:cubicBezTo>
                    <a:pt x="377" y="134"/>
                    <a:pt x="375" y="135"/>
                    <a:pt x="373" y="136"/>
                  </a:cubicBezTo>
                  <a:cubicBezTo>
                    <a:pt x="384" y="149"/>
                    <a:pt x="384" y="149"/>
                    <a:pt x="384" y="149"/>
                  </a:cubicBezTo>
                  <a:cubicBezTo>
                    <a:pt x="376" y="151"/>
                    <a:pt x="376" y="151"/>
                    <a:pt x="376" y="151"/>
                  </a:cubicBezTo>
                  <a:cubicBezTo>
                    <a:pt x="366" y="138"/>
                    <a:pt x="366" y="138"/>
                    <a:pt x="366" y="138"/>
                  </a:cubicBezTo>
                  <a:cubicBezTo>
                    <a:pt x="357" y="139"/>
                    <a:pt x="357" y="139"/>
                    <a:pt x="357" y="139"/>
                  </a:cubicBezTo>
                  <a:cubicBezTo>
                    <a:pt x="359" y="153"/>
                    <a:pt x="359" y="153"/>
                    <a:pt x="359" y="153"/>
                  </a:cubicBezTo>
                  <a:cubicBezTo>
                    <a:pt x="352" y="154"/>
                    <a:pt x="352" y="154"/>
                    <a:pt x="352" y="154"/>
                  </a:cubicBezTo>
                  <a:cubicBezTo>
                    <a:pt x="347" y="118"/>
                    <a:pt x="347" y="118"/>
                    <a:pt x="347" y="118"/>
                  </a:cubicBezTo>
                  <a:close/>
                  <a:moveTo>
                    <a:pt x="419" y="121"/>
                  </a:moveTo>
                  <a:cubicBezTo>
                    <a:pt x="401" y="121"/>
                    <a:pt x="401" y="121"/>
                    <a:pt x="401" y="121"/>
                  </a:cubicBezTo>
                  <a:cubicBezTo>
                    <a:pt x="399" y="121"/>
                    <a:pt x="397" y="121"/>
                    <a:pt x="396" y="122"/>
                  </a:cubicBezTo>
                  <a:cubicBezTo>
                    <a:pt x="395" y="123"/>
                    <a:pt x="395" y="124"/>
                    <a:pt x="395" y="125"/>
                  </a:cubicBezTo>
                  <a:cubicBezTo>
                    <a:pt x="395" y="127"/>
                    <a:pt x="395" y="128"/>
                    <a:pt x="396" y="128"/>
                  </a:cubicBezTo>
                  <a:cubicBezTo>
                    <a:pt x="397" y="129"/>
                    <a:pt x="398" y="129"/>
                    <a:pt x="399" y="129"/>
                  </a:cubicBezTo>
                  <a:cubicBezTo>
                    <a:pt x="409" y="129"/>
                    <a:pt x="409" y="129"/>
                    <a:pt x="409" y="129"/>
                  </a:cubicBezTo>
                  <a:cubicBezTo>
                    <a:pt x="413" y="130"/>
                    <a:pt x="416" y="130"/>
                    <a:pt x="418" y="132"/>
                  </a:cubicBezTo>
                  <a:cubicBezTo>
                    <a:pt x="420" y="134"/>
                    <a:pt x="420" y="136"/>
                    <a:pt x="420" y="140"/>
                  </a:cubicBezTo>
                  <a:cubicBezTo>
                    <a:pt x="420" y="144"/>
                    <a:pt x="419" y="146"/>
                    <a:pt x="417" y="148"/>
                  </a:cubicBezTo>
                  <a:cubicBezTo>
                    <a:pt x="415" y="150"/>
                    <a:pt x="412" y="150"/>
                    <a:pt x="408" y="150"/>
                  </a:cubicBezTo>
                  <a:cubicBezTo>
                    <a:pt x="388" y="150"/>
                    <a:pt x="388" y="150"/>
                    <a:pt x="388" y="150"/>
                  </a:cubicBezTo>
                  <a:cubicBezTo>
                    <a:pt x="388" y="144"/>
                    <a:pt x="388" y="144"/>
                    <a:pt x="388" y="144"/>
                  </a:cubicBezTo>
                  <a:cubicBezTo>
                    <a:pt x="407" y="144"/>
                    <a:pt x="407" y="144"/>
                    <a:pt x="407" y="144"/>
                  </a:cubicBezTo>
                  <a:cubicBezTo>
                    <a:pt x="409" y="144"/>
                    <a:pt x="410" y="144"/>
                    <a:pt x="411" y="143"/>
                  </a:cubicBezTo>
                  <a:cubicBezTo>
                    <a:pt x="412" y="142"/>
                    <a:pt x="413" y="141"/>
                    <a:pt x="413" y="140"/>
                  </a:cubicBezTo>
                  <a:cubicBezTo>
                    <a:pt x="413" y="139"/>
                    <a:pt x="412" y="137"/>
                    <a:pt x="411" y="137"/>
                  </a:cubicBezTo>
                  <a:cubicBezTo>
                    <a:pt x="411" y="136"/>
                    <a:pt x="409" y="136"/>
                    <a:pt x="407" y="136"/>
                  </a:cubicBezTo>
                  <a:cubicBezTo>
                    <a:pt x="399" y="136"/>
                    <a:pt x="399" y="136"/>
                    <a:pt x="399" y="136"/>
                  </a:cubicBezTo>
                  <a:cubicBezTo>
                    <a:pt x="395" y="136"/>
                    <a:pt x="392" y="135"/>
                    <a:pt x="390" y="133"/>
                  </a:cubicBezTo>
                  <a:cubicBezTo>
                    <a:pt x="388" y="131"/>
                    <a:pt x="387" y="129"/>
                    <a:pt x="387" y="125"/>
                  </a:cubicBezTo>
                  <a:cubicBezTo>
                    <a:pt x="387" y="121"/>
                    <a:pt x="388" y="119"/>
                    <a:pt x="390" y="117"/>
                  </a:cubicBezTo>
                  <a:cubicBezTo>
                    <a:pt x="392" y="115"/>
                    <a:pt x="395" y="114"/>
                    <a:pt x="400" y="114"/>
                  </a:cubicBezTo>
                  <a:cubicBezTo>
                    <a:pt x="419" y="115"/>
                    <a:pt x="419" y="115"/>
                    <a:pt x="419" y="115"/>
                  </a:cubicBezTo>
                  <a:cubicBezTo>
                    <a:pt x="419" y="121"/>
                    <a:pt x="419" y="121"/>
                    <a:pt x="419" y="121"/>
                  </a:cubicBezTo>
                  <a:close/>
                  <a:moveTo>
                    <a:pt x="433" y="152"/>
                  </a:moveTo>
                  <a:cubicBezTo>
                    <a:pt x="426" y="151"/>
                    <a:pt x="426" y="151"/>
                    <a:pt x="426" y="151"/>
                  </a:cubicBezTo>
                  <a:cubicBezTo>
                    <a:pt x="431" y="115"/>
                    <a:pt x="431" y="115"/>
                    <a:pt x="431" y="115"/>
                  </a:cubicBezTo>
                  <a:cubicBezTo>
                    <a:pt x="438" y="117"/>
                    <a:pt x="438" y="117"/>
                    <a:pt x="438" y="117"/>
                  </a:cubicBezTo>
                  <a:cubicBezTo>
                    <a:pt x="433" y="152"/>
                    <a:pt x="433" y="152"/>
                    <a:pt x="433" y="152"/>
                  </a:cubicBezTo>
                  <a:close/>
                  <a:moveTo>
                    <a:pt x="453" y="126"/>
                  </a:moveTo>
                  <a:cubicBezTo>
                    <a:pt x="442" y="124"/>
                    <a:pt x="442" y="124"/>
                    <a:pt x="442" y="124"/>
                  </a:cubicBezTo>
                  <a:cubicBezTo>
                    <a:pt x="443" y="118"/>
                    <a:pt x="443" y="118"/>
                    <a:pt x="443" y="118"/>
                  </a:cubicBezTo>
                  <a:cubicBezTo>
                    <a:pt x="473" y="123"/>
                    <a:pt x="473" y="123"/>
                    <a:pt x="473" y="123"/>
                  </a:cubicBezTo>
                  <a:cubicBezTo>
                    <a:pt x="472" y="129"/>
                    <a:pt x="472" y="129"/>
                    <a:pt x="472" y="129"/>
                  </a:cubicBezTo>
                  <a:cubicBezTo>
                    <a:pt x="461" y="127"/>
                    <a:pt x="461" y="127"/>
                    <a:pt x="461" y="127"/>
                  </a:cubicBezTo>
                  <a:cubicBezTo>
                    <a:pt x="456" y="156"/>
                    <a:pt x="456" y="156"/>
                    <a:pt x="456" y="156"/>
                  </a:cubicBezTo>
                  <a:cubicBezTo>
                    <a:pt x="448" y="155"/>
                    <a:pt x="448" y="155"/>
                    <a:pt x="448" y="155"/>
                  </a:cubicBezTo>
                  <a:cubicBezTo>
                    <a:pt x="453" y="126"/>
                    <a:pt x="453" y="126"/>
                    <a:pt x="453" y="126"/>
                  </a:cubicBezTo>
                  <a:close/>
                  <a:moveTo>
                    <a:pt x="477" y="124"/>
                  </a:moveTo>
                  <a:cubicBezTo>
                    <a:pt x="485" y="127"/>
                    <a:pt x="485" y="127"/>
                    <a:pt x="485" y="127"/>
                  </a:cubicBezTo>
                  <a:cubicBezTo>
                    <a:pt x="488" y="142"/>
                    <a:pt x="488" y="142"/>
                    <a:pt x="488" y="142"/>
                  </a:cubicBezTo>
                  <a:cubicBezTo>
                    <a:pt x="501" y="132"/>
                    <a:pt x="501" y="132"/>
                    <a:pt x="501" y="132"/>
                  </a:cubicBezTo>
                  <a:cubicBezTo>
                    <a:pt x="509" y="135"/>
                    <a:pt x="509" y="135"/>
                    <a:pt x="509" y="135"/>
                  </a:cubicBezTo>
                  <a:cubicBezTo>
                    <a:pt x="490" y="150"/>
                    <a:pt x="490" y="150"/>
                    <a:pt x="490" y="150"/>
                  </a:cubicBezTo>
                  <a:cubicBezTo>
                    <a:pt x="485" y="165"/>
                    <a:pt x="485" y="165"/>
                    <a:pt x="485" y="165"/>
                  </a:cubicBezTo>
                  <a:cubicBezTo>
                    <a:pt x="478" y="162"/>
                    <a:pt x="478" y="162"/>
                    <a:pt x="478" y="162"/>
                  </a:cubicBezTo>
                  <a:cubicBezTo>
                    <a:pt x="483" y="147"/>
                    <a:pt x="483" y="147"/>
                    <a:pt x="483" y="147"/>
                  </a:cubicBezTo>
                  <a:cubicBezTo>
                    <a:pt x="477" y="124"/>
                    <a:pt x="477" y="124"/>
                    <a:pt x="477" y="124"/>
                  </a:cubicBezTo>
                  <a:close/>
                  <a:moveTo>
                    <a:pt x="541" y="171"/>
                  </a:moveTo>
                  <a:cubicBezTo>
                    <a:pt x="545" y="166"/>
                    <a:pt x="548" y="163"/>
                    <a:pt x="552" y="162"/>
                  </a:cubicBezTo>
                  <a:cubicBezTo>
                    <a:pt x="557" y="161"/>
                    <a:pt x="561" y="162"/>
                    <a:pt x="566" y="166"/>
                  </a:cubicBezTo>
                  <a:cubicBezTo>
                    <a:pt x="571" y="169"/>
                    <a:pt x="574" y="173"/>
                    <a:pt x="574" y="177"/>
                  </a:cubicBezTo>
                  <a:cubicBezTo>
                    <a:pt x="575" y="181"/>
                    <a:pt x="574" y="186"/>
                    <a:pt x="570" y="191"/>
                  </a:cubicBezTo>
                  <a:cubicBezTo>
                    <a:pt x="567" y="196"/>
                    <a:pt x="563" y="200"/>
                    <a:pt x="559" y="200"/>
                  </a:cubicBezTo>
                  <a:cubicBezTo>
                    <a:pt x="555" y="201"/>
                    <a:pt x="550" y="200"/>
                    <a:pt x="545" y="197"/>
                  </a:cubicBezTo>
                  <a:cubicBezTo>
                    <a:pt x="540" y="193"/>
                    <a:pt x="538" y="190"/>
                    <a:pt x="537" y="185"/>
                  </a:cubicBezTo>
                  <a:cubicBezTo>
                    <a:pt x="536" y="181"/>
                    <a:pt x="538" y="176"/>
                    <a:pt x="541" y="171"/>
                  </a:cubicBezTo>
                  <a:close/>
                  <a:moveTo>
                    <a:pt x="563" y="171"/>
                  </a:moveTo>
                  <a:cubicBezTo>
                    <a:pt x="565" y="173"/>
                    <a:pt x="567" y="175"/>
                    <a:pt x="567" y="178"/>
                  </a:cubicBezTo>
                  <a:cubicBezTo>
                    <a:pt x="567" y="180"/>
                    <a:pt x="566" y="183"/>
                    <a:pt x="564" y="187"/>
                  </a:cubicBezTo>
                  <a:cubicBezTo>
                    <a:pt x="561" y="190"/>
                    <a:pt x="559" y="192"/>
                    <a:pt x="556" y="193"/>
                  </a:cubicBezTo>
                  <a:cubicBezTo>
                    <a:pt x="554" y="194"/>
                    <a:pt x="551" y="193"/>
                    <a:pt x="549" y="192"/>
                  </a:cubicBezTo>
                  <a:cubicBezTo>
                    <a:pt x="546" y="190"/>
                    <a:pt x="545" y="188"/>
                    <a:pt x="545" y="185"/>
                  </a:cubicBezTo>
                  <a:cubicBezTo>
                    <a:pt x="544" y="182"/>
                    <a:pt x="546" y="179"/>
                    <a:pt x="548" y="176"/>
                  </a:cubicBezTo>
                  <a:cubicBezTo>
                    <a:pt x="550" y="172"/>
                    <a:pt x="553" y="170"/>
                    <a:pt x="555" y="169"/>
                  </a:cubicBezTo>
                  <a:cubicBezTo>
                    <a:pt x="557" y="169"/>
                    <a:pt x="560" y="169"/>
                    <a:pt x="563" y="171"/>
                  </a:cubicBezTo>
                  <a:close/>
                  <a:moveTo>
                    <a:pt x="574" y="198"/>
                  </a:moveTo>
                  <a:cubicBezTo>
                    <a:pt x="577" y="194"/>
                    <a:pt x="580" y="192"/>
                    <a:pt x="581" y="191"/>
                  </a:cubicBezTo>
                  <a:cubicBezTo>
                    <a:pt x="583" y="189"/>
                    <a:pt x="585" y="189"/>
                    <a:pt x="587" y="188"/>
                  </a:cubicBezTo>
                  <a:cubicBezTo>
                    <a:pt x="589" y="188"/>
                    <a:pt x="591" y="189"/>
                    <a:pt x="593" y="190"/>
                  </a:cubicBezTo>
                  <a:cubicBezTo>
                    <a:pt x="595" y="191"/>
                    <a:pt x="597" y="192"/>
                    <a:pt x="600" y="195"/>
                  </a:cubicBezTo>
                  <a:cubicBezTo>
                    <a:pt x="608" y="202"/>
                    <a:pt x="608" y="202"/>
                    <a:pt x="608" y="202"/>
                  </a:cubicBezTo>
                  <a:cubicBezTo>
                    <a:pt x="604" y="207"/>
                    <a:pt x="604" y="207"/>
                    <a:pt x="604" y="207"/>
                  </a:cubicBezTo>
                  <a:cubicBezTo>
                    <a:pt x="595" y="199"/>
                    <a:pt x="595" y="199"/>
                    <a:pt x="595" y="199"/>
                  </a:cubicBezTo>
                  <a:cubicBezTo>
                    <a:pt x="593" y="197"/>
                    <a:pt x="591" y="196"/>
                    <a:pt x="589" y="196"/>
                  </a:cubicBezTo>
                  <a:cubicBezTo>
                    <a:pt x="587" y="196"/>
                    <a:pt x="585" y="197"/>
                    <a:pt x="583" y="199"/>
                  </a:cubicBezTo>
                  <a:cubicBezTo>
                    <a:pt x="599" y="213"/>
                    <a:pt x="599" y="213"/>
                    <a:pt x="599" y="213"/>
                  </a:cubicBezTo>
                  <a:cubicBezTo>
                    <a:pt x="595" y="218"/>
                    <a:pt x="595" y="218"/>
                    <a:pt x="595" y="218"/>
                  </a:cubicBezTo>
                  <a:cubicBezTo>
                    <a:pt x="579" y="204"/>
                    <a:pt x="579" y="204"/>
                    <a:pt x="579" y="204"/>
                  </a:cubicBezTo>
                  <a:cubicBezTo>
                    <a:pt x="569" y="215"/>
                    <a:pt x="569" y="215"/>
                    <a:pt x="569" y="215"/>
                  </a:cubicBezTo>
                  <a:cubicBezTo>
                    <a:pt x="564" y="210"/>
                    <a:pt x="564" y="210"/>
                    <a:pt x="564" y="210"/>
                  </a:cubicBezTo>
                  <a:cubicBezTo>
                    <a:pt x="574" y="198"/>
                    <a:pt x="574" y="198"/>
                    <a:pt x="574" y="198"/>
                  </a:cubicBezTo>
                  <a:close/>
                  <a:moveTo>
                    <a:pt x="641" y="254"/>
                  </a:moveTo>
                  <a:cubicBezTo>
                    <a:pt x="635" y="244"/>
                    <a:pt x="635" y="244"/>
                    <a:pt x="635" y="244"/>
                  </a:cubicBezTo>
                  <a:cubicBezTo>
                    <a:pt x="640" y="241"/>
                    <a:pt x="640" y="241"/>
                    <a:pt x="640" y="241"/>
                  </a:cubicBezTo>
                  <a:cubicBezTo>
                    <a:pt x="656" y="267"/>
                    <a:pt x="656" y="267"/>
                    <a:pt x="656" y="267"/>
                  </a:cubicBezTo>
                  <a:cubicBezTo>
                    <a:pt x="651" y="270"/>
                    <a:pt x="651" y="270"/>
                    <a:pt x="651" y="270"/>
                  </a:cubicBezTo>
                  <a:cubicBezTo>
                    <a:pt x="645" y="260"/>
                    <a:pt x="645" y="260"/>
                    <a:pt x="645" y="260"/>
                  </a:cubicBezTo>
                  <a:cubicBezTo>
                    <a:pt x="620" y="276"/>
                    <a:pt x="620" y="276"/>
                    <a:pt x="620" y="276"/>
                  </a:cubicBezTo>
                  <a:cubicBezTo>
                    <a:pt x="616" y="269"/>
                    <a:pt x="616" y="269"/>
                    <a:pt x="616" y="269"/>
                  </a:cubicBezTo>
                  <a:cubicBezTo>
                    <a:pt x="641" y="254"/>
                    <a:pt x="641" y="254"/>
                    <a:pt x="641" y="254"/>
                  </a:cubicBezTo>
                  <a:close/>
                  <a:moveTo>
                    <a:pt x="662" y="290"/>
                  </a:moveTo>
                  <a:cubicBezTo>
                    <a:pt x="660" y="287"/>
                    <a:pt x="659" y="286"/>
                    <a:pt x="657" y="285"/>
                  </a:cubicBezTo>
                  <a:cubicBezTo>
                    <a:pt x="655" y="284"/>
                    <a:pt x="653" y="285"/>
                    <a:pt x="651" y="286"/>
                  </a:cubicBezTo>
                  <a:cubicBezTo>
                    <a:pt x="659" y="305"/>
                    <a:pt x="659" y="305"/>
                    <a:pt x="659" y="305"/>
                  </a:cubicBezTo>
                  <a:cubicBezTo>
                    <a:pt x="654" y="307"/>
                    <a:pt x="654" y="307"/>
                    <a:pt x="654" y="307"/>
                  </a:cubicBezTo>
                  <a:cubicBezTo>
                    <a:pt x="645" y="288"/>
                    <a:pt x="645" y="288"/>
                    <a:pt x="645" y="288"/>
                  </a:cubicBezTo>
                  <a:cubicBezTo>
                    <a:pt x="642" y="290"/>
                    <a:pt x="641" y="291"/>
                    <a:pt x="640" y="293"/>
                  </a:cubicBezTo>
                  <a:cubicBezTo>
                    <a:pt x="639" y="295"/>
                    <a:pt x="639" y="297"/>
                    <a:pt x="641" y="300"/>
                  </a:cubicBezTo>
                  <a:cubicBezTo>
                    <a:pt x="646" y="311"/>
                    <a:pt x="646" y="311"/>
                    <a:pt x="646" y="311"/>
                  </a:cubicBezTo>
                  <a:cubicBezTo>
                    <a:pt x="640" y="313"/>
                    <a:pt x="640" y="313"/>
                    <a:pt x="640" y="313"/>
                  </a:cubicBezTo>
                  <a:cubicBezTo>
                    <a:pt x="635" y="302"/>
                    <a:pt x="635" y="302"/>
                    <a:pt x="635" y="302"/>
                  </a:cubicBezTo>
                  <a:cubicBezTo>
                    <a:pt x="634" y="299"/>
                    <a:pt x="633" y="297"/>
                    <a:pt x="633" y="296"/>
                  </a:cubicBezTo>
                  <a:cubicBezTo>
                    <a:pt x="633" y="294"/>
                    <a:pt x="633" y="292"/>
                    <a:pt x="633" y="291"/>
                  </a:cubicBezTo>
                  <a:cubicBezTo>
                    <a:pt x="634" y="288"/>
                    <a:pt x="635" y="286"/>
                    <a:pt x="637" y="284"/>
                  </a:cubicBezTo>
                  <a:cubicBezTo>
                    <a:pt x="638" y="283"/>
                    <a:pt x="641" y="281"/>
                    <a:pt x="644" y="280"/>
                  </a:cubicBezTo>
                  <a:cubicBezTo>
                    <a:pt x="649" y="277"/>
                    <a:pt x="654" y="276"/>
                    <a:pt x="658" y="277"/>
                  </a:cubicBezTo>
                  <a:cubicBezTo>
                    <a:pt x="662" y="279"/>
                    <a:pt x="665" y="282"/>
                    <a:pt x="667" y="287"/>
                  </a:cubicBezTo>
                  <a:cubicBezTo>
                    <a:pt x="672" y="298"/>
                    <a:pt x="672" y="298"/>
                    <a:pt x="672" y="298"/>
                  </a:cubicBezTo>
                  <a:cubicBezTo>
                    <a:pt x="667" y="301"/>
                    <a:pt x="667" y="301"/>
                    <a:pt x="667" y="301"/>
                  </a:cubicBezTo>
                  <a:cubicBezTo>
                    <a:pt x="662" y="290"/>
                    <a:pt x="662" y="290"/>
                    <a:pt x="662" y="290"/>
                  </a:cubicBezTo>
                  <a:close/>
                  <a:moveTo>
                    <a:pt x="675" y="325"/>
                  </a:moveTo>
                  <a:cubicBezTo>
                    <a:pt x="674" y="322"/>
                    <a:pt x="672" y="320"/>
                    <a:pt x="670" y="319"/>
                  </a:cubicBezTo>
                  <a:cubicBezTo>
                    <a:pt x="668" y="319"/>
                    <a:pt x="665" y="319"/>
                    <a:pt x="660" y="320"/>
                  </a:cubicBezTo>
                  <a:cubicBezTo>
                    <a:pt x="657" y="322"/>
                    <a:pt x="654" y="323"/>
                    <a:pt x="653" y="325"/>
                  </a:cubicBezTo>
                  <a:cubicBezTo>
                    <a:pt x="652" y="327"/>
                    <a:pt x="652" y="329"/>
                    <a:pt x="653" y="332"/>
                  </a:cubicBezTo>
                  <a:cubicBezTo>
                    <a:pt x="657" y="344"/>
                    <a:pt x="657" y="344"/>
                    <a:pt x="657" y="344"/>
                  </a:cubicBezTo>
                  <a:cubicBezTo>
                    <a:pt x="651" y="346"/>
                    <a:pt x="651" y="346"/>
                    <a:pt x="651" y="346"/>
                  </a:cubicBezTo>
                  <a:cubicBezTo>
                    <a:pt x="647" y="334"/>
                    <a:pt x="647" y="334"/>
                    <a:pt x="647" y="334"/>
                  </a:cubicBezTo>
                  <a:cubicBezTo>
                    <a:pt x="646" y="331"/>
                    <a:pt x="646" y="329"/>
                    <a:pt x="646" y="327"/>
                  </a:cubicBezTo>
                  <a:cubicBezTo>
                    <a:pt x="646" y="326"/>
                    <a:pt x="646" y="324"/>
                    <a:pt x="647" y="322"/>
                  </a:cubicBezTo>
                  <a:cubicBezTo>
                    <a:pt x="647" y="320"/>
                    <a:pt x="649" y="318"/>
                    <a:pt x="651" y="316"/>
                  </a:cubicBezTo>
                  <a:cubicBezTo>
                    <a:pt x="653" y="315"/>
                    <a:pt x="655" y="314"/>
                    <a:pt x="658" y="313"/>
                  </a:cubicBezTo>
                  <a:cubicBezTo>
                    <a:pt x="664" y="311"/>
                    <a:pt x="669" y="310"/>
                    <a:pt x="673" y="312"/>
                  </a:cubicBezTo>
                  <a:cubicBezTo>
                    <a:pt x="676" y="314"/>
                    <a:pt x="679" y="317"/>
                    <a:pt x="681" y="323"/>
                  </a:cubicBezTo>
                  <a:cubicBezTo>
                    <a:pt x="684" y="335"/>
                    <a:pt x="684" y="335"/>
                    <a:pt x="684" y="335"/>
                  </a:cubicBezTo>
                  <a:cubicBezTo>
                    <a:pt x="679" y="337"/>
                    <a:pt x="679" y="337"/>
                    <a:pt x="679" y="337"/>
                  </a:cubicBezTo>
                  <a:cubicBezTo>
                    <a:pt x="675" y="325"/>
                    <a:pt x="675" y="325"/>
                    <a:pt x="675" y="325"/>
                  </a:cubicBezTo>
                  <a:close/>
                  <a:moveTo>
                    <a:pt x="689" y="352"/>
                  </a:moveTo>
                  <a:cubicBezTo>
                    <a:pt x="675" y="354"/>
                    <a:pt x="675" y="354"/>
                    <a:pt x="675" y="354"/>
                  </a:cubicBezTo>
                  <a:cubicBezTo>
                    <a:pt x="677" y="368"/>
                    <a:pt x="677" y="368"/>
                    <a:pt x="677" y="368"/>
                  </a:cubicBezTo>
                  <a:cubicBezTo>
                    <a:pt x="691" y="365"/>
                    <a:pt x="691" y="365"/>
                    <a:pt x="691" y="365"/>
                  </a:cubicBezTo>
                  <a:cubicBezTo>
                    <a:pt x="692" y="373"/>
                    <a:pt x="692" y="373"/>
                    <a:pt x="692" y="373"/>
                  </a:cubicBezTo>
                  <a:cubicBezTo>
                    <a:pt x="658" y="379"/>
                    <a:pt x="658" y="379"/>
                    <a:pt x="658" y="379"/>
                  </a:cubicBezTo>
                  <a:cubicBezTo>
                    <a:pt x="656" y="372"/>
                    <a:pt x="656" y="372"/>
                    <a:pt x="656" y="372"/>
                  </a:cubicBezTo>
                  <a:cubicBezTo>
                    <a:pt x="671" y="369"/>
                    <a:pt x="671" y="369"/>
                    <a:pt x="671" y="369"/>
                  </a:cubicBezTo>
                  <a:cubicBezTo>
                    <a:pt x="669" y="355"/>
                    <a:pt x="669" y="355"/>
                    <a:pt x="669" y="355"/>
                  </a:cubicBezTo>
                  <a:cubicBezTo>
                    <a:pt x="654" y="358"/>
                    <a:pt x="654" y="358"/>
                    <a:pt x="654" y="358"/>
                  </a:cubicBezTo>
                  <a:cubicBezTo>
                    <a:pt x="653" y="351"/>
                    <a:pt x="653" y="351"/>
                    <a:pt x="653" y="351"/>
                  </a:cubicBezTo>
                  <a:cubicBezTo>
                    <a:pt x="687" y="344"/>
                    <a:pt x="687" y="344"/>
                    <a:pt x="687" y="344"/>
                  </a:cubicBezTo>
                  <a:cubicBezTo>
                    <a:pt x="689" y="352"/>
                    <a:pt x="689" y="352"/>
                    <a:pt x="689" y="352"/>
                  </a:cubicBezTo>
                  <a:close/>
                  <a:moveTo>
                    <a:pt x="695" y="386"/>
                  </a:moveTo>
                  <a:cubicBezTo>
                    <a:pt x="695" y="396"/>
                    <a:pt x="695" y="396"/>
                    <a:pt x="695" y="396"/>
                  </a:cubicBezTo>
                  <a:cubicBezTo>
                    <a:pt x="670" y="411"/>
                    <a:pt x="670" y="411"/>
                    <a:pt x="670" y="411"/>
                  </a:cubicBezTo>
                  <a:cubicBezTo>
                    <a:pt x="695" y="410"/>
                    <a:pt x="695" y="410"/>
                    <a:pt x="695" y="410"/>
                  </a:cubicBezTo>
                  <a:cubicBezTo>
                    <a:pt x="695" y="418"/>
                    <a:pt x="695" y="418"/>
                    <a:pt x="695" y="418"/>
                  </a:cubicBezTo>
                  <a:cubicBezTo>
                    <a:pt x="660" y="419"/>
                    <a:pt x="660" y="419"/>
                    <a:pt x="660" y="419"/>
                  </a:cubicBezTo>
                  <a:cubicBezTo>
                    <a:pt x="660" y="410"/>
                    <a:pt x="660" y="410"/>
                    <a:pt x="660" y="410"/>
                  </a:cubicBezTo>
                  <a:cubicBezTo>
                    <a:pt x="686" y="394"/>
                    <a:pt x="686" y="394"/>
                    <a:pt x="686" y="394"/>
                  </a:cubicBezTo>
                  <a:cubicBezTo>
                    <a:pt x="660" y="395"/>
                    <a:pt x="660" y="395"/>
                    <a:pt x="660" y="395"/>
                  </a:cubicBezTo>
                  <a:cubicBezTo>
                    <a:pt x="659" y="387"/>
                    <a:pt x="659" y="387"/>
                    <a:pt x="659" y="387"/>
                  </a:cubicBezTo>
                  <a:cubicBezTo>
                    <a:pt x="695" y="386"/>
                    <a:pt x="695" y="386"/>
                    <a:pt x="695" y="386"/>
                  </a:cubicBezTo>
                  <a:close/>
                  <a:moveTo>
                    <a:pt x="677" y="425"/>
                  </a:moveTo>
                  <a:cubicBezTo>
                    <a:pt x="683" y="426"/>
                    <a:pt x="688" y="428"/>
                    <a:pt x="690" y="431"/>
                  </a:cubicBezTo>
                  <a:cubicBezTo>
                    <a:pt x="693" y="434"/>
                    <a:pt x="694" y="439"/>
                    <a:pt x="693" y="445"/>
                  </a:cubicBezTo>
                  <a:cubicBezTo>
                    <a:pt x="692" y="451"/>
                    <a:pt x="690" y="455"/>
                    <a:pt x="687" y="458"/>
                  </a:cubicBezTo>
                  <a:cubicBezTo>
                    <a:pt x="684" y="460"/>
                    <a:pt x="679" y="461"/>
                    <a:pt x="673" y="460"/>
                  </a:cubicBezTo>
                  <a:cubicBezTo>
                    <a:pt x="667" y="459"/>
                    <a:pt x="662" y="457"/>
                    <a:pt x="660" y="454"/>
                  </a:cubicBezTo>
                  <a:cubicBezTo>
                    <a:pt x="657" y="451"/>
                    <a:pt x="656" y="446"/>
                    <a:pt x="657" y="440"/>
                  </a:cubicBezTo>
                  <a:cubicBezTo>
                    <a:pt x="657" y="434"/>
                    <a:pt x="659" y="430"/>
                    <a:pt x="663" y="427"/>
                  </a:cubicBezTo>
                  <a:cubicBezTo>
                    <a:pt x="666" y="425"/>
                    <a:pt x="671" y="424"/>
                    <a:pt x="677" y="425"/>
                  </a:cubicBezTo>
                  <a:close/>
                  <a:moveTo>
                    <a:pt x="687" y="444"/>
                  </a:moveTo>
                  <a:cubicBezTo>
                    <a:pt x="687" y="447"/>
                    <a:pt x="685" y="450"/>
                    <a:pt x="683" y="451"/>
                  </a:cubicBezTo>
                  <a:cubicBezTo>
                    <a:pt x="681" y="452"/>
                    <a:pt x="678" y="453"/>
                    <a:pt x="674" y="452"/>
                  </a:cubicBezTo>
                  <a:cubicBezTo>
                    <a:pt x="670" y="452"/>
                    <a:pt x="667" y="450"/>
                    <a:pt x="665" y="449"/>
                  </a:cubicBezTo>
                  <a:cubicBezTo>
                    <a:pt x="663" y="447"/>
                    <a:pt x="662" y="444"/>
                    <a:pt x="663" y="441"/>
                  </a:cubicBezTo>
                  <a:cubicBezTo>
                    <a:pt x="663" y="438"/>
                    <a:pt x="664" y="435"/>
                    <a:pt x="667" y="434"/>
                  </a:cubicBezTo>
                  <a:cubicBezTo>
                    <a:pt x="669" y="433"/>
                    <a:pt x="672" y="432"/>
                    <a:pt x="676" y="433"/>
                  </a:cubicBezTo>
                  <a:cubicBezTo>
                    <a:pt x="680" y="433"/>
                    <a:pt x="683" y="435"/>
                    <a:pt x="685" y="436"/>
                  </a:cubicBezTo>
                  <a:cubicBezTo>
                    <a:pt x="687" y="438"/>
                    <a:pt x="687" y="441"/>
                    <a:pt x="687" y="444"/>
                  </a:cubicBezTo>
                  <a:close/>
                  <a:moveTo>
                    <a:pt x="651" y="478"/>
                  </a:moveTo>
                  <a:cubicBezTo>
                    <a:pt x="652" y="474"/>
                    <a:pt x="653" y="472"/>
                    <a:pt x="654" y="471"/>
                  </a:cubicBezTo>
                  <a:cubicBezTo>
                    <a:pt x="655" y="469"/>
                    <a:pt x="656" y="468"/>
                    <a:pt x="658" y="467"/>
                  </a:cubicBezTo>
                  <a:cubicBezTo>
                    <a:pt x="659" y="466"/>
                    <a:pt x="661" y="466"/>
                    <a:pt x="662" y="465"/>
                  </a:cubicBezTo>
                  <a:cubicBezTo>
                    <a:pt x="664" y="465"/>
                    <a:pt x="666" y="466"/>
                    <a:pt x="669" y="466"/>
                  </a:cubicBezTo>
                  <a:cubicBezTo>
                    <a:pt x="689" y="471"/>
                    <a:pt x="689" y="471"/>
                    <a:pt x="689" y="471"/>
                  </a:cubicBezTo>
                  <a:cubicBezTo>
                    <a:pt x="687" y="478"/>
                    <a:pt x="687" y="478"/>
                    <a:pt x="687" y="478"/>
                  </a:cubicBezTo>
                  <a:cubicBezTo>
                    <a:pt x="667" y="474"/>
                    <a:pt x="667" y="474"/>
                    <a:pt x="667" y="474"/>
                  </a:cubicBezTo>
                  <a:cubicBezTo>
                    <a:pt x="665" y="473"/>
                    <a:pt x="664" y="473"/>
                    <a:pt x="663" y="473"/>
                  </a:cubicBezTo>
                  <a:cubicBezTo>
                    <a:pt x="662" y="473"/>
                    <a:pt x="661" y="473"/>
                    <a:pt x="661" y="473"/>
                  </a:cubicBezTo>
                  <a:cubicBezTo>
                    <a:pt x="660" y="474"/>
                    <a:pt x="659" y="475"/>
                    <a:pt x="658" y="475"/>
                  </a:cubicBezTo>
                  <a:cubicBezTo>
                    <a:pt x="658" y="476"/>
                    <a:pt x="657" y="478"/>
                    <a:pt x="657" y="480"/>
                  </a:cubicBezTo>
                  <a:cubicBezTo>
                    <a:pt x="655" y="488"/>
                    <a:pt x="655" y="488"/>
                    <a:pt x="655" y="488"/>
                  </a:cubicBezTo>
                  <a:cubicBezTo>
                    <a:pt x="649" y="487"/>
                    <a:pt x="649" y="487"/>
                    <a:pt x="649" y="487"/>
                  </a:cubicBezTo>
                  <a:cubicBezTo>
                    <a:pt x="651" y="478"/>
                    <a:pt x="651" y="478"/>
                    <a:pt x="651" y="478"/>
                  </a:cubicBezTo>
                  <a:close/>
                  <a:moveTo>
                    <a:pt x="667" y="494"/>
                  </a:moveTo>
                  <a:cubicBezTo>
                    <a:pt x="672" y="496"/>
                    <a:pt x="676" y="499"/>
                    <a:pt x="678" y="503"/>
                  </a:cubicBezTo>
                  <a:cubicBezTo>
                    <a:pt x="679" y="507"/>
                    <a:pt x="679" y="512"/>
                    <a:pt x="677" y="517"/>
                  </a:cubicBezTo>
                  <a:cubicBezTo>
                    <a:pt x="675" y="523"/>
                    <a:pt x="671" y="526"/>
                    <a:pt x="668" y="528"/>
                  </a:cubicBezTo>
                  <a:cubicBezTo>
                    <a:pt x="664" y="529"/>
                    <a:pt x="659" y="529"/>
                    <a:pt x="653" y="527"/>
                  </a:cubicBezTo>
                  <a:cubicBezTo>
                    <a:pt x="647" y="524"/>
                    <a:pt x="644" y="521"/>
                    <a:pt x="642" y="517"/>
                  </a:cubicBezTo>
                  <a:cubicBezTo>
                    <a:pt x="640" y="513"/>
                    <a:pt x="641" y="509"/>
                    <a:pt x="643" y="503"/>
                  </a:cubicBezTo>
                  <a:cubicBezTo>
                    <a:pt x="645" y="497"/>
                    <a:pt x="648" y="494"/>
                    <a:pt x="652" y="492"/>
                  </a:cubicBezTo>
                  <a:cubicBezTo>
                    <a:pt x="656" y="491"/>
                    <a:pt x="661" y="491"/>
                    <a:pt x="667" y="494"/>
                  </a:cubicBezTo>
                  <a:close/>
                  <a:moveTo>
                    <a:pt x="671" y="515"/>
                  </a:moveTo>
                  <a:cubicBezTo>
                    <a:pt x="670" y="518"/>
                    <a:pt x="668" y="520"/>
                    <a:pt x="666" y="520"/>
                  </a:cubicBezTo>
                  <a:cubicBezTo>
                    <a:pt x="663" y="521"/>
                    <a:pt x="660" y="521"/>
                    <a:pt x="656" y="519"/>
                  </a:cubicBezTo>
                  <a:cubicBezTo>
                    <a:pt x="652" y="517"/>
                    <a:pt x="650" y="516"/>
                    <a:pt x="649" y="513"/>
                  </a:cubicBezTo>
                  <a:cubicBezTo>
                    <a:pt x="647" y="511"/>
                    <a:pt x="647" y="508"/>
                    <a:pt x="648" y="505"/>
                  </a:cubicBezTo>
                  <a:cubicBezTo>
                    <a:pt x="650" y="502"/>
                    <a:pt x="651" y="500"/>
                    <a:pt x="654" y="500"/>
                  </a:cubicBezTo>
                  <a:cubicBezTo>
                    <a:pt x="656" y="499"/>
                    <a:pt x="660" y="500"/>
                    <a:pt x="664" y="501"/>
                  </a:cubicBezTo>
                  <a:cubicBezTo>
                    <a:pt x="667" y="503"/>
                    <a:pt x="670" y="505"/>
                    <a:pt x="671" y="507"/>
                  </a:cubicBezTo>
                  <a:cubicBezTo>
                    <a:pt x="672" y="509"/>
                    <a:pt x="672" y="512"/>
                    <a:pt x="671" y="515"/>
                  </a:cubicBezTo>
                  <a:close/>
                  <a:moveTo>
                    <a:pt x="641" y="544"/>
                  </a:moveTo>
                  <a:cubicBezTo>
                    <a:pt x="646" y="547"/>
                    <a:pt x="646" y="547"/>
                    <a:pt x="646" y="547"/>
                  </a:cubicBezTo>
                  <a:cubicBezTo>
                    <a:pt x="637" y="562"/>
                    <a:pt x="637" y="562"/>
                    <a:pt x="637" y="562"/>
                  </a:cubicBezTo>
                  <a:cubicBezTo>
                    <a:pt x="619" y="552"/>
                    <a:pt x="619" y="552"/>
                    <a:pt x="619" y="552"/>
                  </a:cubicBezTo>
                  <a:cubicBezTo>
                    <a:pt x="628" y="538"/>
                    <a:pt x="628" y="538"/>
                    <a:pt x="628" y="538"/>
                  </a:cubicBezTo>
                  <a:cubicBezTo>
                    <a:pt x="629" y="535"/>
                    <a:pt x="631" y="533"/>
                    <a:pt x="632" y="532"/>
                  </a:cubicBezTo>
                  <a:cubicBezTo>
                    <a:pt x="633" y="531"/>
                    <a:pt x="634" y="530"/>
                    <a:pt x="636" y="530"/>
                  </a:cubicBezTo>
                  <a:cubicBezTo>
                    <a:pt x="638" y="529"/>
                    <a:pt x="641" y="529"/>
                    <a:pt x="643" y="529"/>
                  </a:cubicBezTo>
                  <a:cubicBezTo>
                    <a:pt x="645" y="529"/>
                    <a:pt x="648" y="530"/>
                    <a:pt x="651" y="532"/>
                  </a:cubicBezTo>
                  <a:cubicBezTo>
                    <a:pt x="656" y="535"/>
                    <a:pt x="659" y="539"/>
                    <a:pt x="661" y="543"/>
                  </a:cubicBezTo>
                  <a:cubicBezTo>
                    <a:pt x="662" y="547"/>
                    <a:pt x="661" y="551"/>
                    <a:pt x="658" y="556"/>
                  </a:cubicBezTo>
                  <a:cubicBezTo>
                    <a:pt x="650" y="570"/>
                    <a:pt x="650" y="570"/>
                    <a:pt x="650" y="570"/>
                  </a:cubicBezTo>
                  <a:cubicBezTo>
                    <a:pt x="644" y="567"/>
                    <a:pt x="644" y="567"/>
                    <a:pt x="644" y="567"/>
                  </a:cubicBezTo>
                  <a:cubicBezTo>
                    <a:pt x="653" y="553"/>
                    <a:pt x="653" y="553"/>
                    <a:pt x="653" y="553"/>
                  </a:cubicBezTo>
                  <a:cubicBezTo>
                    <a:pt x="654" y="550"/>
                    <a:pt x="654" y="548"/>
                    <a:pt x="654" y="546"/>
                  </a:cubicBezTo>
                  <a:cubicBezTo>
                    <a:pt x="653" y="544"/>
                    <a:pt x="650" y="542"/>
                    <a:pt x="647" y="539"/>
                  </a:cubicBezTo>
                  <a:cubicBezTo>
                    <a:pt x="644" y="537"/>
                    <a:pt x="641" y="537"/>
                    <a:pt x="639" y="537"/>
                  </a:cubicBezTo>
                  <a:cubicBezTo>
                    <a:pt x="636" y="537"/>
                    <a:pt x="635" y="538"/>
                    <a:pt x="633" y="541"/>
                  </a:cubicBezTo>
                  <a:cubicBezTo>
                    <a:pt x="629" y="548"/>
                    <a:pt x="629" y="548"/>
                    <a:pt x="629" y="548"/>
                  </a:cubicBezTo>
                  <a:cubicBezTo>
                    <a:pt x="636" y="553"/>
                    <a:pt x="636" y="553"/>
                    <a:pt x="636" y="553"/>
                  </a:cubicBezTo>
                  <a:cubicBezTo>
                    <a:pt x="641" y="544"/>
                    <a:pt x="641" y="544"/>
                    <a:pt x="641" y="544"/>
                  </a:cubicBezTo>
                  <a:close/>
                  <a:moveTo>
                    <a:pt x="648" y="574"/>
                  </a:moveTo>
                  <a:cubicBezTo>
                    <a:pt x="643" y="581"/>
                    <a:pt x="643" y="581"/>
                    <a:pt x="643" y="581"/>
                  </a:cubicBezTo>
                  <a:cubicBezTo>
                    <a:pt x="627" y="580"/>
                    <a:pt x="627" y="580"/>
                    <a:pt x="627" y="580"/>
                  </a:cubicBezTo>
                  <a:cubicBezTo>
                    <a:pt x="632" y="595"/>
                    <a:pt x="632" y="595"/>
                    <a:pt x="632" y="595"/>
                  </a:cubicBezTo>
                  <a:cubicBezTo>
                    <a:pt x="627" y="602"/>
                    <a:pt x="627" y="602"/>
                    <a:pt x="627" y="602"/>
                  </a:cubicBezTo>
                  <a:cubicBezTo>
                    <a:pt x="619" y="579"/>
                    <a:pt x="619" y="579"/>
                    <a:pt x="619" y="579"/>
                  </a:cubicBezTo>
                  <a:cubicBezTo>
                    <a:pt x="607" y="570"/>
                    <a:pt x="607" y="570"/>
                    <a:pt x="607" y="570"/>
                  </a:cubicBezTo>
                  <a:cubicBezTo>
                    <a:pt x="611" y="564"/>
                    <a:pt x="611" y="564"/>
                    <a:pt x="611" y="564"/>
                  </a:cubicBezTo>
                  <a:cubicBezTo>
                    <a:pt x="624" y="573"/>
                    <a:pt x="624" y="573"/>
                    <a:pt x="624" y="573"/>
                  </a:cubicBezTo>
                  <a:cubicBezTo>
                    <a:pt x="648" y="574"/>
                    <a:pt x="648" y="574"/>
                    <a:pt x="648" y="574"/>
                  </a:cubicBezTo>
                  <a:close/>
                  <a:moveTo>
                    <a:pt x="264" y="535"/>
                  </a:moveTo>
                  <a:cubicBezTo>
                    <a:pt x="392" y="535"/>
                    <a:pt x="392" y="535"/>
                    <a:pt x="392" y="535"/>
                  </a:cubicBezTo>
                  <a:cubicBezTo>
                    <a:pt x="401" y="536"/>
                    <a:pt x="400" y="566"/>
                    <a:pt x="392" y="565"/>
                  </a:cubicBezTo>
                  <a:cubicBezTo>
                    <a:pt x="264" y="565"/>
                    <a:pt x="264" y="565"/>
                    <a:pt x="264" y="565"/>
                  </a:cubicBezTo>
                  <a:cubicBezTo>
                    <a:pt x="275" y="565"/>
                    <a:pt x="276" y="536"/>
                    <a:pt x="264" y="535"/>
                  </a:cubicBezTo>
                  <a:close/>
                  <a:moveTo>
                    <a:pt x="550" y="535"/>
                  </a:moveTo>
                  <a:cubicBezTo>
                    <a:pt x="538" y="536"/>
                    <a:pt x="539" y="565"/>
                    <a:pt x="550" y="565"/>
                  </a:cubicBezTo>
                  <a:cubicBezTo>
                    <a:pt x="421" y="565"/>
                    <a:pt x="421" y="565"/>
                    <a:pt x="421" y="565"/>
                  </a:cubicBezTo>
                  <a:cubicBezTo>
                    <a:pt x="413" y="566"/>
                    <a:pt x="412" y="536"/>
                    <a:pt x="421" y="535"/>
                  </a:cubicBezTo>
                  <a:cubicBezTo>
                    <a:pt x="550" y="535"/>
                    <a:pt x="550" y="535"/>
                    <a:pt x="550" y="535"/>
                  </a:cubicBezTo>
                  <a:close/>
                  <a:moveTo>
                    <a:pt x="495" y="212"/>
                  </a:moveTo>
                  <a:cubicBezTo>
                    <a:pt x="495" y="260"/>
                    <a:pt x="495" y="260"/>
                    <a:pt x="495" y="260"/>
                  </a:cubicBezTo>
                  <a:cubicBezTo>
                    <a:pt x="481" y="257"/>
                    <a:pt x="469" y="266"/>
                    <a:pt x="462" y="280"/>
                  </a:cubicBezTo>
                  <a:cubicBezTo>
                    <a:pt x="462" y="449"/>
                    <a:pt x="462" y="449"/>
                    <a:pt x="462" y="449"/>
                  </a:cubicBezTo>
                  <a:cubicBezTo>
                    <a:pt x="493" y="439"/>
                    <a:pt x="510" y="421"/>
                    <a:pt x="516" y="396"/>
                  </a:cubicBezTo>
                  <a:cubicBezTo>
                    <a:pt x="519" y="389"/>
                    <a:pt x="519" y="377"/>
                    <a:pt x="514" y="358"/>
                  </a:cubicBezTo>
                  <a:cubicBezTo>
                    <a:pt x="501" y="332"/>
                    <a:pt x="486" y="324"/>
                    <a:pt x="477" y="327"/>
                  </a:cubicBezTo>
                  <a:cubicBezTo>
                    <a:pt x="477" y="278"/>
                    <a:pt x="477" y="278"/>
                    <a:pt x="477" y="278"/>
                  </a:cubicBezTo>
                  <a:cubicBezTo>
                    <a:pt x="516" y="281"/>
                    <a:pt x="552" y="305"/>
                    <a:pt x="562" y="357"/>
                  </a:cubicBezTo>
                  <a:cubicBezTo>
                    <a:pt x="570" y="390"/>
                    <a:pt x="562" y="422"/>
                    <a:pt x="545" y="449"/>
                  </a:cubicBezTo>
                  <a:cubicBezTo>
                    <a:pt x="523" y="472"/>
                    <a:pt x="499" y="491"/>
                    <a:pt x="462" y="497"/>
                  </a:cubicBezTo>
                  <a:cubicBezTo>
                    <a:pt x="462" y="514"/>
                    <a:pt x="462" y="514"/>
                    <a:pt x="462" y="514"/>
                  </a:cubicBezTo>
                  <a:cubicBezTo>
                    <a:pt x="413" y="514"/>
                    <a:pt x="413" y="514"/>
                    <a:pt x="413" y="514"/>
                  </a:cubicBezTo>
                  <a:cubicBezTo>
                    <a:pt x="413" y="274"/>
                    <a:pt x="413" y="274"/>
                    <a:pt x="413" y="274"/>
                  </a:cubicBezTo>
                  <a:cubicBezTo>
                    <a:pt x="425" y="233"/>
                    <a:pt x="453" y="213"/>
                    <a:pt x="495" y="212"/>
                  </a:cubicBezTo>
                  <a:close/>
                  <a:moveTo>
                    <a:pt x="316" y="212"/>
                  </a:moveTo>
                  <a:cubicBezTo>
                    <a:pt x="358" y="213"/>
                    <a:pt x="386" y="233"/>
                    <a:pt x="398" y="274"/>
                  </a:cubicBezTo>
                  <a:cubicBezTo>
                    <a:pt x="398" y="514"/>
                    <a:pt x="398" y="514"/>
                    <a:pt x="398" y="514"/>
                  </a:cubicBezTo>
                  <a:cubicBezTo>
                    <a:pt x="349" y="514"/>
                    <a:pt x="349" y="514"/>
                    <a:pt x="349" y="514"/>
                  </a:cubicBezTo>
                  <a:cubicBezTo>
                    <a:pt x="349" y="497"/>
                    <a:pt x="349" y="497"/>
                    <a:pt x="349" y="497"/>
                  </a:cubicBezTo>
                  <a:cubicBezTo>
                    <a:pt x="312" y="491"/>
                    <a:pt x="288" y="472"/>
                    <a:pt x="267" y="449"/>
                  </a:cubicBezTo>
                  <a:cubicBezTo>
                    <a:pt x="249" y="422"/>
                    <a:pt x="241" y="390"/>
                    <a:pt x="249" y="357"/>
                  </a:cubicBezTo>
                  <a:cubicBezTo>
                    <a:pt x="259" y="305"/>
                    <a:pt x="295" y="281"/>
                    <a:pt x="334" y="278"/>
                  </a:cubicBezTo>
                  <a:cubicBezTo>
                    <a:pt x="334" y="327"/>
                    <a:pt x="334" y="327"/>
                    <a:pt x="334" y="327"/>
                  </a:cubicBezTo>
                  <a:cubicBezTo>
                    <a:pt x="325" y="324"/>
                    <a:pt x="310" y="332"/>
                    <a:pt x="297" y="358"/>
                  </a:cubicBezTo>
                  <a:cubicBezTo>
                    <a:pt x="292" y="377"/>
                    <a:pt x="292" y="389"/>
                    <a:pt x="295" y="396"/>
                  </a:cubicBezTo>
                  <a:cubicBezTo>
                    <a:pt x="302" y="421"/>
                    <a:pt x="318" y="439"/>
                    <a:pt x="349" y="449"/>
                  </a:cubicBezTo>
                  <a:cubicBezTo>
                    <a:pt x="349" y="280"/>
                    <a:pt x="349" y="280"/>
                    <a:pt x="349" y="280"/>
                  </a:cubicBezTo>
                  <a:cubicBezTo>
                    <a:pt x="343" y="266"/>
                    <a:pt x="330" y="257"/>
                    <a:pt x="316" y="260"/>
                  </a:cubicBezTo>
                  <a:cubicBezTo>
                    <a:pt x="316" y="212"/>
                    <a:pt x="316" y="212"/>
                    <a:pt x="316" y="212"/>
                  </a:cubicBezTo>
                  <a:close/>
                  <a:moveTo>
                    <a:pt x="249" y="587"/>
                  </a:moveTo>
                  <a:cubicBezTo>
                    <a:pt x="567" y="587"/>
                    <a:pt x="567" y="587"/>
                    <a:pt x="567" y="587"/>
                  </a:cubicBezTo>
                  <a:cubicBezTo>
                    <a:pt x="567" y="615"/>
                    <a:pt x="567" y="615"/>
                    <a:pt x="567" y="615"/>
                  </a:cubicBezTo>
                  <a:cubicBezTo>
                    <a:pt x="249" y="615"/>
                    <a:pt x="249" y="615"/>
                    <a:pt x="249" y="615"/>
                  </a:cubicBezTo>
                  <a:lnTo>
                    <a:pt x="249" y="587"/>
                  </a:lnTo>
                  <a:close/>
                </a:path>
              </a:pathLst>
            </a:custGeom>
            <a:solidFill>
              <a:srgbClr val="B600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</p:grp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xfrm>
            <a:off x="481990" y="670551"/>
            <a:ext cx="8340997" cy="882720"/>
          </a:xfrm>
        </p:spPr>
        <p:txBody>
          <a:bodyPr>
            <a:normAutofit/>
          </a:bodyPr>
          <a:lstStyle>
            <a:lvl1pPr marL="0" algn="l" defTabSz="914400" rtl="0" eaLnBrk="1" latinLnBrk="0" hangingPunct="1">
              <a:defRPr lang="zh-CN" altLang="en-US" sz="3600" kern="1200" dirty="0">
                <a:solidFill>
                  <a:schemeClr val="tx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0A6BC-0899-4D80-8A1E-DCD329887E22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DD81B-ADF2-4E81-89E9-715225DDC3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C0B63-345B-4ECE-96D4-95892A61F48D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DD81B-ADF2-4E81-89E9-715225DDC3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6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205322" y="152400"/>
            <a:ext cx="11852476" cy="65871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169762" y="1126766"/>
            <a:ext cx="11852476" cy="54607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schemeClr val="bg1">
                <a:lumMod val="6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676fecc8-5938-4c2a-98aa-ea8df123951c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 userDrawn="1">
            <p:custDataLst>
              <p:tags r:id="rId2"/>
            </p:custDataLst>
          </p:nvPr>
        </p:nvGrpSpPr>
        <p:grpSpPr>
          <a:xfrm>
            <a:off x="396240" y="270441"/>
            <a:ext cx="1737360" cy="471466"/>
            <a:chOff x="2647449" y="2492374"/>
            <a:chExt cx="6897103" cy="1871663"/>
          </a:xfrm>
        </p:grpSpPr>
        <p:sp>
          <p:nvSpPr>
            <p:cNvPr id="8" name="íšľíḑe"/>
            <p:cNvSpPr/>
            <p:nvPr userDrawn="1"/>
          </p:nvSpPr>
          <p:spPr bwMode="auto">
            <a:xfrm>
              <a:off x="4864297" y="2650172"/>
              <a:ext cx="4625464" cy="1089247"/>
            </a:xfrm>
            <a:custGeom>
              <a:avLst/>
              <a:gdLst>
                <a:gd name="T0" fmla="*/ 1846 w 2033"/>
                <a:gd name="T1" fmla="*/ 379 h 478"/>
                <a:gd name="T2" fmla="*/ 1836 w 2033"/>
                <a:gd name="T3" fmla="*/ 368 h 478"/>
                <a:gd name="T4" fmla="*/ 1932 w 2033"/>
                <a:gd name="T5" fmla="*/ 256 h 478"/>
                <a:gd name="T6" fmla="*/ 1958 w 2033"/>
                <a:gd name="T7" fmla="*/ 124 h 478"/>
                <a:gd name="T8" fmla="*/ 1868 w 2033"/>
                <a:gd name="T9" fmla="*/ 215 h 478"/>
                <a:gd name="T10" fmla="*/ 1814 w 2033"/>
                <a:gd name="T11" fmla="*/ 242 h 478"/>
                <a:gd name="T12" fmla="*/ 1796 w 2033"/>
                <a:gd name="T13" fmla="*/ 130 h 478"/>
                <a:gd name="T14" fmla="*/ 1834 w 2033"/>
                <a:gd name="T15" fmla="*/ 154 h 478"/>
                <a:gd name="T16" fmla="*/ 1859 w 2033"/>
                <a:gd name="T17" fmla="*/ 124 h 478"/>
                <a:gd name="T18" fmla="*/ 1944 w 2033"/>
                <a:gd name="T19" fmla="*/ 46 h 478"/>
                <a:gd name="T20" fmla="*/ 2022 w 2033"/>
                <a:gd name="T21" fmla="*/ 84 h 478"/>
                <a:gd name="T22" fmla="*/ 1892 w 2033"/>
                <a:gd name="T23" fmla="*/ 315 h 478"/>
                <a:gd name="T24" fmla="*/ 1927 w 2033"/>
                <a:gd name="T25" fmla="*/ 338 h 478"/>
                <a:gd name="T26" fmla="*/ 2 w 2033"/>
                <a:gd name="T27" fmla="*/ 449 h 478"/>
                <a:gd name="T28" fmla="*/ 236 w 2033"/>
                <a:gd name="T29" fmla="*/ 99 h 478"/>
                <a:gd name="T30" fmla="*/ 119 w 2033"/>
                <a:gd name="T31" fmla="*/ 112 h 478"/>
                <a:gd name="T32" fmla="*/ 276 w 2033"/>
                <a:gd name="T33" fmla="*/ 88 h 478"/>
                <a:gd name="T34" fmla="*/ 237 w 2033"/>
                <a:gd name="T35" fmla="*/ 157 h 478"/>
                <a:gd name="T36" fmla="*/ 341 w 2033"/>
                <a:gd name="T37" fmla="*/ 184 h 478"/>
                <a:gd name="T38" fmla="*/ 308 w 2033"/>
                <a:gd name="T39" fmla="*/ 295 h 478"/>
                <a:gd name="T40" fmla="*/ 253 w 2033"/>
                <a:gd name="T41" fmla="*/ 338 h 478"/>
                <a:gd name="T42" fmla="*/ 133 w 2033"/>
                <a:gd name="T43" fmla="*/ 427 h 478"/>
                <a:gd name="T44" fmla="*/ 154 w 2033"/>
                <a:gd name="T45" fmla="*/ 285 h 478"/>
                <a:gd name="T46" fmla="*/ 1171 w 2033"/>
                <a:gd name="T47" fmla="*/ 371 h 478"/>
                <a:gd name="T48" fmla="*/ 1168 w 2033"/>
                <a:gd name="T49" fmla="*/ 314 h 478"/>
                <a:gd name="T50" fmla="*/ 1220 w 2033"/>
                <a:gd name="T51" fmla="*/ 245 h 478"/>
                <a:gd name="T52" fmla="*/ 1055 w 2033"/>
                <a:gd name="T53" fmla="*/ 234 h 478"/>
                <a:gd name="T54" fmla="*/ 1168 w 2033"/>
                <a:gd name="T55" fmla="*/ 165 h 478"/>
                <a:gd name="T56" fmla="*/ 1198 w 2033"/>
                <a:gd name="T57" fmla="*/ 87 h 478"/>
                <a:gd name="T58" fmla="*/ 1204 w 2033"/>
                <a:gd name="T59" fmla="*/ 161 h 478"/>
                <a:gd name="T60" fmla="*/ 1283 w 2033"/>
                <a:gd name="T61" fmla="*/ 170 h 478"/>
                <a:gd name="T62" fmla="*/ 1235 w 2033"/>
                <a:gd name="T63" fmla="*/ 256 h 478"/>
                <a:gd name="T64" fmla="*/ 1220 w 2033"/>
                <a:gd name="T65" fmla="*/ 318 h 478"/>
                <a:gd name="T66" fmla="*/ 405 w 2033"/>
                <a:gd name="T67" fmla="*/ 412 h 478"/>
                <a:gd name="T68" fmla="*/ 434 w 2033"/>
                <a:gd name="T69" fmla="*/ 422 h 478"/>
                <a:gd name="T70" fmla="*/ 574 w 2033"/>
                <a:gd name="T71" fmla="*/ 413 h 478"/>
                <a:gd name="T72" fmla="*/ 578 w 2033"/>
                <a:gd name="T73" fmla="*/ 255 h 478"/>
                <a:gd name="T74" fmla="*/ 638 w 2033"/>
                <a:gd name="T75" fmla="*/ 104 h 478"/>
                <a:gd name="T76" fmla="*/ 466 w 2033"/>
                <a:gd name="T77" fmla="*/ 159 h 478"/>
                <a:gd name="T78" fmla="*/ 535 w 2033"/>
                <a:gd name="T79" fmla="*/ 201 h 478"/>
                <a:gd name="T80" fmla="*/ 499 w 2033"/>
                <a:gd name="T81" fmla="*/ 257 h 478"/>
                <a:gd name="T82" fmla="*/ 556 w 2033"/>
                <a:gd name="T83" fmla="*/ 225 h 478"/>
                <a:gd name="T84" fmla="*/ 531 w 2033"/>
                <a:gd name="T85" fmla="*/ 386 h 478"/>
                <a:gd name="T86" fmla="*/ 1609 w 2033"/>
                <a:gd name="T87" fmla="*/ 256 h 478"/>
                <a:gd name="T88" fmla="*/ 1562 w 2033"/>
                <a:gd name="T89" fmla="*/ 107 h 478"/>
                <a:gd name="T90" fmla="*/ 1556 w 2033"/>
                <a:gd name="T91" fmla="*/ 279 h 478"/>
                <a:gd name="T92" fmla="*/ 324 w 2033"/>
                <a:gd name="T93" fmla="*/ 382 h 478"/>
                <a:gd name="T94" fmla="*/ 1283 w 2033"/>
                <a:gd name="T95" fmla="*/ 389 h 478"/>
                <a:gd name="T96" fmla="*/ 1184 w 2033"/>
                <a:gd name="T97" fmla="*/ 385 h 478"/>
                <a:gd name="T98" fmla="*/ 731 w 2033"/>
                <a:gd name="T99" fmla="*/ 348 h 478"/>
                <a:gd name="T100" fmla="*/ 913 w 2033"/>
                <a:gd name="T101" fmla="*/ 256 h 478"/>
                <a:gd name="T102" fmla="*/ 838 w 2033"/>
                <a:gd name="T103" fmla="*/ 191 h 478"/>
                <a:gd name="T104" fmla="*/ 957 w 2033"/>
                <a:gd name="T105" fmla="*/ 243 h 478"/>
                <a:gd name="T106" fmla="*/ 875 w 2033"/>
                <a:gd name="T107" fmla="*/ 347 h 478"/>
                <a:gd name="T108" fmla="*/ 229 w 2033"/>
                <a:gd name="T109" fmla="*/ 334 h 478"/>
                <a:gd name="T110" fmla="*/ 208 w 2033"/>
                <a:gd name="T111" fmla="*/ 302 h 478"/>
                <a:gd name="T112" fmla="*/ 190 w 2033"/>
                <a:gd name="T113" fmla="*/ 339 h 478"/>
                <a:gd name="T114" fmla="*/ 651 w 2033"/>
                <a:gd name="T115" fmla="*/ 339 h 478"/>
                <a:gd name="T116" fmla="*/ 149 w 2033"/>
                <a:gd name="T117" fmla="*/ 244 h 478"/>
                <a:gd name="T118" fmla="*/ 1847 w 2033"/>
                <a:gd name="T119" fmla="*/ 174 h 478"/>
                <a:gd name="T120" fmla="*/ 1907 w 2033"/>
                <a:gd name="T121" fmla="*/ 189 h 478"/>
                <a:gd name="T122" fmla="*/ 583 w 2033"/>
                <a:gd name="T123" fmla="*/ 131 h 478"/>
                <a:gd name="T124" fmla="*/ 209 w 2033"/>
                <a:gd name="T125" fmla="*/ 19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033" h="478">
                  <a:moveTo>
                    <a:pt x="1888" y="478"/>
                  </a:moveTo>
                  <a:cubicBezTo>
                    <a:pt x="1854" y="462"/>
                    <a:pt x="1854" y="462"/>
                    <a:pt x="1854" y="462"/>
                  </a:cubicBezTo>
                  <a:cubicBezTo>
                    <a:pt x="1854" y="462"/>
                    <a:pt x="1854" y="462"/>
                    <a:pt x="1854" y="462"/>
                  </a:cubicBezTo>
                  <a:cubicBezTo>
                    <a:pt x="1851" y="463"/>
                    <a:pt x="1851" y="463"/>
                    <a:pt x="1851" y="463"/>
                  </a:cubicBezTo>
                  <a:cubicBezTo>
                    <a:pt x="1851" y="463"/>
                    <a:pt x="1851" y="463"/>
                    <a:pt x="1851" y="463"/>
                  </a:cubicBezTo>
                  <a:cubicBezTo>
                    <a:pt x="1849" y="463"/>
                    <a:pt x="1849" y="463"/>
                    <a:pt x="1849" y="463"/>
                  </a:cubicBezTo>
                  <a:cubicBezTo>
                    <a:pt x="1849" y="463"/>
                    <a:pt x="1849" y="463"/>
                    <a:pt x="1849" y="463"/>
                  </a:cubicBezTo>
                  <a:cubicBezTo>
                    <a:pt x="1846" y="463"/>
                    <a:pt x="1846" y="463"/>
                    <a:pt x="1846" y="463"/>
                  </a:cubicBezTo>
                  <a:cubicBezTo>
                    <a:pt x="1846" y="463"/>
                    <a:pt x="1846" y="463"/>
                    <a:pt x="1846" y="463"/>
                  </a:cubicBezTo>
                  <a:cubicBezTo>
                    <a:pt x="1844" y="462"/>
                    <a:pt x="1844" y="462"/>
                    <a:pt x="1844" y="462"/>
                  </a:cubicBezTo>
                  <a:cubicBezTo>
                    <a:pt x="1844" y="462"/>
                    <a:pt x="1844" y="462"/>
                    <a:pt x="1844" y="462"/>
                  </a:cubicBezTo>
                  <a:cubicBezTo>
                    <a:pt x="1841" y="462"/>
                    <a:pt x="1841" y="462"/>
                    <a:pt x="1841" y="462"/>
                  </a:cubicBezTo>
                  <a:cubicBezTo>
                    <a:pt x="1841" y="462"/>
                    <a:pt x="1841" y="462"/>
                    <a:pt x="1841" y="462"/>
                  </a:cubicBezTo>
                  <a:cubicBezTo>
                    <a:pt x="1838" y="462"/>
                    <a:pt x="1838" y="462"/>
                    <a:pt x="1838" y="462"/>
                  </a:cubicBezTo>
                  <a:cubicBezTo>
                    <a:pt x="1838" y="462"/>
                    <a:pt x="1838" y="462"/>
                    <a:pt x="1838" y="462"/>
                  </a:cubicBezTo>
                  <a:cubicBezTo>
                    <a:pt x="1835" y="462"/>
                    <a:pt x="1835" y="462"/>
                    <a:pt x="1835" y="462"/>
                  </a:cubicBezTo>
                  <a:cubicBezTo>
                    <a:pt x="1835" y="462"/>
                    <a:pt x="1835" y="462"/>
                    <a:pt x="1835" y="462"/>
                  </a:cubicBezTo>
                  <a:cubicBezTo>
                    <a:pt x="1833" y="462"/>
                    <a:pt x="1833" y="462"/>
                    <a:pt x="1833" y="462"/>
                  </a:cubicBezTo>
                  <a:cubicBezTo>
                    <a:pt x="1833" y="462"/>
                    <a:pt x="1833" y="462"/>
                    <a:pt x="1833" y="462"/>
                  </a:cubicBezTo>
                  <a:cubicBezTo>
                    <a:pt x="1829" y="460"/>
                    <a:pt x="1829" y="460"/>
                    <a:pt x="1829" y="460"/>
                  </a:cubicBezTo>
                  <a:cubicBezTo>
                    <a:pt x="1829" y="460"/>
                    <a:pt x="1829" y="460"/>
                    <a:pt x="1829" y="460"/>
                  </a:cubicBezTo>
                  <a:cubicBezTo>
                    <a:pt x="1827" y="460"/>
                    <a:pt x="1827" y="460"/>
                    <a:pt x="1827" y="460"/>
                  </a:cubicBezTo>
                  <a:cubicBezTo>
                    <a:pt x="1827" y="460"/>
                    <a:pt x="1827" y="460"/>
                    <a:pt x="1827" y="460"/>
                  </a:cubicBezTo>
                  <a:cubicBezTo>
                    <a:pt x="1827" y="460"/>
                    <a:pt x="1827" y="460"/>
                    <a:pt x="1827" y="460"/>
                  </a:cubicBezTo>
                  <a:cubicBezTo>
                    <a:pt x="1827" y="460"/>
                    <a:pt x="1827" y="460"/>
                    <a:pt x="1827" y="460"/>
                  </a:cubicBezTo>
                  <a:cubicBezTo>
                    <a:pt x="1827" y="459"/>
                    <a:pt x="1827" y="459"/>
                    <a:pt x="1827" y="459"/>
                  </a:cubicBezTo>
                  <a:cubicBezTo>
                    <a:pt x="1827" y="459"/>
                    <a:pt x="1827" y="459"/>
                    <a:pt x="1827" y="459"/>
                  </a:cubicBezTo>
                  <a:cubicBezTo>
                    <a:pt x="1827" y="457"/>
                    <a:pt x="1827" y="457"/>
                    <a:pt x="1827" y="457"/>
                  </a:cubicBezTo>
                  <a:cubicBezTo>
                    <a:pt x="1827" y="457"/>
                    <a:pt x="1827" y="457"/>
                    <a:pt x="1827" y="457"/>
                  </a:cubicBezTo>
                  <a:cubicBezTo>
                    <a:pt x="1827" y="456"/>
                    <a:pt x="1827" y="456"/>
                    <a:pt x="1827" y="456"/>
                  </a:cubicBezTo>
                  <a:cubicBezTo>
                    <a:pt x="1827" y="456"/>
                    <a:pt x="1827" y="456"/>
                    <a:pt x="1827" y="456"/>
                  </a:cubicBezTo>
                  <a:cubicBezTo>
                    <a:pt x="1827" y="454"/>
                    <a:pt x="1827" y="454"/>
                    <a:pt x="1827" y="454"/>
                  </a:cubicBezTo>
                  <a:cubicBezTo>
                    <a:pt x="1827" y="454"/>
                    <a:pt x="1827" y="454"/>
                    <a:pt x="1827" y="454"/>
                  </a:cubicBezTo>
                  <a:cubicBezTo>
                    <a:pt x="1827" y="453"/>
                    <a:pt x="1827" y="453"/>
                    <a:pt x="1827" y="453"/>
                  </a:cubicBezTo>
                  <a:cubicBezTo>
                    <a:pt x="1827" y="453"/>
                    <a:pt x="1827" y="453"/>
                    <a:pt x="1827" y="453"/>
                  </a:cubicBezTo>
                  <a:cubicBezTo>
                    <a:pt x="1827" y="452"/>
                    <a:pt x="1827" y="452"/>
                    <a:pt x="1827" y="452"/>
                  </a:cubicBezTo>
                  <a:cubicBezTo>
                    <a:pt x="1827" y="452"/>
                    <a:pt x="1827" y="452"/>
                    <a:pt x="1827" y="452"/>
                  </a:cubicBezTo>
                  <a:cubicBezTo>
                    <a:pt x="1832" y="450"/>
                    <a:pt x="1832" y="450"/>
                    <a:pt x="1832" y="450"/>
                  </a:cubicBezTo>
                  <a:cubicBezTo>
                    <a:pt x="1832" y="450"/>
                    <a:pt x="1832" y="450"/>
                    <a:pt x="1832" y="450"/>
                  </a:cubicBezTo>
                  <a:cubicBezTo>
                    <a:pt x="1840" y="449"/>
                    <a:pt x="1840" y="449"/>
                    <a:pt x="1840" y="449"/>
                  </a:cubicBezTo>
                  <a:cubicBezTo>
                    <a:pt x="1840" y="449"/>
                    <a:pt x="1840" y="449"/>
                    <a:pt x="1840" y="449"/>
                  </a:cubicBezTo>
                  <a:cubicBezTo>
                    <a:pt x="1847" y="449"/>
                    <a:pt x="1847" y="449"/>
                    <a:pt x="1847" y="449"/>
                  </a:cubicBezTo>
                  <a:cubicBezTo>
                    <a:pt x="1847" y="449"/>
                    <a:pt x="1847" y="449"/>
                    <a:pt x="1847" y="449"/>
                  </a:cubicBezTo>
                  <a:cubicBezTo>
                    <a:pt x="1855" y="449"/>
                    <a:pt x="1855" y="449"/>
                    <a:pt x="1855" y="449"/>
                  </a:cubicBezTo>
                  <a:cubicBezTo>
                    <a:pt x="1855" y="449"/>
                    <a:pt x="1855" y="449"/>
                    <a:pt x="1855" y="449"/>
                  </a:cubicBezTo>
                  <a:cubicBezTo>
                    <a:pt x="1863" y="450"/>
                    <a:pt x="1863" y="450"/>
                    <a:pt x="1863" y="450"/>
                  </a:cubicBezTo>
                  <a:cubicBezTo>
                    <a:pt x="1863" y="450"/>
                    <a:pt x="1863" y="450"/>
                    <a:pt x="1863" y="450"/>
                  </a:cubicBezTo>
                  <a:cubicBezTo>
                    <a:pt x="1870" y="449"/>
                    <a:pt x="1870" y="449"/>
                    <a:pt x="1870" y="449"/>
                  </a:cubicBezTo>
                  <a:cubicBezTo>
                    <a:pt x="1870" y="449"/>
                    <a:pt x="1870" y="449"/>
                    <a:pt x="1870" y="449"/>
                  </a:cubicBezTo>
                  <a:cubicBezTo>
                    <a:pt x="1876" y="446"/>
                    <a:pt x="1876" y="446"/>
                    <a:pt x="1876" y="446"/>
                  </a:cubicBezTo>
                  <a:cubicBezTo>
                    <a:pt x="1876" y="446"/>
                    <a:pt x="1876" y="446"/>
                    <a:pt x="1876" y="446"/>
                  </a:cubicBezTo>
                  <a:cubicBezTo>
                    <a:pt x="1883" y="439"/>
                    <a:pt x="1883" y="439"/>
                    <a:pt x="1883" y="439"/>
                  </a:cubicBezTo>
                  <a:cubicBezTo>
                    <a:pt x="1883" y="439"/>
                    <a:pt x="1883" y="439"/>
                    <a:pt x="1883" y="439"/>
                  </a:cubicBezTo>
                  <a:cubicBezTo>
                    <a:pt x="1883" y="430"/>
                    <a:pt x="1883" y="430"/>
                    <a:pt x="1883" y="430"/>
                  </a:cubicBezTo>
                  <a:cubicBezTo>
                    <a:pt x="1883" y="430"/>
                    <a:pt x="1883" y="430"/>
                    <a:pt x="1883" y="430"/>
                  </a:cubicBezTo>
                  <a:cubicBezTo>
                    <a:pt x="1884" y="420"/>
                    <a:pt x="1884" y="420"/>
                    <a:pt x="1884" y="420"/>
                  </a:cubicBezTo>
                  <a:cubicBezTo>
                    <a:pt x="1884" y="420"/>
                    <a:pt x="1884" y="420"/>
                    <a:pt x="1884" y="420"/>
                  </a:cubicBezTo>
                  <a:cubicBezTo>
                    <a:pt x="1884" y="410"/>
                    <a:pt x="1884" y="410"/>
                    <a:pt x="1884" y="410"/>
                  </a:cubicBezTo>
                  <a:cubicBezTo>
                    <a:pt x="1884" y="410"/>
                    <a:pt x="1884" y="410"/>
                    <a:pt x="1884" y="410"/>
                  </a:cubicBezTo>
                  <a:cubicBezTo>
                    <a:pt x="1885" y="398"/>
                    <a:pt x="1885" y="398"/>
                    <a:pt x="1885" y="398"/>
                  </a:cubicBezTo>
                  <a:cubicBezTo>
                    <a:pt x="1885" y="398"/>
                    <a:pt x="1885" y="398"/>
                    <a:pt x="1885" y="398"/>
                  </a:cubicBezTo>
                  <a:cubicBezTo>
                    <a:pt x="1885" y="388"/>
                    <a:pt x="1885" y="388"/>
                    <a:pt x="1885" y="388"/>
                  </a:cubicBezTo>
                  <a:cubicBezTo>
                    <a:pt x="1885" y="388"/>
                    <a:pt x="1885" y="388"/>
                    <a:pt x="1885" y="388"/>
                  </a:cubicBezTo>
                  <a:cubicBezTo>
                    <a:pt x="1885" y="377"/>
                    <a:pt x="1885" y="377"/>
                    <a:pt x="1885" y="377"/>
                  </a:cubicBezTo>
                  <a:cubicBezTo>
                    <a:pt x="1885" y="377"/>
                    <a:pt x="1885" y="377"/>
                    <a:pt x="1885" y="377"/>
                  </a:cubicBezTo>
                  <a:cubicBezTo>
                    <a:pt x="1884" y="367"/>
                    <a:pt x="1884" y="367"/>
                    <a:pt x="1884" y="367"/>
                  </a:cubicBezTo>
                  <a:cubicBezTo>
                    <a:pt x="1884" y="367"/>
                    <a:pt x="1884" y="367"/>
                    <a:pt x="1884" y="367"/>
                  </a:cubicBezTo>
                  <a:cubicBezTo>
                    <a:pt x="1883" y="356"/>
                    <a:pt x="1883" y="356"/>
                    <a:pt x="1883" y="356"/>
                  </a:cubicBezTo>
                  <a:cubicBezTo>
                    <a:pt x="1883" y="356"/>
                    <a:pt x="1883" y="356"/>
                    <a:pt x="1883" y="356"/>
                  </a:cubicBezTo>
                  <a:cubicBezTo>
                    <a:pt x="1875" y="360"/>
                    <a:pt x="1875" y="360"/>
                    <a:pt x="1875" y="360"/>
                  </a:cubicBezTo>
                  <a:cubicBezTo>
                    <a:pt x="1875" y="360"/>
                    <a:pt x="1875" y="360"/>
                    <a:pt x="1875" y="360"/>
                  </a:cubicBezTo>
                  <a:cubicBezTo>
                    <a:pt x="1868" y="364"/>
                    <a:pt x="1868" y="364"/>
                    <a:pt x="1868" y="364"/>
                  </a:cubicBezTo>
                  <a:cubicBezTo>
                    <a:pt x="1868" y="364"/>
                    <a:pt x="1868" y="364"/>
                    <a:pt x="1868" y="364"/>
                  </a:cubicBezTo>
                  <a:cubicBezTo>
                    <a:pt x="1860" y="368"/>
                    <a:pt x="1860" y="368"/>
                    <a:pt x="1860" y="368"/>
                  </a:cubicBezTo>
                  <a:cubicBezTo>
                    <a:pt x="1860" y="368"/>
                    <a:pt x="1860" y="368"/>
                    <a:pt x="1860" y="368"/>
                  </a:cubicBezTo>
                  <a:cubicBezTo>
                    <a:pt x="1854" y="373"/>
                    <a:pt x="1854" y="373"/>
                    <a:pt x="1854" y="373"/>
                  </a:cubicBezTo>
                  <a:cubicBezTo>
                    <a:pt x="1854" y="373"/>
                    <a:pt x="1854" y="373"/>
                    <a:pt x="1854" y="373"/>
                  </a:cubicBezTo>
                  <a:cubicBezTo>
                    <a:pt x="1846" y="379"/>
                    <a:pt x="1846" y="379"/>
                    <a:pt x="1846" y="379"/>
                  </a:cubicBezTo>
                  <a:cubicBezTo>
                    <a:pt x="1846" y="379"/>
                    <a:pt x="1846" y="379"/>
                    <a:pt x="1846" y="379"/>
                  </a:cubicBezTo>
                  <a:cubicBezTo>
                    <a:pt x="1838" y="383"/>
                    <a:pt x="1838" y="383"/>
                    <a:pt x="1838" y="383"/>
                  </a:cubicBezTo>
                  <a:cubicBezTo>
                    <a:pt x="1838" y="383"/>
                    <a:pt x="1838" y="383"/>
                    <a:pt x="1838" y="383"/>
                  </a:cubicBezTo>
                  <a:cubicBezTo>
                    <a:pt x="1830" y="389"/>
                    <a:pt x="1830" y="389"/>
                    <a:pt x="1830" y="389"/>
                  </a:cubicBezTo>
                  <a:cubicBezTo>
                    <a:pt x="1830" y="389"/>
                    <a:pt x="1830" y="389"/>
                    <a:pt x="1830" y="389"/>
                  </a:cubicBezTo>
                  <a:cubicBezTo>
                    <a:pt x="1823" y="392"/>
                    <a:pt x="1823" y="392"/>
                    <a:pt x="1823" y="392"/>
                  </a:cubicBezTo>
                  <a:cubicBezTo>
                    <a:pt x="1823" y="392"/>
                    <a:pt x="1823" y="392"/>
                    <a:pt x="1823" y="392"/>
                  </a:cubicBezTo>
                  <a:cubicBezTo>
                    <a:pt x="1817" y="396"/>
                    <a:pt x="1817" y="396"/>
                    <a:pt x="1817" y="396"/>
                  </a:cubicBezTo>
                  <a:cubicBezTo>
                    <a:pt x="1817" y="396"/>
                    <a:pt x="1817" y="396"/>
                    <a:pt x="1817" y="396"/>
                  </a:cubicBezTo>
                  <a:cubicBezTo>
                    <a:pt x="1812" y="398"/>
                    <a:pt x="1812" y="398"/>
                    <a:pt x="1812" y="398"/>
                  </a:cubicBezTo>
                  <a:cubicBezTo>
                    <a:pt x="1812" y="398"/>
                    <a:pt x="1812" y="398"/>
                    <a:pt x="1812" y="398"/>
                  </a:cubicBezTo>
                  <a:cubicBezTo>
                    <a:pt x="1807" y="401"/>
                    <a:pt x="1807" y="401"/>
                    <a:pt x="1807" y="401"/>
                  </a:cubicBezTo>
                  <a:cubicBezTo>
                    <a:pt x="1807" y="401"/>
                    <a:pt x="1807" y="401"/>
                    <a:pt x="1807" y="401"/>
                  </a:cubicBezTo>
                  <a:cubicBezTo>
                    <a:pt x="1803" y="403"/>
                    <a:pt x="1803" y="403"/>
                    <a:pt x="1803" y="403"/>
                  </a:cubicBezTo>
                  <a:cubicBezTo>
                    <a:pt x="1803" y="403"/>
                    <a:pt x="1803" y="403"/>
                    <a:pt x="1803" y="403"/>
                  </a:cubicBezTo>
                  <a:cubicBezTo>
                    <a:pt x="1798" y="406"/>
                    <a:pt x="1798" y="406"/>
                    <a:pt x="1798" y="406"/>
                  </a:cubicBezTo>
                  <a:cubicBezTo>
                    <a:pt x="1798" y="406"/>
                    <a:pt x="1798" y="406"/>
                    <a:pt x="1798" y="406"/>
                  </a:cubicBezTo>
                  <a:cubicBezTo>
                    <a:pt x="1792" y="407"/>
                    <a:pt x="1792" y="407"/>
                    <a:pt x="1792" y="407"/>
                  </a:cubicBezTo>
                  <a:cubicBezTo>
                    <a:pt x="1792" y="407"/>
                    <a:pt x="1792" y="407"/>
                    <a:pt x="1792" y="407"/>
                  </a:cubicBezTo>
                  <a:cubicBezTo>
                    <a:pt x="1786" y="407"/>
                    <a:pt x="1786" y="407"/>
                    <a:pt x="1786" y="407"/>
                  </a:cubicBezTo>
                  <a:cubicBezTo>
                    <a:pt x="1786" y="407"/>
                    <a:pt x="1786" y="407"/>
                    <a:pt x="1786" y="407"/>
                  </a:cubicBezTo>
                  <a:cubicBezTo>
                    <a:pt x="1781" y="405"/>
                    <a:pt x="1781" y="405"/>
                    <a:pt x="1781" y="405"/>
                  </a:cubicBezTo>
                  <a:cubicBezTo>
                    <a:pt x="1781" y="405"/>
                    <a:pt x="1781" y="405"/>
                    <a:pt x="1781" y="405"/>
                  </a:cubicBezTo>
                  <a:cubicBezTo>
                    <a:pt x="1777" y="406"/>
                    <a:pt x="1777" y="406"/>
                    <a:pt x="1777" y="406"/>
                  </a:cubicBezTo>
                  <a:cubicBezTo>
                    <a:pt x="1777" y="406"/>
                    <a:pt x="1777" y="406"/>
                    <a:pt x="1777" y="406"/>
                  </a:cubicBezTo>
                  <a:cubicBezTo>
                    <a:pt x="1774" y="406"/>
                    <a:pt x="1774" y="406"/>
                    <a:pt x="1774" y="406"/>
                  </a:cubicBezTo>
                  <a:cubicBezTo>
                    <a:pt x="1774" y="406"/>
                    <a:pt x="1774" y="406"/>
                    <a:pt x="1774" y="406"/>
                  </a:cubicBezTo>
                  <a:cubicBezTo>
                    <a:pt x="1772" y="406"/>
                    <a:pt x="1772" y="406"/>
                    <a:pt x="1772" y="406"/>
                  </a:cubicBezTo>
                  <a:cubicBezTo>
                    <a:pt x="1772" y="406"/>
                    <a:pt x="1772" y="406"/>
                    <a:pt x="1772" y="406"/>
                  </a:cubicBezTo>
                  <a:cubicBezTo>
                    <a:pt x="1770" y="405"/>
                    <a:pt x="1770" y="405"/>
                    <a:pt x="1770" y="405"/>
                  </a:cubicBezTo>
                  <a:cubicBezTo>
                    <a:pt x="1770" y="405"/>
                    <a:pt x="1770" y="405"/>
                    <a:pt x="1770" y="405"/>
                  </a:cubicBezTo>
                  <a:cubicBezTo>
                    <a:pt x="1767" y="405"/>
                    <a:pt x="1767" y="405"/>
                    <a:pt x="1767" y="405"/>
                  </a:cubicBezTo>
                  <a:cubicBezTo>
                    <a:pt x="1767" y="405"/>
                    <a:pt x="1767" y="405"/>
                    <a:pt x="1767" y="405"/>
                  </a:cubicBezTo>
                  <a:cubicBezTo>
                    <a:pt x="1765" y="403"/>
                    <a:pt x="1765" y="403"/>
                    <a:pt x="1765" y="403"/>
                  </a:cubicBezTo>
                  <a:cubicBezTo>
                    <a:pt x="1765" y="403"/>
                    <a:pt x="1765" y="403"/>
                    <a:pt x="1765" y="403"/>
                  </a:cubicBezTo>
                  <a:cubicBezTo>
                    <a:pt x="1763" y="402"/>
                    <a:pt x="1763" y="402"/>
                    <a:pt x="1763" y="402"/>
                  </a:cubicBezTo>
                  <a:cubicBezTo>
                    <a:pt x="1763" y="402"/>
                    <a:pt x="1763" y="402"/>
                    <a:pt x="1763" y="402"/>
                  </a:cubicBezTo>
                  <a:cubicBezTo>
                    <a:pt x="1761" y="399"/>
                    <a:pt x="1761" y="399"/>
                    <a:pt x="1761" y="399"/>
                  </a:cubicBezTo>
                  <a:cubicBezTo>
                    <a:pt x="1761" y="399"/>
                    <a:pt x="1761" y="399"/>
                    <a:pt x="1761" y="399"/>
                  </a:cubicBezTo>
                  <a:cubicBezTo>
                    <a:pt x="1760" y="396"/>
                    <a:pt x="1760" y="396"/>
                    <a:pt x="1760" y="396"/>
                  </a:cubicBezTo>
                  <a:cubicBezTo>
                    <a:pt x="1760" y="396"/>
                    <a:pt x="1760" y="396"/>
                    <a:pt x="1760" y="396"/>
                  </a:cubicBezTo>
                  <a:cubicBezTo>
                    <a:pt x="1763" y="394"/>
                    <a:pt x="1763" y="394"/>
                    <a:pt x="1763" y="394"/>
                  </a:cubicBezTo>
                  <a:cubicBezTo>
                    <a:pt x="1763" y="394"/>
                    <a:pt x="1763" y="394"/>
                    <a:pt x="1763" y="394"/>
                  </a:cubicBezTo>
                  <a:cubicBezTo>
                    <a:pt x="1815" y="376"/>
                    <a:pt x="1815" y="376"/>
                    <a:pt x="1815" y="376"/>
                  </a:cubicBezTo>
                  <a:cubicBezTo>
                    <a:pt x="1815" y="376"/>
                    <a:pt x="1815" y="376"/>
                    <a:pt x="1815" y="376"/>
                  </a:cubicBezTo>
                  <a:cubicBezTo>
                    <a:pt x="1815" y="377"/>
                    <a:pt x="1815" y="377"/>
                    <a:pt x="1815" y="377"/>
                  </a:cubicBezTo>
                  <a:cubicBezTo>
                    <a:pt x="1815" y="377"/>
                    <a:pt x="1815" y="377"/>
                    <a:pt x="1815" y="377"/>
                  </a:cubicBezTo>
                  <a:cubicBezTo>
                    <a:pt x="1816" y="377"/>
                    <a:pt x="1816" y="377"/>
                    <a:pt x="1816" y="377"/>
                  </a:cubicBezTo>
                  <a:cubicBezTo>
                    <a:pt x="1816" y="377"/>
                    <a:pt x="1816" y="377"/>
                    <a:pt x="1816" y="377"/>
                  </a:cubicBezTo>
                  <a:cubicBezTo>
                    <a:pt x="1817" y="377"/>
                    <a:pt x="1817" y="377"/>
                    <a:pt x="1817" y="377"/>
                  </a:cubicBezTo>
                  <a:cubicBezTo>
                    <a:pt x="1817" y="377"/>
                    <a:pt x="1817" y="377"/>
                    <a:pt x="1817" y="377"/>
                  </a:cubicBezTo>
                  <a:cubicBezTo>
                    <a:pt x="1818" y="377"/>
                    <a:pt x="1818" y="377"/>
                    <a:pt x="1818" y="377"/>
                  </a:cubicBezTo>
                  <a:cubicBezTo>
                    <a:pt x="1818" y="377"/>
                    <a:pt x="1818" y="377"/>
                    <a:pt x="1818" y="377"/>
                  </a:cubicBezTo>
                  <a:cubicBezTo>
                    <a:pt x="1819" y="377"/>
                    <a:pt x="1819" y="377"/>
                    <a:pt x="1819" y="377"/>
                  </a:cubicBezTo>
                  <a:cubicBezTo>
                    <a:pt x="1819" y="377"/>
                    <a:pt x="1819" y="377"/>
                    <a:pt x="1819" y="377"/>
                  </a:cubicBezTo>
                  <a:cubicBezTo>
                    <a:pt x="1821" y="376"/>
                    <a:pt x="1821" y="376"/>
                    <a:pt x="1821" y="376"/>
                  </a:cubicBezTo>
                  <a:cubicBezTo>
                    <a:pt x="1821" y="376"/>
                    <a:pt x="1821" y="376"/>
                    <a:pt x="1821" y="376"/>
                  </a:cubicBezTo>
                  <a:cubicBezTo>
                    <a:pt x="1822" y="375"/>
                    <a:pt x="1822" y="375"/>
                    <a:pt x="1822" y="375"/>
                  </a:cubicBezTo>
                  <a:cubicBezTo>
                    <a:pt x="1822" y="375"/>
                    <a:pt x="1822" y="375"/>
                    <a:pt x="1822" y="375"/>
                  </a:cubicBezTo>
                  <a:cubicBezTo>
                    <a:pt x="1824" y="374"/>
                    <a:pt x="1824" y="374"/>
                    <a:pt x="1824" y="374"/>
                  </a:cubicBezTo>
                  <a:cubicBezTo>
                    <a:pt x="1824" y="374"/>
                    <a:pt x="1824" y="374"/>
                    <a:pt x="1824" y="374"/>
                  </a:cubicBezTo>
                  <a:cubicBezTo>
                    <a:pt x="1824" y="374"/>
                    <a:pt x="1824" y="374"/>
                    <a:pt x="1824" y="374"/>
                  </a:cubicBezTo>
                  <a:cubicBezTo>
                    <a:pt x="1824" y="374"/>
                    <a:pt x="1824" y="374"/>
                    <a:pt x="1824" y="374"/>
                  </a:cubicBezTo>
                  <a:cubicBezTo>
                    <a:pt x="1825" y="373"/>
                    <a:pt x="1825" y="373"/>
                    <a:pt x="1825" y="373"/>
                  </a:cubicBezTo>
                  <a:cubicBezTo>
                    <a:pt x="1825" y="373"/>
                    <a:pt x="1825" y="373"/>
                    <a:pt x="1825" y="373"/>
                  </a:cubicBezTo>
                  <a:cubicBezTo>
                    <a:pt x="1826" y="373"/>
                    <a:pt x="1826" y="373"/>
                    <a:pt x="1826" y="373"/>
                  </a:cubicBezTo>
                  <a:cubicBezTo>
                    <a:pt x="1826" y="373"/>
                    <a:pt x="1826" y="373"/>
                    <a:pt x="1826" y="373"/>
                  </a:cubicBezTo>
                  <a:cubicBezTo>
                    <a:pt x="1828" y="372"/>
                    <a:pt x="1828" y="372"/>
                    <a:pt x="1828" y="372"/>
                  </a:cubicBezTo>
                  <a:cubicBezTo>
                    <a:pt x="1828" y="372"/>
                    <a:pt x="1828" y="372"/>
                    <a:pt x="1828" y="372"/>
                  </a:cubicBezTo>
                  <a:cubicBezTo>
                    <a:pt x="1829" y="372"/>
                    <a:pt x="1829" y="372"/>
                    <a:pt x="1829" y="372"/>
                  </a:cubicBezTo>
                  <a:cubicBezTo>
                    <a:pt x="1829" y="372"/>
                    <a:pt x="1829" y="372"/>
                    <a:pt x="1829" y="372"/>
                  </a:cubicBezTo>
                  <a:cubicBezTo>
                    <a:pt x="1831" y="371"/>
                    <a:pt x="1831" y="371"/>
                    <a:pt x="1831" y="371"/>
                  </a:cubicBezTo>
                  <a:cubicBezTo>
                    <a:pt x="1831" y="371"/>
                    <a:pt x="1831" y="371"/>
                    <a:pt x="1831" y="371"/>
                  </a:cubicBezTo>
                  <a:cubicBezTo>
                    <a:pt x="1833" y="371"/>
                    <a:pt x="1833" y="371"/>
                    <a:pt x="1833" y="371"/>
                  </a:cubicBezTo>
                  <a:cubicBezTo>
                    <a:pt x="1833" y="371"/>
                    <a:pt x="1833" y="371"/>
                    <a:pt x="1833" y="371"/>
                  </a:cubicBezTo>
                  <a:cubicBezTo>
                    <a:pt x="1835" y="369"/>
                    <a:pt x="1835" y="369"/>
                    <a:pt x="1835" y="369"/>
                  </a:cubicBezTo>
                  <a:cubicBezTo>
                    <a:pt x="1835" y="369"/>
                    <a:pt x="1835" y="369"/>
                    <a:pt x="1835" y="369"/>
                  </a:cubicBezTo>
                  <a:cubicBezTo>
                    <a:pt x="1836" y="368"/>
                    <a:pt x="1836" y="368"/>
                    <a:pt x="1836" y="368"/>
                  </a:cubicBezTo>
                  <a:cubicBezTo>
                    <a:pt x="1836" y="368"/>
                    <a:pt x="1836" y="368"/>
                    <a:pt x="1836" y="368"/>
                  </a:cubicBezTo>
                  <a:cubicBezTo>
                    <a:pt x="1840" y="367"/>
                    <a:pt x="1840" y="367"/>
                    <a:pt x="1840" y="367"/>
                  </a:cubicBezTo>
                  <a:cubicBezTo>
                    <a:pt x="1840" y="367"/>
                    <a:pt x="1840" y="367"/>
                    <a:pt x="1840" y="367"/>
                  </a:cubicBezTo>
                  <a:cubicBezTo>
                    <a:pt x="1843" y="365"/>
                    <a:pt x="1843" y="365"/>
                    <a:pt x="1843" y="365"/>
                  </a:cubicBezTo>
                  <a:cubicBezTo>
                    <a:pt x="1843" y="365"/>
                    <a:pt x="1843" y="365"/>
                    <a:pt x="1843" y="365"/>
                  </a:cubicBezTo>
                  <a:cubicBezTo>
                    <a:pt x="1846" y="363"/>
                    <a:pt x="1846" y="363"/>
                    <a:pt x="1846" y="363"/>
                  </a:cubicBezTo>
                  <a:cubicBezTo>
                    <a:pt x="1846" y="363"/>
                    <a:pt x="1846" y="363"/>
                    <a:pt x="1846" y="363"/>
                  </a:cubicBezTo>
                  <a:cubicBezTo>
                    <a:pt x="1848" y="361"/>
                    <a:pt x="1848" y="361"/>
                    <a:pt x="1848" y="361"/>
                  </a:cubicBezTo>
                  <a:cubicBezTo>
                    <a:pt x="1848" y="361"/>
                    <a:pt x="1848" y="361"/>
                    <a:pt x="1848" y="361"/>
                  </a:cubicBezTo>
                  <a:cubicBezTo>
                    <a:pt x="1851" y="359"/>
                    <a:pt x="1851" y="359"/>
                    <a:pt x="1851" y="359"/>
                  </a:cubicBezTo>
                  <a:cubicBezTo>
                    <a:pt x="1851" y="359"/>
                    <a:pt x="1851" y="359"/>
                    <a:pt x="1851" y="359"/>
                  </a:cubicBezTo>
                  <a:cubicBezTo>
                    <a:pt x="1854" y="356"/>
                    <a:pt x="1854" y="356"/>
                    <a:pt x="1854" y="356"/>
                  </a:cubicBezTo>
                  <a:cubicBezTo>
                    <a:pt x="1854" y="356"/>
                    <a:pt x="1854" y="356"/>
                    <a:pt x="1854" y="356"/>
                  </a:cubicBezTo>
                  <a:cubicBezTo>
                    <a:pt x="1857" y="353"/>
                    <a:pt x="1857" y="353"/>
                    <a:pt x="1857" y="353"/>
                  </a:cubicBezTo>
                  <a:cubicBezTo>
                    <a:pt x="1857" y="353"/>
                    <a:pt x="1857" y="353"/>
                    <a:pt x="1857" y="353"/>
                  </a:cubicBezTo>
                  <a:cubicBezTo>
                    <a:pt x="1858" y="351"/>
                    <a:pt x="1858" y="351"/>
                    <a:pt x="1858" y="351"/>
                  </a:cubicBezTo>
                  <a:cubicBezTo>
                    <a:pt x="1858" y="351"/>
                    <a:pt x="1858" y="351"/>
                    <a:pt x="1858" y="351"/>
                  </a:cubicBezTo>
                  <a:cubicBezTo>
                    <a:pt x="1862" y="348"/>
                    <a:pt x="1862" y="348"/>
                    <a:pt x="1862" y="348"/>
                  </a:cubicBezTo>
                  <a:cubicBezTo>
                    <a:pt x="1862" y="348"/>
                    <a:pt x="1862" y="348"/>
                    <a:pt x="1862" y="348"/>
                  </a:cubicBezTo>
                  <a:cubicBezTo>
                    <a:pt x="1863" y="346"/>
                    <a:pt x="1863" y="346"/>
                    <a:pt x="1863" y="346"/>
                  </a:cubicBezTo>
                  <a:cubicBezTo>
                    <a:pt x="1863" y="346"/>
                    <a:pt x="1863" y="346"/>
                    <a:pt x="1863" y="346"/>
                  </a:cubicBezTo>
                  <a:cubicBezTo>
                    <a:pt x="1866" y="343"/>
                    <a:pt x="1866" y="343"/>
                    <a:pt x="1866" y="343"/>
                  </a:cubicBezTo>
                  <a:cubicBezTo>
                    <a:pt x="1866" y="343"/>
                    <a:pt x="1866" y="343"/>
                    <a:pt x="1866" y="343"/>
                  </a:cubicBezTo>
                  <a:cubicBezTo>
                    <a:pt x="1867" y="341"/>
                    <a:pt x="1867" y="341"/>
                    <a:pt x="1867" y="341"/>
                  </a:cubicBezTo>
                  <a:cubicBezTo>
                    <a:pt x="1867" y="341"/>
                    <a:pt x="1867" y="341"/>
                    <a:pt x="1867" y="341"/>
                  </a:cubicBezTo>
                  <a:cubicBezTo>
                    <a:pt x="1870" y="338"/>
                    <a:pt x="1870" y="338"/>
                    <a:pt x="1870" y="338"/>
                  </a:cubicBezTo>
                  <a:cubicBezTo>
                    <a:pt x="1870" y="338"/>
                    <a:pt x="1870" y="338"/>
                    <a:pt x="1870" y="338"/>
                  </a:cubicBezTo>
                  <a:cubicBezTo>
                    <a:pt x="1873" y="337"/>
                    <a:pt x="1873" y="337"/>
                    <a:pt x="1873" y="337"/>
                  </a:cubicBezTo>
                  <a:cubicBezTo>
                    <a:pt x="1873" y="337"/>
                    <a:pt x="1873" y="337"/>
                    <a:pt x="1873" y="337"/>
                  </a:cubicBezTo>
                  <a:cubicBezTo>
                    <a:pt x="1877" y="335"/>
                    <a:pt x="1877" y="335"/>
                    <a:pt x="1877" y="335"/>
                  </a:cubicBezTo>
                  <a:cubicBezTo>
                    <a:pt x="1877" y="335"/>
                    <a:pt x="1877" y="335"/>
                    <a:pt x="1877" y="335"/>
                  </a:cubicBezTo>
                  <a:cubicBezTo>
                    <a:pt x="1877" y="334"/>
                    <a:pt x="1877" y="334"/>
                    <a:pt x="1877" y="334"/>
                  </a:cubicBezTo>
                  <a:cubicBezTo>
                    <a:pt x="1877" y="334"/>
                    <a:pt x="1877" y="334"/>
                    <a:pt x="1877" y="334"/>
                  </a:cubicBezTo>
                  <a:cubicBezTo>
                    <a:pt x="1877" y="332"/>
                    <a:pt x="1877" y="332"/>
                    <a:pt x="1877" y="332"/>
                  </a:cubicBezTo>
                  <a:cubicBezTo>
                    <a:pt x="1877" y="332"/>
                    <a:pt x="1877" y="332"/>
                    <a:pt x="1877" y="332"/>
                  </a:cubicBezTo>
                  <a:cubicBezTo>
                    <a:pt x="1877" y="330"/>
                    <a:pt x="1877" y="330"/>
                    <a:pt x="1877" y="330"/>
                  </a:cubicBezTo>
                  <a:cubicBezTo>
                    <a:pt x="1877" y="330"/>
                    <a:pt x="1877" y="330"/>
                    <a:pt x="1877" y="330"/>
                  </a:cubicBezTo>
                  <a:cubicBezTo>
                    <a:pt x="1877" y="327"/>
                    <a:pt x="1877" y="327"/>
                    <a:pt x="1877" y="327"/>
                  </a:cubicBezTo>
                  <a:cubicBezTo>
                    <a:pt x="1877" y="327"/>
                    <a:pt x="1877" y="327"/>
                    <a:pt x="1877" y="327"/>
                  </a:cubicBezTo>
                  <a:cubicBezTo>
                    <a:pt x="1876" y="325"/>
                    <a:pt x="1876" y="325"/>
                    <a:pt x="1876" y="325"/>
                  </a:cubicBezTo>
                  <a:cubicBezTo>
                    <a:pt x="1876" y="325"/>
                    <a:pt x="1876" y="325"/>
                    <a:pt x="1876" y="325"/>
                  </a:cubicBezTo>
                  <a:cubicBezTo>
                    <a:pt x="1876" y="323"/>
                    <a:pt x="1876" y="323"/>
                    <a:pt x="1876" y="323"/>
                  </a:cubicBezTo>
                  <a:cubicBezTo>
                    <a:pt x="1876" y="323"/>
                    <a:pt x="1876" y="323"/>
                    <a:pt x="1876" y="323"/>
                  </a:cubicBezTo>
                  <a:cubicBezTo>
                    <a:pt x="1876" y="321"/>
                    <a:pt x="1876" y="321"/>
                    <a:pt x="1876" y="321"/>
                  </a:cubicBezTo>
                  <a:cubicBezTo>
                    <a:pt x="1876" y="321"/>
                    <a:pt x="1876" y="321"/>
                    <a:pt x="1876" y="321"/>
                  </a:cubicBezTo>
                  <a:cubicBezTo>
                    <a:pt x="1877" y="318"/>
                    <a:pt x="1877" y="318"/>
                    <a:pt x="1877" y="318"/>
                  </a:cubicBezTo>
                  <a:cubicBezTo>
                    <a:pt x="1877" y="318"/>
                    <a:pt x="1877" y="318"/>
                    <a:pt x="1877" y="318"/>
                  </a:cubicBezTo>
                  <a:cubicBezTo>
                    <a:pt x="1897" y="294"/>
                    <a:pt x="1897" y="294"/>
                    <a:pt x="1897" y="294"/>
                  </a:cubicBezTo>
                  <a:cubicBezTo>
                    <a:pt x="1897" y="294"/>
                    <a:pt x="1897" y="294"/>
                    <a:pt x="1897" y="294"/>
                  </a:cubicBezTo>
                  <a:cubicBezTo>
                    <a:pt x="1897" y="294"/>
                    <a:pt x="1897" y="294"/>
                    <a:pt x="1897" y="294"/>
                  </a:cubicBezTo>
                  <a:cubicBezTo>
                    <a:pt x="1897" y="294"/>
                    <a:pt x="1897" y="294"/>
                    <a:pt x="1897" y="294"/>
                  </a:cubicBezTo>
                  <a:cubicBezTo>
                    <a:pt x="1898" y="294"/>
                    <a:pt x="1898" y="294"/>
                    <a:pt x="1898" y="294"/>
                  </a:cubicBezTo>
                  <a:cubicBezTo>
                    <a:pt x="1898" y="294"/>
                    <a:pt x="1898" y="294"/>
                    <a:pt x="1898" y="294"/>
                  </a:cubicBezTo>
                  <a:cubicBezTo>
                    <a:pt x="1900" y="294"/>
                    <a:pt x="1900" y="294"/>
                    <a:pt x="1900" y="294"/>
                  </a:cubicBezTo>
                  <a:cubicBezTo>
                    <a:pt x="1900" y="294"/>
                    <a:pt x="1900" y="294"/>
                    <a:pt x="1900" y="294"/>
                  </a:cubicBezTo>
                  <a:cubicBezTo>
                    <a:pt x="1900" y="293"/>
                    <a:pt x="1900" y="293"/>
                    <a:pt x="1900" y="293"/>
                  </a:cubicBezTo>
                  <a:cubicBezTo>
                    <a:pt x="1900" y="293"/>
                    <a:pt x="1900" y="293"/>
                    <a:pt x="1900" y="293"/>
                  </a:cubicBezTo>
                  <a:cubicBezTo>
                    <a:pt x="1901" y="293"/>
                    <a:pt x="1901" y="293"/>
                    <a:pt x="1901" y="293"/>
                  </a:cubicBezTo>
                  <a:cubicBezTo>
                    <a:pt x="1901" y="293"/>
                    <a:pt x="1901" y="293"/>
                    <a:pt x="1901" y="293"/>
                  </a:cubicBezTo>
                  <a:cubicBezTo>
                    <a:pt x="1902" y="293"/>
                    <a:pt x="1902" y="293"/>
                    <a:pt x="1902" y="293"/>
                  </a:cubicBezTo>
                  <a:cubicBezTo>
                    <a:pt x="1902" y="293"/>
                    <a:pt x="1902" y="293"/>
                    <a:pt x="1902" y="293"/>
                  </a:cubicBezTo>
                  <a:cubicBezTo>
                    <a:pt x="1904" y="292"/>
                    <a:pt x="1904" y="292"/>
                    <a:pt x="1904" y="292"/>
                  </a:cubicBezTo>
                  <a:cubicBezTo>
                    <a:pt x="1904" y="292"/>
                    <a:pt x="1904" y="292"/>
                    <a:pt x="1904" y="292"/>
                  </a:cubicBezTo>
                  <a:cubicBezTo>
                    <a:pt x="1906" y="291"/>
                    <a:pt x="1906" y="291"/>
                    <a:pt x="1906" y="291"/>
                  </a:cubicBezTo>
                  <a:cubicBezTo>
                    <a:pt x="1906" y="291"/>
                    <a:pt x="1906" y="291"/>
                    <a:pt x="1906" y="291"/>
                  </a:cubicBezTo>
                  <a:cubicBezTo>
                    <a:pt x="1918" y="275"/>
                    <a:pt x="1918" y="275"/>
                    <a:pt x="1918" y="275"/>
                  </a:cubicBezTo>
                  <a:cubicBezTo>
                    <a:pt x="1932" y="261"/>
                    <a:pt x="1932" y="261"/>
                    <a:pt x="1932" y="261"/>
                  </a:cubicBezTo>
                  <a:cubicBezTo>
                    <a:pt x="1932" y="261"/>
                    <a:pt x="1932" y="261"/>
                    <a:pt x="1932" y="261"/>
                  </a:cubicBezTo>
                  <a:cubicBezTo>
                    <a:pt x="1931" y="261"/>
                    <a:pt x="1931" y="261"/>
                    <a:pt x="1931" y="261"/>
                  </a:cubicBezTo>
                  <a:cubicBezTo>
                    <a:pt x="1931" y="261"/>
                    <a:pt x="1931" y="261"/>
                    <a:pt x="1931" y="261"/>
                  </a:cubicBezTo>
                  <a:cubicBezTo>
                    <a:pt x="1931" y="259"/>
                    <a:pt x="1931" y="259"/>
                    <a:pt x="1931" y="259"/>
                  </a:cubicBezTo>
                  <a:cubicBezTo>
                    <a:pt x="1931" y="259"/>
                    <a:pt x="1931" y="259"/>
                    <a:pt x="1931" y="259"/>
                  </a:cubicBezTo>
                  <a:cubicBezTo>
                    <a:pt x="1931" y="258"/>
                    <a:pt x="1931" y="258"/>
                    <a:pt x="1931" y="258"/>
                  </a:cubicBezTo>
                  <a:cubicBezTo>
                    <a:pt x="1931" y="258"/>
                    <a:pt x="1931" y="258"/>
                    <a:pt x="1931" y="258"/>
                  </a:cubicBezTo>
                  <a:cubicBezTo>
                    <a:pt x="1932" y="256"/>
                    <a:pt x="1932" y="256"/>
                    <a:pt x="1932" y="256"/>
                  </a:cubicBezTo>
                  <a:cubicBezTo>
                    <a:pt x="1932" y="256"/>
                    <a:pt x="1932" y="256"/>
                    <a:pt x="1932" y="256"/>
                  </a:cubicBezTo>
                  <a:cubicBezTo>
                    <a:pt x="1932" y="256"/>
                    <a:pt x="1932" y="256"/>
                    <a:pt x="1932" y="256"/>
                  </a:cubicBezTo>
                  <a:cubicBezTo>
                    <a:pt x="1932" y="256"/>
                    <a:pt x="1932" y="256"/>
                    <a:pt x="1932" y="256"/>
                  </a:cubicBezTo>
                  <a:cubicBezTo>
                    <a:pt x="1932" y="254"/>
                    <a:pt x="1932" y="254"/>
                    <a:pt x="1932" y="254"/>
                  </a:cubicBezTo>
                  <a:cubicBezTo>
                    <a:pt x="1932" y="254"/>
                    <a:pt x="1932" y="254"/>
                    <a:pt x="1932" y="254"/>
                  </a:cubicBezTo>
                  <a:cubicBezTo>
                    <a:pt x="1932" y="252"/>
                    <a:pt x="1932" y="252"/>
                    <a:pt x="1932" y="252"/>
                  </a:cubicBezTo>
                  <a:cubicBezTo>
                    <a:pt x="1932" y="252"/>
                    <a:pt x="1932" y="252"/>
                    <a:pt x="1932" y="252"/>
                  </a:cubicBezTo>
                  <a:cubicBezTo>
                    <a:pt x="1932" y="250"/>
                    <a:pt x="1932" y="250"/>
                    <a:pt x="1932" y="250"/>
                  </a:cubicBezTo>
                  <a:cubicBezTo>
                    <a:pt x="1932" y="250"/>
                    <a:pt x="1932" y="250"/>
                    <a:pt x="1932" y="250"/>
                  </a:cubicBezTo>
                  <a:cubicBezTo>
                    <a:pt x="1863" y="283"/>
                    <a:pt x="1863" y="283"/>
                    <a:pt x="1863" y="283"/>
                  </a:cubicBezTo>
                  <a:cubicBezTo>
                    <a:pt x="1838" y="288"/>
                    <a:pt x="1838" y="288"/>
                    <a:pt x="1838" y="288"/>
                  </a:cubicBezTo>
                  <a:cubicBezTo>
                    <a:pt x="1838" y="288"/>
                    <a:pt x="1838" y="288"/>
                    <a:pt x="1838" y="288"/>
                  </a:cubicBezTo>
                  <a:cubicBezTo>
                    <a:pt x="1836" y="288"/>
                    <a:pt x="1836" y="288"/>
                    <a:pt x="1836" y="288"/>
                  </a:cubicBezTo>
                  <a:cubicBezTo>
                    <a:pt x="1836" y="288"/>
                    <a:pt x="1836" y="288"/>
                    <a:pt x="1836" y="288"/>
                  </a:cubicBezTo>
                  <a:cubicBezTo>
                    <a:pt x="1836" y="288"/>
                    <a:pt x="1836" y="288"/>
                    <a:pt x="1836" y="288"/>
                  </a:cubicBezTo>
                  <a:cubicBezTo>
                    <a:pt x="1836" y="288"/>
                    <a:pt x="1836" y="288"/>
                    <a:pt x="1836" y="288"/>
                  </a:cubicBezTo>
                  <a:cubicBezTo>
                    <a:pt x="1834" y="288"/>
                    <a:pt x="1834" y="288"/>
                    <a:pt x="1834" y="288"/>
                  </a:cubicBezTo>
                  <a:cubicBezTo>
                    <a:pt x="1834" y="288"/>
                    <a:pt x="1834" y="288"/>
                    <a:pt x="1834" y="288"/>
                  </a:cubicBezTo>
                  <a:cubicBezTo>
                    <a:pt x="1834" y="287"/>
                    <a:pt x="1834" y="287"/>
                    <a:pt x="1834" y="287"/>
                  </a:cubicBezTo>
                  <a:cubicBezTo>
                    <a:pt x="1834" y="287"/>
                    <a:pt x="1834" y="287"/>
                    <a:pt x="1834" y="287"/>
                  </a:cubicBezTo>
                  <a:cubicBezTo>
                    <a:pt x="1833" y="287"/>
                    <a:pt x="1833" y="287"/>
                    <a:pt x="1833" y="287"/>
                  </a:cubicBezTo>
                  <a:cubicBezTo>
                    <a:pt x="1833" y="287"/>
                    <a:pt x="1833" y="287"/>
                    <a:pt x="1833" y="287"/>
                  </a:cubicBezTo>
                  <a:cubicBezTo>
                    <a:pt x="1832" y="286"/>
                    <a:pt x="1832" y="286"/>
                    <a:pt x="1832" y="286"/>
                  </a:cubicBezTo>
                  <a:cubicBezTo>
                    <a:pt x="1832" y="286"/>
                    <a:pt x="1832" y="286"/>
                    <a:pt x="1832" y="286"/>
                  </a:cubicBezTo>
                  <a:cubicBezTo>
                    <a:pt x="1832" y="285"/>
                    <a:pt x="1832" y="285"/>
                    <a:pt x="1832" y="285"/>
                  </a:cubicBezTo>
                  <a:cubicBezTo>
                    <a:pt x="1832" y="285"/>
                    <a:pt x="1832" y="285"/>
                    <a:pt x="1832" y="285"/>
                  </a:cubicBezTo>
                  <a:cubicBezTo>
                    <a:pt x="1832" y="283"/>
                    <a:pt x="1832" y="283"/>
                    <a:pt x="1832" y="283"/>
                  </a:cubicBezTo>
                  <a:cubicBezTo>
                    <a:pt x="1832" y="283"/>
                    <a:pt x="1832" y="283"/>
                    <a:pt x="1832" y="283"/>
                  </a:cubicBezTo>
                  <a:cubicBezTo>
                    <a:pt x="1834" y="277"/>
                    <a:pt x="1834" y="277"/>
                    <a:pt x="1834" y="277"/>
                  </a:cubicBezTo>
                  <a:cubicBezTo>
                    <a:pt x="1834" y="277"/>
                    <a:pt x="1834" y="277"/>
                    <a:pt x="1834" y="277"/>
                  </a:cubicBezTo>
                  <a:cubicBezTo>
                    <a:pt x="1864" y="262"/>
                    <a:pt x="1864" y="262"/>
                    <a:pt x="1864" y="262"/>
                  </a:cubicBezTo>
                  <a:cubicBezTo>
                    <a:pt x="1933" y="229"/>
                    <a:pt x="1933" y="229"/>
                    <a:pt x="1933" y="229"/>
                  </a:cubicBezTo>
                  <a:cubicBezTo>
                    <a:pt x="1933" y="229"/>
                    <a:pt x="1933" y="229"/>
                    <a:pt x="1933" y="229"/>
                  </a:cubicBezTo>
                  <a:cubicBezTo>
                    <a:pt x="1939" y="220"/>
                    <a:pt x="1939" y="220"/>
                    <a:pt x="1939" y="220"/>
                  </a:cubicBezTo>
                  <a:cubicBezTo>
                    <a:pt x="1939" y="220"/>
                    <a:pt x="1939" y="220"/>
                    <a:pt x="1939" y="220"/>
                  </a:cubicBezTo>
                  <a:cubicBezTo>
                    <a:pt x="1946" y="210"/>
                    <a:pt x="1946" y="210"/>
                    <a:pt x="1946" y="210"/>
                  </a:cubicBezTo>
                  <a:cubicBezTo>
                    <a:pt x="1946" y="210"/>
                    <a:pt x="1946" y="210"/>
                    <a:pt x="1946" y="210"/>
                  </a:cubicBezTo>
                  <a:cubicBezTo>
                    <a:pt x="1952" y="200"/>
                    <a:pt x="1952" y="200"/>
                    <a:pt x="1952" y="200"/>
                  </a:cubicBezTo>
                  <a:cubicBezTo>
                    <a:pt x="1952" y="200"/>
                    <a:pt x="1952" y="200"/>
                    <a:pt x="1952" y="200"/>
                  </a:cubicBezTo>
                  <a:cubicBezTo>
                    <a:pt x="1959" y="188"/>
                    <a:pt x="1959" y="188"/>
                    <a:pt x="1959" y="188"/>
                  </a:cubicBezTo>
                  <a:cubicBezTo>
                    <a:pt x="1959" y="188"/>
                    <a:pt x="1959" y="188"/>
                    <a:pt x="1959" y="188"/>
                  </a:cubicBezTo>
                  <a:cubicBezTo>
                    <a:pt x="1965" y="177"/>
                    <a:pt x="1965" y="177"/>
                    <a:pt x="1965" y="177"/>
                  </a:cubicBezTo>
                  <a:cubicBezTo>
                    <a:pt x="1965" y="177"/>
                    <a:pt x="1965" y="177"/>
                    <a:pt x="1965" y="177"/>
                  </a:cubicBezTo>
                  <a:cubicBezTo>
                    <a:pt x="1971" y="166"/>
                    <a:pt x="1971" y="166"/>
                    <a:pt x="1971" y="166"/>
                  </a:cubicBezTo>
                  <a:cubicBezTo>
                    <a:pt x="1971" y="166"/>
                    <a:pt x="1971" y="166"/>
                    <a:pt x="1971" y="166"/>
                  </a:cubicBezTo>
                  <a:cubicBezTo>
                    <a:pt x="1977" y="156"/>
                    <a:pt x="1977" y="156"/>
                    <a:pt x="1977" y="156"/>
                  </a:cubicBezTo>
                  <a:cubicBezTo>
                    <a:pt x="1977" y="156"/>
                    <a:pt x="1977" y="156"/>
                    <a:pt x="1977" y="156"/>
                  </a:cubicBezTo>
                  <a:cubicBezTo>
                    <a:pt x="1984" y="144"/>
                    <a:pt x="1984" y="144"/>
                    <a:pt x="1984" y="144"/>
                  </a:cubicBezTo>
                  <a:cubicBezTo>
                    <a:pt x="1984" y="144"/>
                    <a:pt x="1984" y="144"/>
                    <a:pt x="1984" y="144"/>
                  </a:cubicBezTo>
                  <a:cubicBezTo>
                    <a:pt x="1996" y="117"/>
                    <a:pt x="1996" y="117"/>
                    <a:pt x="1996" y="117"/>
                  </a:cubicBezTo>
                  <a:cubicBezTo>
                    <a:pt x="1996" y="117"/>
                    <a:pt x="1996" y="117"/>
                    <a:pt x="1996" y="117"/>
                  </a:cubicBezTo>
                  <a:cubicBezTo>
                    <a:pt x="1995" y="117"/>
                    <a:pt x="1995" y="117"/>
                    <a:pt x="1995" y="117"/>
                  </a:cubicBezTo>
                  <a:cubicBezTo>
                    <a:pt x="1995" y="117"/>
                    <a:pt x="1995" y="117"/>
                    <a:pt x="1995" y="117"/>
                  </a:cubicBezTo>
                  <a:cubicBezTo>
                    <a:pt x="1994" y="117"/>
                    <a:pt x="1994" y="117"/>
                    <a:pt x="1994" y="117"/>
                  </a:cubicBezTo>
                  <a:cubicBezTo>
                    <a:pt x="1994" y="117"/>
                    <a:pt x="1994" y="117"/>
                    <a:pt x="1994" y="117"/>
                  </a:cubicBezTo>
                  <a:cubicBezTo>
                    <a:pt x="1993" y="116"/>
                    <a:pt x="1993" y="116"/>
                    <a:pt x="1993" y="116"/>
                  </a:cubicBezTo>
                  <a:cubicBezTo>
                    <a:pt x="1993" y="116"/>
                    <a:pt x="1993" y="116"/>
                    <a:pt x="1993" y="116"/>
                  </a:cubicBezTo>
                  <a:cubicBezTo>
                    <a:pt x="1993" y="115"/>
                    <a:pt x="1993" y="115"/>
                    <a:pt x="1993" y="115"/>
                  </a:cubicBezTo>
                  <a:cubicBezTo>
                    <a:pt x="1993" y="115"/>
                    <a:pt x="1993" y="115"/>
                    <a:pt x="1993" y="115"/>
                  </a:cubicBezTo>
                  <a:cubicBezTo>
                    <a:pt x="1992" y="114"/>
                    <a:pt x="1992" y="114"/>
                    <a:pt x="1992" y="114"/>
                  </a:cubicBezTo>
                  <a:cubicBezTo>
                    <a:pt x="1992" y="114"/>
                    <a:pt x="1992" y="114"/>
                    <a:pt x="1992" y="114"/>
                  </a:cubicBezTo>
                  <a:cubicBezTo>
                    <a:pt x="1992" y="114"/>
                    <a:pt x="1992" y="114"/>
                    <a:pt x="1992" y="114"/>
                  </a:cubicBezTo>
                  <a:cubicBezTo>
                    <a:pt x="1992" y="114"/>
                    <a:pt x="1992" y="114"/>
                    <a:pt x="1992" y="114"/>
                  </a:cubicBezTo>
                  <a:cubicBezTo>
                    <a:pt x="1991" y="113"/>
                    <a:pt x="1991" y="113"/>
                    <a:pt x="1991" y="113"/>
                  </a:cubicBezTo>
                  <a:cubicBezTo>
                    <a:pt x="1991" y="113"/>
                    <a:pt x="1991" y="113"/>
                    <a:pt x="1991" y="113"/>
                  </a:cubicBezTo>
                  <a:cubicBezTo>
                    <a:pt x="1991" y="111"/>
                    <a:pt x="1991" y="111"/>
                    <a:pt x="1991" y="111"/>
                  </a:cubicBezTo>
                  <a:cubicBezTo>
                    <a:pt x="1991" y="111"/>
                    <a:pt x="1991" y="111"/>
                    <a:pt x="1991" y="111"/>
                  </a:cubicBezTo>
                  <a:cubicBezTo>
                    <a:pt x="1985" y="111"/>
                    <a:pt x="1985" y="111"/>
                    <a:pt x="1985" y="111"/>
                  </a:cubicBezTo>
                  <a:cubicBezTo>
                    <a:pt x="1985" y="111"/>
                    <a:pt x="1985" y="111"/>
                    <a:pt x="1985" y="111"/>
                  </a:cubicBezTo>
                  <a:cubicBezTo>
                    <a:pt x="1980" y="112"/>
                    <a:pt x="1980" y="112"/>
                    <a:pt x="1980" y="112"/>
                  </a:cubicBezTo>
                  <a:cubicBezTo>
                    <a:pt x="1980" y="112"/>
                    <a:pt x="1980" y="112"/>
                    <a:pt x="1980" y="112"/>
                  </a:cubicBezTo>
                  <a:cubicBezTo>
                    <a:pt x="1975" y="114"/>
                    <a:pt x="1975" y="114"/>
                    <a:pt x="1975" y="114"/>
                  </a:cubicBezTo>
                  <a:cubicBezTo>
                    <a:pt x="1975" y="114"/>
                    <a:pt x="1975" y="114"/>
                    <a:pt x="1975" y="114"/>
                  </a:cubicBezTo>
                  <a:cubicBezTo>
                    <a:pt x="1971" y="114"/>
                    <a:pt x="1971" y="114"/>
                    <a:pt x="1971" y="114"/>
                  </a:cubicBezTo>
                  <a:cubicBezTo>
                    <a:pt x="1971" y="114"/>
                    <a:pt x="1971" y="114"/>
                    <a:pt x="1971" y="114"/>
                  </a:cubicBezTo>
                  <a:cubicBezTo>
                    <a:pt x="1967" y="118"/>
                    <a:pt x="1967" y="118"/>
                    <a:pt x="1967" y="118"/>
                  </a:cubicBezTo>
                  <a:cubicBezTo>
                    <a:pt x="1967" y="118"/>
                    <a:pt x="1967" y="118"/>
                    <a:pt x="1967" y="118"/>
                  </a:cubicBezTo>
                  <a:cubicBezTo>
                    <a:pt x="1962" y="121"/>
                    <a:pt x="1962" y="121"/>
                    <a:pt x="1962" y="121"/>
                  </a:cubicBezTo>
                  <a:cubicBezTo>
                    <a:pt x="1962" y="121"/>
                    <a:pt x="1962" y="121"/>
                    <a:pt x="1962" y="121"/>
                  </a:cubicBezTo>
                  <a:cubicBezTo>
                    <a:pt x="1958" y="124"/>
                    <a:pt x="1958" y="124"/>
                    <a:pt x="1958" y="124"/>
                  </a:cubicBezTo>
                  <a:cubicBezTo>
                    <a:pt x="1958" y="124"/>
                    <a:pt x="1958" y="124"/>
                    <a:pt x="1958" y="124"/>
                  </a:cubicBezTo>
                  <a:cubicBezTo>
                    <a:pt x="1954" y="126"/>
                    <a:pt x="1954" y="126"/>
                    <a:pt x="1954" y="126"/>
                  </a:cubicBezTo>
                  <a:cubicBezTo>
                    <a:pt x="1952" y="128"/>
                    <a:pt x="1952" y="128"/>
                    <a:pt x="1952" y="128"/>
                  </a:cubicBezTo>
                  <a:cubicBezTo>
                    <a:pt x="1933" y="141"/>
                    <a:pt x="1933" y="141"/>
                    <a:pt x="1933" y="141"/>
                  </a:cubicBezTo>
                  <a:cubicBezTo>
                    <a:pt x="1933" y="141"/>
                    <a:pt x="1933" y="141"/>
                    <a:pt x="1933" y="141"/>
                  </a:cubicBezTo>
                  <a:cubicBezTo>
                    <a:pt x="1933" y="146"/>
                    <a:pt x="1933" y="146"/>
                    <a:pt x="1933" y="146"/>
                  </a:cubicBezTo>
                  <a:cubicBezTo>
                    <a:pt x="1933" y="146"/>
                    <a:pt x="1933" y="146"/>
                    <a:pt x="1933" y="146"/>
                  </a:cubicBezTo>
                  <a:cubicBezTo>
                    <a:pt x="1933" y="147"/>
                    <a:pt x="1933" y="147"/>
                    <a:pt x="1933" y="147"/>
                  </a:cubicBezTo>
                  <a:cubicBezTo>
                    <a:pt x="1933" y="147"/>
                    <a:pt x="1933" y="147"/>
                    <a:pt x="1933" y="147"/>
                  </a:cubicBezTo>
                  <a:cubicBezTo>
                    <a:pt x="1934" y="147"/>
                    <a:pt x="1934" y="147"/>
                    <a:pt x="1934" y="147"/>
                  </a:cubicBezTo>
                  <a:cubicBezTo>
                    <a:pt x="1934" y="147"/>
                    <a:pt x="1934" y="147"/>
                    <a:pt x="1934" y="147"/>
                  </a:cubicBezTo>
                  <a:cubicBezTo>
                    <a:pt x="1934" y="148"/>
                    <a:pt x="1934" y="148"/>
                    <a:pt x="1934" y="148"/>
                  </a:cubicBezTo>
                  <a:cubicBezTo>
                    <a:pt x="1934" y="148"/>
                    <a:pt x="1934" y="148"/>
                    <a:pt x="1934" y="148"/>
                  </a:cubicBezTo>
                  <a:cubicBezTo>
                    <a:pt x="1935" y="148"/>
                    <a:pt x="1935" y="148"/>
                    <a:pt x="1935" y="148"/>
                  </a:cubicBezTo>
                  <a:cubicBezTo>
                    <a:pt x="1935" y="148"/>
                    <a:pt x="1935" y="148"/>
                    <a:pt x="1935" y="148"/>
                  </a:cubicBezTo>
                  <a:cubicBezTo>
                    <a:pt x="1935" y="149"/>
                    <a:pt x="1935" y="149"/>
                    <a:pt x="1935" y="149"/>
                  </a:cubicBezTo>
                  <a:cubicBezTo>
                    <a:pt x="1935" y="149"/>
                    <a:pt x="1935" y="149"/>
                    <a:pt x="1935" y="149"/>
                  </a:cubicBezTo>
                  <a:cubicBezTo>
                    <a:pt x="1935" y="150"/>
                    <a:pt x="1935" y="150"/>
                    <a:pt x="1935" y="150"/>
                  </a:cubicBezTo>
                  <a:cubicBezTo>
                    <a:pt x="1935" y="150"/>
                    <a:pt x="1935" y="150"/>
                    <a:pt x="1935" y="150"/>
                  </a:cubicBezTo>
                  <a:cubicBezTo>
                    <a:pt x="1936" y="150"/>
                    <a:pt x="1936" y="150"/>
                    <a:pt x="1936" y="150"/>
                  </a:cubicBezTo>
                  <a:cubicBezTo>
                    <a:pt x="1936" y="150"/>
                    <a:pt x="1936" y="150"/>
                    <a:pt x="1936" y="150"/>
                  </a:cubicBezTo>
                  <a:cubicBezTo>
                    <a:pt x="1938" y="150"/>
                    <a:pt x="1938" y="150"/>
                    <a:pt x="1938" y="150"/>
                  </a:cubicBezTo>
                  <a:cubicBezTo>
                    <a:pt x="1938" y="150"/>
                    <a:pt x="1938" y="150"/>
                    <a:pt x="1938" y="150"/>
                  </a:cubicBezTo>
                  <a:cubicBezTo>
                    <a:pt x="1940" y="155"/>
                    <a:pt x="1940" y="155"/>
                    <a:pt x="1940" y="155"/>
                  </a:cubicBezTo>
                  <a:cubicBezTo>
                    <a:pt x="1940" y="155"/>
                    <a:pt x="1940" y="155"/>
                    <a:pt x="1940" y="155"/>
                  </a:cubicBezTo>
                  <a:cubicBezTo>
                    <a:pt x="1943" y="159"/>
                    <a:pt x="1943" y="159"/>
                    <a:pt x="1943" y="159"/>
                  </a:cubicBezTo>
                  <a:cubicBezTo>
                    <a:pt x="1943" y="159"/>
                    <a:pt x="1943" y="159"/>
                    <a:pt x="1943" y="159"/>
                  </a:cubicBezTo>
                  <a:cubicBezTo>
                    <a:pt x="1944" y="164"/>
                    <a:pt x="1944" y="164"/>
                    <a:pt x="1944" y="164"/>
                  </a:cubicBezTo>
                  <a:cubicBezTo>
                    <a:pt x="1944" y="164"/>
                    <a:pt x="1944" y="164"/>
                    <a:pt x="1944" y="164"/>
                  </a:cubicBezTo>
                  <a:cubicBezTo>
                    <a:pt x="1944" y="168"/>
                    <a:pt x="1944" y="168"/>
                    <a:pt x="1944" y="168"/>
                  </a:cubicBezTo>
                  <a:cubicBezTo>
                    <a:pt x="1944" y="168"/>
                    <a:pt x="1944" y="168"/>
                    <a:pt x="1944" y="168"/>
                  </a:cubicBezTo>
                  <a:cubicBezTo>
                    <a:pt x="1943" y="173"/>
                    <a:pt x="1943" y="173"/>
                    <a:pt x="1943" y="173"/>
                  </a:cubicBezTo>
                  <a:cubicBezTo>
                    <a:pt x="1943" y="173"/>
                    <a:pt x="1943" y="173"/>
                    <a:pt x="1943" y="173"/>
                  </a:cubicBezTo>
                  <a:cubicBezTo>
                    <a:pt x="1942" y="178"/>
                    <a:pt x="1942" y="178"/>
                    <a:pt x="1942" y="178"/>
                  </a:cubicBezTo>
                  <a:cubicBezTo>
                    <a:pt x="1942" y="178"/>
                    <a:pt x="1942" y="178"/>
                    <a:pt x="1942" y="178"/>
                  </a:cubicBezTo>
                  <a:cubicBezTo>
                    <a:pt x="1939" y="183"/>
                    <a:pt x="1939" y="183"/>
                    <a:pt x="1939" y="183"/>
                  </a:cubicBezTo>
                  <a:cubicBezTo>
                    <a:pt x="1939" y="183"/>
                    <a:pt x="1939" y="183"/>
                    <a:pt x="1939" y="183"/>
                  </a:cubicBezTo>
                  <a:cubicBezTo>
                    <a:pt x="1938" y="187"/>
                    <a:pt x="1938" y="187"/>
                    <a:pt x="1938" y="187"/>
                  </a:cubicBezTo>
                  <a:cubicBezTo>
                    <a:pt x="1938" y="187"/>
                    <a:pt x="1938" y="187"/>
                    <a:pt x="1938" y="187"/>
                  </a:cubicBezTo>
                  <a:cubicBezTo>
                    <a:pt x="1907" y="222"/>
                    <a:pt x="1907" y="222"/>
                    <a:pt x="1907" y="222"/>
                  </a:cubicBezTo>
                  <a:cubicBezTo>
                    <a:pt x="1907" y="222"/>
                    <a:pt x="1907" y="222"/>
                    <a:pt x="1907" y="222"/>
                  </a:cubicBezTo>
                  <a:cubicBezTo>
                    <a:pt x="1904" y="225"/>
                    <a:pt x="1904" y="225"/>
                    <a:pt x="1904" y="225"/>
                  </a:cubicBezTo>
                  <a:cubicBezTo>
                    <a:pt x="1904" y="225"/>
                    <a:pt x="1904" y="225"/>
                    <a:pt x="1904" y="225"/>
                  </a:cubicBezTo>
                  <a:cubicBezTo>
                    <a:pt x="1900" y="221"/>
                    <a:pt x="1900" y="221"/>
                    <a:pt x="1900" y="221"/>
                  </a:cubicBezTo>
                  <a:cubicBezTo>
                    <a:pt x="1900" y="221"/>
                    <a:pt x="1900" y="221"/>
                    <a:pt x="1900" y="221"/>
                  </a:cubicBezTo>
                  <a:cubicBezTo>
                    <a:pt x="1913" y="197"/>
                    <a:pt x="1913" y="197"/>
                    <a:pt x="1913" y="197"/>
                  </a:cubicBezTo>
                  <a:cubicBezTo>
                    <a:pt x="1913" y="197"/>
                    <a:pt x="1913" y="197"/>
                    <a:pt x="1913" y="197"/>
                  </a:cubicBezTo>
                  <a:cubicBezTo>
                    <a:pt x="1910" y="197"/>
                    <a:pt x="1910" y="197"/>
                    <a:pt x="1910" y="197"/>
                  </a:cubicBezTo>
                  <a:cubicBezTo>
                    <a:pt x="1910" y="197"/>
                    <a:pt x="1910" y="197"/>
                    <a:pt x="1910" y="197"/>
                  </a:cubicBezTo>
                  <a:cubicBezTo>
                    <a:pt x="1908" y="196"/>
                    <a:pt x="1908" y="196"/>
                    <a:pt x="1908" y="196"/>
                  </a:cubicBezTo>
                  <a:cubicBezTo>
                    <a:pt x="1908" y="196"/>
                    <a:pt x="1908" y="196"/>
                    <a:pt x="1908" y="196"/>
                  </a:cubicBezTo>
                  <a:cubicBezTo>
                    <a:pt x="1906" y="196"/>
                    <a:pt x="1906" y="196"/>
                    <a:pt x="1906" y="196"/>
                  </a:cubicBezTo>
                  <a:cubicBezTo>
                    <a:pt x="1906" y="196"/>
                    <a:pt x="1906" y="196"/>
                    <a:pt x="1906" y="196"/>
                  </a:cubicBezTo>
                  <a:cubicBezTo>
                    <a:pt x="1904" y="195"/>
                    <a:pt x="1904" y="195"/>
                    <a:pt x="1904" y="195"/>
                  </a:cubicBezTo>
                  <a:cubicBezTo>
                    <a:pt x="1904" y="195"/>
                    <a:pt x="1904" y="195"/>
                    <a:pt x="1904" y="195"/>
                  </a:cubicBezTo>
                  <a:cubicBezTo>
                    <a:pt x="1900" y="196"/>
                    <a:pt x="1900" y="196"/>
                    <a:pt x="1900" y="196"/>
                  </a:cubicBezTo>
                  <a:cubicBezTo>
                    <a:pt x="1900" y="196"/>
                    <a:pt x="1900" y="196"/>
                    <a:pt x="1900" y="196"/>
                  </a:cubicBezTo>
                  <a:cubicBezTo>
                    <a:pt x="1898" y="196"/>
                    <a:pt x="1898" y="196"/>
                    <a:pt x="1898" y="196"/>
                  </a:cubicBezTo>
                  <a:cubicBezTo>
                    <a:pt x="1898" y="196"/>
                    <a:pt x="1898" y="196"/>
                    <a:pt x="1898" y="196"/>
                  </a:cubicBezTo>
                  <a:cubicBezTo>
                    <a:pt x="1896" y="196"/>
                    <a:pt x="1896" y="196"/>
                    <a:pt x="1896" y="196"/>
                  </a:cubicBezTo>
                  <a:cubicBezTo>
                    <a:pt x="1896" y="196"/>
                    <a:pt x="1896" y="196"/>
                    <a:pt x="1896" y="196"/>
                  </a:cubicBezTo>
                  <a:cubicBezTo>
                    <a:pt x="1894" y="196"/>
                    <a:pt x="1894" y="196"/>
                    <a:pt x="1894" y="196"/>
                  </a:cubicBezTo>
                  <a:cubicBezTo>
                    <a:pt x="1894" y="196"/>
                    <a:pt x="1894" y="196"/>
                    <a:pt x="1894" y="196"/>
                  </a:cubicBezTo>
                  <a:cubicBezTo>
                    <a:pt x="1869" y="229"/>
                    <a:pt x="1869" y="229"/>
                    <a:pt x="1869" y="229"/>
                  </a:cubicBezTo>
                  <a:cubicBezTo>
                    <a:pt x="1869" y="229"/>
                    <a:pt x="1869" y="229"/>
                    <a:pt x="1869" y="229"/>
                  </a:cubicBezTo>
                  <a:cubicBezTo>
                    <a:pt x="1864" y="229"/>
                    <a:pt x="1864" y="229"/>
                    <a:pt x="1864" y="229"/>
                  </a:cubicBezTo>
                  <a:cubicBezTo>
                    <a:pt x="1864" y="229"/>
                    <a:pt x="1864" y="229"/>
                    <a:pt x="1864" y="229"/>
                  </a:cubicBezTo>
                  <a:cubicBezTo>
                    <a:pt x="1862" y="228"/>
                    <a:pt x="1862" y="228"/>
                    <a:pt x="1862" y="228"/>
                  </a:cubicBezTo>
                  <a:cubicBezTo>
                    <a:pt x="1862" y="228"/>
                    <a:pt x="1862" y="228"/>
                    <a:pt x="1862" y="228"/>
                  </a:cubicBezTo>
                  <a:cubicBezTo>
                    <a:pt x="1863" y="225"/>
                    <a:pt x="1863" y="225"/>
                    <a:pt x="1863" y="225"/>
                  </a:cubicBezTo>
                  <a:cubicBezTo>
                    <a:pt x="1863" y="225"/>
                    <a:pt x="1863" y="225"/>
                    <a:pt x="1863" y="225"/>
                  </a:cubicBezTo>
                  <a:cubicBezTo>
                    <a:pt x="1863" y="223"/>
                    <a:pt x="1863" y="223"/>
                    <a:pt x="1863" y="223"/>
                  </a:cubicBezTo>
                  <a:cubicBezTo>
                    <a:pt x="1863" y="223"/>
                    <a:pt x="1863" y="223"/>
                    <a:pt x="1863" y="223"/>
                  </a:cubicBezTo>
                  <a:cubicBezTo>
                    <a:pt x="1865" y="220"/>
                    <a:pt x="1865" y="220"/>
                    <a:pt x="1865" y="220"/>
                  </a:cubicBezTo>
                  <a:cubicBezTo>
                    <a:pt x="1865" y="220"/>
                    <a:pt x="1865" y="220"/>
                    <a:pt x="1865" y="220"/>
                  </a:cubicBezTo>
                  <a:cubicBezTo>
                    <a:pt x="1866" y="218"/>
                    <a:pt x="1866" y="218"/>
                    <a:pt x="1866" y="218"/>
                  </a:cubicBezTo>
                  <a:cubicBezTo>
                    <a:pt x="1866" y="218"/>
                    <a:pt x="1866" y="218"/>
                    <a:pt x="1866" y="218"/>
                  </a:cubicBezTo>
                  <a:cubicBezTo>
                    <a:pt x="1868" y="215"/>
                    <a:pt x="1868" y="215"/>
                    <a:pt x="1868" y="215"/>
                  </a:cubicBezTo>
                  <a:cubicBezTo>
                    <a:pt x="1868" y="215"/>
                    <a:pt x="1868" y="215"/>
                    <a:pt x="1868" y="215"/>
                  </a:cubicBezTo>
                  <a:cubicBezTo>
                    <a:pt x="1869" y="213"/>
                    <a:pt x="1869" y="213"/>
                    <a:pt x="1869" y="213"/>
                  </a:cubicBezTo>
                  <a:cubicBezTo>
                    <a:pt x="1869" y="213"/>
                    <a:pt x="1869" y="213"/>
                    <a:pt x="1869" y="213"/>
                  </a:cubicBezTo>
                  <a:cubicBezTo>
                    <a:pt x="1870" y="210"/>
                    <a:pt x="1870" y="210"/>
                    <a:pt x="1870" y="210"/>
                  </a:cubicBezTo>
                  <a:cubicBezTo>
                    <a:pt x="1870" y="210"/>
                    <a:pt x="1870" y="210"/>
                    <a:pt x="1870" y="210"/>
                  </a:cubicBezTo>
                  <a:cubicBezTo>
                    <a:pt x="1870" y="209"/>
                    <a:pt x="1870" y="209"/>
                    <a:pt x="1870" y="209"/>
                  </a:cubicBezTo>
                  <a:cubicBezTo>
                    <a:pt x="1870" y="209"/>
                    <a:pt x="1870" y="209"/>
                    <a:pt x="1870" y="209"/>
                  </a:cubicBezTo>
                  <a:cubicBezTo>
                    <a:pt x="1871" y="208"/>
                    <a:pt x="1871" y="208"/>
                    <a:pt x="1871" y="208"/>
                  </a:cubicBezTo>
                  <a:cubicBezTo>
                    <a:pt x="1871" y="208"/>
                    <a:pt x="1871" y="208"/>
                    <a:pt x="1871" y="208"/>
                  </a:cubicBezTo>
                  <a:cubicBezTo>
                    <a:pt x="1872" y="207"/>
                    <a:pt x="1872" y="207"/>
                    <a:pt x="1872" y="207"/>
                  </a:cubicBezTo>
                  <a:cubicBezTo>
                    <a:pt x="1872" y="207"/>
                    <a:pt x="1872" y="207"/>
                    <a:pt x="1872" y="207"/>
                  </a:cubicBezTo>
                  <a:cubicBezTo>
                    <a:pt x="1874" y="205"/>
                    <a:pt x="1874" y="205"/>
                    <a:pt x="1874" y="205"/>
                  </a:cubicBezTo>
                  <a:cubicBezTo>
                    <a:pt x="1874" y="205"/>
                    <a:pt x="1874" y="205"/>
                    <a:pt x="1874" y="205"/>
                  </a:cubicBezTo>
                  <a:cubicBezTo>
                    <a:pt x="1875" y="204"/>
                    <a:pt x="1875" y="204"/>
                    <a:pt x="1875" y="204"/>
                  </a:cubicBezTo>
                  <a:cubicBezTo>
                    <a:pt x="1875" y="204"/>
                    <a:pt x="1875" y="204"/>
                    <a:pt x="1875" y="204"/>
                  </a:cubicBezTo>
                  <a:cubicBezTo>
                    <a:pt x="1876" y="202"/>
                    <a:pt x="1876" y="202"/>
                    <a:pt x="1876" y="202"/>
                  </a:cubicBezTo>
                  <a:cubicBezTo>
                    <a:pt x="1876" y="202"/>
                    <a:pt x="1876" y="202"/>
                    <a:pt x="1876" y="202"/>
                  </a:cubicBezTo>
                  <a:cubicBezTo>
                    <a:pt x="1877" y="200"/>
                    <a:pt x="1877" y="200"/>
                    <a:pt x="1877" y="200"/>
                  </a:cubicBezTo>
                  <a:cubicBezTo>
                    <a:pt x="1877" y="200"/>
                    <a:pt x="1877" y="200"/>
                    <a:pt x="1877" y="200"/>
                  </a:cubicBezTo>
                  <a:cubicBezTo>
                    <a:pt x="1879" y="198"/>
                    <a:pt x="1879" y="198"/>
                    <a:pt x="1879" y="198"/>
                  </a:cubicBezTo>
                  <a:cubicBezTo>
                    <a:pt x="1879" y="198"/>
                    <a:pt x="1879" y="198"/>
                    <a:pt x="1879" y="198"/>
                  </a:cubicBezTo>
                  <a:cubicBezTo>
                    <a:pt x="1879" y="194"/>
                    <a:pt x="1879" y="194"/>
                    <a:pt x="1879" y="194"/>
                  </a:cubicBezTo>
                  <a:cubicBezTo>
                    <a:pt x="1879" y="194"/>
                    <a:pt x="1879" y="194"/>
                    <a:pt x="1879" y="194"/>
                  </a:cubicBezTo>
                  <a:cubicBezTo>
                    <a:pt x="1878" y="194"/>
                    <a:pt x="1878" y="194"/>
                    <a:pt x="1878" y="194"/>
                  </a:cubicBezTo>
                  <a:cubicBezTo>
                    <a:pt x="1878" y="194"/>
                    <a:pt x="1878" y="194"/>
                    <a:pt x="1878" y="194"/>
                  </a:cubicBezTo>
                  <a:cubicBezTo>
                    <a:pt x="1877" y="193"/>
                    <a:pt x="1877" y="193"/>
                    <a:pt x="1877" y="193"/>
                  </a:cubicBezTo>
                  <a:cubicBezTo>
                    <a:pt x="1877" y="193"/>
                    <a:pt x="1877" y="193"/>
                    <a:pt x="1877" y="193"/>
                  </a:cubicBezTo>
                  <a:cubicBezTo>
                    <a:pt x="1876" y="192"/>
                    <a:pt x="1876" y="192"/>
                    <a:pt x="1876" y="192"/>
                  </a:cubicBezTo>
                  <a:cubicBezTo>
                    <a:pt x="1876" y="192"/>
                    <a:pt x="1876" y="192"/>
                    <a:pt x="1876" y="192"/>
                  </a:cubicBezTo>
                  <a:cubicBezTo>
                    <a:pt x="1876" y="191"/>
                    <a:pt x="1876" y="191"/>
                    <a:pt x="1876" y="191"/>
                  </a:cubicBezTo>
                  <a:cubicBezTo>
                    <a:pt x="1876" y="191"/>
                    <a:pt x="1876" y="191"/>
                    <a:pt x="1876" y="191"/>
                  </a:cubicBezTo>
                  <a:cubicBezTo>
                    <a:pt x="1875" y="191"/>
                    <a:pt x="1875" y="191"/>
                    <a:pt x="1875" y="191"/>
                  </a:cubicBezTo>
                  <a:cubicBezTo>
                    <a:pt x="1875" y="191"/>
                    <a:pt x="1875" y="191"/>
                    <a:pt x="1875" y="191"/>
                  </a:cubicBezTo>
                  <a:cubicBezTo>
                    <a:pt x="1874" y="190"/>
                    <a:pt x="1874" y="190"/>
                    <a:pt x="1874" y="190"/>
                  </a:cubicBezTo>
                  <a:cubicBezTo>
                    <a:pt x="1874" y="190"/>
                    <a:pt x="1874" y="190"/>
                    <a:pt x="1874" y="190"/>
                  </a:cubicBezTo>
                  <a:cubicBezTo>
                    <a:pt x="1873" y="189"/>
                    <a:pt x="1873" y="189"/>
                    <a:pt x="1873" y="189"/>
                  </a:cubicBezTo>
                  <a:cubicBezTo>
                    <a:pt x="1873" y="189"/>
                    <a:pt x="1873" y="189"/>
                    <a:pt x="1873" y="189"/>
                  </a:cubicBezTo>
                  <a:cubicBezTo>
                    <a:pt x="1873" y="188"/>
                    <a:pt x="1873" y="188"/>
                    <a:pt x="1873" y="188"/>
                  </a:cubicBezTo>
                  <a:cubicBezTo>
                    <a:pt x="1873" y="188"/>
                    <a:pt x="1873" y="188"/>
                    <a:pt x="1873" y="188"/>
                  </a:cubicBezTo>
                  <a:cubicBezTo>
                    <a:pt x="1865" y="191"/>
                    <a:pt x="1865" y="191"/>
                    <a:pt x="1865" y="191"/>
                  </a:cubicBezTo>
                  <a:cubicBezTo>
                    <a:pt x="1865" y="191"/>
                    <a:pt x="1865" y="191"/>
                    <a:pt x="1865" y="191"/>
                  </a:cubicBezTo>
                  <a:cubicBezTo>
                    <a:pt x="1858" y="194"/>
                    <a:pt x="1858" y="194"/>
                    <a:pt x="1858" y="194"/>
                  </a:cubicBezTo>
                  <a:cubicBezTo>
                    <a:pt x="1858" y="194"/>
                    <a:pt x="1858" y="194"/>
                    <a:pt x="1858" y="194"/>
                  </a:cubicBezTo>
                  <a:cubicBezTo>
                    <a:pt x="1852" y="198"/>
                    <a:pt x="1852" y="198"/>
                    <a:pt x="1852" y="198"/>
                  </a:cubicBezTo>
                  <a:cubicBezTo>
                    <a:pt x="1852" y="198"/>
                    <a:pt x="1852" y="198"/>
                    <a:pt x="1852" y="198"/>
                  </a:cubicBezTo>
                  <a:cubicBezTo>
                    <a:pt x="1847" y="201"/>
                    <a:pt x="1847" y="201"/>
                    <a:pt x="1847" y="201"/>
                  </a:cubicBezTo>
                  <a:cubicBezTo>
                    <a:pt x="1847" y="201"/>
                    <a:pt x="1847" y="201"/>
                    <a:pt x="1847" y="201"/>
                  </a:cubicBezTo>
                  <a:cubicBezTo>
                    <a:pt x="1841" y="207"/>
                    <a:pt x="1841" y="207"/>
                    <a:pt x="1841" y="207"/>
                  </a:cubicBezTo>
                  <a:cubicBezTo>
                    <a:pt x="1841" y="207"/>
                    <a:pt x="1841" y="207"/>
                    <a:pt x="1841" y="207"/>
                  </a:cubicBezTo>
                  <a:cubicBezTo>
                    <a:pt x="1835" y="212"/>
                    <a:pt x="1835" y="212"/>
                    <a:pt x="1835" y="212"/>
                  </a:cubicBezTo>
                  <a:cubicBezTo>
                    <a:pt x="1835" y="212"/>
                    <a:pt x="1835" y="212"/>
                    <a:pt x="1835" y="212"/>
                  </a:cubicBezTo>
                  <a:cubicBezTo>
                    <a:pt x="1829" y="216"/>
                    <a:pt x="1829" y="216"/>
                    <a:pt x="1829" y="216"/>
                  </a:cubicBezTo>
                  <a:cubicBezTo>
                    <a:pt x="1829" y="216"/>
                    <a:pt x="1829" y="216"/>
                    <a:pt x="1829" y="216"/>
                  </a:cubicBezTo>
                  <a:cubicBezTo>
                    <a:pt x="1825" y="221"/>
                    <a:pt x="1825" y="221"/>
                    <a:pt x="1825" y="221"/>
                  </a:cubicBezTo>
                  <a:cubicBezTo>
                    <a:pt x="1825" y="221"/>
                    <a:pt x="1825" y="221"/>
                    <a:pt x="1825" y="221"/>
                  </a:cubicBezTo>
                  <a:cubicBezTo>
                    <a:pt x="1824" y="224"/>
                    <a:pt x="1824" y="224"/>
                    <a:pt x="1824" y="224"/>
                  </a:cubicBezTo>
                  <a:cubicBezTo>
                    <a:pt x="1824" y="224"/>
                    <a:pt x="1824" y="224"/>
                    <a:pt x="1824" y="224"/>
                  </a:cubicBezTo>
                  <a:cubicBezTo>
                    <a:pt x="1824" y="226"/>
                    <a:pt x="1824" y="226"/>
                    <a:pt x="1824" y="226"/>
                  </a:cubicBezTo>
                  <a:cubicBezTo>
                    <a:pt x="1824" y="226"/>
                    <a:pt x="1824" y="226"/>
                    <a:pt x="1824" y="226"/>
                  </a:cubicBezTo>
                  <a:cubicBezTo>
                    <a:pt x="1824" y="228"/>
                    <a:pt x="1824" y="228"/>
                    <a:pt x="1824" y="228"/>
                  </a:cubicBezTo>
                  <a:cubicBezTo>
                    <a:pt x="1824" y="228"/>
                    <a:pt x="1824" y="228"/>
                    <a:pt x="1824" y="228"/>
                  </a:cubicBezTo>
                  <a:cubicBezTo>
                    <a:pt x="1824" y="229"/>
                    <a:pt x="1824" y="229"/>
                    <a:pt x="1824" y="229"/>
                  </a:cubicBezTo>
                  <a:cubicBezTo>
                    <a:pt x="1824" y="229"/>
                    <a:pt x="1824" y="229"/>
                    <a:pt x="1824" y="229"/>
                  </a:cubicBezTo>
                  <a:cubicBezTo>
                    <a:pt x="1823" y="232"/>
                    <a:pt x="1823" y="232"/>
                    <a:pt x="1823" y="232"/>
                  </a:cubicBezTo>
                  <a:cubicBezTo>
                    <a:pt x="1823" y="232"/>
                    <a:pt x="1823" y="232"/>
                    <a:pt x="1823" y="232"/>
                  </a:cubicBezTo>
                  <a:cubicBezTo>
                    <a:pt x="1823" y="234"/>
                    <a:pt x="1823" y="234"/>
                    <a:pt x="1823" y="234"/>
                  </a:cubicBezTo>
                  <a:cubicBezTo>
                    <a:pt x="1823" y="234"/>
                    <a:pt x="1823" y="234"/>
                    <a:pt x="1823" y="234"/>
                  </a:cubicBezTo>
                  <a:cubicBezTo>
                    <a:pt x="1822" y="236"/>
                    <a:pt x="1822" y="236"/>
                    <a:pt x="1822" y="236"/>
                  </a:cubicBezTo>
                  <a:cubicBezTo>
                    <a:pt x="1822" y="236"/>
                    <a:pt x="1822" y="236"/>
                    <a:pt x="1822" y="236"/>
                  </a:cubicBezTo>
                  <a:cubicBezTo>
                    <a:pt x="1822" y="238"/>
                    <a:pt x="1822" y="238"/>
                    <a:pt x="1822" y="238"/>
                  </a:cubicBezTo>
                  <a:cubicBezTo>
                    <a:pt x="1822" y="238"/>
                    <a:pt x="1822" y="238"/>
                    <a:pt x="1822" y="238"/>
                  </a:cubicBezTo>
                  <a:cubicBezTo>
                    <a:pt x="1819" y="239"/>
                    <a:pt x="1819" y="239"/>
                    <a:pt x="1819" y="239"/>
                  </a:cubicBezTo>
                  <a:cubicBezTo>
                    <a:pt x="1819" y="239"/>
                    <a:pt x="1819" y="239"/>
                    <a:pt x="1819" y="239"/>
                  </a:cubicBezTo>
                  <a:cubicBezTo>
                    <a:pt x="1817" y="240"/>
                    <a:pt x="1817" y="240"/>
                    <a:pt x="1817" y="240"/>
                  </a:cubicBezTo>
                  <a:cubicBezTo>
                    <a:pt x="1817" y="240"/>
                    <a:pt x="1817" y="240"/>
                    <a:pt x="1817" y="240"/>
                  </a:cubicBezTo>
                  <a:cubicBezTo>
                    <a:pt x="1815" y="241"/>
                    <a:pt x="1815" y="241"/>
                    <a:pt x="1815" y="241"/>
                  </a:cubicBezTo>
                  <a:cubicBezTo>
                    <a:pt x="1815" y="241"/>
                    <a:pt x="1815" y="241"/>
                    <a:pt x="1815" y="241"/>
                  </a:cubicBezTo>
                  <a:cubicBezTo>
                    <a:pt x="1814" y="242"/>
                    <a:pt x="1814" y="242"/>
                    <a:pt x="1814" y="242"/>
                  </a:cubicBezTo>
                  <a:cubicBezTo>
                    <a:pt x="1814" y="242"/>
                    <a:pt x="1814" y="242"/>
                    <a:pt x="1814" y="242"/>
                  </a:cubicBezTo>
                  <a:cubicBezTo>
                    <a:pt x="1812" y="243"/>
                    <a:pt x="1812" y="243"/>
                    <a:pt x="1812" y="243"/>
                  </a:cubicBezTo>
                  <a:cubicBezTo>
                    <a:pt x="1812" y="243"/>
                    <a:pt x="1812" y="243"/>
                    <a:pt x="1812" y="243"/>
                  </a:cubicBezTo>
                  <a:cubicBezTo>
                    <a:pt x="1810" y="243"/>
                    <a:pt x="1810" y="243"/>
                    <a:pt x="1810" y="243"/>
                  </a:cubicBezTo>
                  <a:cubicBezTo>
                    <a:pt x="1810" y="243"/>
                    <a:pt x="1810" y="243"/>
                    <a:pt x="1810" y="243"/>
                  </a:cubicBezTo>
                  <a:cubicBezTo>
                    <a:pt x="1808" y="243"/>
                    <a:pt x="1808" y="243"/>
                    <a:pt x="1808" y="243"/>
                  </a:cubicBezTo>
                  <a:cubicBezTo>
                    <a:pt x="1808" y="243"/>
                    <a:pt x="1808" y="243"/>
                    <a:pt x="1808" y="243"/>
                  </a:cubicBezTo>
                  <a:cubicBezTo>
                    <a:pt x="1807" y="242"/>
                    <a:pt x="1807" y="242"/>
                    <a:pt x="1807" y="242"/>
                  </a:cubicBezTo>
                  <a:cubicBezTo>
                    <a:pt x="1807" y="242"/>
                    <a:pt x="1807" y="242"/>
                    <a:pt x="1807" y="242"/>
                  </a:cubicBezTo>
                  <a:cubicBezTo>
                    <a:pt x="1804" y="235"/>
                    <a:pt x="1804" y="235"/>
                    <a:pt x="1804" y="235"/>
                  </a:cubicBezTo>
                  <a:cubicBezTo>
                    <a:pt x="1804" y="235"/>
                    <a:pt x="1804" y="235"/>
                    <a:pt x="1804" y="235"/>
                  </a:cubicBezTo>
                  <a:cubicBezTo>
                    <a:pt x="1800" y="227"/>
                    <a:pt x="1800" y="227"/>
                    <a:pt x="1800" y="227"/>
                  </a:cubicBezTo>
                  <a:cubicBezTo>
                    <a:pt x="1800" y="227"/>
                    <a:pt x="1800" y="227"/>
                    <a:pt x="1800" y="227"/>
                  </a:cubicBezTo>
                  <a:cubicBezTo>
                    <a:pt x="1798" y="219"/>
                    <a:pt x="1798" y="219"/>
                    <a:pt x="1798" y="219"/>
                  </a:cubicBezTo>
                  <a:cubicBezTo>
                    <a:pt x="1798" y="219"/>
                    <a:pt x="1798" y="219"/>
                    <a:pt x="1798" y="219"/>
                  </a:cubicBezTo>
                  <a:cubicBezTo>
                    <a:pt x="1794" y="211"/>
                    <a:pt x="1794" y="211"/>
                    <a:pt x="1794" y="211"/>
                  </a:cubicBezTo>
                  <a:cubicBezTo>
                    <a:pt x="1794" y="211"/>
                    <a:pt x="1794" y="211"/>
                    <a:pt x="1794" y="211"/>
                  </a:cubicBezTo>
                  <a:cubicBezTo>
                    <a:pt x="1790" y="204"/>
                    <a:pt x="1790" y="204"/>
                    <a:pt x="1790" y="204"/>
                  </a:cubicBezTo>
                  <a:cubicBezTo>
                    <a:pt x="1790" y="204"/>
                    <a:pt x="1790" y="204"/>
                    <a:pt x="1790" y="204"/>
                  </a:cubicBezTo>
                  <a:cubicBezTo>
                    <a:pt x="1786" y="197"/>
                    <a:pt x="1786" y="197"/>
                    <a:pt x="1786" y="197"/>
                  </a:cubicBezTo>
                  <a:cubicBezTo>
                    <a:pt x="1786" y="197"/>
                    <a:pt x="1786" y="197"/>
                    <a:pt x="1786" y="197"/>
                  </a:cubicBezTo>
                  <a:cubicBezTo>
                    <a:pt x="1781" y="191"/>
                    <a:pt x="1781" y="191"/>
                    <a:pt x="1781" y="191"/>
                  </a:cubicBezTo>
                  <a:cubicBezTo>
                    <a:pt x="1781" y="191"/>
                    <a:pt x="1781" y="191"/>
                    <a:pt x="1781" y="191"/>
                  </a:cubicBezTo>
                  <a:cubicBezTo>
                    <a:pt x="1775" y="185"/>
                    <a:pt x="1775" y="185"/>
                    <a:pt x="1775" y="185"/>
                  </a:cubicBezTo>
                  <a:cubicBezTo>
                    <a:pt x="1775" y="185"/>
                    <a:pt x="1775" y="185"/>
                    <a:pt x="1775" y="185"/>
                  </a:cubicBezTo>
                  <a:cubicBezTo>
                    <a:pt x="1775" y="185"/>
                    <a:pt x="1775" y="185"/>
                    <a:pt x="1775" y="185"/>
                  </a:cubicBezTo>
                  <a:cubicBezTo>
                    <a:pt x="1775" y="185"/>
                    <a:pt x="1775" y="185"/>
                    <a:pt x="1775" y="185"/>
                  </a:cubicBezTo>
                  <a:cubicBezTo>
                    <a:pt x="1775" y="184"/>
                    <a:pt x="1775" y="184"/>
                    <a:pt x="1775" y="184"/>
                  </a:cubicBezTo>
                  <a:cubicBezTo>
                    <a:pt x="1775" y="184"/>
                    <a:pt x="1775" y="184"/>
                    <a:pt x="1775" y="184"/>
                  </a:cubicBezTo>
                  <a:cubicBezTo>
                    <a:pt x="1775" y="183"/>
                    <a:pt x="1775" y="183"/>
                    <a:pt x="1775" y="183"/>
                  </a:cubicBezTo>
                  <a:cubicBezTo>
                    <a:pt x="1775" y="183"/>
                    <a:pt x="1775" y="183"/>
                    <a:pt x="1775" y="183"/>
                  </a:cubicBezTo>
                  <a:cubicBezTo>
                    <a:pt x="1775" y="183"/>
                    <a:pt x="1775" y="183"/>
                    <a:pt x="1775" y="183"/>
                  </a:cubicBezTo>
                  <a:cubicBezTo>
                    <a:pt x="1775" y="183"/>
                    <a:pt x="1775" y="183"/>
                    <a:pt x="1775" y="183"/>
                  </a:cubicBezTo>
                  <a:cubicBezTo>
                    <a:pt x="1776" y="182"/>
                    <a:pt x="1776" y="182"/>
                    <a:pt x="1776" y="182"/>
                  </a:cubicBezTo>
                  <a:cubicBezTo>
                    <a:pt x="1776" y="182"/>
                    <a:pt x="1776" y="182"/>
                    <a:pt x="1776" y="182"/>
                  </a:cubicBezTo>
                  <a:cubicBezTo>
                    <a:pt x="1777" y="181"/>
                    <a:pt x="1777" y="181"/>
                    <a:pt x="1777" y="181"/>
                  </a:cubicBezTo>
                  <a:cubicBezTo>
                    <a:pt x="1777" y="181"/>
                    <a:pt x="1777" y="181"/>
                    <a:pt x="1777" y="181"/>
                  </a:cubicBezTo>
                  <a:cubicBezTo>
                    <a:pt x="1779" y="179"/>
                    <a:pt x="1779" y="179"/>
                    <a:pt x="1779" y="179"/>
                  </a:cubicBezTo>
                  <a:cubicBezTo>
                    <a:pt x="1779" y="179"/>
                    <a:pt x="1779" y="179"/>
                    <a:pt x="1779" y="179"/>
                  </a:cubicBezTo>
                  <a:cubicBezTo>
                    <a:pt x="1780" y="179"/>
                    <a:pt x="1780" y="179"/>
                    <a:pt x="1780" y="179"/>
                  </a:cubicBezTo>
                  <a:cubicBezTo>
                    <a:pt x="1780" y="179"/>
                    <a:pt x="1780" y="179"/>
                    <a:pt x="1780" y="179"/>
                  </a:cubicBezTo>
                  <a:cubicBezTo>
                    <a:pt x="1782" y="179"/>
                    <a:pt x="1782" y="179"/>
                    <a:pt x="1782" y="179"/>
                  </a:cubicBezTo>
                  <a:cubicBezTo>
                    <a:pt x="1782" y="179"/>
                    <a:pt x="1782" y="179"/>
                    <a:pt x="1782" y="179"/>
                  </a:cubicBezTo>
                  <a:cubicBezTo>
                    <a:pt x="1784" y="179"/>
                    <a:pt x="1784" y="179"/>
                    <a:pt x="1784" y="179"/>
                  </a:cubicBezTo>
                  <a:cubicBezTo>
                    <a:pt x="1784" y="179"/>
                    <a:pt x="1784" y="179"/>
                    <a:pt x="1784" y="179"/>
                  </a:cubicBezTo>
                  <a:cubicBezTo>
                    <a:pt x="1786" y="178"/>
                    <a:pt x="1786" y="178"/>
                    <a:pt x="1786" y="178"/>
                  </a:cubicBezTo>
                  <a:cubicBezTo>
                    <a:pt x="1786" y="178"/>
                    <a:pt x="1786" y="178"/>
                    <a:pt x="1786" y="178"/>
                  </a:cubicBezTo>
                  <a:cubicBezTo>
                    <a:pt x="1788" y="179"/>
                    <a:pt x="1788" y="179"/>
                    <a:pt x="1788" y="179"/>
                  </a:cubicBezTo>
                  <a:cubicBezTo>
                    <a:pt x="1788" y="179"/>
                    <a:pt x="1788" y="179"/>
                    <a:pt x="1788" y="179"/>
                  </a:cubicBezTo>
                  <a:cubicBezTo>
                    <a:pt x="1790" y="179"/>
                    <a:pt x="1790" y="179"/>
                    <a:pt x="1790" y="179"/>
                  </a:cubicBezTo>
                  <a:cubicBezTo>
                    <a:pt x="1790" y="179"/>
                    <a:pt x="1790" y="179"/>
                    <a:pt x="1790" y="179"/>
                  </a:cubicBezTo>
                  <a:cubicBezTo>
                    <a:pt x="1792" y="179"/>
                    <a:pt x="1792" y="179"/>
                    <a:pt x="1792" y="179"/>
                  </a:cubicBezTo>
                  <a:cubicBezTo>
                    <a:pt x="1792" y="179"/>
                    <a:pt x="1792" y="179"/>
                    <a:pt x="1792" y="179"/>
                  </a:cubicBezTo>
                  <a:cubicBezTo>
                    <a:pt x="1795" y="179"/>
                    <a:pt x="1795" y="179"/>
                    <a:pt x="1795" y="179"/>
                  </a:cubicBezTo>
                  <a:cubicBezTo>
                    <a:pt x="1795" y="179"/>
                    <a:pt x="1795" y="179"/>
                    <a:pt x="1795" y="179"/>
                  </a:cubicBezTo>
                  <a:cubicBezTo>
                    <a:pt x="1821" y="209"/>
                    <a:pt x="1821" y="209"/>
                    <a:pt x="1821" y="209"/>
                  </a:cubicBezTo>
                  <a:cubicBezTo>
                    <a:pt x="1821" y="209"/>
                    <a:pt x="1821" y="209"/>
                    <a:pt x="1821" y="209"/>
                  </a:cubicBezTo>
                  <a:cubicBezTo>
                    <a:pt x="1822" y="209"/>
                    <a:pt x="1822" y="209"/>
                    <a:pt x="1822" y="209"/>
                  </a:cubicBezTo>
                  <a:cubicBezTo>
                    <a:pt x="1822" y="209"/>
                    <a:pt x="1822" y="209"/>
                    <a:pt x="1822" y="209"/>
                  </a:cubicBezTo>
                  <a:cubicBezTo>
                    <a:pt x="1824" y="209"/>
                    <a:pt x="1824" y="209"/>
                    <a:pt x="1824" y="209"/>
                  </a:cubicBezTo>
                  <a:cubicBezTo>
                    <a:pt x="1824" y="209"/>
                    <a:pt x="1824" y="209"/>
                    <a:pt x="1824" y="209"/>
                  </a:cubicBezTo>
                  <a:cubicBezTo>
                    <a:pt x="1825" y="209"/>
                    <a:pt x="1825" y="209"/>
                    <a:pt x="1825" y="209"/>
                  </a:cubicBezTo>
                  <a:cubicBezTo>
                    <a:pt x="1825" y="209"/>
                    <a:pt x="1825" y="209"/>
                    <a:pt x="1825" y="209"/>
                  </a:cubicBezTo>
                  <a:cubicBezTo>
                    <a:pt x="1827" y="208"/>
                    <a:pt x="1827" y="208"/>
                    <a:pt x="1827" y="208"/>
                  </a:cubicBezTo>
                  <a:cubicBezTo>
                    <a:pt x="1827" y="208"/>
                    <a:pt x="1827" y="208"/>
                    <a:pt x="1827" y="208"/>
                  </a:cubicBezTo>
                  <a:cubicBezTo>
                    <a:pt x="1828" y="208"/>
                    <a:pt x="1828" y="208"/>
                    <a:pt x="1828" y="208"/>
                  </a:cubicBezTo>
                  <a:cubicBezTo>
                    <a:pt x="1828" y="208"/>
                    <a:pt x="1828" y="208"/>
                    <a:pt x="1828" y="208"/>
                  </a:cubicBezTo>
                  <a:cubicBezTo>
                    <a:pt x="1829" y="206"/>
                    <a:pt x="1829" y="206"/>
                    <a:pt x="1829" y="206"/>
                  </a:cubicBezTo>
                  <a:cubicBezTo>
                    <a:pt x="1829" y="206"/>
                    <a:pt x="1829" y="206"/>
                    <a:pt x="1829" y="206"/>
                  </a:cubicBezTo>
                  <a:cubicBezTo>
                    <a:pt x="1830" y="205"/>
                    <a:pt x="1830" y="205"/>
                    <a:pt x="1830" y="205"/>
                  </a:cubicBezTo>
                  <a:cubicBezTo>
                    <a:pt x="1830" y="205"/>
                    <a:pt x="1830" y="205"/>
                    <a:pt x="1830" y="205"/>
                  </a:cubicBezTo>
                  <a:cubicBezTo>
                    <a:pt x="1832" y="202"/>
                    <a:pt x="1832" y="202"/>
                    <a:pt x="1832" y="202"/>
                  </a:cubicBezTo>
                  <a:cubicBezTo>
                    <a:pt x="1832" y="202"/>
                    <a:pt x="1832" y="202"/>
                    <a:pt x="1832" y="202"/>
                  </a:cubicBezTo>
                  <a:cubicBezTo>
                    <a:pt x="1821" y="171"/>
                    <a:pt x="1821" y="171"/>
                    <a:pt x="1821" y="171"/>
                  </a:cubicBezTo>
                  <a:cubicBezTo>
                    <a:pt x="1821" y="171"/>
                    <a:pt x="1821" y="171"/>
                    <a:pt x="1821" y="171"/>
                  </a:cubicBezTo>
                  <a:cubicBezTo>
                    <a:pt x="1798" y="130"/>
                    <a:pt x="1798" y="130"/>
                    <a:pt x="1798" y="130"/>
                  </a:cubicBezTo>
                  <a:cubicBezTo>
                    <a:pt x="1798" y="130"/>
                    <a:pt x="1798" y="130"/>
                    <a:pt x="1798" y="130"/>
                  </a:cubicBezTo>
                  <a:cubicBezTo>
                    <a:pt x="1796" y="130"/>
                    <a:pt x="1796" y="130"/>
                    <a:pt x="1796" y="130"/>
                  </a:cubicBezTo>
                  <a:cubicBezTo>
                    <a:pt x="1796" y="130"/>
                    <a:pt x="1796" y="130"/>
                    <a:pt x="1796" y="130"/>
                  </a:cubicBezTo>
                  <a:cubicBezTo>
                    <a:pt x="1796" y="128"/>
                    <a:pt x="1796" y="128"/>
                    <a:pt x="1796" y="128"/>
                  </a:cubicBezTo>
                  <a:cubicBezTo>
                    <a:pt x="1796" y="128"/>
                    <a:pt x="1796" y="128"/>
                    <a:pt x="1796" y="128"/>
                  </a:cubicBezTo>
                  <a:cubicBezTo>
                    <a:pt x="1796" y="128"/>
                    <a:pt x="1796" y="128"/>
                    <a:pt x="1796" y="128"/>
                  </a:cubicBezTo>
                  <a:cubicBezTo>
                    <a:pt x="1796" y="128"/>
                    <a:pt x="1796" y="128"/>
                    <a:pt x="1796" y="128"/>
                  </a:cubicBezTo>
                  <a:cubicBezTo>
                    <a:pt x="1796" y="127"/>
                    <a:pt x="1796" y="127"/>
                    <a:pt x="1796" y="127"/>
                  </a:cubicBezTo>
                  <a:cubicBezTo>
                    <a:pt x="1796" y="127"/>
                    <a:pt x="1796" y="127"/>
                    <a:pt x="1796" y="127"/>
                  </a:cubicBezTo>
                  <a:cubicBezTo>
                    <a:pt x="1795" y="126"/>
                    <a:pt x="1795" y="126"/>
                    <a:pt x="1795" y="126"/>
                  </a:cubicBezTo>
                  <a:cubicBezTo>
                    <a:pt x="1795" y="126"/>
                    <a:pt x="1795" y="126"/>
                    <a:pt x="1795" y="126"/>
                  </a:cubicBezTo>
                  <a:cubicBezTo>
                    <a:pt x="1795" y="124"/>
                    <a:pt x="1795" y="124"/>
                    <a:pt x="1795" y="124"/>
                  </a:cubicBezTo>
                  <a:cubicBezTo>
                    <a:pt x="1795" y="124"/>
                    <a:pt x="1795" y="124"/>
                    <a:pt x="1795" y="124"/>
                  </a:cubicBezTo>
                  <a:cubicBezTo>
                    <a:pt x="1795" y="123"/>
                    <a:pt x="1795" y="123"/>
                    <a:pt x="1795" y="123"/>
                  </a:cubicBezTo>
                  <a:cubicBezTo>
                    <a:pt x="1795" y="123"/>
                    <a:pt x="1795" y="123"/>
                    <a:pt x="1795" y="123"/>
                  </a:cubicBezTo>
                  <a:cubicBezTo>
                    <a:pt x="1795" y="121"/>
                    <a:pt x="1795" y="121"/>
                    <a:pt x="1795" y="121"/>
                  </a:cubicBezTo>
                  <a:cubicBezTo>
                    <a:pt x="1795" y="121"/>
                    <a:pt x="1795" y="121"/>
                    <a:pt x="1795" y="121"/>
                  </a:cubicBezTo>
                  <a:cubicBezTo>
                    <a:pt x="1792" y="121"/>
                    <a:pt x="1792" y="121"/>
                    <a:pt x="1792" y="121"/>
                  </a:cubicBezTo>
                  <a:cubicBezTo>
                    <a:pt x="1792" y="121"/>
                    <a:pt x="1792" y="121"/>
                    <a:pt x="1792" y="121"/>
                  </a:cubicBezTo>
                  <a:cubicBezTo>
                    <a:pt x="1789" y="118"/>
                    <a:pt x="1789" y="118"/>
                    <a:pt x="1789" y="118"/>
                  </a:cubicBezTo>
                  <a:cubicBezTo>
                    <a:pt x="1789" y="118"/>
                    <a:pt x="1789" y="118"/>
                    <a:pt x="1789" y="118"/>
                  </a:cubicBezTo>
                  <a:cubicBezTo>
                    <a:pt x="1786" y="115"/>
                    <a:pt x="1786" y="115"/>
                    <a:pt x="1786" y="115"/>
                  </a:cubicBezTo>
                  <a:cubicBezTo>
                    <a:pt x="1786" y="115"/>
                    <a:pt x="1786" y="115"/>
                    <a:pt x="1786" y="115"/>
                  </a:cubicBezTo>
                  <a:cubicBezTo>
                    <a:pt x="1786" y="113"/>
                    <a:pt x="1786" y="113"/>
                    <a:pt x="1786" y="113"/>
                  </a:cubicBezTo>
                  <a:cubicBezTo>
                    <a:pt x="1786" y="113"/>
                    <a:pt x="1786" y="113"/>
                    <a:pt x="1786" y="113"/>
                  </a:cubicBezTo>
                  <a:cubicBezTo>
                    <a:pt x="1784" y="110"/>
                    <a:pt x="1784" y="110"/>
                    <a:pt x="1784" y="110"/>
                  </a:cubicBezTo>
                  <a:cubicBezTo>
                    <a:pt x="1784" y="110"/>
                    <a:pt x="1784" y="110"/>
                    <a:pt x="1784" y="110"/>
                  </a:cubicBezTo>
                  <a:cubicBezTo>
                    <a:pt x="1784" y="107"/>
                    <a:pt x="1784" y="107"/>
                    <a:pt x="1784" y="107"/>
                  </a:cubicBezTo>
                  <a:cubicBezTo>
                    <a:pt x="1784" y="107"/>
                    <a:pt x="1784" y="107"/>
                    <a:pt x="1784" y="107"/>
                  </a:cubicBezTo>
                  <a:cubicBezTo>
                    <a:pt x="1784" y="103"/>
                    <a:pt x="1784" y="103"/>
                    <a:pt x="1784" y="103"/>
                  </a:cubicBezTo>
                  <a:cubicBezTo>
                    <a:pt x="1784" y="103"/>
                    <a:pt x="1784" y="103"/>
                    <a:pt x="1784" y="103"/>
                  </a:cubicBezTo>
                  <a:cubicBezTo>
                    <a:pt x="1786" y="99"/>
                    <a:pt x="1786" y="99"/>
                    <a:pt x="1786" y="99"/>
                  </a:cubicBezTo>
                  <a:cubicBezTo>
                    <a:pt x="1786" y="99"/>
                    <a:pt x="1786" y="99"/>
                    <a:pt x="1786" y="99"/>
                  </a:cubicBezTo>
                  <a:cubicBezTo>
                    <a:pt x="1793" y="99"/>
                    <a:pt x="1793" y="99"/>
                    <a:pt x="1793" y="99"/>
                  </a:cubicBezTo>
                  <a:cubicBezTo>
                    <a:pt x="1793" y="99"/>
                    <a:pt x="1793" y="99"/>
                    <a:pt x="1793" y="99"/>
                  </a:cubicBezTo>
                  <a:cubicBezTo>
                    <a:pt x="1795" y="100"/>
                    <a:pt x="1795" y="100"/>
                    <a:pt x="1795" y="100"/>
                  </a:cubicBezTo>
                  <a:cubicBezTo>
                    <a:pt x="1795" y="100"/>
                    <a:pt x="1795" y="100"/>
                    <a:pt x="1795" y="100"/>
                  </a:cubicBezTo>
                  <a:cubicBezTo>
                    <a:pt x="1798" y="101"/>
                    <a:pt x="1798" y="101"/>
                    <a:pt x="1798" y="101"/>
                  </a:cubicBezTo>
                  <a:cubicBezTo>
                    <a:pt x="1798" y="101"/>
                    <a:pt x="1798" y="101"/>
                    <a:pt x="1798" y="101"/>
                  </a:cubicBezTo>
                  <a:cubicBezTo>
                    <a:pt x="1802" y="103"/>
                    <a:pt x="1802" y="103"/>
                    <a:pt x="1802" y="103"/>
                  </a:cubicBezTo>
                  <a:cubicBezTo>
                    <a:pt x="1802" y="103"/>
                    <a:pt x="1802" y="103"/>
                    <a:pt x="1802" y="103"/>
                  </a:cubicBezTo>
                  <a:cubicBezTo>
                    <a:pt x="1805" y="104"/>
                    <a:pt x="1805" y="104"/>
                    <a:pt x="1805" y="104"/>
                  </a:cubicBezTo>
                  <a:cubicBezTo>
                    <a:pt x="1805" y="104"/>
                    <a:pt x="1805" y="104"/>
                    <a:pt x="1805" y="104"/>
                  </a:cubicBezTo>
                  <a:cubicBezTo>
                    <a:pt x="1807" y="107"/>
                    <a:pt x="1807" y="107"/>
                    <a:pt x="1807" y="107"/>
                  </a:cubicBezTo>
                  <a:cubicBezTo>
                    <a:pt x="1807" y="107"/>
                    <a:pt x="1807" y="107"/>
                    <a:pt x="1807" y="107"/>
                  </a:cubicBezTo>
                  <a:cubicBezTo>
                    <a:pt x="1810" y="109"/>
                    <a:pt x="1810" y="109"/>
                    <a:pt x="1810" y="109"/>
                  </a:cubicBezTo>
                  <a:cubicBezTo>
                    <a:pt x="1810" y="109"/>
                    <a:pt x="1810" y="109"/>
                    <a:pt x="1810" y="109"/>
                  </a:cubicBezTo>
                  <a:cubicBezTo>
                    <a:pt x="1812" y="112"/>
                    <a:pt x="1812" y="112"/>
                    <a:pt x="1812" y="112"/>
                  </a:cubicBezTo>
                  <a:cubicBezTo>
                    <a:pt x="1812" y="112"/>
                    <a:pt x="1812" y="112"/>
                    <a:pt x="1812" y="112"/>
                  </a:cubicBezTo>
                  <a:cubicBezTo>
                    <a:pt x="1814" y="114"/>
                    <a:pt x="1814" y="114"/>
                    <a:pt x="1814" y="114"/>
                  </a:cubicBezTo>
                  <a:cubicBezTo>
                    <a:pt x="1814" y="114"/>
                    <a:pt x="1814" y="114"/>
                    <a:pt x="1814" y="114"/>
                  </a:cubicBezTo>
                  <a:cubicBezTo>
                    <a:pt x="1815" y="116"/>
                    <a:pt x="1815" y="116"/>
                    <a:pt x="1815" y="116"/>
                  </a:cubicBezTo>
                  <a:cubicBezTo>
                    <a:pt x="1815" y="116"/>
                    <a:pt x="1815" y="116"/>
                    <a:pt x="1815" y="116"/>
                  </a:cubicBezTo>
                  <a:cubicBezTo>
                    <a:pt x="1816" y="117"/>
                    <a:pt x="1816" y="117"/>
                    <a:pt x="1816" y="117"/>
                  </a:cubicBezTo>
                  <a:cubicBezTo>
                    <a:pt x="1816" y="117"/>
                    <a:pt x="1816" y="117"/>
                    <a:pt x="1816" y="117"/>
                  </a:cubicBezTo>
                  <a:cubicBezTo>
                    <a:pt x="1817" y="119"/>
                    <a:pt x="1817" y="119"/>
                    <a:pt x="1817" y="119"/>
                  </a:cubicBezTo>
                  <a:cubicBezTo>
                    <a:pt x="1817" y="119"/>
                    <a:pt x="1817" y="119"/>
                    <a:pt x="1817" y="119"/>
                  </a:cubicBezTo>
                  <a:cubicBezTo>
                    <a:pt x="1818" y="120"/>
                    <a:pt x="1818" y="120"/>
                    <a:pt x="1818" y="120"/>
                  </a:cubicBezTo>
                  <a:cubicBezTo>
                    <a:pt x="1818" y="120"/>
                    <a:pt x="1818" y="120"/>
                    <a:pt x="1818" y="120"/>
                  </a:cubicBezTo>
                  <a:cubicBezTo>
                    <a:pt x="1818" y="122"/>
                    <a:pt x="1818" y="122"/>
                    <a:pt x="1818" y="122"/>
                  </a:cubicBezTo>
                  <a:cubicBezTo>
                    <a:pt x="1818" y="122"/>
                    <a:pt x="1818" y="122"/>
                    <a:pt x="1818" y="122"/>
                  </a:cubicBezTo>
                  <a:cubicBezTo>
                    <a:pt x="1819" y="124"/>
                    <a:pt x="1819" y="124"/>
                    <a:pt x="1819" y="124"/>
                  </a:cubicBezTo>
                  <a:cubicBezTo>
                    <a:pt x="1819" y="124"/>
                    <a:pt x="1819" y="124"/>
                    <a:pt x="1819" y="124"/>
                  </a:cubicBezTo>
                  <a:cubicBezTo>
                    <a:pt x="1821" y="126"/>
                    <a:pt x="1821" y="126"/>
                    <a:pt x="1821" y="126"/>
                  </a:cubicBezTo>
                  <a:cubicBezTo>
                    <a:pt x="1821" y="126"/>
                    <a:pt x="1821" y="126"/>
                    <a:pt x="1821" y="126"/>
                  </a:cubicBezTo>
                  <a:cubicBezTo>
                    <a:pt x="1823" y="126"/>
                    <a:pt x="1823" y="126"/>
                    <a:pt x="1823" y="126"/>
                  </a:cubicBezTo>
                  <a:cubicBezTo>
                    <a:pt x="1823" y="126"/>
                    <a:pt x="1823" y="126"/>
                    <a:pt x="1823" y="126"/>
                  </a:cubicBezTo>
                  <a:cubicBezTo>
                    <a:pt x="1822" y="131"/>
                    <a:pt x="1822" y="131"/>
                    <a:pt x="1822" y="131"/>
                  </a:cubicBezTo>
                  <a:cubicBezTo>
                    <a:pt x="1822" y="131"/>
                    <a:pt x="1822" y="131"/>
                    <a:pt x="1822" y="131"/>
                  </a:cubicBezTo>
                  <a:cubicBezTo>
                    <a:pt x="1822" y="135"/>
                    <a:pt x="1822" y="135"/>
                    <a:pt x="1822" y="135"/>
                  </a:cubicBezTo>
                  <a:cubicBezTo>
                    <a:pt x="1822" y="135"/>
                    <a:pt x="1822" y="135"/>
                    <a:pt x="1822" y="135"/>
                  </a:cubicBezTo>
                  <a:cubicBezTo>
                    <a:pt x="1823" y="140"/>
                    <a:pt x="1823" y="140"/>
                    <a:pt x="1823" y="140"/>
                  </a:cubicBezTo>
                  <a:cubicBezTo>
                    <a:pt x="1823" y="140"/>
                    <a:pt x="1823" y="140"/>
                    <a:pt x="1823" y="140"/>
                  </a:cubicBezTo>
                  <a:cubicBezTo>
                    <a:pt x="1826" y="142"/>
                    <a:pt x="1826" y="142"/>
                    <a:pt x="1826" y="142"/>
                  </a:cubicBezTo>
                  <a:cubicBezTo>
                    <a:pt x="1826" y="142"/>
                    <a:pt x="1826" y="142"/>
                    <a:pt x="1826" y="142"/>
                  </a:cubicBezTo>
                  <a:cubicBezTo>
                    <a:pt x="1828" y="146"/>
                    <a:pt x="1828" y="146"/>
                    <a:pt x="1828" y="146"/>
                  </a:cubicBezTo>
                  <a:cubicBezTo>
                    <a:pt x="1828" y="146"/>
                    <a:pt x="1828" y="146"/>
                    <a:pt x="1828" y="146"/>
                  </a:cubicBezTo>
                  <a:cubicBezTo>
                    <a:pt x="1831" y="150"/>
                    <a:pt x="1831" y="150"/>
                    <a:pt x="1831" y="150"/>
                  </a:cubicBezTo>
                  <a:cubicBezTo>
                    <a:pt x="1831" y="150"/>
                    <a:pt x="1831" y="150"/>
                    <a:pt x="1831" y="150"/>
                  </a:cubicBezTo>
                  <a:cubicBezTo>
                    <a:pt x="1834" y="154"/>
                    <a:pt x="1834" y="154"/>
                    <a:pt x="1834" y="154"/>
                  </a:cubicBezTo>
                  <a:cubicBezTo>
                    <a:pt x="1834" y="154"/>
                    <a:pt x="1834" y="154"/>
                    <a:pt x="1834" y="154"/>
                  </a:cubicBezTo>
                  <a:cubicBezTo>
                    <a:pt x="1837" y="157"/>
                    <a:pt x="1837" y="157"/>
                    <a:pt x="1837" y="157"/>
                  </a:cubicBezTo>
                  <a:cubicBezTo>
                    <a:pt x="1837" y="157"/>
                    <a:pt x="1837" y="157"/>
                    <a:pt x="1837" y="157"/>
                  </a:cubicBezTo>
                  <a:cubicBezTo>
                    <a:pt x="1837" y="157"/>
                    <a:pt x="1837" y="157"/>
                    <a:pt x="1837" y="157"/>
                  </a:cubicBezTo>
                  <a:cubicBezTo>
                    <a:pt x="1837" y="157"/>
                    <a:pt x="1837" y="157"/>
                    <a:pt x="1837" y="157"/>
                  </a:cubicBezTo>
                  <a:cubicBezTo>
                    <a:pt x="1838" y="157"/>
                    <a:pt x="1838" y="157"/>
                    <a:pt x="1838" y="157"/>
                  </a:cubicBezTo>
                  <a:cubicBezTo>
                    <a:pt x="1838" y="157"/>
                    <a:pt x="1838" y="157"/>
                    <a:pt x="1838" y="157"/>
                  </a:cubicBezTo>
                  <a:cubicBezTo>
                    <a:pt x="1840" y="157"/>
                    <a:pt x="1840" y="157"/>
                    <a:pt x="1840" y="157"/>
                  </a:cubicBezTo>
                  <a:cubicBezTo>
                    <a:pt x="1840" y="157"/>
                    <a:pt x="1840" y="157"/>
                    <a:pt x="1840" y="157"/>
                  </a:cubicBezTo>
                  <a:cubicBezTo>
                    <a:pt x="1841" y="157"/>
                    <a:pt x="1841" y="157"/>
                    <a:pt x="1841" y="157"/>
                  </a:cubicBezTo>
                  <a:cubicBezTo>
                    <a:pt x="1841" y="157"/>
                    <a:pt x="1841" y="157"/>
                    <a:pt x="1841" y="157"/>
                  </a:cubicBezTo>
                  <a:cubicBezTo>
                    <a:pt x="1842" y="157"/>
                    <a:pt x="1842" y="157"/>
                    <a:pt x="1842" y="157"/>
                  </a:cubicBezTo>
                  <a:cubicBezTo>
                    <a:pt x="1842" y="157"/>
                    <a:pt x="1842" y="157"/>
                    <a:pt x="1842" y="157"/>
                  </a:cubicBezTo>
                  <a:cubicBezTo>
                    <a:pt x="1843" y="157"/>
                    <a:pt x="1843" y="157"/>
                    <a:pt x="1843" y="157"/>
                  </a:cubicBezTo>
                  <a:cubicBezTo>
                    <a:pt x="1843" y="157"/>
                    <a:pt x="1843" y="157"/>
                    <a:pt x="1843" y="157"/>
                  </a:cubicBezTo>
                  <a:cubicBezTo>
                    <a:pt x="1844" y="157"/>
                    <a:pt x="1844" y="157"/>
                    <a:pt x="1844" y="157"/>
                  </a:cubicBezTo>
                  <a:cubicBezTo>
                    <a:pt x="1844" y="157"/>
                    <a:pt x="1844" y="157"/>
                    <a:pt x="1844" y="157"/>
                  </a:cubicBezTo>
                  <a:cubicBezTo>
                    <a:pt x="1846" y="157"/>
                    <a:pt x="1846" y="157"/>
                    <a:pt x="1846" y="157"/>
                  </a:cubicBezTo>
                  <a:cubicBezTo>
                    <a:pt x="1846" y="157"/>
                    <a:pt x="1846" y="157"/>
                    <a:pt x="1846" y="157"/>
                  </a:cubicBezTo>
                  <a:cubicBezTo>
                    <a:pt x="1846" y="156"/>
                    <a:pt x="1846" y="156"/>
                    <a:pt x="1846" y="156"/>
                  </a:cubicBezTo>
                  <a:cubicBezTo>
                    <a:pt x="1846" y="156"/>
                    <a:pt x="1846" y="156"/>
                    <a:pt x="1846" y="156"/>
                  </a:cubicBezTo>
                  <a:cubicBezTo>
                    <a:pt x="1848" y="154"/>
                    <a:pt x="1848" y="154"/>
                    <a:pt x="1848" y="154"/>
                  </a:cubicBezTo>
                  <a:cubicBezTo>
                    <a:pt x="1848" y="154"/>
                    <a:pt x="1848" y="154"/>
                    <a:pt x="1848" y="154"/>
                  </a:cubicBezTo>
                  <a:cubicBezTo>
                    <a:pt x="1849" y="153"/>
                    <a:pt x="1849" y="153"/>
                    <a:pt x="1849" y="153"/>
                  </a:cubicBezTo>
                  <a:cubicBezTo>
                    <a:pt x="1849" y="153"/>
                    <a:pt x="1849" y="153"/>
                    <a:pt x="1849" y="153"/>
                  </a:cubicBezTo>
                  <a:cubicBezTo>
                    <a:pt x="1851" y="150"/>
                    <a:pt x="1851" y="150"/>
                    <a:pt x="1851" y="150"/>
                  </a:cubicBezTo>
                  <a:cubicBezTo>
                    <a:pt x="1851" y="150"/>
                    <a:pt x="1851" y="150"/>
                    <a:pt x="1851" y="150"/>
                  </a:cubicBezTo>
                  <a:cubicBezTo>
                    <a:pt x="1851" y="148"/>
                    <a:pt x="1851" y="148"/>
                    <a:pt x="1851" y="148"/>
                  </a:cubicBezTo>
                  <a:cubicBezTo>
                    <a:pt x="1851" y="148"/>
                    <a:pt x="1851" y="148"/>
                    <a:pt x="1851" y="148"/>
                  </a:cubicBezTo>
                  <a:cubicBezTo>
                    <a:pt x="1852" y="145"/>
                    <a:pt x="1852" y="145"/>
                    <a:pt x="1852" y="145"/>
                  </a:cubicBezTo>
                  <a:cubicBezTo>
                    <a:pt x="1852" y="145"/>
                    <a:pt x="1852" y="145"/>
                    <a:pt x="1852" y="145"/>
                  </a:cubicBezTo>
                  <a:cubicBezTo>
                    <a:pt x="1852" y="143"/>
                    <a:pt x="1852" y="143"/>
                    <a:pt x="1852" y="143"/>
                  </a:cubicBezTo>
                  <a:cubicBezTo>
                    <a:pt x="1852" y="143"/>
                    <a:pt x="1852" y="143"/>
                    <a:pt x="1852" y="143"/>
                  </a:cubicBezTo>
                  <a:cubicBezTo>
                    <a:pt x="1853" y="141"/>
                    <a:pt x="1853" y="141"/>
                    <a:pt x="1853" y="141"/>
                  </a:cubicBezTo>
                  <a:cubicBezTo>
                    <a:pt x="1853" y="141"/>
                    <a:pt x="1853" y="141"/>
                    <a:pt x="1853" y="141"/>
                  </a:cubicBezTo>
                  <a:cubicBezTo>
                    <a:pt x="1850" y="142"/>
                    <a:pt x="1850" y="142"/>
                    <a:pt x="1850" y="142"/>
                  </a:cubicBezTo>
                  <a:cubicBezTo>
                    <a:pt x="1850" y="142"/>
                    <a:pt x="1850" y="142"/>
                    <a:pt x="1850" y="142"/>
                  </a:cubicBezTo>
                  <a:cubicBezTo>
                    <a:pt x="1848" y="142"/>
                    <a:pt x="1848" y="142"/>
                    <a:pt x="1848" y="142"/>
                  </a:cubicBezTo>
                  <a:cubicBezTo>
                    <a:pt x="1848" y="142"/>
                    <a:pt x="1848" y="142"/>
                    <a:pt x="1848" y="142"/>
                  </a:cubicBezTo>
                  <a:cubicBezTo>
                    <a:pt x="1845" y="142"/>
                    <a:pt x="1845" y="142"/>
                    <a:pt x="1845" y="142"/>
                  </a:cubicBezTo>
                  <a:cubicBezTo>
                    <a:pt x="1845" y="142"/>
                    <a:pt x="1845" y="142"/>
                    <a:pt x="1845" y="142"/>
                  </a:cubicBezTo>
                  <a:cubicBezTo>
                    <a:pt x="1844" y="142"/>
                    <a:pt x="1844" y="142"/>
                    <a:pt x="1844" y="142"/>
                  </a:cubicBezTo>
                  <a:cubicBezTo>
                    <a:pt x="1844" y="142"/>
                    <a:pt x="1844" y="142"/>
                    <a:pt x="1844" y="142"/>
                  </a:cubicBezTo>
                  <a:cubicBezTo>
                    <a:pt x="1842" y="143"/>
                    <a:pt x="1842" y="143"/>
                    <a:pt x="1842" y="143"/>
                  </a:cubicBezTo>
                  <a:cubicBezTo>
                    <a:pt x="1842" y="143"/>
                    <a:pt x="1842" y="143"/>
                    <a:pt x="1842" y="143"/>
                  </a:cubicBezTo>
                  <a:cubicBezTo>
                    <a:pt x="1840" y="143"/>
                    <a:pt x="1840" y="143"/>
                    <a:pt x="1840" y="143"/>
                  </a:cubicBezTo>
                  <a:cubicBezTo>
                    <a:pt x="1840" y="143"/>
                    <a:pt x="1840" y="143"/>
                    <a:pt x="1840" y="143"/>
                  </a:cubicBezTo>
                  <a:cubicBezTo>
                    <a:pt x="1837" y="143"/>
                    <a:pt x="1837" y="143"/>
                    <a:pt x="1837" y="143"/>
                  </a:cubicBezTo>
                  <a:cubicBezTo>
                    <a:pt x="1837" y="143"/>
                    <a:pt x="1837" y="143"/>
                    <a:pt x="1837" y="143"/>
                  </a:cubicBezTo>
                  <a:cubicBezTo>
                    <a:pt x="1835" y="142"/>
                    <a:pt x="1835" y="142"/>
                    <a:pt x="1835" y="142"/>
                  </a:cubicBezTo>
                  <a:cubicBezTo>
                    <a:pt x="1835" y="142"/>
                    <a:pt x="1835" y="142"/>
                    <a:pt x="1835" y="142"/>
                  </a:cubicBezTo>
                  <a:cubicBezTo>
                    <a:pt x="1834" y="142"/>
                    <a:pt x="1834" y="142"/>
                    <a:pt x="1834" y="142"/>
                  </a:cubicBezTo>
                  <a:cubicBezTo>
                    <a:pt x="1834" y="142"/>
                    <a:pt x="1834" y="142"/>
                    <a:pt x="1834" y="142"/>
                  </a:cubicBezTo>
                  <a:cubicBezTo>
                    <a:pt x="1833" y="141"/>
                    <a:pt x="1833" y="141"/>
                    <a:pt x="1833" y="141"/>
                  </a:cubicBezTo>
                  <a:cubicBezTo>
                    <a:pt x="1833" y="141"/>
                    <a:pt x="1833" y="141"/>
                    <a:pt x="1833" y="141"/>
                  </a:cubicBezTo>
                  <a:cubicBezTo>
                    <a:pt x="1832" y="140"/>
                    <a:pt x="1832" y="140"/>
                    <a:pt x="1832" y="140"/>
                  </a:cubicBezTo>
                  <a:cubicBezTo>
                    <a:pt x="1832" y="140"/>
                    <a:pt x="1832" y="140"/>
                    <a:pt x="1832" y="140"/>
                  </a:cubicBezTo>
                  <a:cubicBezTo>
                    <a:pt x="1832" y="138"/>
                    <a:pt x="1832" y="138"/>
                    <a:pt x="1832" y="138"/>
                  </a:cubicBezTo>
                  <a:cubicBezTo>
                    <a:pt x="1832" y="138"/>
                    <a:pt x="1832" y="138"/>
                    <a:pt x="1832" y="138"/>
                  </a:cubicBezTo>
                  <a:cubicBezTo>
                    <a:pt x="1832" y="137"/>
                    <a:pt x="1832" y="137"/>
                    <a:pt x="1832" y="137"/>
                  </a:cubicBezTo>
                  <a:cubicBezTo>
                    <a:pt x="1832" y="137"/>
                    <a:pt x="1832" y="137"/>
                    <a:pt x="1832" y="137"/>
                  </a:cubicBezTo>
                  <a:cubicBezTo>
                    <a:pt x="1832" y="134"/>
                    <a:pt x="1832" y="134"/>
                    <a:pt x="1832" y="134"/>
                  </a:cubicBezTo>
                  <a:cubicBezTo>
                    <a:pt x="1832" y="134"/>
                    <a:pt x="1832" y="134"/>
                    <a:pt x="1832" y="134"/>
                  </a:cubicBezTo>
                  <a:cubicBezTo>
                    <a:pt x="1832" y="133"/>
                    <a:pt x="1832" y="133"/>
                    <a:pt x="1832" y="133"/>
                  </a:cubicBezTo>
                  <a:cubicBezTo>
                    <a:pt x="1832" y="133"/>
                    <a:pt x="1832" y="133"/>
                    <a:pt x="1832" y="133"/>
                  </a:cubicBezTo>
                  <a:cubicBezTo>
                    <a:pt x="1834" y="130"/>
                    <a:pt x="1834" y="130"/>
                    <a:pt x="1834" y="130"/>
                  </a:cubicBezTo>
                  <a:cubicBezTo>
                    <a:pt x="1834" y="130"/>
                    <a:pt x="1834" y="130"/>
                    <a:pt x="1834" y="130"/>
                  </a:cubicBezTo>
                  <a:cubicBezTo>
                    <a:pt x="1837" y="129"/>
                    <a:pt x="1837" y="129"/>
                    <a:pt x="1837" y="129"/>
                  </a:cubicBezTo>
                  <a:cubicBezTo>
                    <a:pt x="1837" y="129"/>
                    <a:pt x="1837" y="129"/>
                    <a:pt x="1837" y="129"/>
                  </a:cubicBezTo>
                  <a:cubicBezTo>
                    <a:pt x="1841" y="128"/>
                    <a:pt x="1841" y="128"/>
                    <a:pt x="1841" y="128"/>
                  </a:cubicBezTo>
                  <a:cubicBezTo>
                    <a:pt x="1841" y="128"/>
                    <a:pt x="1841" y="128"/>
                    <a:pt x="1841" y="128"/>
                  </a:cubicBezTo>
                  <a:cubicBezTo>
                    <a:pt x="1845" y="128"/>
                    <a:pt x="1845" y="128"/>
                    <a:pt x="1845" y="128"/>
                  </a:cubicBezTo>
                  <a:cubicBezTo>
                    <a:pt x="1845" y="128"/>
                    <a:pt x="1845" y="128"/>
                    <a:pt x="1845" y="128"/>
                  </a:cubicBezTo>
                  <a:cubicBezTo>
                    <a:pt x="1850" y="126"/>
                    <a:pt x="1850" y="126"/>
                    <a:pt x="1850" y="126"/>
                  </a:cubicBezTo>
                  <a:cubicBezTo>
                    <a:pt x="1850" y="126"/>
                    <a:pt x="1850" y="126"/>
                    <a:pt x="1850" y="126"/>
                  </a:cubicBezTo>
                  <a:cubicBezTo>
                    <a:pt x="1854" y="126"/>
                    <a:pt x="1854" y="126"/>
                    <a:pt x="1854" y="126"/>
                  </a:cubicBezTo>
                  <a:cubicBezTo>
                    <a:pt x="1854" y="126"/>
                    <a:pt x="1854" y="126"/>
                    <a:pt x="1854" y="126"/>
                  </a:cubicBezTo>
                  <a:cubicBezTo>
                    <a:pt x="1859" y="124"/>
                    <a:pt x="1859" y="124"/>
                    <a:pt x="1859" y="124"/>
                  </a:cubicBezTo>
                  <a:cubicBezTo>
                    <a:pt x="1859" y="124"/>
                    <a:pt x="1859" y="124"/>
                    <a:pt x="1859" y="124"/>
                  </a:cubicBezTo>
                  <a:cubicBezTo>
                    <a:pt x="1864" y="123"/>
                    <a:pt x="1864" y="123"/>
                    <a:pt x="1864" y="123"/>
                  </a:cubicBezTo>
                  <a:cubicBezTo>
                    <a:pt x="1864" y="123"/>
                    <a:pt x="1864" y="123"/>
                    <a:pt x="1864" y="123"/>
                  </a:cubicBezTo>
                  <a:cubicBezTo>
                    <a:pt x="1869" y="121"/>
                    <a:pt x="1869" y="121"/>
                    <a:pt x="1869" y="121"/>
                  </a:cubicBezTo>
                  <a:cubicBezTo>
                    <a:pt x="1869" y="121"/>
                    <a:pt x="1869" y="121"/>
                    <a:pt x="1869" y="121"/>
                  </a:cubicBezTo>
                  <a:cubicBezTo>
                    <a:pt x="1869" y="121"/>
                    <a:pt x="1869" y="121"/>
                    <a:pt x="1869" y="121"/>
                  </a:cubicBezTo>
                  <a:cubicBezTo>
                    <a:pt x="1869" y="121"/>
                    <a:pt x="1869" y="121"/>
                    <a:pt x="1869" y="121"/>
                  </a:cubicBezTo>
                  <a:cubicBezTo>
                    <a:pt x="1869" y="119"/>
                    <a:pt x="1869" y="119"/>
                    <a:pt x="1869" y="119"/>
                  </a:cubicBezTo>
                  <a:cubicBezTo>
                    <a:pt x="1869" y="119"/>
                    <a:pt x="1869" y="119"/>
                    <a:pt x="1869" y="119"/>
                  </a:cubicBezTo>
                  <a:cubicBezTo>
                    <a:pt x="1869" y="118"/>
                    <a:pt x="1869" y="118"/>
                    <a:pt x="1869" y="118"/>
                  </a:cubicBezTo>
                  <a:cubicBezTo>
                    <a:pt x="1869" y="118"/>
                    <a:pt x="1869" y="118"/>
                    <a:pt x="1869" y="118"/>
                  </a:cubicBezTo>
                  <a:cubicBezTo>
                    <a:pt x="1870" y="116"/>
                    <a:pt x="1870" y="116"/>
                    <a:pt x="1870" y="116"/>
                  </a:cubicBezTo>
                  <a:cubicBezTo>
                    <a:pt x="1870" y="116"/>
                    <a:pt x="1870" y="116"/>
                    <a:pt x="1870" y="116"/>
                  </a:cubicBezTo>
                  <a:cubicBezTo>
                    <a:pt x="1870" y="115"/>
                    <a:pt x="1870" y="115"/>
                    <a:pt x="1870" y="115"/>
                  </a:cubicBezTo>
                  <a:cubicBezTo>
                    <a:pt x="1870" y="115"/>
                    <a:pt x="1870" y="115"/>
                    <a:pt x="1870" y="115"/>
                  </a:cubicBezTo>
                  <a:cubicBezTo>
                    <a:pt x="1871" y="114"/>
                    <a:pt x="1871" y="114"/>
                    <a:pt x="1871" y="114"/>
                  </a:cubicBezTo>
                  <a:cubicBezTo>
                    <a:pt x="1871" y="114"/>
                    <a:pt x="1871" y="114"/>
                    <a:pt x="1871" y="114"/>
                  </a:cubicBezTo>
                  <a:cubicBezTo>
                    <a:pt x="1872" y="113"/>
                    <a:pt x="1872" y="113"/>
                    <a:pt x="1872" y="113"/>
                  </a:cubicBezTo>
                  <a:cubicBezTo>
                    <a:pt x="1872" y="113"/>
                    <a:pt x="1872" y="113"/>
                    <a:pt x="1872" y="113"/>
                  </a:cubicBezTo>
                  <a:cubicBezTo>
                    <a:pt x="1873" y="111"/>
                    <a:pt x="1873" y="111"/>
                    <a:pt x="1873" y="111"/>
                  </a:cubicBezTo>
                  <a:cubicBezTo>
                    <a:pt x="1873" y="111"/>
                    <a:pt x="1873" y="111"/>
                    <a:pt x="1873" y="111"/>
                  </a:cubicBezTo>
                  <a:cubicBezTo>
                    <a:pt x="1907" y="54"/>
                    <a:pt x="1907" y="54"/>
                    <a:pt x="1907" y="54"/>
                  </a:cubicBezTo>
                  <a:cubicBezTo>
                    <a:pt x="1907" y="54"/>
                    <a:pt x="1907" y="54"/>
                    <a:pt x="1907" y="54"/>
                  </a:cubicBezTo>
                  <a:cubicBezTo>
                    <a:pt x="1908" y="48"/>
                    <a:pt x="1908" y="48"/>
                    <a:pt x="1908" y="48"/>
                  </a:cubicBezTo>
                  <a:cubicBezTo>
                    <a:pt x="1908" y="48"/>
                    <a:pt x="1908" y="48"/>
                    <a:pt x="1908" y="48"/>
                  </a:cubicBezTo>
                  <a:cubicBezTo>
                    <a:pt x="1909" y="43"/>
                    <a:pt x="1909" y="43"/>
                    <a:pt x="1909" y="43"/>
                  </a:cubicBezTo>
                  <a:cubicBezTo>
                    <a:pt x="1909" y="43"/>
                    <a:pt x="1909" y="43"/>
                    <a:pt x="1909" y="43"/>
                  </a:cubicBezTo>
                  <a:cubicBezTo>
                    <a:pt x="1909" y="37"/>
                    <a:pt x="1909" y="37"/>
                    <a:pt x="1909" y="37"/>
                  </a:cubicBezTo>
                  <a:cubicBezTo>
                    <a:pt x="1909" y="37"/>
                    <a:pt x="1909" y="37"/>
                    <a:pt x="1909" y="37"/>
                  </a:cubicBezTo>
                  <a:cubicBezTo>
                    <a:pt x="1910" y="32"/>
                    <a:pt x="1910" y="32"/>
                    <a:pt x="1910" y="32"/>
                  </a:cubicBezTo>
                  <a:cubicBezTo>
                    <a:pt x="1910" y="32"/>
                    <a:pt x="1910" y="32"/>
                    <a:pt x="1910" y="32"/>
                  </a:cubicBezTo>
                  <a:cubicBezTo>
                    <a:pt x="1909" y="26"/>
                    <a:pt x="1909" y="26"/>
                    <a:pt x="1909" y="26"/>
                  </a:cubicBezTo>
                  <a:cubicBezTo>
                    <a:pt x="1909" y="26"/>
                    <a:pt x="1909" y="26"/>
                    <a:pt x="1909" y="26"/>
                  </a:cubicBezTo>
                  <a:cubicBezTo>
                    <a:pt x="1909" y="19"/>
                    <a:pt x="1909" y="19"/>
                    <a:pt x="1909" y="19"/>
                  </a:cubicBezTo>
                  <a:cubicBezTo>
                    <a:pt x="1909" y="19"/>
                    <a:pt x="1909" y="19"/>
                    <a:pt x="1909" y="19"/>
                  </a:cubicBezTo>
                  <a:cubicBezTo>
                    <a:pt x="1908" y="14"/>
                    <a:pt x="1908" y="14"/>
                    <a:pt x="1908" y="14"/>
                  </a:cubicBezTo>
                  <a:cubicBezTo>
                    <a:pt x="1908" y="14"/>
                    <a:pt x="1908" y="14"/>
                    <a:pt x="1908" y="14"/>
                  </a:cubicBezTo>
                  <a:cubicBezTo>
                    <a:pt x="1907" y="7"/>
                    <a:pt x="1907" y="7"/>
                    <a:pt x="1907" y="7"/>
                  </a:cubicBezTo>
                  <a:cubicBezTo>
                    <a:pt x="1907" y="7"/>
                    <a:pt x="1907" y="7"/>
                    <a:pt x="1907" y="7"/>
                  </a:cubicBezTo>
                  <a:cubicBezTo>
                    <a:pt x="1910" y="2"/>
                    <a:pt x="1910" y="2"/>
                    <a:pt x="1910" y="2"/>
                  </a:cubicBezTo>
                  <a:cubicBezTo>
                    <a:pt x="1910" y="2"/>
                    <a:pt x="1910" y="2"/>
                    <a:pt x="1910" y="2"/>
                  </a:cubicBezTo>
                  <a:cubicBezTo>
                    <a:pt x="1911" y="1"/>
                    <a:pt x="1911" y="1"/>
                    <a:pt x="1911" y="1"/>
                  </a:cubicBezTo>
                  <a:cubicBezTo>
                    <a:pt x="1911" y="1"/>
                    <a:pt x="1911" y="1"/>
                    <a:pt x="1911" y="1"/>
                  </a:cubicBezTo>
                  <a:cubicBezTo>
                    <a:pt x="1913" y="0"/>
                    <a:pt x="1913" y="0"/>
                    <a:pt x="1913" y="0"/>
                  </a:cubicBezTo>
                  <a:cubicBezTo>
                    <a:pt x="1913" y="0"/>
                    <a:pt x="1913" y="0"/>
                    <a:pt x="1913" y="0"/>
                  </a:cubicBezTo>
                  <a:cubicBezTo>
                    <a:pt x="1915" y="0"/>
                    <a:pt x="1915" y="0"/>
                    <a:pt x="1915" y="0"/>
                  </a:cubicBezTo>
                  <a:cubicBezTo>
                    <a:pt x="1915" y="0"/>
                    <a:pt x="1915" y="0"/>
                    <a:pt x="1915" y="0"/>
                  </a:cubicBezTo>
                  <a:cubicBezTo>
                    <a:pt x="1918" y="0"/>
                    <a:pt x="1918" y="0"/>
                    <a:pt x="1918" y="0"/>
                  </a:cubicBezTo>
                  <a:cubicBezTo>
                    <a:pt x="1918" y="0"/>
                    <a:pt x="1918" y="0"/>
                    <a:pt x="1918" y="0"/>
                  </a:cubicBezTo>
                  <a:cubicBezTo>
                    <a:pt x="1920" y="1"/>
                    <a:pt x="1920" y="1"/>
                    <a:pt x="1920" y="1"/>
                  </a:cubicBezTo>
                  <a:cubicBezTo>
                    <a:pt x="1920" y="1"/>
                    <a:pt x="1920" y="1"/>
                    <a:pt x="1920" y="1"/>
                  </a:cubicBezTo>
                  <a:cubicBezTo>
                    <a:pt x="1924" y="2"/>
                    <a:pt x="1924" y="2"/>
                    <a:pt x="1924" y="2"/>
                  </a:cubicBezTo>
                  <a:cubicBezTo>
                    <a:pt x="1924" y="2"/>
                    <a:pt x="1924" y="2"/>
                    <a:pt x="1924" y="2"/>
                  </a:cubicBezTo>
                  <a:cubicBezTo>
                    <a:pt x="1927" y="3"/>
                    <a:pt x="1927" y="3"/>
                    <a:pt x="1927" y="3"/>
                  </a:cubicBezTo>
                  <a:cubicBezTo>
                    <a:pt x="1927" y="3"/>
                    <a:pt x="1927" y="3"/>
                    <a:pt x="1927" y="3"/>
                  </a:cubicBezTo>
                  <a:cubicBezTo>
                    <a:pt x="1930" y="3"/>
                    <a:pt x="1930" y="3"/>
                    <a:pt x="1930" y="3"/>
                  </a:cubicBezTo>
                  <a:cubicBezTo>
                    <a:pt x="1930" y="3"/>
                    <a:pt x="1930" y="3"/>
                    <a:pt x="1930" y="3"/>
                  </a:cubicBezTo>
                  <a:cubicBezTo>
                    <a:pt x="1933" y="7"/>
                    <a:pt x="1933" y="7"/>
                    <a:pt x="1933" y="7"/>
                  </a:cubicBezTo>
                  <a:cubicBezTo>
                    <a:pt x="1933" y="7"/>
                    <a:pt x="1933" y="7"/>
                    <a:pt x="1933" y="7"/>
                  </a:cubicBezTo>
                  <a:cubicBezTo>
                    <a:pt x="1936" y="12"/>
                    <a:pt x="1936" y="12"/>
                    <a:pt x="1936" y="12"/>
                  </a:cubicBezTo>
                  <a:cubicBezTo>
                    <a:pt x="1936" y="12"/>
                    <a:pt x="1936" y="12"/>
                    <a:pt x="1936" y="12"/>
                  </a:cubicBezTo>
                  <a:cubicBezTo>
                    <a:pt x="1939" y="17"/>
                    <a:pt x="1939" y="17"/>
                    <a:pt x="1939" y="17"/>
                  </a:cubicBezTo>
                  <a:cubicBezTo>
                    <a:pt x="1939" y="17"/>
                    <a:pt x="1939" y="17"/>
                    <a:pt x="1939" y="17"/>
                  </a:cubicBezTo>
                  <a:cubicBezTo>
                    <a:pt x="1944" y="20"/>
                    <a:pt x="1944" y="20"/>
                    <a:pt x="1944" y="20"/>
                  </a:cubicBezTo>
                  <a:cubicBezTo>
                    <a:pt x="1944" y="20"/>
                    <a:pt x="1944" y="20"/>
                    <a:pt x="1944" y="20"/>
                  </a:cubicBezTo>
                  <a:cubicBezTo>
                    <a:pt x="1946" y="26"/>
                    <a:pt x="1946" y="26"/>
                    <a:pt x="1946" y="26"/>
                  </a:cubicBezTo>
                  <a:cubicBezTo>
                    <a:pt x="1946" y="26"/>
                    <a:pt x="1946" y="26"/>
                    <a:pt x="1946" y="26"/>
                  </a:cubicBezTo>
                  <a:cubicBezTo>
                    <a:pt x="1948" y="32"/>
                    <a:pt x="1948" y="32"/>
                    <a:pt x="1948" y="32"/>
                  </a:cubicBezTo>
                  <a:cubicBezTo>
                    <a:pt x="1948" y="32"/>
                    <a:pt x="1948" y="32"/>
                    <a:pt x="1948" y="32"/>
                  </a:cubicBezTo>
                  <a:cubicBezTo>
                    <a:pt x="1947" y="37"/>
                    <a:pt x="1947" y="37"/>
                    <a:pt x="1947" y="37"/>
                  </a:cubicBezTo>
                  <a:cubicBezTo>
                    <a:pt x="1947" y="37"/>
                    <a:pt x="1947" y="37"/>
                    <a:pt x="1947" y="37"/>
                  </a:cubicBezTo>
                  <a:cubicBezTo>
                    <a:pt x="1946" y="43"/>
                    <a:pt x="1946" y="43"/>
                    <a:pt x="1946" y="43"/>
                  </a:cubicBezTo>
                  <a:cubicBezTo>
                    <a:pt x="1946" y="43"/>
                    <a:pt x="1946" y="43"/>
                    <a:pt x="1946" y="43"/>
                  </a:cubicBezTo>
                  <a:cubicBezTo>
                    <a:pt x="1944" y="44"/>
                    <a:pt x="1944" y="44"/>
                    <a:pt x="1944" y="44"/>
                  </a:cubicBezTo>
                  <a:cubicBezTo>
                    <a:pt x="1944" y="44"/>
                    <a:pt x="1944" y="44"/>
                    <a:pt x="1944" y="44"/>
                  </a:cubicBezTo>
                  <a:cubicBezTo>
                    <a:pt x="1944" y="45"/>
                    <a:pt x="1944" y="45"/>
                    <a:pt x="1944" y="45"/>
                  </a:cubicBezTo>
                  <a:cubicBezTo>
                    <a:pt x="1944" y="45"/>
                    <a:pt x="1944" y="45"/>
                    <a:pt x="1944" y="45"/>
                  </a:cubicBezTo>
                  <a:cubicBezTo>
                    <a:pt x="1944" y="46"/>
                    <a:pt x="1944" y="46"/>
                    <a:pt x="1944" y="46"/>
                  </a:cubicBezTo>
                  <a:cubicBezTo>
                    <a:pt x="1944" y="46"/>
                    <a:pt x="1944" y="46"/>
                    <a:pt x="1944" y="46"/>
                  </a:cubicBezTo>
                  <a:cubicBezTo>
                    <a:pt x="1944" y="46"/>
                    <a:pt x="1944" y="46"/>
                    <a:pt x="1944" y="46"/>
                  </a:cubicBezTo>
                  <a:cubicBezTo>
                    <a:pt x="1944" y="46"/>
                    <a:pt x="1944" y="46"/>
                    <a:pt x="1944" y="46"/>
                  </a:cubicBezTo>
                  <a:cubicBezTo>
                    <a:pt x="1944" y="47"/>
                    <a:pt x="1944" y="47"/>
                    <a:pt x="1944" y="47"/>
                  </a:cubicBezTo>
                  <a:cubicBezTo>
                    <a:pt x="1944" y="47"/>
                    <a:pt x="1944" y="47"/>
                    <a:pt x="1944" y="47"/>
                  </a:cubicBezTo>
                  <a:cubicBezTo>
                    <a:pt x="1944" y="47"/>
                    <a:pt x="1944" y="47"/>
                    <a:pt x="1944" y="47"/>
                  </a:cubicBezTo>
                  <a:cubicBezTo>
                    <a:pt x="1944" y="47"/>
                    <a:pt x="1944" y="47"/>
                    <a:pt x="1944" y="47"/>
                  </a:cubicBezTo>
                  <a:cubicBezTo>
                    <a:pt x="1943" y="48"/>
                    <a:pt x="1943" y="48"/>
                    <a:pt x="1943" y="48"/>
                  </a:cubicBezTo>
                  <a:cubicBezTo>
                    <a:pt x="1943" y="48"/>
                    <a:pt x="1943" y="48"/>
                    <a:pt x="1943" y="48"/>
                  </a:cubicBezTo>
                  <a:cubicBezTo>
                    <a:pt x="1943" y="48"/>
                    <a:pt x="1943" y="48"/>
                    <a:pt x="1943" y="48"/>
                  </a:cubicBezTo>
                  <a:cubicBezTo>
                    <a:pt x="1939" y="50"/>
                    <a:pt x="1939" y="50"/>
                    <a:pt x="1939" y="50"/>
                  </a:cubicBezTo>
                  <a:cubicBezTo>
                    <a:pt x="1933" y="55"/>
                    <a:pt x="1933" y="55"/>
                    <a:pt x="1933" y="55"/>
                  </a:cubicBezTo>
                  <a:cubicBezTo>
                    <a:pt x="1933" y="55"/>
                    <a:pt x="1933" y="55"/>
                    <a:pt x="1933" y="55"/>
                  </a:cubicBezTo>
                  <a:cubicBezTo>
                    <a:pt x="1929" y="60"/>
                    <a:pt x="1929" y="60"/>
                    <a:pt x="1929" y="60"/>
                  </a:cubicBezTo>
                  <a:cubicBezTo>
                    <a:pt x="1929" y="60"/>
                    <a:pt x="1929" y="60"/>
                    <a:pt x="1929" y="60"/>
                  </a:cubicBezTo>
                  <a:cubicBezTo>
                    <a:pt x="1926" y="65"/>
                    <a:pt x="1926" y="65"/>
                    <a:pt x="1926" y="65"/>
                  </a:cubicBezTo>
                  <a:cubicBezTo>
                    <a:pt x="1926" y="65"/>
                    <a:pt x="1926" y="65"/>
                    <a:pt x="1926" y="65"/>
                  </a:cubicBezTo>
                  <a:cubicBezTo>
                    <a:pt x="1923" y="71"/>
                    <a:pt x="1923" y="71"/>
                    <a:pt x="1923" y="71"/>
                  </a:cubicBezTo>
                  <a:cubicBezTo>
                    <a:pt x="1923" y="71"/>
                    <a:pt x="1923" y="71"/>
                    <a:pt x="1923" y="71"/>
                  </a:cubicBezTo>
                  <a:cubicBezTo>
                    <a:pt x="1918" y="77"/>
                    <a:pt x="1918" y="77"/>
                    <a:pt x="1918" y="77"/>
                  </a:cubicBezTo>
                  <a:cubicBezTo>
                    <a:pt x="1918" y="77"/>
                    <a:pt x="1918" y="77"/>
                    <a:pt x="1918" y="77"/>
                  </a:cubicBezTo>
                  <a:cubicBezTo>
                    <a:pt x="1914" y="83"/>
                    <a:pt x="1914" y="83"/>
                    <a:pt x="1914" y="83"/>
                  </a:cubicBezTo>
                  <a:cubicBezTo>
                    <a:pt x="1914" y="83"/>
                    <a:pt x="1914" y="83"/>
                    <a:pt x="1914" y="83"/>
                  </a:cubicBezTo>
                  <a:cubicBezTo>
                    <a:pt x="1910" y="88"/>
                    <a:pt x="1910" y="88"/>
                    <a:pt x="1910" y="88"/>
                  </a:cubicBezTo>
                  <a:cubicBezTo>
                    <a:pt x="1910" y="88"/>
                    <a:pt x="1910" y="88"/>
                    <a:pt x="1910" y="88"/>
                  </a:cubicBezTo>
                  <a:cubicBezTo>
                    <a:pt x="1906" y="92"/>
                    <a:pt x="1906" y="92"/>
                    <a:pt x="1906" y="92"/>
                  </a:cubicBezTo>
                  <a:cubicBezTo>
                    <a:pt x="1906" y="92"/>
                    <a:pt x="1906" y="92"/>
                    <a:pt x="1906" y="92"/>
                  </a:cubicBezTo>
                  <a:cubicBezTo>
                    <a:pt x="1888" y="120"/>
                    <a:pt x="1888" y="120"/>
                    <a:pt x="1888" y="120"/>
                  </a:cubicBezTo>
                  <a:cubicBezTo>
                    <a:pt x="1888" y="120"/>
                    <a:pt x="1888" y="120"/>
                    <a:pt x="1888" y="120"/>
                  </a:cubicBezTo>
                  <a:cubicBezTo>
                    <a:pt x="1888" y="123"/>
                    <a:pt x="1888" y="123"/>
                    <a:pt x="1888" y="123"/>
                  </a:cubicBezTo>
                  <a:cubicBezTo>
                    <a:pt x="1888" y="123"/>
                    <a:pt x="1888" y="123"/>
                    <a:pt x="1888" y="123"/>
                  </a:cubicBezTo>
                  <a:cubicBezTo>
                    <a:pt x="1892" y="125"/>
                    <a:pt x="1892" y="125"/>
                    <a:pt x="1892" y="125"/>
                  </a:cubicBezTo>
                  <a:cubicBezTo>
                    <a:pt x="1892" y="125"/>
                    <a:pt x="1892" y="125"/>
                    <a:pt x="1892" y="125"/>
                  </a:cubicBezTo>
                  <a:cubicBezTo>
                    <a:pt x="1897" y="127"/>
                    <a:pt x="1897" y="127"/>
                    <a:pt x="1897" y="127"/>
                  </a:cubicBezTo>
                  <a:cubicBezTo>
                    <a:pt x="1897" y="127"/>
                    <a:pt x="1897" y="127"/>
                    <a:pt x="1897" y="127"/>
                  </a:cubicBezTo>
                  <a:cubicBezTo>
                    <a:pt x="1901" y="129"/>
                    <a:pt x="1901" y="129"/>
                    <a:pt x="1901" y="129"/>
                  </a:cubicBezTo>
                  <a:cubicBezTo>
                    <a:pt x="1901" y="129"/>
                    <a:pt x="1901" y="129"/>
                    <a:pt x="1901" y="129"/>
                  </a:cubicBezTo>
                  <a:cubicBezTo>
                    <a:pt x="1908" y="131"/>
                    <a:pt x="1908" y="131"/>
                    <a:pt x="1908" y="131"/>
                  </a:cubicBezTo>
                  <a:cubicBezTo>
                    <a:pt x="1908" y="131"/>
                    <a:pt x="1908" y="131"/>
                    <a:pt x="1908" y="131"/>
                  </a:cubicBezTo>
                  <a:cubicBezTo>
                    <a:pt x="1913" y="134"/>
                    <a:pt x="1913" y="134"/>
                    <a:pt x="1913" y="134"/>
                  </a:cubicBezTo>
                  <a:cubicBezTo>
                    <a:pt x="1913" y="134"/>
                    <a:pt x="1913" y="134"/>
                    <a:pt x="1913" y="134"/>
                  </a:cubicBezTo>
                  <a:cubicBezTo>
                    <a:pt x="1919" y="134"/>
                    <a:pt x="1919" y="134"/>
                    <a:pt x="1919" y="134"/>
                  </a:cubicBezTo>
                  <a:cubicBezTo>
                    <a:pt x="1919" y="134"/>
                    <a:pt x="1919" y="134"/>
                    <a:pt x="1919" y="134"/>
                  </a:cubicBezTo>
                  <a:cubicBezTo>
                    <a:pt x="1926" y="133"/>
                    <a:pt x="1926" y="133"/>
                    <a:pt x="1926" y="133"/>
                  </a:cubicBezTo>
                  <a:cubicBezTo>
                    <a:pt x="1926" y="133"/>
                    <a:pt x="1926" y="133"/>
                    <a:pt x="1926" y="133"/>
                  </a:cubicBezTo>
                  <a:cubicBezTo>
                    <a:pt x="1932" y="128"/>
                    <a:pt x="1932" y="128"/>
                    <a:pt x="1932" y="128"/>
                  </a:cubicBezTo>
                  <a:cubicBezTo>
                    <a:pt x="1932" y="128"/>
                    <a:pt x="1932" y="128"/>
                    <a:pt x="1932" y="128"/>
                  </a:cubicBezTo>
                  <a:cubicBezTo>
                    <a:pt x="1955" y="108"/>
                    <a:pt x="1955" y="108"/>
                    <a:pt x="1955" y="108"/>
                  </a:cubicBezTo>
                  <a:cubicBezTo>
                    <a:pt x="1955" y="108"/>
                    <a:pt x="1955" y="108"/>
                    <a:pt x="1955" y="108"/>
                  </a:cubicBezTo>
                  <a:cubicBezTo>
                    <a:pt x="1956" y="108"/>
                    <a:pt x="1956" y="108"/>
                    <a:pt x="1956" y="108"/>
                  </a:cubicBezTo>
                  <a:cubicBezTo>
                    <a:pt x="1956" y="108"/>
                    <a:pt x="1956" y="108"/>
                    <a:pt x="1956" y="108"/>
                  </a:cubicBezTo>
                  <a:cubicBezTo>
                    <a:pt x="1957" y="107"/>
                    <a:pt x="1957" y="107"/>
                    <a:pt x="1957" y="107"/>
                  </a:cubicBezTo>
                  <a:cubicBezTo>
                    <a:pt x="1957" y="107"/>
                    <a:pt x="1957" y="107"/>
                    <a:pt x="1957" y="107"/>
                  </a:cubicBezTo>
                  <a:cubicBezTo>
                    <a:pt x="1958" y="107"/>
                    <a:pt x="1958" y="107"/>
                    <a:pt x="1958" y="107"/>
                  </a:cubicBezTo>
                  <a:cubicBezTo>
                    <a:pt x="1958" y="107"/>
                    <a:pt x="1958" y="107"/>
                    <a:pt x="1958" y="107"/>
                  </a:cubicBezTo>
                  <a:cubicBezTo>
                    <a:pt x="1959" y="105"/>
                    <a:pt x="1959" y="105"/>
                    <a:pt x="1959" y="105"/>
                  </a:cubicBezTo>
                  <a:cubicBezTo>
                    <a:pt x="1959" y="105"/>
                    <a:pt x="1959" y="105"/>
                    <a:pt x="1959" y="105"/>
                  </a:cubicBezTo>
                  <a:cubicBezTo>
                    <a:pt x="1959" y="104"/>
                    <a:pt x="1959" y="104"/>
                    <a:pt x="1959" y="104"/>
                  </a:cubicBezTo>
                  <a:cubicBezTo>
                    <a:pt x="1959" y="104"/>
                    <a:pt x="1959" y="104"/>
                    <a:pt x="1959" y="104"/>
                  </a:cubicBezTo>
                  <a:cubicBezTo>
                    <a:pt x="1960" y="102"/>
                    <a:pt x="1960" y="102"/>
                    <a:pt x="1960" y="102"/>
                  </a:cubicBezTo>
                  <a:cubicBezTo>
                    <a:pt x="1960" y="102"/>
                    <a:pt x="1960" y="102"/>
                    <a:pt x="1960" y="102"/>
                  </a:cubicBezTo>
                  <a:cubicBezTo>
                    <a:pt x="1961" y="101"/>
                    <a:pt x="1961" y="101"/>
                    <a:pt x="1961" y="101"/>
                  </a:cubicBezTo>
                  <a:cubicBezTo>
                    <a:pt x="1961" y="101"/>
                    <a:pt x="1961" y="101"/>
                    <a:pt x="1961" y="101"/>
                  </a:cubicBezTo>
                  <a:cubicBezTo>
                    <a:pt x="1963" y="99"/>
                    <a:pt x="1963" y="99"/>
                    <a:pt x="1963" y="99"/>
                  </a:cubicBezTo>
                  <a:cubicBezTo>
                    <a:pt x="1963" y="99"/>
                    <a:pt x="1963" y="99"/>
                    <a:pt x="1963" y="99"/>
                  </a:cubicBezTo>
                  <a:cubicBezTo>
                    <a:pt x="1999" y="77"/>
                    <a:pt x="1999" y="77"/>
                    <a:pt x="1999" y="77"/>
                  </a:cubicBezTo>
                  <a:cubicBezTo>
                    <a:pt x="1999" y="77"/>
                    <a:pt x="1999" y="77"/>
                    <a:pt x="1999" y="77"/>
                  </a:cubicBezTo>
                  <a:cubicBezTo>
                    <a:pt x="2003" y="77"/>
                    <a:pt x="2003" y="77"/>
                    <a:pt x="2003" y="77"/>
                  </a:cubicBezTo>
                  <a:cubicBezTo>
                    <a:pt x="2003" y="77"/>
                    <a:pt x="2003" y="77"/>
                    <a:pt x="2003" y="77"/>
                  </a:cubicBezTo>
                  <a:cubicBezTo>
                    <a:pt x="2007" y="76"/>
                    <a:pt x="2007" y="76"/>
                    <a:pt x="2007" y="76"/>
                  </a:cubicBezTo>
                  <a:cubicBezTo>
                    <a:pt x="2007" y="76"/>
                    <a:pt x="2007" y="76"/>
                    <a:pt x="2007" y="76"/>
                  </a:cubicBezTo>
                  <a:cubicBezTo>
                    <a:pt x="2011" y="78"/>
                    <a:pt x="2011" y="78"/>
                    <a:pt x="2011" y="78"/>
                  </a:cubicBezTo>
                  <a:cubicBezTo>
                    <a:pt x="2011" y="78"/>
                    <a:pt x="2011" y="78"/>
                    <a:pt x="2011" y="78"/>
                  </a:cubicBezTo>
                  <a:cubicBezTo>
                    <a:pt x="2015" y="79"/>
                    <a:pt x="2015" y="79"/>
                    <a:pt x="2015" y="79"/>
                  </a:cubicBezTo>
                  <a:cubicBezTo>
                    <a:pt x="2015" y="79"/>
                    <a:pt x="2015" y="79"/>
                    <a:pt x="2015" y="79"/>
                  </a:cubicBezTo>
                  <a:cubicBezTo>
                    <a:pt x="2018" y="82"/>
                    <a:pt x="2018" y="82"/>
                    <a:pt x="2018" y="82"/>
                  </a:cubicBezTo>
                  <a:cubicBezTo>
                    <a:pt x="2018" y="82"/>
                    <a:pt x="2018" y="82"/>
                    <a:pt x="2018" y="82"/>
                  </a:cubicBezTo>
                  <a:cubicBezTo>
                    <a:pt x="2022" y="84"/>
                    <a:pt x="2022" y="84"/>
                    <a:pt x="2022" y="84"/>
                  </a:cubicBezTo>
                  <a:cubicBezTo>
                    <a:pt x="2022" y="84"/>
                    <a:pt x="2022" y="84"/>
                    <a:pt x="2022" y="84"/>
                  </a:cubicBezTo>
                  <a:cubicBezTo>
                    <a:pt x="2027" y="86"/>
                    <a:pt x="2027" y="86"/>
                    <a:pt x="2027" y="86"/>
                  </a:cubicBezTo>
                  <a:cubicBezTo>
                    <a:pt x="2027" y="86"/>
                    <a:pt x="2027" y="86"/>
                    <a:pt x="2027" y="86"/>
                  </a:cubicBezTo>
                  <a:cubicBezTo>
                    <a:pt x="2033" y="86"/>
                    <a:pt x="2033" y="86"/>
                    <a:pt x="2033" y="86"/>
                  </a:cubicBezTo>
                  <a:cubicBezTo>
                    <a:pt x="2033" y="86"/>
                    <a:pt x="2033" y="86"/>
                    <a:pt x="2033" y="86"/>
                  </a:cubicBezTo>
                  <a:cubicBezTo>
                    <a:pt x="2032" y="92"/>
                    <a:pt x="2032" y="92"/>
                    <a:pt x="2032" y="92"/>
                  </a:cubicBezTo>
                  <a:cubicBezTo>
                    <a:pt x="2032" y="92"/>
                    <a:pt x="2032" y="92"/>
                    <a:pt x="2032" y="92"/>
                  </a:cubicBezTo>
                  <a:cubicBezTo>
                    <a:pt x="2032" y="98"/>
                    <a:pt x="2032" y="98"/>
                    <a:pt x="2032" y="98"/>
                  </a:cubicBezTo>
                  <a:cubicBezTo>
                    <a:pt x="2032" y="98"/>
                    <a:pt x="2032" y="98"/>
                    <a:pt x="2032" y="98"/>
                  </a:cubicBezTo>
                  <a:cubicBezTo>
                    <a:pt x="2031" y="103"/>
                    <a:pt x="2031" y="103"/>
                    <a:pt x="2031" y="103"/>
                  </a:cubicBezTo>
                  <a:cubicBezTo>
                    <a:pt x="2031" y="103"/>
                    <a:pt x="2031" y="103"/>
                    <a:pt x="2031" y="103"/>
                  </a:cubicBezTo>
                  <a:cubicBezTo>
                    <a:pt x="2031" y="108"/>
                    <a:pt x="2031" y="108"/>
                    <a:pt x="2031" y="108"/>
                  </a:cubicBezTo>
                  <a:cubicBezTo>
                    <a:pt x="2031" y="108"/>
                    <a:pt x="2031" y="108"/>
                    <a:pt x="2031" y="108"/>
                  </a:cubicBezTo>
                  <a:cubicBezTo>
                    <a:pt x="2029" y="114"/>
                    <a:pt x="2029" y="114"/>
                    <a:pt x="2029" y="114"/>
                  </a:cubicBezTo>
                  <a:cubicBezTo>
                    <a:pt x="2029" y="114"/>
                    <a:pt x="2029" y="114"/>
                    <a:pt x="2029" y="114"/>
                  </a:cubicBezTo>
                  <a:cubicBezTo>
                    <a:pt x="2028" y="119"/>
                    <a:pt x="2028" y="119"/>
                    <a:pt x="2028" y="119"/>
                  </a:cubicBezTo>
                  <a:cubicBezTo>
                    <a:pt x="2028" y="119"/>
                    <a:pt x="2028" y="119"/>
                    <a:pt x="2028" y="119"/>
                  </a:cubicBezTo>
                  <a:cubicBezTo>
                    <a:pt x="2024" y="124"/>
                    <a:pt x="2024" y="124"/>
                    <a:pt x="2024" y="124"/>
                  </a:cubicBezTo>
                  <a:cubicBezTo>
                    <a:pt x="2024" y="124"/>
                    <a:pt x="2024" y="124"/>
                    <a:pt x="2024" y="124"/>
                  </a:cubicBezTo>
                  <a:cubicBezTo>
                    <a:pt x="2021" y="127"/>
                    <a:pt x="2021" y="127"/>
                    <a:pt x="2021" y="127"/>
                  </a:cubicBezTo>
                  <a:cubicBezTo>
                    <a:pt x="2021" y="127"/>
                    <a:pt x="2021" y="127"/>
                    <a:pt x="2021" y="127"/>
                  </a:cubicBezTo>
                  <a:cubicBezTo>
                    <a:pt x="2018" y="128"/>
                    <a:pt x="2018" y="128"/>
                    <a:pt x="2018" y="128"/>
                  </a:cubicBezTo>
                  <a:cubicBezTo>
                    <a:pt x="2018" y="128"/>
                    <a:pt x="2018" y="128"/>
                    <a:pt x="2018" y="128"/>
                  </a:cubicBezTo>
                  <a:cubicBezTo>
                    <a:pt x="2016" y="130"/>
                    <a:pt x="2016" y="130"/>
                    <a:pt x="2016" y="130"/>
                  </a:cubicBezTo>
                  <a:cubicBezTo>
                    <a:pt x="2016" y="130"/>
                    <a:pt x="2016" y="130"/>
                    <a:pt x="2016" y="130"/>
                  </a:cubicBezTo>
                  <a:cubicBezTo>
                    <a:pt x="2014" y="133"/>
                    <a:pt x="2014" y="133"/>
                    <a:pt x="2014" y="133"/>
                  </a:cubicBezTo>
                  <a:cubicBezTo>
                    <a:pt x="2014" y="133"/>
                    <a:pt x="2014" y="133"/>
                    <a:pt x="2014" y="133"/>
                  </a:cubicBezTo>
                  <a:cubicBezTo>
                    <a:pt x="2013" y="135"/>
                    <a:pt x="2013" y="135"/>
                    <a:pt x="2013" y="135"/>
                  </a:cubicBezTo>
                  <a:cubicBezTo>
                    <a:pt x="2013" y="135"/>
                    <a:pt x="2013" y="135"/>
                    <a:pt x="2013" y="135"/>
                  </a:cubicBezTo>
                  <a:cubicBezTo>
                    <a:pt x="2011" y="138"/>
                    <a:pt x="2011" y="138"/>
                    <a:pt x="2011" y="138"/>
                  </a:cubicBezTo>
                  <a:cubicBezTo>
                    <a:pt x="2011" y="138"/>
                    <a:pt x="2011" y="138"/>
                    <a:pt x="2011" y="138"/>
                  </a:cubicBezTo>
                  <a:cubicBezTo>
                    <a:pt x="2009" y="140"/>
                    <a:pt x="2009" y="140"/>
                    <a:pt x="2009" y="140"/>
                  </a:cubicBezTo>
                  <a:cubicBezTo>
                    <a:pt x="2009" y="140"/>
                    <a:pt x="2009" y="140"/>
                    <a:pt x="2009" y="140"/>
                  </a:cubicBezTo>
                  <a:cubicBezTo>
                    <a:pt x="2005" y="142"/>
                    <a:pt x="2005" y="142"/>
                    <a:pt x="2005" y="142"/>
                  </a:cubicBezTo>
                  <a:cubicBezTo>
                    <a:pt x="2005" y="142"/>
                    <a:pt x="2005" y="142"/>
                    <a:pt x="2005" y="142"/>
                  </a:cubicBezTo>
                  <a:cubicBezTo>
                    <a:pt x="2006" y="144"/>
                    <a:pt x="2006" y="144"/>
                    <a:pt x="2006" y="144"/>
                  </a:cubicBezTo>
                  <a:cubicBezTo>
                    <a:pt x="2003" y="142"/>
                    <a:pt x="2003" y="142"/>
                    <a:pt x="2003" y="142"/>
                  </a:cubicBezTo>
                  <a:cubicBezTo>
                    <a:pt x="1971" y="194"/>
                    <a:pt x="1971" y="194"/>
                    <a:pt x="1971" y="194"/>
                  </a:cubicBezTo>
                  <a:cubicBezTo>
                    <a:pt x="1967" y="195"/>
                    <a:pt x="1967" y="195"/>
                    <a:pt x="1967" y="195"/>
                  </a:cubicBezTo>
                  <a:cubicBezTo>
                    <a:pt x="1950" y="219"/>
                    <a:pt x="1950" y="219"/>
                    <a:pt x="1950" y="219"/>
                  </a:cubicBezTo>
                  <a:cubicBezTo>
                    <a:pt x="1948" y="221"/>
                    <a:pt x="1948" y="221"/>
                    <a:pt x="1948" y="221"/>
                  </a:cubicBezTo>
                  <a:cubicBezTo>
                    <a:pt x="1952" y="225"/>
                    <a:pt x="1952" y="225"/>
                    <a:pt x="1952" y="225"/>
                  </a:cubicBezTo>
                  <a:cubicBezTo>
                    <a:pt x="1952" y="225"/>
                    <a:pt x="1952" y="225"/>
                    <a:pt x="1952" y="225"/>
                  </a:cubicBezTo>
                  <a:cubicBezTo>
                    <a:pt x="1953" y="225"/>
                    <a:pt x="1953" y="225"/>
                    <a:pt x="1953" y="225"/>
                  </a:cubicBezTo>
                  <a:cubicBezTo>
                    <a:pt x="1953" y="225"/>
                    <a:pt x="1953" y="225"/>
                    <a:pt x="1953" y="225"/>
                  </a:cubicBezTo>
                  <a:cubicBezTo>
                    <a:pt x="1956" y="224"/>
                    <a:pt x="1956" y="224"/>
                    <a:pt x="1956" y="224"/>
                  </a:cubicBezTo>
                  <a:cubicBezTo>
                    <a:pt x="1956" y="224"/>
                    <a:pt x="1956" y="224"/>
                    <a:pt x="1956" y="224"/>
                  </a:cubicBezTo>
                  <a:cubicBezTo>
                    <a:pt x="1957" y="223"/>
                    <a:pt x="1957" y="223"/>
                    <a:pt x="1957" y="223"/>
                  </a:cubicBezTo>
                  <a:cubicBezTo>
                    <a:pt x="1957" y="223"/>
                    <a:pt x="1957" y="223"/>
                    <a:pt x="1957" y="223"/>
                  </a:cubicBezTo>
                  <a:cubicBezTo>
                    <a:pt x="1960" y="222"/>
                    <a:pt x="1960" y="222"/>
                    <a:pt x="1960" y="222"/>
                  </a:cubicBezTo>
                  <a:cubicBezTo>
                    <a:pt x="1960" y="222"/>
                    <a:pt x="1960" y="222"/>
                    <a:pt x="1960" y="222"/>
                  </a:cubicBezTo>
                  <a:cubicBezTo>
                    <a:pt x="1962" y="222"/>
                    <a:pt x="1962" y="222"/>
                    <a:pt x="1962" y="222"/>
                  </a:cubicBezTo>
                  <a:cubicBezTo>
                    <a:pt x="1962" y="222"/>
                    <a:pt x="1962" y="222"/>
                    <a:pt x="1962" y="222"/>
                  </a:cubicBezTo>
                  <a:cubicBezTo>
                    <a:pt x="1965" y="221"/>
                    <a:pt x="1965" y="221"/>
                    <a:pt x="1965" y="221"/>
                  </a:cubicBezTo>
                  <a:cubicBezTo>
                    <a:pt x="1965" y="221"/>
                    <a:pt x="1965" y="221"/>
                    <a:pt x="1965" y="221"/>
                  </a:cubicBezTo>
                  <a:cubicBezTo>
                    <a:pt x="1968" y="221"/>
                    <a:pt x="1968" y="221"/>
                    <a:pt x="1968" y="221"/>
                  </a:cubicBezTo>
                  <a:cubicBezTo>
                    <a:pt x="1968" y="221"/>
                    <a:pt x="1968" y="221"/>
                    <a:pt x="1968" y="221"/>
                  </a:cubicBezTo>
                  <a:cubicBezTo>
                    <a:pt x="1971" y="220"/>
                    <a:pt x="1971" y="220"/>
                    <a:pt x="1971" y="220"/>
                  </a:cubicBezTo>
                  <a:cubicBezTo>
                    <a:pt x="1971" y="220"/>
                    <a:pt x="1971" y="220"/>
                    <a:pt x="1971" y="220"/>
                  </a:cubicBezTo>
                  <a:cubicBezTo>
                    <a:pt x="1972" y="224"/>
                    <a:pt x="1972" y="224"/>
                    <a:pt x="1972" y="224"/>
                  </a:cubicBezTo>
                  <a:cubicBezTo>
                    <a:pt x="1972" y="224"/>
                    <a:pt x="1972" y="224"/>
                    <a:pt x="1972" y="224"/>
                  </a:cubicBezTo>
                  <a:cubicBezTo>
                    <a:pt x="1973" y="227"/>
                    <a:pt x="1973" y="227"/>
                    <a:pt x="1973" y="227"/>
                  </a:cubicBezTo>
                  <a:cubicBezTo>
                    <a:pt x="1973" y="227"/>
                    <a:pt x="1973" y="227"/>
                    <a:pt x="1973" y="227"/>
                  </a:cubicBezTo>
                  <a:cubicBezTo>
                    <a:pt x="1974" y="229"/>
                    <a:pt x="1974" y="229"/>
                    <a:pt x="1974" y="229"/>
                  </a:cubicBezTo>
                  <a:cubicBezTo>
                    <a:pt x="1974" y="229"/>
                    <a:pt x="1974" y="229"/>
                    <a:pt x="1974" y="229"/>
                  </a:cubicBezTo>
                  <a:cubicBezTo>
                    <a:pt x="1976" y="232"/>
                    <a:pt x="1976" y="232"/>
                    <a:pt x="1976" y="232"/>
                  </a:cubicBezTo>
                  <a:cubicBezTo>
                    <a:pt x="1976" y="232"/>
                    <a:pt x="1976" y="232"/>
                    <a:pt x="1976" y="232"/>
                  </a:cubicBezTo>
                  <a:cubicBezTo>
                    <a:pt x="1976" y="236"/>
                    <a:pt x="1976" y="236"/>
                    <a:pt x="1976" y="236"/>
                  </a:cubicBezTo>
                  <a:cubicBezTo>
                    <a:pt x="1976" y="236"/>
                    <a:pt x="1976" y="236"/>
                    <a:pt x="1976" y="236"/>
                  </a:cubicBezTo>
                  <a:cubicBezTo>
                    <a:pt x="1977" y="240"/>
                    <a:pt x="1977" y="240"/>
                    <a:pt x="1977" y="240"/>
                  </a:cubicBezTo>
                  <a:cubicBezTo>
                    <a:pt x="1977" y="240"/>
                    <a:pt x="1977" y="240"/>
                    <a:pt x="1977" y="240"/>
                  </a:cubicBezTo>
                  <a:cubicBezTo>
                    <a:pt x="1977" y="243"/>
                    <a:pt x="1977" y="243"/>
                    <a:pt x="1977" y="243"/>
                  </a:cubicBezTo>
                  <a:cubicBezTo>
                    <a:pt x="1977" y="243"/>
                    <a:pt x="1977" y="243"/>
                    <a:pt x="1977" y="243"/>
                  </a:cubicBezTo>
                  <a:cubicBezTo>
                    <a:pt x="1977" y="245"/>
                    <a:pt x="1977" y="245"/>
                    <a:pt x="1977" y="245"/>
                  </a:cubicBezTo>
                  <a:cubicBezTo>
                    <a:pt x="1977" y="245"/>
                    <a:pt x="1977" y="245"/>
                    <a:pt x="1977" y="245"/>
                  </a:cubicBezTo>
                  <a:cubicBezTo>
                    <a:pt x="1947" y="267"/>
                    <a:pt x="1947" y="267"/>
                    <a:pt x="1947" y="267"/>
                  </a:cubicBezTo>
                  <a:cubicBezTo>
                    <a:pt x="1947" y="267"/>
                    <a:pt x="1947" y="267"/>
                    <a:pt x="1947" y="267"/>
                  </a:cubicBezTo>
                  <a:cubicBezTo>
                    <a:pt x="1892" y="315"/>
                    <a:pt x="1892" y="315"/>
                    <a:pt x="1892" y="315"/>
                  </a:cubicBezTo>
                  <a:cubicBezTo>
                    <a:pt x="1892" y="315"/>
                    <a:pt x="1892" y="315"/>
                    <a:pt x="1892" y="315"/>
                  </a:cubicBezTo>
                  <a:cubicBezTo>
                    <a:pt x="1894" y="319"/>
                    <a:pt x="1894" y="319"/>
                    <a:pt x="1894" y="319"/>
                  </a:cubicBezTo>
                  <a:cubicBezTo>
                    <a:pt x="1894" y="319"/>
                    <a:pt x="1894" y="319"/>
                    <a:pt x="1894" y="319"/>
                  </a:cubicBezTo>
                  <a:cubicBezTo>
                    <a:pt x="1923" y="307"/>
                    <a:pt x="1923" y="307"/>
                    <a:pt x="1923" y="307"/>
                  </a:cubicBezTo>
                  <a:cubicBezTo>
                    <a:pt x="1923" y="307"/>
                    <a:pt x="1923" y="307"/>
                    <a:pt x="1923" y="307"/>
                  </a:cubicBezTo>
                  <a:cubicBezTo>
                    <a:pt x="1925" y="306"/>
                    <a:pt x="1925" y="306"/>
                    <a:pt x="1925" y="306"/>
                  </a:cubicBezTo>
                  <a:cubicBezTo>
                    <a:pt x="1925" y="306"/>
                    <a:pt x="1925" y="306"/>
                    <a:pt x="1925" y="306"/>
                  </a:cubicBezTo>
                  <a:cubicBezTo>
                    <a:pt x="1928" y="305"/>
                    <a:pt x="1928" y="305"/>
                    <a:pt x="1928" y="305"/>
                  </a:cubicBezTo>
                  <a:cubicBezTo>
                    <a:pt x="1928" y="305"/>
                    <a:pt x="1928" y="305"/>
                    <a:pt x="1928" y="305"/>
                  </a:cubicBezTo>
                  <a:cubicBezTo>
                    <a:pt x="1931" y="304"/>
                    <a:pt x="1931" y="304"/>
                    <a:pt x="1931" y="304"/>
                  </a:cubicBezTo>
                  <a:cubicBezTo>
                    <a:pt x="1931" y="304"/>
                    <a:pt x="1931" y="304"/>
                    <a:pt x="1931" y="304"/>
                  </a:cubicBezTo>
                  <a:cubicBezTo>
                    <a:pt x="1934" y="303"/>
                    <a:pt x="1934" y="303"/>
                    <a:pt x="1934" y="303"/>
                  </a:cubicBezTo>
                  <a:cubicBezTo>
                    <a:pt x="1934" y="303"/>
                    <a:pt x="1934" y="303"/>
                    <a:pt x="1934" y="303"/>
                  </a:cubicBezTo>
                  <a:cubicBezTo>
                    <a:pt x="1937" y="304"/>
                    <a:pt x="1937" y="304"/>
                    <a:pt x="1937" y="304"/>
                  </a:cubicBezTo>
                  <a:cubicBezTo>
                    <a:pt x="1937" y="304"/>
                    <a:pt x="1937" y="304"/>
                    <a:pt x="1937" y="304"/>
                  </a:cubicBezTo>
                  <a:cubicBezTo>
                    <a:pt x="1940" y="304"/>
                    <a:pt x="1940" y="304"/>
                    <a:pt x="1940" y="304"/>
                  </a:cubicBezTo>
                  <a:cubicBezTo>
                    <a:pt x="1940" y="304"/>
                    <a:pt x="1940" y="304"/>
                    <a:pt x="1940" y="304"/>
                  </a:cubicBezTo>
                  <a:cubicBezTo>
                    <a:pt x="1944" y="305"/>
                    <a:pt x="1944" y="305"/>
                    <a:pt x="1944" y="305"/>
                  </a:cubicBezTo>
                  <a:cubicBezTo>
                    <a:pt x="1944" y="305"/>
                    <a:pt x="1944" y="305"/>
                    <a:pt x="1944" y="305"/>
                  </a:cubicBezTo>
                  <a:cubicBezTo>
                    <a:pt x="1949" y="305"/>
                    <a:pt x="1949" y="305"/>
                    <a:pt x="1949" y="305"/>
                  </a:cubicBezTo>
                  <a:cubicBezTo>
                    <a:pt x="1949" y="305"/>
                    <a:pt x="1949" y="305"/>
                    <a:pt x="1949" y="305"/>
                  </a:cubicBezTo>
                  <a:cubicBezTo>
                    <a:pt x="1950" y="306"/>
                    <a:pt x="1950" y="306"/>
                    <a:pt x="1950" y="306"/>
                  </a:cubicBezTo>
                  <a:cubicBezTo>
                    <a:pt x="1950" y="306"/>
                    <a:pt x="1950" y="306"/>
                    <a:pt x="1950" y="306"/>
                  </a:cubicBezTo>
                  <a:cubicBezTo>
                    <a:pt x="1951" y="307"/>
                    <a:pt x="1951" y="307"/>
                    <a:pt x="1951" y="307"/>
                  </a:cubicBezTo>
                  <a:cubicBezTo>
                    <a:pt x="1951" y="307"/>
                    <a:pt x="1951" y="307"/>
                    <a:pt x="1951" y="307"/>
                  </a:cubicBezTo>
                  <a:cubicBezTo>
                    <a:pt x="1952" y="308"/>
                    <a:pt x="1952" y="308"/>
                    <a:pt x="1952" y="308"/>
                  </a:cubicBezTo>
                  <a:cubicBezTo>
                    <a:pt x="1952" y="308"/>
                    <a:pt x="1952" y="308"/>
                    <a:pt x="1952" y="308"/>
                  </a:cubicBezTo>
                  <a:cubicBezTo>
                    <a:pt x="1953" y="308"/>
                    <a:pt x="1953" y="308"/>
                    <a:pt x="1953" y="308"/>
                  </a:cubicBezTo>
                  <a:cubicBezTo>
                    <a:pt x="1953" y="308"/>
                    <a:pt x="1953" y="308"/>
                    <a:pt x="1953" y="308"/>
                  </a:cubicBezTo>
                  <a:cubicBezTo>
                    <a:pt x="1954" y="309"/>
                    <a:pt x="1954" y="309"/>
                    <a:pt x="1954" y="309"/>
                  </a:cubicBezTo>
                  <a:cubicBezTo>
                    <a:pt x="1954" y="309"/>
                    <a:pt x="1954" y="309"/>
                    <a:pt x="1954" y="309"/>
                  </a:cubicBezTo>
                  <a:cubicBezTo>
                    <a:pt x="1955" y="310"/>
                    <a:pt x="1955" y="310"/>
                    <a:pt x="1955" y="310"/>
                  </a:cubicBezTo>
                  <a:cubicBezTo>
                    <a:pt x="1955" y="310"/>
                    <a:pt x="1955" y="310"/>
                    <a:pt x="1955" y="310"/>
                  </a:cubicBezTo>
                  <a:cubicBezTo>
                    <a:pt x="1956" y="310"/>
                    <a:pt x="1956" y="310"/>
                    <a:pt x="1956" y="310"/>
                  </a:cubicBezTo>
                  <a:cubicBezTo>
                    <a:pt x="1956" y="310"/>
                    <a:pt x="1956" y="310"/>
                    <a:pt x="1956" y="310"/>
                  </a:cubicBezTo>
                  <a:cubicBezTo>
                    <a:pt x="1959" y="310"/>
                    <a:pt x="1959" y="310"/>
                    <a:pt x="1959" y="310"/>
                  </a:cubicBezTo>
                  <a:cubicBezTo>
                    <a:pt x="1959" y="310"/>
                    <a:pt x="1959" y="310"/>
                    <a:pt x="1959" y="310"/>
                  </a:cubicBezTo>
                  <a:cubicBezTo>
                    <a:pt x="1959" y="313"/>
                    <a:pt x="1959" y="313"/>
                    <a:pt x="1959" y="313"/>
                  </a:cubicBezTo>
                  <a:cubicBezTo>
                    <a:pt x="1959" y="313"/>
                    <a:pt x="1959" y="313"/>
                    <a:pt x="1959" y="313"/>
                  </a:cubicBezTo>
                  <a:cubicBezTo>
                    <a:pt x="1960" y="316"/>
                    <a:pt x="1960" y="316"/>
                    <a:pt x="1960" y="316"/>
                  </a:cubicBezTo>
                  <a:cubicBezTo>
                    <a:pt x="1960" y="316"/>
                    <a:pt x="1960" y="316"/>
                    <a:pt x="1960" y="316"/>
                  </a:cubicBezTo>
                  <a:cubicBezTo>
                    <a:pt x="1960" y="319"/>
                    <a:pt x="1960" y="319"/>
                    <a:pt x="1960" y="319"/>
                  </a:cubicBezTo>
                  <a:cubicBezTo>
                    <a:pt x="1960" y="319"/>
                    <a:pt x="1960" y="319"/>
                    <a:pt x="1960" y="319"/>
                  </a:cubicBezTo>
                  <a:cubicBezTo>
                    <a:pt x="1960" y="322"/>
                    <a:pt x="1960" y="322"/>
                    <a:pt x="1960" y="322"/>
                  </a:cubicBezTo>
                  <a:cubicBezTo>
                    <a:pt x="1960" y="322"/>
                    <a:pt x="1960" y="322"/>
                    <a:pt x="1960" y="322"/>
                  </a:cubicBezTo>
                  <a:cubicBezTo>
                    <a:pt x="1958" y="324"/>
                    <a:pt x="1958" y="324"/>
                    <a:pt x="1958" y="324"/>
                  </a:cubicBezTo>
                  <a:cubicBezTo>
                    <a:pt x="1958" y="324"/>
                    <a:pt x="1958" y="324"/>
                    <a:pt x="1958" y="324"/>
                  </a:cubicBezTo>
                  <a:cubicBezTo>
                    <a:pt x="1957" y="326"/>
                    <a:pt x="1957" y="326"/>
                    <a:pt x="1957" y="326"/>
                  </a:cubicBezTo>
                  <a:cubicBezTo>
                    <a:pt x="1957" y="326"/>
                    <a:pt x="1957" y="326"/>
                    <a:pt x="1957" y="326"/>
                  </a:cubicBezTo>
                  <a:cubicBezTo>
                    <a:pt x="1955" y="329"/>
                    <a:pt x="1955" y="329"/>
                    <a:pt x="1955" y="329"/>
                  </a:cubicBezTo>
                  <a:cubicBezTo>
                    <a:pt x="1955" y="329"/>
                    <a:pt x="1955" y="329"/>
                    <a:pt x="1955" y="329"/>
                  </a:cubicBezTo>
                  <a:cubicBezTo>
                    <a:pt x="1954" y="331"/>
                    <a:pt x="1954" y="331"/>
                    <a:pt x="1954" y="331"/>
                  </a:cubicBezTo>
                  <a:cubicBezTo>
                    <a:pt x="1954" y="331"/>
                    <a:pt x="1954" y="331"/>
                    <a:pt x="1954" y="331"/>
                  </a:cubicBezTo>
                  <a:cubicBezTo>
                    <a:pt x="1948" y="335"/>
                    <a:pt x="1948" y="335"/>
                    <a:pt x="1948" y="335"/>
                  </a:cubicBezTo>
                  <a:cubicBezTo>
                    <a:pt x="1948" y="335"/>
                    <a:pt x="1948" y="335"/>
                    <a:pt x="1948" y="335"/>
                  </a:cubicBezTo>
                  <a:cubicBezTo>
                    <a:pt x="1944" y="338"/>
                    <a:pt x="1944" y="338"/>
                    <a:pt x="1944" y="338"/>
                  </a:cubicBezTo>
                  <a:cubicBezTo>
                    <a:pt x="1944" y="338"/>
                    <a:pt x="1944" y="338"/>
                    <a:pt x="1944" y="338"/>
                  </a:cubicBezTo>
                  <a:cubicBezTo>
                    <a:pt x="1940" y="341"/>
                    <a:pt x="1940" y="341"/>
                    <a:pt x="1940" y="341"/>
                  </a:cubicBezTo>
                  <a:cubicBezTo>
                    <a:pt x="1940" y="341"/>
                    <a:pt x="1940" y="341"/>
                    <a:pt x="1940" y="341"/>
                  </a:cubicBezTo>
                  <a:cubicBezTo>
                    <a:pt x="1937" y="345"/>
                    <a:pt x="1937" y="345"/>
                    <a:pt x="1937" y="345"/>
                  </a:cubicBezTo>
                  <a:cubicBezTo>
                    <a:pt x="1937" y="345"/>
                    <a:pt x="1937" y="345"/>
                    <a:pt x="1937" y="345"/>
                  </a:cubicBezTo>
                  <a:cubicBezTo>
                    <a:pt x="1933" y="350"/>
                    <a:pt x="1933" y="350"/>
                    <a:pt x="1933" y="350"/>
                  </a:cubicBezTo>
                  <a:cubicBezTo>
                    <a:pt x="1933" y="350"/>
                    <a:pt x="1933" y="350"/>
                    <a:pt x="1933" y="350"/>
                  </a:cubicBezTo>
                  <a:cubicBezTo>
                    <a:pt x="1930" y="353"/>
                    <a:pt x="1930" y="353"/>
                    <a:pt x="1930" y="353"/>
                  </a:cubicBezTo>
                  <a:cubicBezTo>
                    <a:pt x="1930" y="353"/>
                    <a:pt x="1930" y="353"/>
                    <a:pt x="1930" y="353"/>
                  </a:cubicBezTo>
                  <a:cubicBezTo>
                    <a:pt x="1925" y="356"/>
                    <a:pt x="1925" y="356"/>
                    <a:pt x="1925" y="356"/>
                  </a:cubicBezTo>
                  <a:cubicBezTo>
                    <a:pt x="1925" y="356"/>
                    <a:pt x="1925" y="356"/>
                    <a:pt x="1925" y="356"/>
                  </a:cubicBezTo>
                  <a:cubicBezTo>
                    <a:pt x="1919" y="356"/>
                    <a:pt x="1919" y="356"/>
                    <a:pt x="1919" y="356"/>
                  </a:cubicBezTo>
                  <a:cubicBezTo>
                    <a:pt x="1919" y="356"/>
                    <a:pt x="1919" y="356"/>
                    <a:pt x="1919" y="356"/>
                  </a:cubicBezTo>
                  <a:cubicBezTo>
                    <a:pt x="1917" y="353"/>
                    <a:pt x="1917" y="353"/>
                    <a:pt x="1917" y="353"/>
                  </a:cubicBezTo>
                  <a:cubicBezTo>
                    <a:pt x="1917" y="353"/>
                    <a:pt x="1917" y="353"/>
                    <a:pt x="1917" y="353"/>
                  </a:cubicBezTo>
                  <a:cubicBezTo>
                    <a:pt x="1918" y="348"/>
                    <a:pt x="1918" y="348"/>
                    <a:pt x="1918" y="348"/>
                  </a:cubicBezTo>
                  <a:cubicBezTo>
                    <a:pt x="1918" y="348"/>
                    <a:pt x="1918" y="348"/>
                    <a:pt x="1918" y="348"/>
                  </a:cubicBezTo>
                  <a:cubicBezTo>
                    <a:pt x="1921" y="344"/>
                    <a:pt x="1921" y="344"/>
                    <a:pt x="1921" y="344"/>
                  </a:cubicBezTo>
                  <a:cubicBezTo>
                    <a:pt x="1921" y="344"/>
                    <a:pt x="1921" y="344"/>
                    <a:pt x="1921" y="344"/>
                  </a:cubicBezTo>
                  <a:cubicBezTo>
                    <a:pt x="1925" y="340"/>
                    <a:pt x="1925" y="340"/>
                    <a:pt x="1925" y="340"/>
                  </a:cubicBezTo>
                  <a:cubicBezTo>
                    <a:pt x="1925" y="340"/>
                    <a:pt x="1925" y="340"/>
                    <a:pt x="1925" y="340"/>
                  </a:cubicBezTo>
                  <a:cubicBezTo>
                    <a:pt x="1927" y="338"/>
                    <a:pt x="1927" y="338"/>
                    <a:pt x="1927" y="338"/>
                  </a:cubicBezTo>
                  <a:cubicBezTo>
                    <a:pt x="1927" y="338"/>
                    <a:pt x="1927" y="338"/>
                    <a:pt x="1927" y="338"/>
                  </a:cubicBezTo>
                  <a:cubicBezTo>
                    <a:pt x="1930" y="334"/>
                    <a:pt x="1930" y="334"/>
                    <a:pt x="1930" y="334"/>
                  </a:cubicBezTo>
                  <a:cubicBezTo>
                    <a:pt x="1930" y="334"/>
                    <a:pt x="1930" y="334"/>
                    <a:pt x="1930" y="334"/>
                  </a:cubicBezTo>
                  <a:cubicBezTo>
                    <a:pt x="1932" y="330"/>
                    <a:pt x="1932" y="330"/>
                    <a:pt x="1932" y="330"/>
                  </a:cubicBezTo>
                  <a:cubicBezTo>
                    <a:pt x="1932" y="330"/>
                    <a:pt x="1932" y="330"/>
                    <a:pt x="1932" y="330"/>
                  </a:cubicBezTo>
                  <a:cubicBezTo>
                    <a:pt x="1933" y="324"/>
                    <a:pt x="1933" y="324"/>
                    <a:pt x="1933" y="324"/>
                  </a:cubicBezTo>
                  <a:cubicBezTo>
                    <a:pt x="1933" y="324"/>
                    <a:pt x="1933" y="324"/>
                    <a:pt x="1933" y="324"/>
                  </a:cubicBezTo>
                  <a:cubicBezTo>
                    <a:pt x="1931" y="324"/>
                    <a:pt x="1931" y="324"/>
                    <a:pt x="1931" y="324"/>
                  </a:cubicBezTo>
                  <a:cubicBezTo>
                    <a:pt x="1931" y="324"/>
                    <a:pt x="1931" y="324"/>
                    <a:pt x="1931" y="324"/>
                  </a:cubicBezTo>
                  <a:cubicBezTo>
                    <a:pt x="1929" y="324"/>
                    <a:pt x="1929" y="324"/>
                    <a:pt x="1929" y="324"/>
                  </a:cubicBezTo>
                  <a:cubicBezTo>
                    <a:pt x="1929" y="324"/>
                    <a:pt x="1929" y="324"/>
                    <a:pt x="1929" y="324"/>
                  </a:cubicBezTo>
                  <a:cubicBezTo>
                    <a:pt x="1927" y="324"/>
                    <a:pt x="1927" y="324"/>
                    <a:pt x="1927" y="324"/>
                  </a:cubicBezTo>
                  <a:cubicBezTo>
                    <a:pt x="1927" y="324"/>
                    <a:pt x="1927" y="324"/>
                    <a:pt x="1927" y="324"/>
                  </a:cubicBezTo>
                  <a:cubicBezTo>
                    <a:pt x="1926" y="323"/>
                    <a:pt x="1926" y="323"/>
                    <a:pt x="1926" y="323"/>
                  </a:cubicBezTo>
                  <a:cubicBezTo>
                    <a:pt x="1926" y="323"/>
                    <a:pt x="1926" y="323"/>
                    <a:pt x="1926" y="323"/>
                  </a:cubicBezTo>
                  <a:cubicBezTo>
                    <a:pt x="1924" y="324"/>
                    <a:pt x="1924" y="324"/>
                    <a:pt x="1924" y="324"/>
                  </a:cubicBezTo>
                  <a:cubicBezTo>
                    <a:pt x="1924" y="324"/>
                    <a:pt x="1924" y="324"/>
                    <a:pt x="1924" y="324"/>
                  </a:cubicBezTo>
                  <a:cubicBezTo>
                    <a:pt x="1921" y="324"/>
                    <a:pt x="1921" y="324"/>
                    <a:pt x="1921" y="324"/>
                  </a:cubicBezTo>
                  <a:cubicBezTo>
                    <a:pt x="1921" y="324"/>
                    <a:pt x="1921" y="324"/>
                    <a:pt x="1921" y="324"/>
                  </a:cubicBezTo>
                  <a:cubicBezTo>
                    <a:pt x="1919" y="324"/>
                    <a:pt x="1919" y="324"/>
                    <a:pt x="1919" y="324"/>
                  </a:cubicBezTo>
                  <a:cubicBezTo>
                    <a:pt x="1919" y="324"/>
                    <a:pt x="1919" y="324"/>
                    <a:pt x="1919" y="324"/>
                  </a:cubicBezTo>
                  <a:cubicBezTo>
                    <a:pt x="1918" y="324"/>
                    <a:pt x="1918" y="324"/>
                    <a:pt x="1918" y="324"/>
                  </a:cubicBezTo>
                  <a:cubicBezTo>
                    <a:pt x="1918" y="324"/>
                    <a:pt x="1918" y="324"/>
                    <a:pt x="1918" y="324"/>
                  </a:cubicBezTo>
                  <a:cubicBezTo>
                    <a:pt x="1900" y="344"/>
                    <a:pt x="1900" y="344"/>
                    <a:pt x="1900" y="344"/>
                  </a:cubicBezTo>
                  <a:cubicBezTo>
                    <a:pt x="1900" y="344"/>
                    <a:pt x="1900" y="344"/>
                    <a:pt x="1900" y="344"/>
                  </a:cubicBezTo>
                  <a:cubicBezTo>
                    <a:pt x="1901" y="361"/>
                    <a:pt x="1901" y="361"/>
                    <a:pt x="1901" y="361"/>
                  </a:cubicBezTo>
                  <a:cubicBezTo>
                    <a:pt x="1901" y="361"/>
                    <a:pt x="1901" y="361"/>
                    <a:pt x="1901" y="361"/>
                  </a:cubicBezTo>
                  <a:cubicBezTo>
                    <a:pt x="1905" y="377"/>
                    <a:pt x="1905" y="377"/>
                    <a:pt x="1905" y="377"/>
                  </a:cubicBezTo>
                  <a:cubicBezTo>
                    <a:pt x="1905" y="377"/>
                    <a:pt x="1905" y="377"/>
                    <a:pt x="1905" y="377"/>
                  </a:cubicBezTo>
                  <a:cubicBezTo>
                    <a:pt x="1905" y="394"/>
                    <a:pt x="1905" y="394"/>
                    <a:pt x="1905" y="394"/>
                  </a:cubicBezTo>
                  <a:cubicBezTo>
                    <a:pt x="1905" y="394"/>
                    <a:pt x="1905" y="394"/>
                    <a:pt x="1905" y="394"/>
                  </a:cubicBezTo>
                  <a:cubicBezTo>
                    <a:pt x="1906" y="410"/>
                    <a:pt x="1906" y="410"/>
                    <a:pt x="1906" y="410"/>
                  </a:cubicBezTo>
                  <a:cubicBezTo>
                    <a:pt x="1906" y="410"/>
                    <a:pt x="1906" y="410"/>
                    <a:pt x="1906" y="410"/>
                  </a:cubicBezTo>
                  <a:cubicBezTo>
                    <a:pt x="1904" y="426"/>
                    <a:pt x="1904" y="426"/>
                    <a:pt x="1904" y="426"/>
                  </a:cubicBezTo>
                  <a:cubicBezTo>
                    <a:pt x="1904" y="426"/>
                    <a:pt x="1904" y="426"/>
                    <a:pt x="1904" y="426"/>
                  </a:cubicBezTo>
                  <a:cubicBezTo>
                    <a:pt x="1902" y="442"/>
                    <a:pt x="1902" y="442"/>
                    <a:pt x="1902" y="442"/>
                  </a:cubicBezTo>
                  <a:cubicBezTo>
                    <a:pt x="1902" y="442"/>
                    <a:pt x="1902" y="442"/>
                    <a:pt x="1902" y="442"/>
                  </a:cubicBezTo>
                  <a:cubicBezTo>
                    <a:pt x="1900" y="459"/>
                    <a:pt x="1900" y="459"/>
                    <a:pt x="1900" y="459"/>
                  </a:cubicBezTo>
                  <a:cubicBezTo>
                    <a:pt x="1900" y="459"/>
                    <a:pt x="1900" y="459"/>
                    <a:pt x="1900" y="459"/>
                  </a:cubicBezTo>
                  <a:cubicBezTo>
                    <a:pt x="1900" y="475"/>
                    <a:pt x="1900" y="475"/>
                    <a:pt x="1900" y="475"/>
                  </a:cubicBezTo>
                  <a:cubicBezTo>
                    <a:pt x="1900" y="475"/>
                    <a:pt x="1900" y="475"/>
                    <a:pt x="1900" y="475"/>
                  </a:cubicBezTo>
                  <a:cubicBezTo>
                    <a:pt x="1898" y="476"/>
                    <a:pt x="1898" y="476"/>
                    <a:pt x="1898" y="476"/>
                  </a:cubicBezTo>
                  <a:cubicBezTo>
                    <a:pt x="1898" y="476"/>
                    <a:pt x="1898" y="476"/>
                    <a:pt x="1898" y="476"/>
                  </a:cubicBezTo>
                  <a:cubicBezTo>
                    <a:pt x="1897" y="477"/>
                    <a:pt x="1897" y="477"/>
                    <a:pt x="1897" y="477"/>
                  </a:cubicBezTo>
                  <a:cubicBezTo>
                    <a:pt x="1897" y="477"/>
                    <a:pt x="1897" y="477"/>
                    <a:pt x="1897" y="477"/>
                  </a:cubicBezTo>
                  <a:cubicBezTo>
                    <a:pt x="1896" y="477"/>
                    <a:pt x="1896" y="477"/>
                    <a:pt x="1896" y="477"/>
                  </a:cubicBezTo>
                  <a:cubicBezTo>
                    <a:pt x="1896" y="477"/>
                    <a:pt x="1896" y="477"/>
                    <a:pt x="1896" y="477"/>
                  </a:cubicBezTo>
                  <a:cubicBezTo>
                    <a:pt x="1895" y="477"/>
                    <a:pt x="1895" y="477"/>
                    <a:pt x="1895" y="477"/>
                  </a:cubicBezTo>
                  <a:cubicBezTo>
                    <a:pt x="1895" y="477"/>
                    <a:pt x="1895" y="477"/>
                    <a:pt x="1895" y="477"/>
                  </a:cubicBezTo>
                  <a:cubicBezTo>
                    <a:pt x="1893" y="478"/>
                    <a:pt x="1893" y="478"/>
                    <a:pt x="1893" y="478"/>
                  </a:cubicBezTo>
                  <a:cubicBezTo>
                    <a:pt x="1893" y="478"/>
                    <a:pt x="1893" y="478"/>
                    <a:pt x="1893" y="478"/>
                  </a:cubicBezTo>
                  <a:cubicBezTo>
                    <a:pt x="1892" y="478"/>
                    <a:pt x="1892" y="478"/>
                    <a:pt x="1892" y="478"/>
                  </a:cubicBezTo>
                  <a:cubicBezTo>
                    <a:pt x="1892" y="478"/>
                    <a:pt x="1892" y="478"/>
                    <a:pt x="1892" y="478"/>
                  </a:cubicBezTo>
                  <a:cubicBezTo>
                    <a:pt x="1890" y="478"/>
                    <a:pt x="1890" y="478"/>
                    <a:pt x="1890" y="478"/>
                  </a:cubicBezTo>
                  <a:cubicBezTo>
                    <a:pt x="1890" y="478"/>
                    <a:pt x="1890" y="478"/>
                    <a:pt x="1890" y="478"/>
                  </a:cubicBezTo>
                  <a:cubicBezTo>
                    <a:pt x="1889" y="478"/>
                    <a:pt x="1889" y="478"/>
                    <a:pt x="1889" y="478"/>
                  </a:cubicBezTo>
                  <a:lnTo>
                    <a:pt x="1888" y="478"/>
                  </a:lnTo>
                  <a:close/>
                  <a:moveTo>
                    <a:pt x="19" y="460"/>
                  </a:moveTo>
                  <a:cubicBezTo>
                    <a:pt x="16" y="460"/>
                    <a:pt x="16" y="460"/>
                    <a:pt x="16" y="460"/>
                  </a:cubicBezTo>
                  <a:cubicBezTo>
                    <a:pt x="16" y="460"/>
                    <a:pt x="16" y="460"/>
                    <a:pt x="16" y="460"/>
                  </a:cubicBezTo>
                  <a:cubicBezTo>
                    <a:pt x="15" y="459"/>
                    <a:pt x="15" y="459"/>
                    <a:pt x="15" y="459"/>
                  </a:cubicBezTo>
                  <a:cubicBezTo>
                    <a:pt x="15" y="459"/>
                    <a:pt x="15" y="459"/>
                    <a:pt x="15" y="459"/>
                  </a:cubicBezTo>
                  <a:cubicBezTo>
                    <a:pt x="13" y="459"/>
                    <a:pt x="13" y="459"/>
                    <a:pt x="13" y="459"/>
                  </a:cubicBezTo>
                  <a:cubicBezTo>
                    <a:pt x="13" y="459"/>
                    <a:pt x="13" y="459"/>
                    <a:pt x="13" y="459"/>
                  </a:cubicBezTo>
                  <a:cubicBezTo>
                    <a:pt x="12" y="458"/>
                    <a:pt x="12" y="458"/>
                    <a:pt x="12" y="458"/>
                  </a:cubicBezTo>
                  <a:cubicBezTo>
                    <a:pt x="12" y="458"/>
                    <a:pt x="12" y="458"/>
                    <a:pt x="12" y="458"/>
                  </a:cubicBezTo>
                  <a:cubicBezTo>
                    <a:pt x="10" y="458"/>
                    <a:pt x="10" y="458"/>
                    <a:pt x="10" y="458"/>
                  </a:cubicBezTo>
                  <a:cubicBezTo>
                    <a:pt x="10" y="458"/>
                    <a:pt x="10" y="458"/>
                    <a:pt x="10" y="458"/>
                  </a:cubicBezTo>
                  <a:cubicBezTo>
                    <a:pt x="9" y="458"/>
                    <a:pt x="9" y="458"/>
                    <a:pt x="9" y="458"/>
                  </a:cubicBezTo>
                  <a:cubicBezTo>
                    <a:pt x="9" y="458"/>
                    <a:pt x="9" y="458"/>
                    <a:pt x="9" y="458"/>
                  </a:cubicBezTo>
                  <a:cubicBezTo>
                    <a:pt x="8" y="457"/>
                    <a:pt x="8" y="457"/>
                    <a:pt x="8" y="457"/>
                  </a:cubicBezTo>
                  <a:cubicBezTo>
                    <a:pt x="8" y="457"/>
                    <a:pt x="8" y="457"/>
                    <a:pt x="8" y="457"/>
                  </a:cubicBezTo>
                  <a:cubicBezTo>
                    <a:pt x="7" y="455"/>
                    <a:pt x="7" y="455"/>
                    <a:pt x="7" y="455"/>
                  </a:cubicBezTo>
                  <a:cubicBezTo>
                    <a:pt x="7" y="455"/>
                    <a:pt x="7" y="455"/>
                    <a:pt x="7" y="455"/>
                  </a:cubicBezTo>
                  <a:cubicBezTo>
                    <a:pt x="5" y="453"/>
                    <a:pt x="5" y="453"/>
                    <a:pt x="5" y="453"/>
                  </a:cubicBezTo>
                  <a:cubicBezTo>
                    <a:pt x="5" y="453"/>
                    <a:pt x="5" y="453"/>
                    <a:pt x="5" y="453"/>
                  </a:cubicBezTo>
                  <a:cubicBezTo>
                    <a:pt x="4" y="452"/>
                    <a:pt x="4" y="452"/>
                    <a:pt x="4" y="452"/>
                  </a:cubicBezTo>
                  <a:cubicBezTo>
                    <a:pt x="4" y="452"/>
                    <a:pt x="4" y="452"/>
                    <a:pt x="4" y="452"/>
                  </a:cubicBezTo>
                  <a:cubicBezTo>
                    <a:pt x="2" y="449"/>
                    <a:pt x="2" y="449"/>
                    <a:pt x="2" y="449"/>
                  </a:cubicBezTo>
                  <a:cubicBezTo>
                    <a:pt x="2" y="449"/>
                    <a:pt x="2" y="449"/>
                    <a:pt x="2" y="449"/>
                  </a:cubicBezTo>
                  <a:cubicBezTo>
                    <a:pt x="2" y="446"/>
                    <a:pt x="2" y="446"/>
                    <a:pt x="2" y="446"/>
                  </a:cubicBezTo>
                  <a:cubicBezTo>
                    <a:pt x="2" y="446"/>
                    <a:pt x="2" y="446"/>
                    <a:pt x="2" y="446"/>
                  </a:cubicBezTo>
                  <a:cubicBezTo>
                    <a:pt x="0" y="443"/>
                    <a:pt x="0" y="443"/>
                    <a:pt x="0" y="443"/>
                  </a:cubicBezTo>
                  <a:cubicBezTo>
                    <a:pt x="0" y="443"/>
                    <a:pt x="0" y="443"/>
                    <a:pt x="0" y="443"/>
                  </a:cubicBezTo>
                  <a:cubicBezTo>
                    <a:pt x="0" y="439"/>
                    <a:pt x="0" y="439"/>
                    <a:pt x="0" y="439"/>
                  </a:cubicBezTo>
                  <a:cubicBezTo>
                    <a:pt x="0" y="439"/>
                    <a:pt x="0" y="439"/>
                    <a:pt x="0" y="439"/>
                  </a:cubicBezTo>
                  <a:cubicBezTo>
                    <a:pt x="0" y="437"/>
                    <a:pt x="0" y="437"/>
                    <a:pt x="0" y="437"/>
                  </a:cubicBezTo>
                  <a:cubicBezTo>
                    <a:pt x="0" y="437"/>
                    <a:pt x="0" y="437"/>
                    <a:pt x="0" y="437"/>
                  </a:cubicBezTo>
                  <a:cubicBezTo>
                    <a:pt x="2" y="433"/>
                    <a:pt x="2" y="433"/>
                    <a:pt x="2" y="433"/>
                  </a:cubicBezTo>
                  <a:cubicBezTo>
                    <a:pt x="2" y="433"/>
                    <a:pt x="2" y="433"/>
                    <a:pt x="2" y="433"/>
                  </a:cubicBezTo>
                  <a:cubicBezTo>
                    <a:pt x="13" y="416"/>
                    <a:pt x="13" y="416"/>
                    <a:pt x="13" y="416"/>
                  </a:cubicBezTo>
                  <a:cubicBezTo>
                    <a:pt x="13" y="416"/>
                    <a:pt x="13" y="416"/>
                    <a:pt x="13" y="416"/>
                  </a:cubicBezTo>
                  <a:cubicBezTo>
                    <a:pt x="26" y="399"/>
                    <a:pt x="26" y="399"/>
                    <a:pt x="26" y="399"/>
                  </a:cubicBezTo>
                  <a:cubicBezTo>
                    <a:pt x="26" y="399"/>
                    <a:pt x="26" y="399"/>
                    <a:pt x="26" y="399"/>
                  </a:cubicBezTo>
                  <a:cubicBezTo>
                    <a:pt x="37" y="381"/>
                    <a:pt x="37" y="381"/>
                    <a:pt x="37" y="381"/>
                  </a:cubicBezTo>
                  <a:cubicBezTo>
                    <a:pt x="37" y="381"/>
                    <a:pt x="37" y="381"/>
                    <a:pt x="37" y="381"/>
                  </a:cubicBezTo>
                  <a:cubicBezTo>
                    <a:pt x="49" y="363"/>
                    <a:pt x="49" y="363"/>
                    <a:pt x="49" y="363"/>
                  </a:cubicBezTo>
                  <a:cubicBezTo>
                    <a:pt x="49" y="363"/>
                    <a:pt x="49" y="363"/>
                    <a:pt x="49" y="363"/>
                  </a:cubicBezTo>
                  <a:cubicBezTo>
                    <a:pt x="60" y="345"/>
                    <a:pt x="60" y="345"/>
                    <a:pt x="60" y="345"/>
                  </a:cubicBezTo>
                  <a:cubicBezTo>
                    <a:pt x="60" y="345"/>
                    <a:pt x="60" y="345"/>
                    <a:pt x="60" y="345"/>
                  </a:cubicBezTo>
                  <a:cubicBezTo>
                    <a:pt x="71" y="326"/>
                    <a:pt x="71" y="326"/>
                    <a:pt x="71" y="326"/>
                  </a:cubicBezTo>
                  <a:cubicBezTo>
                    <a:pt x="71" y="326"/>
                    <a:pt x="71" y="326"/>
                    <a:pt x="71" y="326"/>
                  </a:cubicBezTo>
                  <a:cubicBezTo>
                    <a:pt x="83" y="308"/>
                    <a:pt x="83" y="308"/>
                    <a:pt x="83" y="308"/>
                  </a:cubicBezTo>
                  <a:cubicBezTo>
                    <a:pt x="83" y="308"/>
                    <a:pt x="83" y="308"/>
                    <a:pt x="83" y="308"/>
                  </a:cubicBezTo>
                  <a:cubicBezTo>
                    <a:pt x="94" y="288"/>
                    <a:pt x="94" y="288"/>
                    <a:pt x="94" y="288"/>
                  </a:cubicBezTo>
                  <a:cubicBezTo>
                    <a:pt x="94" y="288"/>
                    <a:pt x="94" y="288"/>
                    <a:pt x="94" y="288"/>
                  </a:cubicBezTo>
                  <a:cubicBezTo>
                    <a:pt x="95" y="288"/>
                    <a:pt x="95" y="288"/>
                    <a:pt x="96" y="288"/>
                  </a:cubicBezTo>
                  <a:cubicBezTo>
                    <a:pt x="96" y="288"/>
                    <a:pt x="96" y="288"/>
                    <a:pt x="96" y="288"/>
                  </a:cubicBezTo>
                  <a:cubicBezTo>
                    <a:pt x="97" y="288"/>
                    <a:pt x="98" y="287"/>
                    <a:pt x="98" y="287"/>
                  </a:cubicBezTo>
                  <a:cubicBezTo>
                    <a:pt x="98" y="287"/>
                    <a:pt x="98" y="287"/>
                    <a:pt x="98" y="287"/>
                  </a:cubicBezTo>
                  <a:cubicBezTo>
                    <a:pt x="99" y="287"/>
                    <a:pt x="99" y="286"/>
                    <a:pt x="99" y="285"/>
                  </a:cubicBezTo>
                  <a:cubicBezTo>
                    <a:pt x="99" y="285"/>
                    <a:pt x="99" y="285"/>
                    <a:pt x="99" y="285"/>
                  </a:cubicBezTo>
                  <a:cubicBezTo>
                    <a:pt x="101" y="283"/>
                    <a:pt x="103" y="282"/>
                    <a:pt x="105" y="280"/>
                  </a:cubicBezTo>
                  <a:cubicBezTo>
                    <a:pt x="105" y="280"/>
                    <a:pt x="105" y="280"/>
                    <a:pt x="105" y="280"/>
                  </a:cubicBezTo>
                  <a:cubicBezTo>
                    <a:pt x="105" y="279"/>
                    <a:pt x="105" y="279"/>
                    <a:pt x="106" y="278"/>
                  </a:cubicBezTo>
                  <a:cubicBezTo>
                    <a:pt x="106" y="278"/>
                    <a:pt x="106" y="278"/>
                    <a:pt x="106" y="278"/>
                  </a:cubicBezTo>
                  <a:cubicBezTo>
                    <a:pt x="107" y="277"/>
                    <a:pt x="108" y="276"/>
                    <a:pt x="109" y="275"/>
                  </a:cubicBezTo>
                  <a:cubicBezTo>
                    <a:pt x="109" y="275"/>
                    <a:pt x="109" y="275"/>
                    <a:pt x="109" y="275"/>
                  </a:cubicBezTo>
                  <a:cubicBezTo>
                    <a:pt x="113" y="268"/>
                    <a:pt x="117" y="261"/>
                    <a:pt x="121" y="254"/>
                  </a:cubicBezTo>
                  <a:cubicBezTo>
                    <a:pt x="121" y="254"/>
                    <a:pt x="121" y="254"/>
                    <a:pt x="121" y="254"/>
                  </a:cubicBezTo>
                  <a:cubicBezTo>
                    <a:pt x="120" y="254"/>
                    <a:pt x="120" y="254"/>
                    <a:pt x="119" y="254"/>
                  </a:cubicBezTo>
                  <a:cubicBezTo>
                    <a:pt x="119" y="254"/>
                    <a:pt x="119" y="254"/>
                    <a:pt x="119" y="254"/>
                  </a:cubicBezTo>
                  <a:cubicBezTo>
                    <a:pt x="118" y="253"/>
                    <a:pt x="118" y="253"/>
                    <a:pt x="118" y="253"/>
                  </a:cubicBezTo>
                  <a:cubicBezTo>
                    <a:pt x="118" y="253"/>
                    <a:pt x="118" y="253"/>
                    <a:pt x="118" y="253"/>
                  </a:cubicBezTo>
                  <a:cubicBezTo>
                    <a:pt x="117" y="252"/>
                    <a:pt x="117" y="252"/>
                    <a:pt x="117" y="252"/>
                  </a:cubicBezTo>
                  <a:cubicBezTo>
                    <a:pt x="117" y="252"/>
                    <a:pt x="117" y="252"/>
                    <a:pt x="117" y="252"/>
                  </a:cubicBezTo>
                  <a:cubicBezTo>
                    <a:pt x="117" y="251"/>
                    <a:pt x="117" y="251"/>
                    <a:pt x="117" y="251"/>
                  </a:cubicBezTo>
                  <a:cubicBezTo>
                    <a:pt x="117" y="251"/>
                    <a:pt x="117" y="251"/>
                    <a:pt x="117" y="251"/>
                  </a:cubicBezTo>
                  <a:cubicBezTo>
                    <a:pt x="116" y="250"/>
                    <a:pt x="116" y="250"/>
                    <a:pt x="116" y="250"/>
                  </a:cubicBezTo>
                  <a:cubicBezTo>
                    <a:pt x="116" y="250"/>
                    <a:pt x="116" y="250"/>
                    <a:pt x="116" y="250"/>
                  </a:cubicBezTo>
                  <a:cubicBezTo>
                    <a:pt x="116" y="249"/>
                    <a:pt x="116" y="249"/>
                    <a:pt x="116" y="249"/>
                  </a:cubicBezTo>
                  <a:cubicBezTo>
                    <a:pt x="116" y="249"/>
                    <a:pt x="116" y="249"/>
                    <a:pt x="116" y="249"/>
                  </a:cubicBezTo>
                  <a:cubicBezTo>
                    <a:pt x="115" y="248"/>
                    <a:pt x="115" y="248"/>
                    <a:pt x="115" y="248"/>
                  </a:cubicBezTo>
                  <a:cubicBezTo>
                    <a:pt x="115" y="248"/>
                    <a:pt x="115" y="248"/>
                    <a:pt x="115" y="248"/>
                  </a:cubicBezTo>
                  <a:cubicBezTo>
                    <a:pt x="115" y="245"/>
                    <a:pt x="115" y="245"/>
                    <a:pt x="115" y="245"/>
                  </a:cubicBezTo>
                  <a:cubicBezTo>
                    <a:pt x="115" y="245"/>
                    <a:pt x="115" y="245"/>
                    <a:pt x="115" y="245"/>
                  </a:cubicBezTo>
                  <a:cubicBezTo>
                    <a:pt x="123" y="240"/>
                    <a:pt x="123" y="240"/>
                    <a:pt x="123" y="240"/>
                  </a:cubicBezTo>
                  <a:cubicBezTo>
                    <a:pt x="123" y="240"/>
                    <a:pt x="123" y="240"/>
                    <a:pt x="123" y="240"/>
                  </a:cubicBezTo>
                  <a:cubicBezTo>
                    <a:pt x="132" y="232"/>
                    <a:pt x="132" y="232"/>
                    <a:pt x="132" y="232"/>
                  </a:cubicBezTo>
                  <a:cubicBezTo>
                    <a:pt x="132" y="232"/>
                    <a:pt x="132" y="232"/>
                    <a:pt x="132" y="232"/>
                  </a:cubicBezTo>
                  <a:cubicBezTo>
                    <a:pt x="139" y="224"/>
                    <a:pt x="139" y="224"/>
                    <a:pt x="139" y="224"/>
                  </a:cubicBezTo>
                  <a:cubicBezTo>
                    <a:pt x="139" y="224"/>
                    <a:pt x="139" y="224"/>
                    <a:pt x="139" y="224"/>
                  </a:cubicBezTo>
                  <a:cubicBezTo>
                    <a:pt x="148" y="214"/>
                    <a:pt x="148" y="214"/>
                    <a:pt x="148" y="214"/>
                  </a:cubicBezTo>
                  <a:cubicBezTo>
                    <a:pt x="148" y="214"/>
                    <a:pt x="148" y="214"/>
                    <a:pt x="148" y="214"/>
                  </a:cubicBezTo>
                  <a:cubicBezTo>
                    <a:pt x="154" y="206"/>
                    <a:pt x="154" y="206"/>
                    <a:pt x="154" y="206"/>
                  </a:cubicBezTo>
                  <a:cubicBezTo>
                    <a:pt x="154" y="206"/>
                    <a:pt x="154" y="206"/>
                    <a:pt x="154" y="206"/>
                  </a:cubicBezTo>
                  <a:cubicBezTo>
                    <a:pt x="160" y="196"/>
                    <a:pt x="160" y="196"/>
                    <a:pt x="160" y="196"/>
                  </a:cubicBezTo>
                  <a:cubicBezTo>
                    <a:pt x="160" y="196"/>
                    <a:pt x="160" y="196"/>
                    <a:pt x="160" y="196"/>
                  </a:cubicBezTo>
                  <a:cubicBezTo>
                    <a:pt x="167" y="186"/>
                    <a:pt x="167" y="186"/>
                    <a:pt x="167" y="186"/>
                  </a:cubicBezTo>
                  <a:cubicBezTo>
                    <a:pt x="167" y="186"/>
                    <a:pt x="167" y="186"/>
                    <a:pt x="167" y="186"/>
                  </a:cubicBezTo>
                  <a:cubicBezTo>
                    <a:pt x="174" y="176"/>
                    <a:pt x="174" y="176"/>
                    <a:pt x="174" y="176"/>
                  </a:cubicBezTo>
                  <a:cubicBezTo>
                    <a:pt x="174" y="176"/>
                    <a:pt x="174" y="176"/>
                    <a:pt x="174" y="176"/>
                  </a:cubicBezTo>
                  <a:cubicBezTo>
                    <a:pt x="236" y="100"/>
                    <a:pt x="236" y="100"/>
                    <a:pt x="236" y="100"/>
                  </a:cubicBezTo>
                  <a:cubicBezTo>
                    <a:pt x="236" y="100"/>
                    <a:pt x="236" y="100"/>
                    <a:pt x="236" y="100"/>
                  </a:cubicBezTo>
                  <a:cubicBezTo>
                    <a:pt x="236" y="100"/>
                    <a:pt x="236" y="100"/>
                    <a:pt x="236" y="100"/>
                  </a:cubicBezTo>
                  <a:cubicBezTo>
                    <a:pt x="236" y="100"/>
                    <a:pt x="236" y="100"/>
                    <a:pt x="236" y="100"/>
                  </a:cubicBezTo>
                  <a:cubicBezTo>
                    <a:pt x="236" y="99"/>
                    <a:pt x="236" y="99"/>
                    <a:pt x="236" y="99"/>
                  </a:cubicBezTo>
                  <a:cubicBezTo>
                    <a:pt x="236" y="99"/>
                    <a:pt x="236" y="99"/>
                    <a:pt x="236" y="99"/>
                  </a:cubicBezTo>
                  <a:cubicBezTo>
                    <a:pt x="236" y="99"/>
                    <a:pt x="236" y="99"/>
                    <a:pt x="236" y="99"/>
                  </a:cubicBezTo>
                  <a:cubicBezTo>
                    <a:pt x="236" y="99"/>
                    <a:pt x="236" y="99"/>
                    <a:pt x="236" y="99"/>
                  </a:cubicBezTo>
                  <a:cubicBezTo>
                    <a:pt x="236" y="98"/>
                    <a:pt x="236" y="98"/>
                    <a:pt x="236" y="98"/>
                  </a:cubicBezTo>
                  <a:cubicBezTo>
                    <a:pt x="236" y="98"/>
                    <a:pt x="236" y="98"/>
                    <a:pt x="236" y="98"/>
                  </a:cubicBezTo>
                  <a:cubicBezTo>
                    <a:pt x="236" y="97"/>
                    <a:pt x="236" y="97"/>
                    <a:pt x="236" y="97"/>
                  </a:cubicBezTo>
                  <a:cubicBezTo>
                    <a:pt x="236" y="97"/>
                    <a:pt x="236" y="97"/>
                    <a:pt x="236" y="97"/>
                  </a:cubicBezTo>
                  <a:cubicBezTo>
                    <a:pt x="236" y="96"/>
                    <a:pt x="236" y="96"/>
                    <a:pt x="236" y="96"/>
                  </a:cubicBezTo>
                  <a:cubicBezTo>
                    <a:pt x="236" y="96"/>
                    <a:pt x="236" y="96"/>
                    <a:pt x="236" y="96"/>
                  </a:cubicBezTo>
                  <a:cubicBezTo>
                    <a:pt x="236" y="95"/>
                    <a:pt x="236" y="95"/>
                    <a:pt x="236" y="95"/>
                  </a:cubicBezTo>
                  <a:cubicBezTo>
                    <a:pt x="236" y="95"/>
                    <a:pt x="236" y="95"/>
                    <a:pt x="236" y="95"/>
                  </a:cubicBezTo>
                  <a:cubicBezTo>
                    <a:pt x="236" y="93"/>
                    <a:pt x="236" y="93"/>
                    <a:pt x="236" y="93"/>
                  </a:cubicBezTo>
                  <a:cubicBezTo>
                    <a:pt x="236" y="93"/>
                    <a:pt x="236" y="93"/>
                    <a:pt x="236" y="93"/>
                  </a:cubicBezTo>
                  <a:cubicBezTo>
                    <a:pt x="227" y="97"/>
                    <a:pt x="227" y="97"/>
                    <a:pt x="227" y="97"/>
                  </a:cubicBezTo>
                  <a:cubicBezTo>
                    <a:pt x="227" y="97"/>
                    <a:pt x="227" y="97"/>
                    <a:pt x="227" y="97"/>
                  </a:cubicBezTo>
                  <a:cubicBezTo>
                    <a:pt x="217" y="100"/>
                    <a:pt x="217" y="100"/>
                    <a:pt x="217" y="100"/>
                  </a:cubicBezTo>
                  <a:cubicBezTo>
                    <a:pt x="217" y="100"/>
                    <a:pt x="217" y="100"/>
                    <a:pt x="217" y="100"/>
                  </a:cubicBezTo>
                  <a:cubicBezTo>
                    <a:pt x="209" y="105"/>
                    <a:pt x="209" y="105"/>
                    <a:pt x="209" y="105"/>
                  </a:cubicBezTo>
                  <a:cubicBezTo>
                    <a:pt x="209" y="105"/>
                    <a:pt x="209" y="105"/>
                    <a:pt x="209" y="105"/>
                  </a:cubicBezTo>
                  <a:cubicBezTo>
                    <a:pt x="200" y="110"/>
                    <a:pt x="200" y="110"/>
                    <a:pt x="200" y="110"/>
                  </a:cubicBezTo>
                  <a:cubicBezTo>
                    <a:pt x="200" y="110"/>
                    <a:pt x="200" y="110"/>
                    <a:pt x="200" y="110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82" y="121"/>
                    <a:pt x="182" y="121"/>
                    <a:pt x="182" y="121"/>
                  </a:cubicBezTo>
                  <a:cubicBezTo>
                    <a:pt x="182" y="121"/>
                    <a:pt x="182" y="121"/>
                    <a:pt x="182" y="121"/>
                  </a:cubicBezTo>
                  <a:cubicBezTo>
                    <a:pt x="173" y="127"/>
                    <a:pt x="173" y="127"/>
                    <a:pt x="173" y="127"/>
                  </a:cubicBezTo>
                  <a:cubicBezTo>
                    <a:pt x="173" y="127"/>
                    <a:pt x="173" y="127"/>
                    <a:pt x="173" y="127"/>
                  </a:cubicBezTo>
                  <a:cubicBezTo>
                    <a:pt x="165" y="131"/>
                    <a:pt x="165" y="131"/>
                    <a:pt x="165" y="131"/>
                  </a:cubicBezTo>
                  <a:cubicBezTo>
                    <a:pt x="165" y="131"/>
                    <a:pt x="165" y="131"/>
                    <a:pt x="165" y="131"/>
                  </a:cubicBezTo>
                  <a:cubicBezTo>
                    <a:pt x="163" y="132"/>
                    <a:pt x="163" y="132"/>
                    <a:pt x="163" y="132"/>
                  </a:cubicBezTo>
                  <a:cubicBezTo>
                    <a:pt x="163" y="132"/>
                    <a:pt x="163" y="132"/>
                    <a:pt x="163" y="132"/>
                  </a:cubicBezTo>
                  <a:cubicBezTo>
                    <a:pt x="161" y="133"/>
                    <a:pt x="161" y="133"/>
                    <a:pt x="161" y="133"/>
                  </a:cubicBezTo>
                  <a:cubicBezTo>
                    <a:pt x="161" y="133"/>
                    <a:pt x="161" y="133"/>
                    <a:pt x="161" y="133"/>
                  </a:cubicBezTo>
                  <a:cubicBezTo>
                    <a:pt x="159" y="133"/>
                    <a:pt x="159" y="133"/>
                    <a:pt x="159" y="133"/>
                  </a:cubicBezTo>
                  <a:cubicBezTo>
                    <a:pt x="159" y="133"/>
                    <a:pt x="159" y="133"/>
                    <a:pt x="159" y="133"/>
                  </a:cubicBezTo>
                  <a:cubicBezTo>
                    <a:pt x="158" y="133"/>
                    <a:pt x="158" y="133"/>
                    <a:pt x="158" y="133"/>
                  </a:cubicBezTo>
                  <a:cubicBezTo>
                    <a:pt x="158" y="133"/>
                    <a:pt x="158" y="133"/>
                    <a:pt x="158" y="133"/>
                  </a:cubicBezTo>
                  <a:cubicBezTo>
                    <a:pt x="156" y="133"/>
                    <a:pt x="156" y="133"/>
                    <a:pt x="156" y="133"/>
                  </a:cubicBezTo>
                  <a:cubicBezTo>
                    <a:pt x="156" y="133"/>
                    <a:pt x="156" y="133"/>
                    <a:pt x="156" y="133"/>
                  </a:cubicBezTo>
                  <a:cubicBezTo>
                    <a:pt x="155" y="133"/>
                    <a:pt x="155" y="133"/>
                    <a:pt x="155" y="133"/>
                  </a:cubicBezTo>
                  <a:cubicBezTo>
                    <a:pt x="155" y="133"/>
                    <a:pt x="155" y="133"/>
                    <a:pt x="155" y="133"/>
                  </a:cubicBezTo>
                  <a:cubicBezTo>
                    <a:pt x="153" y="133"/>
                    <a:pt x="153" y="133"/>
                    <a:pt x="153" y="133"/>
                  </a:cubicBezTo>
                  <a:cubicBezTo>
                    <a:pt x="153" y="133"/>
                    <a:pt x="153" y="133"/>
                    <a:pt x="153" y="133"/>
                  </a:cubicBezTo>
                  <a:cubicBezTo>
                    <a:pt x="152" y="132"/>
                    <a:pt x="152" y="132"/>
                    <a:pt x="152" y="132"/>
                  </a:cubicBezTo>
                  <a:cubicBezTo>
                    <a:pt x="152" y="132"/>
                    <a:pt x="152" y="132"/>
                    <a:pt x="152" y="132"/>
                  </a:cubicBezTo>
                  <a:cubicBezTo>
                    <a:pt x="150" y="131"/>
                    <a:pt x="150" y="131"/>
                    <a:pt x="150" y="131"/>
                  </a:cubicBezTo>
                  <a:cubicBezTo>
                    <a:pt x="150" y="131"/>
                    <a:pt x="150" y="131"/>
                    <a:pt x="150" y="131"/>
                  </a:cubicBezTo>
                  <a:cubicBezTo>
                    <a:pt x="148" y="129"/>
                    <a:pt x="148" y="129"/>
                    <a:pt x="148" y="129"/>
                  </a:cubicBezTo>
                  <a:cubicBezTo>
                    <a:pt x="148" y="129"/>
                    <a:pt x="148" y="129"/>
                    <a:pt x="148" y="129"/>
                  </a:cubicBezTo>
                  <a:cubicBezTo>
                    <a:pt x="145" y="129"/>
                    <a:pt x="145" y="129"/>
                    <a:pt x="145" y="129"/>
                  </a:cubicBezTo>
                  <a:cubicBezTo>
                    <a:pt x="145" y="129"/>
                    <a:pt x="145" y="129"/>
                    <a:pt x="145" y="129"/>
                  </a:cubicBezTo>
                  <a:cubicBezTo>
                    <a:pt x="142" y="128"/>
                    <a:pt x="142" y="128"/>
                    <a:pt x="142" y="128"/>
                  </a:cubicBezTo>
                  <a:cubicBezTo>
                    <a:pt x="142" y="128"/>
                    <a:pt x="142" y="128"/>
                    <a:pt x="142" y="128"/>
                  </a:cubicBezTo>
                  <a:cubicBezTo>
                    <a:pt x="139" y="128"/>
                    <a:pt x="139" y="128"/>
                    <a:pt x="139" y="128"/>
                  </a:cubicBezTo>
                  <a:cubicBezTo>
                    <a:pt x="139" y="128"/>
                    <a:pt x="139" y="128"/>
                    <a:pt x="139" y="128"/>
                  </a:cubicBezTo>
                  <a:cubicBezTo>
                    <a:pt x="137" y="128"/>
                    <a:pt x="137" y="128"/>
                    <a:pt x="137" y="128"/>
                  </a:cubicBezTo>
                  <a:cubicBezTo>
                    <a:pt x="137" y="128"/>
                    <a:pt x="137" y="128"/>
                    <a:pt x="137" y="128"/>
                  </a:cubicBezTo>
                  <a:cubicBezTo>
                    <a:pt x="134" y="126"/>
                    <a:pt x="134" y="126"/>
                    <a:pt x="134" y="126"/>
                  </a:cubicBezTo>
                  <a:cubicBezTo>
                    <a:pt x="134" y="126"/>
                    <a:pt x="134" y="126"/>
                    <a:pt x="134" y="126"/>
                  </a:cubicBezTo>
                  <a:cubicBezTo>
                    <a:pt x="134" y="123"/>
                    <a:pt x="134" y="123"/>
                    <a:pt x="134" y="123"/>
                  </a:cubicBezTo>
                  <a:cubicBezTo>
                    <a:pt x="134" y="123"/>
                    <a:pt x="134" y="123"/>
                    <a:pt x="134" y="123"/>
                  </a:cubicBezTo>
                  <a:cubicBezTo>
                    <a:pt x="132" y="123"/>
                    <a:pt x="132" y="123"/>
                    <a:pt x="132" y="123"/>
                  </a:cubicBezTo>
                  <a:cubicBezTo>
                    <a:pt x="132" y="123"/>
                    <a:pt x="132" y="123"/>
                    <a:pt x="132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28" y="123"/>
                    <a:pt x="128" y="123"/>
                    <a:pt x="128" y="123"/>
                  </a:cubicBezTo>
                  <a:cubicBezTo>
                    <a:pt x="128" y="123"/>
                    <a:pt x="128" y="123"/>
                    <a:pt x="128" y="123"/>
                  </a:cubicBezTo>
                  <a:cubicBezTo>
                    <a:pt x="127" y="122"/>
                    <a:pt x="127" y="122"/>
                    <a:pt x="127" y="122"/>
                  </a:cubicBezTo>
                  <a:cubicBezTo>
                    <a:pt x="127" y="122"/>
                    <a:pt x="127" y="122"/>
                    <a:pt x="127" y="122"/>
                  </a:cubicBezTo>
                  <a:cubicBezTo>
                    <a:pt x="125" y="122"/>
                    <a:pt x="125" y="122"/>
                    <a:pt x="125" y="122"/>
                  </a:cubicBezTo>
                  <a:cubicBezTo>
                    <a:pt x="125" y="122"/>
                    <a:pt x="125" y="122"/>
                    <a:pt x="125" y="122"/>
                  </a:cubicBezTo>
                  <a:cubicBezTo>
                    <a:pt x="122" y="122"/>
                    <a:pt x="122" y="122"/>
                    <a:pt x="122" y="122"/>
                  </a:cubicBezTo>
                  <a:cubicBezTo>
                    <a:pt x="122" y="122"/>
                    <a:pt x="122" y="122"/>
                    <a:pt x="122" y="122"/>
                  </a:cubicBezTo>
                  <a:cubicBezTo>
                    <a:pt x="121" y="121"/>
                    <a:pt x="121" y="121"/>
                    <a:pt x="121" y="121"/>
                  </a:cubicBezTo>
                  <a:cubicBezTo>
                    <a:pt x="121" y="121"/>
                    <a:pt x="121" y="121"/>
                    <a:pt x="121" y="121"/>
                  </a:cubicBezTo>
                  <a:cubicBezTo>
                    <a:pt x="119" y="119"/>
                    <a:pt x="119" y="119"/>
                    <a:pt x="119" y="119"/>
                  </a:cubicBezTo>
                  <a:cubicBezTo>
                    <a:pt x="119" y="119"/>
                    <a:pt x="119" y="119"/>
                    <a:pt x="119" y="119"/>
                  </a:cubicBezTo>
                  <a:cubicBezTo>
                    <a:pt x="119" y="112"/>
                    <a:pt x="119" y="112"/>
                    <a:pt x="119" y="112"/>
                  </a:cubicBezTo>
                  <a:cubicBezTo>
                    <a:pt x="119" y="112"/>
                    <a:pt x="119" y="112"/>
                    <a:pt x="119" y="112"/>
                  </a:cubicBezTo>
                  <a:cubicBezTo>
                    <a:pt x="164" y="99"/>
                    <a:pt x="164" y="99"/>
                    <a:pt x="164" y="99"/>
                  </a:cubicBezTo>
                  <a:cubicBezTo>
                    <a:pt x="164" y="99"/>
                    <a:pt x="164" y="99"/>
                    <a:pt x="164" y="99"/>
                  </a:cubicBezTo>
                  <a:cubicBezTo>
                    <a:pt x="175" y="99"/>
                    <a:pt x="175" y="99"/>
                    <a:pt x="175" y="99"/>
                  </a:cubicBezTo>
                  <a:cubicBezTo>
                    <a:pt x="175" y="99"/>
                    <a:pt x="175" y="99"/>
                    <a:pt x="175" y="99"/>
                  </a:cubicBezTo>
                  <a:cubicBezTo>
                    <a:pt x="187" y="96"/>
                    <a:pt x="187" y="96"/>
                    <a:pt x="187" y="96"/>
                  </a:cubicBezTo>
                  <a:cubicBezTo>
                    <a:pt x="187" y="96"/>
                    <a:pt x="187" y="96"/>
                    <a:pt x="187" y="96"/>
                  </a:cubicBezTo>
                  <a:cubicBezTo>
                    <a:pt x="198" y="93"/>
                    <a:pt x="198" y="93"/>
                    <a:pt x="198" y="93"/>
                  </a:cubicBezTo>
                  <a:cubicBezTo>
                    <a:pt x="198" y="93"/>
                    <a:pt x="198" y="93"/>
                    <a:pt x="198" y="93"/>
                  </a:cubicBezTo>
                  <a:cubicBezTo>
                    <a:pt x="211" y="88"/>
                    <a:pt x="211" y="88"/>
                    <a:pt x="211" y="88"/>
                  </a:cubicBezTo>
                  <a:cubicBezTo>
                    <a:pt x="211" y="88"/>
                    <a:pt x="211" y="88"/>
                    <a:pt x="211" y="88"/>
                  </a:cubicBezTo>
                  <a:cubicBezTo>
                    <a:pt x="221" y="85"/>
                    <a:pt x="221" y="85"/>
                    <a:pt x="221" y="85"/>
                  </a:cubicBezTo>
                  <a:cubicBezTo>
                    <a:pt x="221" y="85"/>
                    <a:pt x="221" y="85"/>
                    <a:pt x="221" y="85"/>
                  </a:cubicBezTo>
                  <a:cubicBezTo>
                    <a:pt x="233" y="80"/>
                    <a:pt x="233" y="80"/>
                    <a:pt x="233" y="80"/>
                  </a:cubicBezTo>
                  <a:cubicBezTo>
                    <a:pt x="233" y="80"/>
                    <a:pt x="233" y="80"/>
                    <a:pt x="233" y="80"/>
                  </a:cubicBezTo>
                  <a:cubicBezTo>
                    <a:pt x="244" y="75"/>
                    <a:pt x="244" y="75"/>
                    <a:pt x="244" y="75"/>
                  </a:cubicBezTo>
                  <a:cubicBezTo>
                    <a:pt x="244" y="75"/>
                    <a:pt x="244" y="75"/>
                    <a:pt x="244" y="75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7" y="70"/>
                    <a:pt x="257" y="70"/>
                    <a:pt x="257" y="70"/>
                  </a:cubicBezTo>
                  <a:cubicBezTo>
                    <a:pt x="258" y="70"/>
                    <a:pt x="258" y="70"/>
                    <a:pt x="258" y="70"/>
                  </a:cubicBezTo>
                  <a:cubicBezTo>
                    <a:pt x="258" y="70"/>
                    <a:pt x="258" y="70"/>
                    <a:pt x="258" y="70"/>
                  </a:cubicBezTo>
                  <a:cubicBezTo>
                    <a:pt x="259" y="70"/>
                    <a:pt x="259" y="70"/>
                    <a:pt x="259" y="70"/>
                  </a:cubicBezTo>
                  <a:cubicBezTo>
                    <a:pt x="259" y="70"/>
                    <a:pt x="259" y="70"/>
                    <a:pt x="259" y="70"/>
                  </a:cubicBezTo>
                  <a:cubicBezTo>
                    <a:pt x="261" y="69"/>
                    <a:pt x="261" y="69"/>
                    <a:pt x="261" y="69"/>
                  </a:cubicBezTo>
                  <a:cubicBezTo>
                    <a:pt x="261" y="69"/>
                    <a:pt x="261" y="69"/>
                    <a:pt x="261" y="69"/>
                  </a:cubicBezTo>
                  <a:cubicBezTo>
                    <a:pt x="261" y="69"/>
                    <a:pt x="261" y="69"/>
                    <a:pt x="261" y="69"/>
                  </a:cubicBezTo>
                  <a:cubicBezTo>
                    <a:pt x="261" y="69"/>
                    <a:pt x="261" y="69"/>
                    <a:pt x="261" y="69"/>
                  </a:cubicBezTo>
                  <a:cubicBezTo>
                    <a:pt x="263" y="69"/>
                    <a:pt x="263" y="69"/>
                    <a:pt x="263" y="69"/>
                  </a:cubicBezTo>
                  <a:cubicBezTo>
                    <a:pt x="263" y="69"/>
                    <a:pt x="263" y="69"/>
                    <a:pt x="263" y="69"/>
                  </a:cubicBezTo>
                  <a:cubicBezTo>
                    <a:pt x="265" y="69"/>
                    <a:pt x="265" y="69"/>
                    <a:pt x="265" y="69"/>
                  </a:cubicBezTo>
                  <a:cubicBezTo>
                    <a:pt x="265" y="69"/>
                    <a:pt x="265" y="69"/>
                    <a:pt x="265" y="69"/>
                  </a:cubicBezTo>
                  <a:cubicBezTo>
                    <a:pt x="267" y="68"/>
                    <a:pt x="267" y="68"/>
                    <a:pt x="267" y="68"/>
                  </a:cubicBezTo>
                  <a:cubicBezTo>
                    <a:pt x="267" y="68"/>
                    <a:pt x="267" y="68"/>
                    <a:pt x="267" y="68"/>
                  </a:cubicBezTo>
                  <a:cubicBezTo>
                    <a:pt x="267" y="70"/>
                    <a:pt x="267" y="70"/>
                    <a:pt x="267" y="70"/>
                  </a:cubicBezTo>
                  <a:cubicBezTo>
                    <a:pt x="267" y="70"/>
                    <a:pt x="267" y="70"/>
                    <a:pt x="267" y="70"/>
                  </a:cubicBezTo>
                  <a:cubicBezTo>
                    <a:pt x="267" y="71"/>
                    <a:pt x="267" y="71"/>
                    <a:pt x="267" y="71"/>
                  </a:cubicBezTo>
                  <a:cubicBezTo>
                    <a:pt x="267" y="71"/>
                    <a:pt x="267" y="71"/>
                    <a:pt x="267" y="71"/>
                  </a:cubicBezTo>
                  <a:cubicBezTo>
                    <a:pt x="267" y="72"/>
                    <a:pt x="267" y="72"/>
                    <a:pt x="267" y="72"/>
                  </a:cubicBezTo>
                  <a:cubicBezTo>
                    <a:pt x="267" y="72"/>
                    <a:pt x="267" y="72"/>
                    <a:pt x="267" y="72"/>
                  </a:cubicBezTo>
                  <a:cubicBezTo>
                    <a:pt x="268" y="72"/>
                    <a:pt x="268" y="72"/>
                    <a:pt x="268" y="72"/>
                  </a:cubicBezTo>
                  <a:cubicBezTo>
                    <a:pt x="268" y="72"/>
                    <a:pt x="268" y="72"/>
                    <a:pt x="268" y="72"/>
                  </a:cubicBezTo>
                  <a:cubicBezTo>
                    <a:pt x="268" y="73"/>
                    <a:pt x="268" y="73"/>
                    <a:pt x="268" y="73"/>
                  </a:cubicBezTo>
                  <a:cubicBezTo>
                    <a:pt x="268" y="73"/>
                    <a:pt x="268" y="73"/>
                    <a:pt x="268" y="73"/>
                  </a:cubicBezTo>
                  <a:cubicBezTo>
                    <a:pt x="270" y="73"/>
                    <a:pt x="270" y="73"/>
                    <a:pt x="270" y="73"/>
                  </a:cubicBezTo>
                  <a:cubicBezTo>
                    <a:pt x="270" y="73"/>
                    <a:pt x="270" y="73"/>
                    <a:pt x="270" y="73"/>
                  </a:cubicBezTo>
                  <a:cubicBezTo>
                    <a:pt x="271" y="74"/>
                    <a:pt x="271" y="74"/>
                    <a:pt x="271" y="74"/>
                  </a:cubicBezTo>
                  <a:cubicBezTo>
                    <a:pt x="271" y="74"/>
                    <a:pt x="271" y="74"/>
                    <a:pt x="271" y="74"/>
                  </a:cubicBezTo>
                  <a:cubicBezTo>
                    <a:pt x="273" y="74"/>
                    <a:pt x="273" y="74"/>
                    <a:pt x="273" y="74"/>
                  </a:cubicBezTo>
                  <a:cubicBezTo>
                    <a:pt x="273" y="74"/>
                    <a:pt x="273" y="74"/>
                    <a:pt x="273" y="74"/>
                  </a:cubicBezTo>
                  <a:cubicBezTo>
                    <a:pt x="273" y="76"/>
                    <a:pt x="273" y="76"/>
                    <a:pt x="273" y="76"/>
                  </a:cubicBezTo>
                  <a:cubicBezTo>
                    <a:pt x="273" y="76"/>
                    <a:pt x="273" y="76"/>
                    <a:pt x="273" y="76"/>
                  </a:cubicBezTo>
                  <a:cubicBezTo>
                    <a:pt x="273" y="77"/>
                    <a:pt x="273" y="77"/>
                    <a:pt x="273" y="77"/>
                  </a:cubicBezTo>
                  <a:cubicBezTo>
                    <a:pt x="273" y="77"/>
                    <a:pt x="273" y="77"/>
                    <a:pt x="273" y="77"/>
                  </a:cubicBezTo>
                  <a:cubicBezTo>
                    <a:pt x="273" y="78"/>
                    <a:pt x="273" y="78"/>
                    <a:pt x="273" y="78"/>
                  </a:cubicBezTo>
                  <a:cubicBezTo>
                    <a:pt x="273" y="78"/>
                    <a:pt x="273" y="78"/>
                    <a:pt x="273" y="78"/>
                  </a:cubicBezTo>
                  <a:cubicBezTo>
                    <a:pt x="273" y="79"/>
                    <a:pt x="273" y="79"/>
                    <a:pt x="273" y="79"/>
                  </a:cubicBezTo>
                  <a:cubicBezTo>
                    <a:pt x="273" y="79"/>
                    <a:pt x="273" y="79"/>
                    <a:pt x="273" y="79"/>
                  </a:cubicBezTo>
                  <a:cubicBezTo>
                    <a:pt x="273" y="81"/>
                    <a:pt x="273" y="81"/>
                    <a:pt x="273" y="81"/>
                  </a:cubicBezTo>
                  <a:cubicBezTo>
                    <a:pt x="273" y="81"/>
                    <a:pt x="273" y="81"/>
                    <a:pt x="273" y="81"/>
                  </a:cubicBezTo>
                  <a:cubicBezTo>
                    <a:pt x="273" y="82"/>
                    <a:pt x="273" y="82"/>
                    <a:pt x="273" y="82"/>
                  </a:cubicBezTo>
                  <a:cubicBezTo>
                    <a:pt x="273" y="82"/>
                    <a:pt x="273" y="82"/>
                    <a:pt x="273" y="82"/>
                  </a:cubicBezTo>
                  <a:cubicBezTo>
                    <a:pt x="273" y="83"/>
                    <a:pt x="273" y="83"/>
                    <a:pt x="273" y="83"/>
                  </a:cubicBezTo>
                  <a:cubicBezTo>
                    <a:pt x="273" y="83"/>
                    <a:pt x="273" y="83"/>
                    <a:pt x="273" y="83"/>
                  </a:cubicBezTo>
                  <a:cubicBezTo>
                    <a:pt x="274" y="84"/>
                    <a:pt x="274" y="84"/>
                    <a:pt x="274" y="84"/>
                  </a:cubicBezTo>
                  <a:cubicBezTo>
                    <a:pt x="274" y="84"/>
                    <a:pt x="274" y="84"/>
                    <a:pt x="274" y="84"/>
                  </a:cubicBezTo>
                  <a:cubicBezTo>
                    <a:pt x="274" y="85"/>
                    <a:pt x="274" y="85"/>
                    <a:pt x="274" y="85"/>
                  </a:cubicBezTo>
                  <a:cubicBezTo>
                    <a:pt x="274" y="85"/>
                    <a:pt x="274" y="85"/>
                    <a:pt x="274" y="85"/>
                  </a:cubicBezTo>
                  <a:cubicBezTo>
                    <a:pt x="274" y="86"/>
                    <a:pt x="274" y="86"/>
                    <a:pt x="274" y="86"/>
                  </a:cubicBezTo>
                  <a:cubicBezTo>
                    <a:pt x="274" y="86"/>
                    <a:pt x="274" y="86"/>
                    <a:pt x="274" y="86"/>
                  </a:cubicBezTo>
                  <a:cubicBezTo>
                    <a:pt x="274" y="86"/>
                    <a:pt x="274" y="86"/>
                    <a:pt x="274" y="86"/>
                  </a:cubicBezTo>
                  <a:cubicBezTo>
                    <a:pt x="274" y="86"/>
                    <a:pt x="274" y="86"/>
                    <a:pt x="274" y="86"/>
                  </a:cubicBezTo>
                  <a:cubicBezTo>
                    <a:pt x="275" y="86"/>
                    <a:pt x="275" y="86"/>
                    <a:pt x="275" y="86"/>
                  </a:cubicBezTo>
                  <a:cubicBezTo>
                    <a:pt x="275" y="86"/>
                    <a:pt x="275" y="86"/>
                    <a:pt x="275" y="86"/>
                  </a:cubicBezTo>
                  <a:cubicBezTo>
                    <a:pt x="275" y="88"/>
                    <a:pt x="275" y="88"/>
                    <a:pt x="275" y="88"/>
                  </a:cubicBezTo>
                  <a:cubicBezTo>
                    <a:pt x="275" y="88"/>
                    <a:pt x="275" y="88"/>
                    <a:pt x="275" y="88"/>
                  </a:cubicBezTo>
                  <a:cubicBezTo>
                    <a:pt x="276" y="88"/>
                    <a:pt x="276" y="88"/>
                    <a:pt x="276" y="88"/>
                  </a:cubicBezTo>
                  <a:cubicBezTo>
                    <a:pt x="276" y="88"/>
                    <a:pt x="276" y="88"/>
                    <a:pt x="276" y="88"/>
                  </a:cubicBezTo>
                  <a:cubicBezTo>
                    <a:pt x="277" y="90"/>
                    <a:pt x="277" y="90"/>
                    <a:pt x="277" y="90"/>
                  </a:cubicBezTo>
                  <a:cubicBezTo>
                    <a:pt x="277" y="90"/>
                    <a:pt x="277" y="90"/>
                    <a:pt x="277" y="90"/>
                  </a:cubicBezTo>
                  <a:cubicBezTo>
                    <a:pt x="278" y="90"/>
                    <a:pt x="278" y="90"/>
                    <a:pt x="278" y="90"/>
                  </a:cubicBezTo>
                  <a:cubicBezTo>
                    <a:pt x="278" y="90"/>
                    <a:pt x="278" y="90"/>
                    <a:pt x="278" y="90"/>
                  </a:cubicBezTo>
                  <a:cubicBezTo>
                    <a:pt x="277" y="94"/>
                    <a:pt x="277" y="94"/>
                    <a:pt x="277" y="94"/>
                  </a:cubicBezTo>
                  <a:cubicBezTo>
                    <a:pt x="277" y="94"/>
                    <a:pt x="277" y="94"/>
                    <a:pt x="277" y="94"/>
                  </a:cubicBezTo>
                  <a:cubicBezTo>
                    <a:pt x="275" y="95"/>
                    <a:pt x="275" y="95"/>
                    <a:pt x="275" y="95"/>
                  </a:cubicBezTo>
                  <a:cubicBezTo>
                    <a:pt x="275" y="95"/>
                    <a:pt x="275" y="95"/>
                    <a:pt x="275" y="95"/>
                  </a:cubicBezTo>
                  <a:cubicBezTo>
                    <a:pt x="274" y="96"/>
                    <a:pt x="274" y="96"/>
                    <a:pt x="274" y="96"/>
                  </a:cubicBezTo>
                  <a:cubicBezTo>
                    <a:pt x="274" y="96"/>
                    <a:pt x="274" y="96"/>
                    <a:pt x="274" y="96"/>
                  </a:cubicBezTo>
                  <a:cubicBezTo>
                    <a:pt x="273" y="97"/>
                    <a:pt x="273" y="97"/>
                    <a:pt x="273" y="97"/>
                  </a:cubicBezTo>
                  <a:cubicBezTo>
                    <a:pt x="273" y="97"/>
                    <a:pt x="273" y="97"/>
                    <a:pt x="273" y="97"/>
                  </a:cubicBezTo>
                  <a:cubicBezTo>
                    <a:pt x="272" y="98"/>
                    <a:pt x="272" y="98"/>
                    <a:pt x="272" y="98"/>
                  </a:cubicBezTo>
                  <a:cubicBezTo>
                    <a:pt x="272" y="98"/>
                    <a:pt x="272" y="98"/>
                    <a:pt x="272" y="98"/>
                  </a:cubicBezTo>
                  <a:cubicBezTo>
                    <a:pt x="270" y="99"/>
                    <a:pt x="270" y="99"/>
                    <a:pt x="270" y="99"/>
                  </a:cubicBezTo>
                  <a:cubicBezTo>
                    <a:pt x="270" y="99"/>
                    <a:pt x="270" y="99"/>
                    <a:pt x="270" y="99"/>
                  </a:cubicBezTo>
                  <a:cubicBezTo>
                    <a:pt x="269" y="100"/>
                    <a:pt x="269" y="100"/>
                    <a:pt x="269" y="100"/>
                  </a:cubicBezTo>
                  <a:cubicBezTo>
                    <a:pt x="269" y="100"/>
                    <a:pt x="269" y="100"/>
                    <a:pt x="269" y="100"/>
                  </a:cubicBezTo>
                  <a:cubicBezTo>
                    <a:pt x="268" y="101"/>
                    <a:pt x="268" y="101"/>
                    <a:pt x="268" y="101"/>
                  </a:cubicBezTo>
                  <a:cubicBezTo>
                    <a:pt x="268" y="101"/>
                    <a:pt x="268" y="101"/>
                    <a:pt x="268" y="101"/>
                  </a:cubicBezTo>
                  <a:cubicBezTo>
                    <a:pt x="268" y="102"/>
                    <a:pt x="268" y="102"/>
                    <a:pt x="268" y="102"/>
                  </a:cubicBezTo>
                  <a:cubicBezTo>
                    <a:pt x="268" y="102"/>
                    <a:pt x="268" y="102"/>
                    <a:pt x="268" y="102"/>
                  </a:cubicBezTo>
                  <a:cubicBezTo>
                    <a:pt x="249" y="111"/>
                    <a:pt x="249" y="111"/>
                    <a:pt x="249" y="111"/>
                  </a:cubicBezTo>
                  <a:cubicBezTo>
                    <a:pt x="249" y="111"/>
                    <a:pt x="249" y="111"/>
                    <a:pt x="249" y="111"/>
                  </a:cubicBezTo>
                  <a:cubicBezTo>
                    <a:pt x="234" y="122"/>
                    <a:pt x="234" y="122"/>
                    <a:pt x="234" y="122"/>
                  </a:cubicBezTo>
                  <a:cubicBezTo>
                    <a:pt x="234" y="122"/>
                    <a:pt x="234" y="122"/>
                    <a:pt x="234" y="122"/>
                  </a:cubicBezTo>
                  <a:cubicBezTo>
                    <a:pt x="220" y="136"/>
                    <a:pt x="220" y="136"/>
                    <a:pt x="220" y="136"/>
                  </a:cubicBezTo>
                  <a:cubicBezTo>
                    <a:pt x="220" y="136"/>
                    <a:pt x="220" y="136"/>
                    <a:pt x="220" y="136"/>
                  </a:cubicBezTo>
                  <a:cubicBezTo>
                    <a:pt x="209" y="151"/>
                    <a:pt x="209" y="151"/>
                    <a:pt x="209" y="151"/>
                  </a:cubicBezTo>
                  <a:cubicBezTo>
                    <a:pt x="209" y="151"/>
                    <a:pt x="209" y="151"/>
                    <a:pt x="209" y="151"/>
                  </a:cubicBezTo>
                  <a:cubicBezTo>
                    <a:pt x="197" y="168"/>
                    <a:pt x="197" y="168"/>
                    <a:pt x="197" y="168"/>
                  </a:cubicBezTo>
                  <a:cubicBezTo>
                    <a:pt x="197" y="168"/>
                    <a:pt x="197" y="168"/>
                    <a:pt x="197" y="168"/>
                  </a:cubicBezTo>
                  <a:cubicBezTo>
                    <a:pt x="187" y="185"/>
                    <a:pt x="187" y="185"/>
                    <a:pt x="187" y="185"/>
                  </a:cubicBezTo>
                  <a:cubicBezTo>
                    <a:pt x="187" y="185"/>
                    <a:pt x="187" y="185"/>
                    <a:pt x="187" y="185"/>
                  </a:cubicBezTo>
                  <a:cubicBezTo>
                    <a:pt x="175" y="200"/>
                    <a:pt x="175" y="200"/>
                    <a:pt x="175" y="200"/>
                  </a:cubicBezTo>
                  <a:cubicBezTo>
                    <a:pt x="175" y="200"/>
                    <a:pt x="175" y="200"/>
                    <a:pt x="175" y="200"/>
                  </a:cubicBezTo>
                  <a:cubicBezTo>
                    <a:pt x="163" y="214"/>
                    <a:pt x="163" y="214"/>
                    <a:pt x="163" y="214"/>
                  </a:cubicBezTo>
                  <a:cubicBezTo>
                    <a:pt x="163" y="214"/>
                    <a:pt x="163" y="214"/>
                    <a:pt x="163" y="214"/>
                  </a:cubicBezTo>
                  <a:cubicBezTo>
                    <a:pt x="163" y="216"/>
                    <a:pt x="163" y="216"/>
                    <a:pt x="163" y="216"/>
                  </a:cubicBezTo>
                  <a:cubicBezTo>
                    <a:pt x="163" y="216"/>
                    <a:pt x="163" y="216"/>
                    <a:pt x="163" y="216"/>
                  </a:cubicBezTo>
                  <a:cubicBezTo>
                    <a:pt x="163" y="217"/>
                    <a:pt x="163" y="217"/>
                    <a:pt x="163" y="217"/>
                  </a:cubicBezTo>
                  <a:cubicBezTo>
                    <a:pt x="163" y="217"/>
                    <a:pt x="163" y="217"/>
                    <a:pt x="163" y="217"/>
                  </a:cubicBezTo>
                  <a:cubicBezTo>
                    <a:pt x="164" y="218"/>
                    <a:pt x="164" y="218"/>
                    <a:pt x="164" y="218"/>
                  </a:cubicBezTo>
                  <a:cubicBezTo>
                    <a:pt x="164" y="218"/>
                    <a:pt x="164" y="218"/>
                    <a:pt x="164" y="218"/>
                  </a:cubicBezTo>
                  <a:cubicBezTo>
                    <a:pt x="165" y="218"/>
                    <a:pt x="165" y="218"/>
                    <a:pt x="165" y="218"/>
                  </a:cubicBezTo>
                  <a:cubicBezTo>
                    <a:pt x="165" y="218"/>
                    <a:pt x="165" y="218"/>
                    <a:pt x="165" y="218"/>
                  </a:cubicBezTo>
                  <a:cubicBezTo>
                    <a:pt x="166" y="218"/>
                    <a:pt x="166" y="218"/>
                    <a:pt x="166" y="218"/>
                  </a:cubicBezTo>
                  <a:cubicBezTo>
                    <a:pt x="166" y="218"/>
                    <a:pt x="166" y="218"/>
                    <a:pt x="166" y="218"/>
                  </a:cubicBezTo>
                  <a:cubicBezTo>
                    <a:pt x="167" y="218"/>
                    <a:pt x="167" y="218"/>
                    <a:pt x="167" y="218"/>
                  </a:cubicBezTo>
                  <a:cubicBezTo>
                    <a:pt x="167" y="218"/>
                    <a:pt x="167" y="218"/>
                    <a:pt x="167" y="218"/>
                  </a:cubicBezTo>
                  <a:cubicBezTo>
                    <a:pt x="168" y="218"/>
                    <a:pt x="168" y="218"/>
                    <a:pt x="168" y="218"/>
                  </a:cubicBezTo>
                  <a:cubicBezTo>
                    <a:pt x="168" y="218"/>
                    <a:pt x="168" y="218"/>
                    <a:pt x="168" y="218"/>
                  </a:cubicBezTo>
                  <a:cubicBezTo>
                    <a:pt x="170" y="218"/>
                    <a:pt x="170" y="218"/>
                    <a:pt x="170" y="218"/>
                  </a:cubicBezTo>
                  <a:cubicBezTo>
                    <a:pt x="170" y="218"/>
                    <a:pt x="170" y="218"/>
                    <a:pt x="170" y="218"/>
                  </a:cubicBezTo>
                  <a:cubicBezTo>
                    <a:pt x="218" y="189"/>
                    <a:pt x="218" y="189"/>
                    <a:pt x="218" y="189"/>
                  </a:cubicBezTo>
                  <a:cubicBezTo>
                    <a:pt x="218" y="189"/>
                    <a:pt x="218" y="189"/>
                    <a:pt x="218" y="189"/>
                  </a:cubicBezTo>
                  <a:cubicBezTo>
                    <a:pt x="219" y="184"/>
                    <a:pt x="219" y="184"/>
                    <a:pt x="219" y="184"/>
                  </a:cubicBezTo>
                  <a:cubicBezTo>
                    <a:pt x="219" y="181"/>
                    <a:pt x="219" y="181"/>
                    <a:pt x="219" y="181"/>
                  </a:cubicBezTo>
                  <a:cubicBezTo>
                    <a:pt x="219" y="157"/>
                    <a:pt x="219" y="157"/>
                    <a:pt x="219" y="157"/>
                  </a:cubicBezTo>
                  <a:cubicBezTo>
                    <a:pt x="219" y="157"/>
                    <a:pt x="219" y="157"/>
                    <a:pt x="219" y="157"/>
                  </a:cubicBezTo>
                  <a:cubicBezTo>
                    <a:pt x="224" y="153"/>
                    <a:pt x="224" y="153"/>
                    <a:pt x="224" y="153"/>
                  </a:cubicBezTo>
                  <a:cubicBezTo>
                    <a:pt x="224" y="153"/>
                    <a:pt x="224" y="153"/>
                    <a:pt x="224" y="153"/>
                  </a:cubicBezTo>
                  <a:cubicBezTo>
                    <a:pt x="225" y="154"/>
                    <a:pt x="225" y="154"/>
                    <a:pt x="225" y="154"/>
                  </a:cubicBezTo>
                  <a:cubicBezTo>
                    <a:pt x="225" y="154"/>
                    <a:pt x="225" y="154"/>
                    <a:pt x="225" y="154"/>
                  </a:cubicBezTo>
                  <a:cubicBezTo>
                    <a:pt x="227" y="154"/>
                    <a:pt x="227" y="154"/>
                    <a:pt x="227" y="154"/>
                  </a:cubicBezTo>
                  <a:cubicBezTo>
                    <a:pt x="227" y="154"/>
                    <a:pt x="227" y="154"/>
                    <a:pt x="227" y="154"/>
                  </a:cubicBezTo>
                  <a:cubicBezTo>
                    <a:pt x="228" y="155"/>
                    <a:pt x="228" y="155"/>
                    <a:pt x="228" y="155"/>
                  </a:cubicBezTo>
                  <a:cubicBezTo>
                    <a:pt x="228" y="155"/>
                    <a:pt x="228" y="155"/>
                    <a:pt x="228" y="155"/>
                  </a:cubicBezTo>
                  <a:cubicBezTo>
                    <a:pt x="230" y="155"/>
                    <a:pt x="230" y="155"/>
                    <a:pt x="230" y="155"/>
                  </a:cubicBezTo>
                  <a:cubicBezTo>
                    <a:pt x="230" y="155"/>
                    <a:pt x="230" y="155"/>
                    <a:pt x="230" y="155"/>
                  </a:cubicBezTo>
                  <a:cubicBezTo>
                    <a:pt x="231" y="156"/>
                    <a:pt x="231" y="156"/>
                    <a:pt x="231" y="156"/>
                  </a:cubicBezTo>
                  <a:cubicBezTo>
                    <a:pt x="231" y="156"/>
                    <a:pt x="231" y="156"/>
                    <a:pt x="231" y="156"/>
                  </a:cubicBezTo>
                  <a:cubicBezTo>
                    <a:pt x="233" y="156"/>
                    <a:pt x="233" y="156"/>
                    <a:pt x="233" y="156"/>
                  </a:cubicBezTo>
                  <a:cubicBezTo>
                    <a:pt x="233" y="156"/>
                    <a:pt x="233" y="156"/>
                    <a:pt x="233" y="156"/>
                  </a:cubicBezTo>
                  <a:cubicBezTo>
                    <a:pt x="234" y="157"/>
                    <a:pt x="234" y="157"/>
                    <a:pt x="234" y="157"/>
                  </a:cubicBezTo>
                  <a:cubicBezTo>
                    <a:pt x="234" y="157"/>
                    <a:pt x="234" y="157"/>
                    <a:pt x="234" y="157"/>
                  </a:cubicBezTo>
                  <a:cubicBezTo>
                    <a:pt x="237" y="157"/>
                    <a:pt x="237" y="157"/>
                    <a:pt x="237" y="157"/>
                  </a:cubicBezTo>
                  <a:cubicBezTo>
                    <a:pt x="237" y="157"/>
                    <a:pt x="237" y="157"/>
                    <a:pt x="237" y="157"/>
                  </a:cubicBezTo>
                  <a:cubicBezTo>
                    <a:pt x="237" y="159"/>
                    <a:pt x="237" y="159"/>
                    <a:pt x="237" y="159"/>
                  </a:cubicBezTo>
                  <a:cubicBezTo>
                    <a:pt x="237" y="159"/>
                    <a:pt x="237" y="159"/>
                    <a:pt x="237" y="159"/>
                  </a:cubicBezTo>
                  <a:cubicBezTo>
                    <a:pt x="237" y="161"/>
                    <a:pt x="237" y="161"/>
                    <a:pt x="237" y="161"/>
                  </a:cubicBezTo>
                  <a:cubicBezTo>
                    <a:pt x="237" y="161"/>
                    <a:pt x="237" y="161"/>
                    <a:pt x="237" y="161"/>
                  </a:cubicBezTo>
                  <a:cubicBezTo>
                    <a:pt x="236" y="164"/>
                    <a:pt x="236" y="164"/>
                    <a:pt x="236" y="164"/>
                  </a:cubicBezTo>
                  <a:cubicBezTo>
                    <a:pt x="236" y="164"/>
                    <a:pt x="236" y="164"/>
                    <a:pt x="236" y="164"/>
                  </a:cubicBezTo>
                  <a:cubicBezTo>
                    <a:pt x="235" y="166"/>
                    <a:pt x="235" y="166"/>
                    <a:pt x="235" y="166"/>
                  </a:cubicBezTo>
                  <a:cubicBezTo>
                    <a:pt x="235" y="166"/>
                    <a:pt x="235" y="166"/>
                    <a:pt x="235" y="166"/>
                  </a:cubicBezTo>
                  <a:cubicBezTo>
                    <a:pt x="234" y="169"/>
                    <a:pt x="234" y="169"/>
                    <a:pt x="234" y="169"/>
                  </a:cubicBezTo>
                  <a:cubicBezTo>
                    <a:pt x="234" y="169"/>
                    <a:pt x="234" y="169"/>
                    <a:pt x="234" y="169"/>
                  </a:cubicBezTo>
                  <a:cubicBezTo>
                    <a:pt x="233" y="171"/>
                    <a:pt x="233" y="171"/>
                    <a:pt x="233" y="171"/>
                  </a:cubicBezTo>
                  <a:cubicBezTo>
                    <a:pt x="233" y="171"/>
                    <a:pt x="233" y="171"/>
                    <a:pt x="233" y="171"/>
                  </a:cubicBezTo>
                  <a:cubicBezTo>
                    <a:pt x="233" y="173"/>
                    <a:pt x="233" y="173"/>
                    <a:pt x="233" y="173"/>
                  </a:cubicBezTo>
                  <a:cubicBezTo>
                    <a:pt x="233" y="173"/>
                    <a:pt x="233" y="173"/>
                    <a:pt x="233" y="173"/>
                  </a:cubicBezTo>
                  <a:cubicBezTo>
                    <a:pt x="235" y="175"/>
                    <a:pt x="235" y="175"/>
                    <a:pt x="235" y="175"/>
                  </a:cubicBezTo>
                  <a:cubicBezTo>
                    <a:pt x="235" y="175"/>
                    <a:pt x="235" y="175"/>
                    <a:pt x="235" y="175"/>
                  </a:cubicBezTo>
                  <a:cubicBezTo>
                    <a:pt x="241" y="175"/>
                    <a:pt x="241" y="175"/>
                    <a:pt x="241" y="175"/>
                  </a:cubicBezTo>
                  <a:cubicBezTo>
                    <a:pt x="241" y="175"/>
                    <a:pt x="241" y="175"/>
                    <a:pt x="241" y="175"/>
                  </a:cubicBezTo>
                  <a:cubicBezTo>
                    <a:pt x="248" y="172"/>
                    <a:pt x="248" y="172"/>
                    <a:pt x="248" y="172"/>
                  </a:cubicBezTo>
                  <a:cubicBezTo>
                    <a:pt x="248" y="172"/>
                    <a:pt x="248" y="172"/>
                    <a:pt x="248" y="172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60" y="167"/>
                    <a:pt x="260" y="167"/>
                    <a:pt x="260" y="167"/>
                  </a:cubicBezTo>
                  <a:cubicBezTo>
                    <a:pt x="260" y="167"/>
                    <a:pt x="260" y="167"/>
                    <a:pt x="260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3" y="161"/>
                    <a:pt x="273" y="161"/>
                    <a:pt x="273" y="161"/>
                  </a:cubicBezTo>
                  <a:cubicBezTo>
                    <a:pt x="273" y="161"/>
                    <a:pt x="273" y="161"/>
                    <a:pt x="273" y="161"/>
                  </a:cubicBezTo>
                  <a:cubicBezTo>
                    <a:pt x="279" y="157"/>
                    <a:pt x="279" y="157"/>
                    <a:pt x="279" y="157"/>
                  </a:cubicBezTo>
                  <a:cubicBezTo>
                    <a:pt x="279" y="157"/>
                    <a:pt x="279" y="157"/>
                    <a:pt x="279" y="157"/>
                  </a:cubicBezTo>
                  <a:cubicBezTo>
                    <a:pt x="285" y="153"/>
                    <a:pt x="285" y="153"/>
                    <a:pt x="285" y="153"/>
                  </a:cubicBezTo>
                  <a:cubicBezTo>
                    <a:pt x="285" y="153"/>
                    <a:pt x="285" y="153"/>
                    <a:pt x="285" y="153"/>
                  </a:cubicBezTo>
                  <a:cubicBezTo>
                    <a:pt x="297" y="118"/>
                    <a:pt x="297" y="118"/>
                    <a:pt x="297" y="118"/>
                  </a:cubicBezTo>
                  <a:cubicBezTo>
                    <a:pt x="297" y="118"/>
                    <a:pt x="297" y="118"/>
                    <a:pt x="297" y="118"/>
                  </a:cubicBezTo>
                  <a:cubicBezTo>
                    <a:pt x="300" y="120"/>
                    <a:pt x="300" y="120"/>
                    <a:pt x="300" y="120"/>
                  </a:cubicBezTo>
                  <a:cubicBezTo>
                    <a:pt x="300" y="120"/>
                    <a:pt x="300" y="120"/>
                    <a:pt x="300" y="120"/>
                  </a:cubicBezTo>
                  <a:cubicBezTo>
                    <a:pt x="304" y="122"/>
                    <a:pt x="304" y="122"/>
                    <a:pt x="304" y="122"/>
                  </a:cubicBezTo>
                  <a:cubicBezTo>
                    <a:pt x="304" y="122"/>
                    <a:pt x="304" y="122"/>
                    <a:pt x="304" y="122"/>
                  </a:cubicBezTo>
                  <a:cubicBezTo>
                    <a:pt x="308" y="124"/>
                    <a:pt x="308" y="124"/>
                    <a:pt x="308" y="124"/>
                  </a:cubicBezTo>
                  <a:cubicBezTo>
                    <a:pt x="308" y="124"/>
                    <a:pt x="308" y="124"/>
                    <a:pt x="308" y="124"/>
                  </a:cubicBezTo>
                  <a:cubicBezTo>
                    <a:pt x="312" y="125"/>
                    <a:pt x="312" y="125"/>
                    <a:pt x="312" y="125"/>
                  </a:cubicBezTo>
                  <a:cubicBezTo>
                    <a:pt x="312" y="125"/>
                    <a:pt x="312" y="125"/>
                    <a:pt x="312" y="125"/>
                  </a:cubicBezTo>
                  <a:cubicBezTo>
                    <a:pt x="315" y="128"/>
                    <a:pt x="315" y="128"/>
                    <a:pt x="315" y="128"/>
                  </a:cubicBezTo>
                  <a:cubicBezTo>
                    <a:pt x="315" y="128"/>
                    <a:pt x="315" y="128"/>
                    <a:pt x="315" y="128"/>
                  </a:cubicBezTo>
                  <a:cubicBezTo>
                    <a:pt x="318" y="131"/>
                    <a:pt x="318" y="131"/>
                    <a:pt x="318" y="131"/>
                  </a:cubicBezTo>
                  <a:cubicBezTo>
                    <a:pt x="318" y="131"/>
                    <a:pt x="318" y="131"/>
                    <a:pt x="318" y="131"/>
                  </a:cubicBezTo>
                  <a:cubicBezTo>
                    <a:pt x="321" y="134"/>
                    <a:pt x="321" y="134"/>
                    <a:pt x="321" y="134"/>
                  </a:cubicBezTo>
                  <a:cubicBezTo>
                    <a:pt x="321" y="134"/>
                    <a:pt x="321" y="134"/>
                    <a:pt x="321" y="134"/>
                  </a:cubicBezTo>
                  <a:cubicBezTo>
                    <a:pt x="324" y="137"/>
                    <a:pt x="324" y="137"/>
                    <a:pt x="324" y="137"/>
                  </a:cubicBezTo>
                  <a:cubicBezTo>
                    <a:pt x="324" y="137"/>
                    <a:pt x="324" y="137"/>
                    <a:pt x="324" y="137"/>
                  </a:cubicBezTo>
                  <a:cubicBezTo>
                    <a:pt x="322" y="139"/>
                    <a:pt x="322" y="139"/>
                    <a:pt x="322" y="139"/>
                  </a:cubicBezTo>
                  <a:cubicBezTo>
                    <a:pt x="322" y="139"/>
                    <a:pt x="322" y="139"/>
                    <a:pt x="322" y="139"/>
                  </a:cubicBezTo>
                  <a:cubicBezTo>
                    <a:pt x="321" y="140"/>
                    <a:pt x="321" y="140"/>
                    <a:pt x="321" y="140"/>
                  </a:cubicBezTo>
                  <a:cubicBezTo>
                    <a:pt x="321" y="140"/>
                    <a:pt x="321" y="140"/>
                    <a:pt x="321" y="140"/>
                  </a:cubicBezTo>
                  <a:cubicBezTo>
                    <a:pt x="319" y="142"/>
                    <a:pt x="319" y="142"/>
                    <a:pt x="319" y="142"/>
                  </a:cubicBezTo>
                  <a:cubicBezTo>
                    <a:pt x="319" y="142"/>
                    <a:pt x="319" y="142"/>
                    <a:pt x="319" y="142"/>
                  </a:cubicBezTo>
                  <a:cubicBezTo>
                    <a:pt x="318" y="142"/>
                    <a:pt x="318" y="142"/>
                    <a:pt x="318" y="142"/>
                  </a:cubicBezTo>
                  <a:cubicBezTo>
                    <a:pt x="318" y="142"/>
                    <a:pt x="318" y="142"/>
                    <a:pt x="318" y="142"/>
                  </a:cubicBezTo>
                  <a:cubicBezTo>
                    <a:pt x="315" y="144"/>
                    <a:pt x="315" y="144"/>
                    <a:pt x="315" y="144"/>
                  </a:cubicBezTo>
                  <a:cubicBezTo>
                    <a:pt x="315" y="144"/>
                    <a:pt x="315" y="144"/>
                    <a:pt x="315" y="144"/>
                  </a:cubicBezTo>
                  <a:cubicBezTo>
                    <a:pt x="313" y="145"/>
                    <a:pt x="313" y="145"/>
                    <a:pt x="313" y="145"/>
                  </a:cubicBezTo>
                  <a:cubicBezTo>
                    <a:pt x="313" y="145"/>
                    <a:pt x="313" y="145"/>
                    <a:pt x="313" y="145"/>
                  </a:cubicBezTo>
                  <a:cubicBezTo>
                    <a:pt x="311" y="146"/>
                    <a:pt x="311" y="146"/>
                    <a:pt x="311" y="146"/>
                  </a:cubicBezTo>
                  <a:cubicBezTo>
                    <a:pt x="311" y="146"/>
                    <a:pt x="311" y="146"/>
                    <a:pt x="311" y="146"/>
                  </a:cubicBezTo>
                  <a:cubicBezTo>
                    <a:pt x="309" y="146"/>
                    <a:pt x="309" y="146"/>
                    <a:pt x="309" y="146"/>
                  </a:cubicBezTo>
                  <a:cubicBezTo>
                    <a:pt x="309" y="146"/>
                    <a:pt x="309" y="146"/>
                    <a:pt x="309" y="146"/>
                  </a:cubicBezTo>
                  <a:cubicBezTo>
                    <a:pt x="289" y="174"/>
                    <a:pt x="289" y="174"/>
                    <a:pt x="289" y="174"/>
                  </a:cubicBezTo>
                  <a:cubicBezTo>
                    <a:pt x="289" y="174"/>
                    <a:pt x="289" y="174"/>
                    <a:pt x="289" y="174"/>
                  </a:cubicBezTo>
                  <a:cubicBezTo>
                    <a:pt x="273" y="205"/>
                    <a:pt x="273" y="205"/>
                    <a:pt x="273" y="205"/>
                  </a:cubicBezTo>
                  <a:cubicBezTo>
                    <a:pt x="273" y="205"/>
                    <a:pt x="273" y="205"/>
                    <a:pt x="273" y="205"/>
                  </a:cubicBezTo>
                  <a:cubicBezTo>
                    <a:pt x="294" y="199"/>
                    <a:pt x="294" y="199"/>
                    <a:pt x="294" y="199"/>
                  </a:cubicBezTo>
                  <a:cubicBezTo>
                    <a:pt x="294" y="199"/>
                    <a:pt x="294" y="199"/>
                    <a:pt x="294" y="199"/>
                  </a:cubicBezTo>
                  <a:cubicBezTo>
                    <a:pt x="338" y="183"/>
                    <a:pt x="338" y="183"/>
                    <a:pt x="338" y="183"/>
                  </a:cubicBezTo>
                  <a:cubicBezTo>
                    <a:pt x="338" y="183"/>
                    <a:pt x="338" y="183"/>
                    <a:pt x="338" y="183"/>
                  </a:cubicBezTo>
                  <a:cubicBezTo>
                    <a:pt x="339" y="184"/>
                    <a:pt x="339" y="184"/>
                    <a:pt x="339" y="184"/>
                  </a:cubicBezTo>
                  <a:cubicBezTo>
                    <a:pt x="339" y="184"/>
                    <a:pt x="339" y="184"/>
                    <a:pt x="339" y="184"/>
                  </a:cubicBezTo>
                  <a:cubicBezTo>
                    <a:pt x="341" y="184"/>
                    <a:pt x="341" y="184"/>
                    <a:pt x="341" y="184"/>
                  </a:cubicBezTo>
                  <a:cubicBezTo>
                    <a:pt x="341" y="184"/>
                    <a:pt x="341" y="184"/>
                    <a:pt x="341" y="184"/>
                  </a:cubicBezTo>
                  <a:cubicBezTo>
                    <a:pt x="343" y="185"/>
                    <a:pt x="343" y="185"/>
                    <a:pt x="343" y="185"/>
                  </a:cubicBezTo>
                  <a:cubicBezTo>
                    <a:pt x="343" y="185"/>
                    <a:pt x="343" y="185"/>
                    <a:pt x="343" y="185"/>
                  </a:cubicBezTo>
                  <a:cubicBezTo>
                    <a:pt x="345" y="185"/>
                    <a:pt x="345" y="185"/>
                    <a:pt x="345" y="185"/>
                  </a:cubicBezTo>
                  <a:cubicBezTo>
                    <a:pt x="345" y="185"/>
                    <a:pt x="345" y="185"/>
                    <a:pt x="345" y="185"/>
                  </a:cubicBezTo>
                  <a:cubicBezTo>
                    <a:pt x="346" y="187"/>
                    <a:pt x="346" y="187"/>
                    <a:pt x="346" y="187"/>
                  </a:cubicBezTo>
                  <a:cubicBezTo>
                    <a:pt x="346" y="187"/>
                    <a:pt x="346" y="187"/>
                    <a:pt x="346" y="187"/>
                  </a:cubicBezTo>
                  <a:cubicBezTo>
                    <a:pt x="349" y="189"/>
                    <a:pt x="349" y="189"/>
                    <a:pt x="349" y="189"/>
                  </a:cubicBezTo>
                  <a:cubicBezTo>
                    <a:pt x="349" y="189"/>
                    <a:pt x="349" y="189"/>
                    <a:pt x="349" y="189"/>
                  </a:cubicBezTo>
                  <a:cubicBezTo>
                    <a:pt x="350" y="191"/>
                    <a:pt x="350" y="191"/>
                    <a:pt x="350" y="191"/>
                  </a:cubicBezTo>
                  <a:cubicBezTo>
                    <a:pt x="350" y="191"/>
                    <a:pt x="350" y="191"/>
                    <a:pt x="350" y="191"/>
                  </a:cubicBezTo>
                  <a:cubicBezTo>
                    <a:pt x="353" y="192"/>
                    <a:pt x="353" y="192"/>
                    <a:pt x="353" y="192"/>
                  </a:cubicBezTo>
                  <a:cubicBezTo>
                    <a:pt x="353" y="192"/>
                    <a:pt x="353" y="192"/>
                    <a:pt x="353" y="192"/>
                  </a:cubicBezTo>
                  <a:cubicBezTo>
                    <a:pt x="301" y="214"/>
                    <a:pt x="301" y="214"/>
                    <a:pt x="301" y="214"/>
                  </a:cubicBezTo>
                  <a:cubicBezTo>
                    <a:pt x="301" y="214"/>
                    <a:pt x="301" y="214"/>
                    <a:pt x="301" y="214"/>
                  </a:cubicBezTo>
                  <a:cubicBezTo>
                    <a:pt x="298" y="215"/>
                    <a:pt x="298" y="215"/>
                    <a:pt x="298" y="215"/>
                  </a:cubicBezTo>
                  <a:cubicBezTo>
                    <a:pt x="298" y="215"/>
                    <a:pt x="298" y="215"/>
                    <a:pt x="298" y="215"/>
                  </a:cubicBezTo>
                  <a:cubicBezTo>
                    <a:pt x="295" y="216"/>
                    <a:pt x="295" y="216"/>
                    <a:pt x="295" y="216"/>
                  </a:cubicBezTo>
                  <a:cubicBezTo>
                    <a:pt x="295" y="216"/>
                    <a:pt x="295" y="216"/>
                    <a:pt x="295" y="216"/>
                  </a:cubicBezTo>
                  <a:cubicBezTo>
                    <a:pt x="292" y="217"/>
                    <a:pt x="292" y="217"/>
                    <a:pt x="292" y="217"/>
                  </a:cubicBezTo>
                  <a:cubicBezTo>
                    <a:pt x="292" y="217"/>
                    <a:pt x="292" y="217"/>
                    <a:pt x="292" y="217"/>
                  </a:cubicBezTo>
                  <a:cubicBezTo>
                    <a:pt x="290" y="217"/>
                    <a:pt x="290" y="217"/>
                    <a:pt x="290" y="217"/>
                  </a:cubicBezTo>
                  <a:cubicBezTo>
                    <a:pt x="290" y="217"/>
                    <a:pt x="290" y="217"/>
                    <a:pt x="290" y="217"/>
                  </a:cubicBezTo>
                  <a:cubicBezTo>
                    <a:pt x="286" y="219"/>
                    <a:pt x="286" y="219"/>
                    <a:pt x="286" y="219"/>
                  </a:cubicBezTo>
                  <a:cubicBezTo>
                    <a:pt x="286" y="219"/>
                    <a:pt x="286" y="219"/>
                    <a:pt x="286" y="219"/>
                  </a:cubicBezTo>
                  <a:cubicBezTo>
                    <a:pt x="284" y="220"/>
                    <a:pt x="284" y="220"/>
                    <a:pt x="284" y="220"/>
                  </a:cubicBezTo>
                  <a:cubicBezTo>
                    <a:pt x="284" y="220"/>
                    <a:pt x="284" y="220"/>
                    <a:pt x="284" y="220"/>
                  </a:cubicBezTo>
                  <a:cubicBezTo>
                    <a:pt x="281" y="221"/>
                    <a:pt x="281" y="221"/>
                    <a:pt x="281" y="221"/>
                  </a:cubicBezTo>
                  <a:cubicBezTo>
                    <a:pt x="281" y="221"/>
                    <a:pt x="281" y="221"/>
                    <a:pt x="281" y="221"/>
                  </a:cubicBezTo>
                  <a:cubicBezTo>
                    <a:pt x="280" y="222"/>
                    <a:pt x="280" y="222"/>
                    <a:pt x="280" y="222"/>
                  </a:cubicBezTo>
                  <a:cubicBezTo>
                    <a:pt x="280" y="222"/>
                    <a:pt x="280" y="222"/>
                    <a:pt x="280" y="222"/>
                  </a:cubicBezTo>
                  <a:cubicBezTo>
                    <a:pt x="255" y="231"/>
                    <a:pt x="255" y="231"/>
                    <a:pt x="255" y="231"/>
                  </a:cubicBezTo>
                  <a:cubicBezTo>
                    <a:pt x="255" y="231"/>
                    <a:pt x="255" y="231"/>
                    <a:pt x="255" y="231"/>
                  </a:cubicBezTo>
                  <a:cubicBezTo>
                    <a:pt x="253" y="234"/>
                    <a:pt x="253" y="234"/>
                    <a:pt x="253" y="234"/>
                  </a:cubicBezTo>
                  <a:cubicBezTo>
                    <a:pt x="253" y="234"/>
                    <a:pt x="253" y="234"/>
                    <a:pt x="253" y="234"/>
                  </a:cubicBezTo>
                  <a:cubicBezTo>
                    <a:pt x="255" y="238"/>
                    <a:pt x="255" y="238"/>
                    <a:pt x="255" y="238"/>
                  </a:cubicBezTo>
                  <a:cubicBezTo>
                    <a:pt x="255" y="238"/>
                    <a:pt x="255" y="238"/>
                    <a:pt x="255" y="238"/>
                  </a:cubicBezTo>
                  <a:cubicBezTo>
                    <a:pt x="258" y="241"/>
                    <a:pt x="258" y="241"/>
                    <a:pt x="258" y="241"/>
                  </a:cubicBezTo>
                  <a:cubicBezTo>
                    <a:pt x="258" y="241"/>
                    <a:pt x="258" y="241"/>
                    <a:pt x="258" y="241"/>
                  </a:cubicBezTo>
                  <a:cubicBezTo>
                    <a:pt x="260" y="244"/>
                    <a:pt x="260" y="244"/>
                    <a:pt x="260" y="244"/>
                  </a:cubicBezTo>
                  <a:cubicBezTo>
                    <a:pt x="260" y="244"/>
                    <a:pt x="260" y="244"/>
                    <a:pt x="260" y="244"/>
                  </a:cubicBezTo>
                  <a:cubicBezTo>
                    <a:pt x="262" y="247"/>
                    <a:pt x="262" y="247"/>
                    <a:pt x="262" y="247"/>
                  </a:cubicBezTo>
                  <a:cubicBezTo>
                    <a:pt x="262" y="247"/>
                    <a:pt x="262" y="247"/>
                    <a:pt x="262" y="247"/>
                  </a:cubicBezTo>
                  <a:cubicBezTo>
                    <a:pt x="262" y="251"/>
                    <a:pt x="262" y="251"/>
                    <a:pt x="262" y="251"/>
                  </a:cubicBezTo>
                  <a:cubicBezTo>
                    <a:pt x="262" y="251"/>
                    <a:pt x="262" y="251"/>
                    <a:pt x="262" y="251"/>
                  </a:cubicBezTo>
                  <a:cubicBezTo>
                    <a:pt x="262" y="255"/>
                    <a:pt x="262" y="255"/>
                    <a:pt x="262" y="255"/>
                  </a:cubicBezTo>
                  <a:cubicBezTo>
                    <a:pt x="262" y="255"/>
                    <a:pt x="262" y="255"/>
                    <a:pt x="262" y="255"/>
                  </a:cubicBezTo>
                  <a:cubicBezTo>
                    <a:pt x="262" y="258"/>
                    <a:pt x="262" y="258"/>
                    <a:pt x="262" y="258"/>
                  </a:cubicBezTo>
                  <a:cubicBezTo>
                    <a:pt x="262" y="258"/>
                    <a:pt x="262" y="258"/>
                    <a:pt x="262" y="258"/>
                  </a:cubicBezTo>
                  <a:cubicBezTo>
                    <a:pt x="263" y="262"/>
                    <a:pt x="263" y="262"/>
                    <a:pt x="263" y="262"/>
                  </a:cubicBezTo>
                  <a:cubicBezTo>
                    <a:pt x="263" y="262"/>
                    <a:pt x="263" y="262"/>
                    <a:pt x="263" y="262"/>
                  </a:cubicBezTo>
                  <a:cubicBezTo>
                    <a:pt x="319" y="251"/>
                    <a:pt x="319" y="251"/>
                    <a:pt x="319" y="251"/>
                  </a:cubicBezTo>
                  <a:cubicBezTo>
                    <a:pt x="319" y="251"/>
                    <a:pt x="319" y="251"/>
                    <a:pt x="319" y="251"/>
                  </a:cubicBezTo>
                  <a:cubicBezTo>
                    <a:pt x="321" y="255"/>
                    <a:pt x="321" y="255"/>
                    <a:pt x="321" y="255"/>
                  </a:cubicBezTo>
                  <a:cubicBezTo>
                    <a:pt x="321" y="255"/>
                    <a:pt x="321" y="255"/>
                    <a:pt x="321" y="255"/>
                  </a:cubicBezTo>
                  <a:cubicBezTo>
                    <a:pt x="323" y="257"/>
                    <a:pt x="323" y="257"/>
                    <a:pt x="323" y="257"/>
                  </a:cubicBezTo>
                  <a:cubicBezTo>
                    <a:pt x="323" y="257"/>
                    <a:pt x="323" y="257"/>
                    <a:pt x="323" y="257"/>
                  </a:cubicBezTo>
                  <a:cubicBezTo>
                    <a:pt x="324" y="260"/>
                    <a:pt x="324" y="260"/>
                    <a:pt x="324" y="260"/>
                  </a:cubicBezTo>
                  <a:cubicBezTo>
                    <a:pt x="324" y="260"/>
                    <a:pt x="324" y="260"/>
                    <a:pt x="324" y="260"/>
                  </a:cubicBezTo>
                  <a:cubicBezTo>
                    <a:pt x="327" y="263"/>
                    <a:pt x="327" y="263"/>
                    <a:pt x="327" y="263"/>
                  </a:cubicBezTo>
                  <a:cubicBezTo>
                    <a:pt x="327" y="263"/>
                    <a:pt x="327" y="263"/>
                    <a:pt x="327" y="263"/>
                  </a:cubicBezTo>
                  <a:cubicBezTo>
                    <a:pt x="327" y="266"/>
                    <a:pt x="327" y="266"/>
                    <a:pt x="327" y="266"/>
                  </a:cubicBezTo>
                  <a:cubicBezTo>
                    <a:pt x="327" y="266"/>
                    <a:pt x="327" y="266"/>
                    <a:pt x="327" y="266"/>
                  </a:cubicBezTo>
                  <a:cubicBezTo>
                    <a:pt x="328" y="269"/>
                    <a:pt x="328" y="269"/>
                    <a:pt x="328" y="269"/>
                  </a:cubicBezTo>
                  <a:cubicBezTo>
                    <a:pt x="328" y="269"/>
                    <a:pt x="328" y="269"/>
                    <a:pt x="328" y="269"/>
                  </a:cubicBezTo>
                  <a:cubicBezTo>
                    <a:pt x="327" y="271"/>
                    <a:pt x="327" y="271"/>
                    <a:pt x="327" y="271"/>
                  </a:cubicBezTo>
                  <a:cubicBezTo>
                    <a:pt x="327" y="271"/>
                    <a:pt x="327" y="271"/>
                    <a:pt x="327" y="271"/>
                  </a:cubicBezTo>
                  <a:cubicBezTo>
                    <a:pt x="327" y="274"/>
                    <a:pt x="327" y="274"/>
                    <a:pt x="327" y="274"/>
                  </a:cubicBezTo>
                  <a:cubicBezTo>
                    <a:pt x="327" y="274"/>
                    <a:pt x="327" y="274"/>
                    <a:pt x="327" y="274"/>
                  </a:cubicBezTo>
                  <a:cubicBezTo>
                    <a:pt x="320" y="278"/>
                    <a:pt x="320" y="278"/>
                    <a:pt x="320" y="278"/>
                  </a:cubicBezTo>
                  <a:cubicBezTo>
                    <a:pt x="320" y="278"/>
                    <a:pt x="320" y="278"/>
                    <a:pt x="320" y="278"/>
                  </a:cubicBezTo>
                  <a:cubicBezTo>
                    <a:pt x="317" y="281"/>
                    <a:pt x="317" y="281"/>
                    <a:pt x="317" y="281"/>
                  </a:cubicBezTo>
                  <a:cubicBezTo>
                    <a:pt x="317" y="281"/>
                    <a:pt x="317" y="281"/>
                    <a:pt x="317" y="281"/>
                  </a:cubicBezTo>
                  <a:cubicBezTo>
                    <a:pt x="313" y="285"/>
                    <a:pt x="313" y="285"/>
                    <a:pt x="313" y="285"/>
                  </a:cubicBezTo>
                  <a:cubicBezTo>
                    <a:pt x="313" y="285"/>
                    <a:pt x="313" y="285"/>
                    <a:pt x="313" y="285"/>
                  </a:cubicBezTo>
                  <a:cubicBezTo>
                    <a:pt x="311" y="289"/>
                    <a:pt x="311" y="289"/>
                    <a:pt x="311" y="289"/>
                  </a:cubicBezTo>
                  <a:cubicBezTo>
                    <a:pt x="311" y="289"/>
                    <a:pt x="311" y="289"/>
                    <a:pt x="311" y="289"/>
                  </a:cubicBezTo>
                  <a:cubicBezTo>
                    <a:pt x="308" y="295"/>
                    <a:pt x="308" y="295"/>
                    <a:pt x="308" y="295"/>
                  </a:cubicBezTo>
                  <a:cubicBezTo>
                    <a:pt x="308" y="295"/>
                    <a:pt x="308" y="295"/>
                    <a:pt x="308" y="295"/>
                  </a:cubicBezTo>
                  <a:cubicBezTo>
                    <a:pt x="305" y="299"/>
                    <a:pt x="305" y="299"/>
                    <a:pt x="305" y="299"/>
                  </a:cubicBezTo>
                  <a:cubicBezTo>
                    <a:pt x="305" y="299"/>
                    <a:pt x="305" y="299"/>
                    <a:pt x="305" y="299"/>
                  </a:cubicBezTo>
                  <a:cubicBezTo>
                    <a:pt x="302" y="304"/>
                    <a:pt x="302" y="304"/>
                    <a:pt x="302" y="304"/>
                  </a:cubicBezTo>
                  <a:cubicBezTo>
                    <a:pt x="302" y="304"/>
                    <a:pt x="302" y="304"/>
                    <a:pt x="302" y="304"/>
                  </a:cubicBezTo>
                  <a:cubicBezTo>
                    <a:pt x="299" y="307"/>
                    <a:pt x="299" y="307"/>
                    <a:pt x="299" y="307"/>
                  </a:cubicBezTo>
                  <a:cubicBezTo>
                    <a:pt x="299" y="307"/>
                    <a:pt x="299" y="307"/>
                    <a:pt x="299" y="307"/>
                  </a:cubicBezTo>
                  <a:cubicBezTo>
                    <a:pt x="260" y="352"/>
                    <a:pt x="260" y="352"/>
                    <a:pt x="260" y="352"/>
                  </a:cubicBezTo>
                  <a:cubicBezTo>
                    <a:pt x="260" y="352"/>
                    <a:pt x="260" y="352"/>
                    <a:pt x="260" y="352"/>
                  </a:cubicBezTo>
                  <a:cubicBezTo>
                    <a:pt x="301" y="268"/>
                    <a:pt x="301" y="268"/>
                    <a:pt x="301" y="268"/>
                  </a:cubicBezTo>
                  <a:cubicBezTo>
                    <a:pt x="301" y="268"/>
                    <a:pt x="301" y="268"/>
                    <a:pt x="301" y="268"/>
                  </a:cubicBezTo>
                  <a:cubicBezTo>
                    <a:pt x="300" y="268"/>
                    <a:pt x="300" y="268"/>
                    <a:pt x="300" y="268"/>
                  </a:cubicBezTo>
                  <a:cubicBezTo>
                    <a:pt x="300" y="268"/>
                    <a:pt x="300" y="268"/>
                    <a:pt x="300" y="268"/>
                  </a:cubicBezTo>
                  <a:cubicBezTo>
                    <a:pt x="300" y="267"/>
                    <a:pt x="300" y="267"/>
                    <a:pt x="300" y="267"/>
                  </a:cubicBezTo>
                  <a:cubicBezTo>
                    <a:pt x="300" y="267"/>
                    <a:pt x="300" y="267"/>
                    <a:pt x="300" y="267"/>
                  </a:cubicBezTo>
                  <a:cubicBezTo>
                    <a:pt x="299" y="267"/>
                    <a:pt x="299" y="267"/>
                    <a:pt x="299" y="267"/>
                  </a:cubicBezTo>
                  <a:cubicBezTo>
                    <a:pt x="299" y="267"/>
                    <a:pt x="299" y="267"/>
                    <a:pt x="299" y="267"/>
                  </a:cubicBezTo>
                  <a:cubicBezTo>
                    <a:pt x="299" y="266"/>
                    <a:pt x="299" y="266"/>
                    <a:pt x="299" y="266"/>
                  </a:cubicBezTo>
                  <a:cubicBezTo>
                    <a:pt x="299" y="266"/>
                    <a:pt x="299" y="266"/>
                    <a:pt x="299" y="266"/>
                  </a:cubicBezTo>
                  <a:cubicBezTo>
                    <a:pt x="298" y="266"/>
                    <a:pt x="298" y="266"/>
                    <a:pt x="298" y="266"/>
                  </a:cubicBezTo>
                  <a:cubicBezTo>
                    <a:pt x="298" y="266"/>
                    <a:pt x="298" y="266"/>
                    <a:pt x="298" y="266"/>
                  </a:cubicBezTo>
                  <a:cubicBezTo>
                    <a:pt x="297" y="265"/>
                    <a:pt x="297" y="265"/>
                    <a:pt x="297" y="265"/>
                  </a:cubicBezTo>
                  <a:cubicBezTo>
                    <a:pt x="297" y="265"/>
                    <a:pt x="297" y="265"/>
                    <a:pt x="297" y="265"/>
                  </a:cubicBezTo>
                  <a:cubicBezTo>
                    <a:pt x="296" y="264"/>
                    <a:pt x="296" y="264"/>
                    <a:pt x="296" y="264"/>
                  </a:cubicBezTo>
                  <a:cubicBezTo>
                    <a:pt x="296" y="264"/>
                    <a:pt x="296" y="264"/>
                    <a:pt x="296" y="264"/>
                  </a:cubicBezTo>
                  <a:cubicBezTo>
                    <a:pt x="296" y="263"/>
                    <a:pt x="296" y="263"/>
                    <a:pt x="296" y="263"/>
                  </a:cubicBezTo>
                  <a:cubicBezTo>
                    <a:pt x="296" y="263"/>
                    <a:pt x="296" y="263"/>
                    <a:pt x="296" y="263"/>
                  </a:cubicBezTo>
                  <a:cubicBezTo>
                    <a:pt x="267" y="275"/>
                    <a:pt x="267" y="275"/>
                    <a:pt x="267" y="275"/>
                  </a:cubicBezTo>
                  <a:cubicBezTo>
                    <a:pt x="267" y="275"/>
                    <a:pt x="267" y="275"/>
                    <a:pt x="267" y="275"/>
                  </a:cubicBezTo>
                  <a:cubicBezTo>
                    <a:pt x="265" y="279"/>
                    <a:pt x="265" y="279"/>
                    <a:pt x="265" y="279"/>
                  </a:cubicBezTo>
                  <a:cubicBezTo>
                    <a:pt x="265" y="279"/>
                    <a:pt x="265" y="279"/>
                    <a:pt x="265" y="279"/>
                  </a:cubicBezTo>
                  <a:cubicBezTo>
                    <a:pt x="265" y="281"/>
                    <a:pt x="265" y="281"/>
                    <a:pt x="265" y="281"/>
                  </a:cubicBezTo>
                  <a:cubicBezTo>
                    <a:pt x="265" y="281"/>
                    <a:pt x="265" y="281"/>
                    <a:pt x="265" y="281"/>
                  </a:cubicBezTo>
                  <a:cubicBezTo>
                    <a:pt x="267" y="282"/>
                    <a:pt x="267" y="282"/>
                    <a:pt x="267" y="282"/>
                  </a:cubicBezTo>
                  <a:cubicBezTo>
                    <a:pt x="267" y="282"/>
                    <a:pt x="267" y="282"/>
                    <a:pt x="267" y="282"/>
                  </a:cubicBezTo>
                  <a:cubicBezTo>
                    <a:pt x="269" y="282"/>
                    <a:pt x="269" y="282"/>
                    <a:pt x="269" y="282"/>
                  </a:cubicBezTo>
                  <a:cubicBezTo>
                    <a:pt x="269" y="282"/>
                    <a:pt x="269" y="282"/>
                    <a:pt x="269" y="282"/>
                  </a:cubicBezTo>
                  <a:cubicBezTo>
                    <a:pt x="271" y="282"/>
                    <a:pt x="271" y="282"/>
                    <a:pt x="271" y="282"/>
                  </a:cubicBezTo>
                  <a:cubicBezTo>
                    <a:pt x="271" y="282"/>
                    <a:pt x="271" y="282"/>
                    <a:pt x="271" y="282"/>
                  </a:cubicBezTo>
                  <a:cubicBezTo>
                    <a:pt x="272" y="284"/>
                    <a:pt x="272" y="284"/>
                    <a:pt x="272" y="284"/>
                  </a:cubicBezTo>
                  <a:cubicBezTo>
                    <a:pt x="272" y="284"/>
                    <a:pt x="272" y="284"/>
                    <a:pt x="272" y="284"/>
                  </a:cubicBezTo>
                  <a:cubicBezTo>
                    <a:pt x="274" y="285"/>
                    <a:pt x="274" y="285"/>
                    <a:pt x="274" y="285"/>
                  </a:cubicBezTo>
                  <a:cubicBezTo>
                    <a:pt x="274" y="285"/>
                    <a:pt x="274" y="285"/>
                    <a:pt x="274" y="285"/>
                  </a:cubicBezTo>
                  <a:cubicBezTo>
                    <a:pt x="275" y="286"/>
                    <a:pt x="275" y="286"/>
                    <a:pt x="275" y="286"/>
                  </a:cubicBezTo>
                  <a:cubicBezTo>
                    <a:pt x="275" y="286"/>
                    <a:pt x="275" y="286"/>
                    <a:pt x="275" y="286"/>
                  </a:cubicBezTo>
                  <a:cubicBezTo>
                    <a:pt x="277" y="287"/>
                    <a:pt x="277" y="287"/>
                    <a:pt x="277" y="287"/>
                  </a:cubicBezTo>
                  <a:cubicBezTo>
                    <a:pt x="277" y="287"/>
                    <a:pt x="277" y="287"/>
                    <a:pt x="277" y="287"/>
                  </a:cubicBezTo>
                  <a:cubicBezTo>
                    <a:pt x="273" y="294"/>
                    <a:pt x="273" y="294"/>
                    <a:pt x="273" y="294"/>
                  </a:cubicBezTo>
                  <a:cubicBezTo>
                    <a:pt x="273" y="294"/>
                    <a:pt x="273" y="294"/>
                    <a:pt x="273" y="294"/>
                  </a:cubicBezTo>
                  <a:cubicBezTo>
                    <a:pt x="267" y="298"/>
                    <a:pt x="267" y="298"/>
                    <a:pt x="267" y="298"/>
                  </a:cubicBezTo>
                  <a:cubicBezTo>
                    <a:pt x="267" y="298"/>
                    <a:pt x="267" y="298"/>
                    <a:pt x="267" y="298"/>
                  </a:cubicBezTo>
                  <a:cubicBezTo>
                    <a:pt x="260" y="302"/>
                    <a:pt x="260" y="302"/>
                    <a:pt x="260" y="302"/>
                  </a:cubicBezTo>
                  <a:cubicBezTo>
                    <a:pt x="260" y="302"/>
                    <a:pt x="260" y="302"/>
                    <a:pt x="260" y="302"/>
                  </a:cubicBezTo>
                  <a:cubicBezTo>
                    <a:pt x="254" y="306"/>
                    <a:pt x="254" y="306"/>
                    <a:pt x="254" y="306"/>
                  </a:cubicBezTo>
                  <a:cubicBezTo>
                    <a:pt x="254" y="306"/>
                    <a:pt x="254" y="306"/>
                    <a:pt x="254" y="306"/>
                  </a:cubicBezTo>
                  <a:cubicBezTo>
                    <a:pt x="248" y="311"/>
                    <a:pt x="248" y="311"/>
                    <a:pt x="248" y="311"/>
                  </a:cubicBezTo>
                  <a:cubicBezTo>
                    <a:pt x="248" y="311"/>
                    <a:pt x="248" y="311"/>
                    <a:pt x="248" y="311"/>
                  </a:cubicBezTo>
                  <a:cubicBezTo>
                    <a:pt x="243" y="316"/>
                    <a:pt x="243" y="316"/>
                    <a:pt x="243" y="316"/>
                  </a:cubicBezTo>
                  <a:cubicBezTo>
                    <a:pt x="243" y="316"/>
                    <a:pt x="243" y="316"/>
                    <a:pt x="243" y="316"/>
                  </a:cubicBezTo>
                  <a:cubicBezTo>
                    <a:pt x="241" y="323"/>
                    <a:pt x="241" y="323"/>
                    <a:pt x="241" y="323"/>
                  </a:cubicBezTo>
                  <a:cubicBezTo>
                    <a:pt x="241" y="323"/>
                    <a:pt x="241" y="323"/>
                    <a:pt x="241" y="323"/>
                  </a:cubicBezTo>
                  <a:cubicBezTo>
                    <a:pt x="243" y="331"/>
                    <a:pt x="243" y="331"/>
                    <a:pt x="243" y="331"/>
                  </a:cubicBezTo>
                  <a:cubicBezTo>
                    <a:pt x="243" y="331"/>
                    <a:pt x="243" y="331"/>
                    <a:pt x="243" y="331"/>
                  </a:cubicBezTo>
                  <a:cubicBezTo>
                    <a:pt x="243" y="333"/>
                    <a:pt x="243" y="333"/>
                    <a:pt x="243" y="333"/>
                  </a:cubicBezTo>
                  <a:cubicBezTo>
                    <a:pt x="243" y="333"/>
                    <a:pt x="243" y="333"/>
                    <a:pt x="243" y="333"/>
                  </a:cubicBezTo>
                  <a:cubicBezTo>
                    <a:pt x="244" y="334"/>
                    <a:pt x="244" y="334"/>
                    <a:pt x="244" y="334"/>
                  </a:cubicBezTo>
                  <a:cubicBezTo>
                    <a:pt x="244" y="334"/>
                    <a:pt x="244" y="334"/>
                    <a:pt x="244" y="334"/>
                  </a:cubicBezTo>
                  <a:cubicBezTo>
                    <a:pt x="246" y="335"/>
                    <a:pt x="246" y="335"/>
                    <a:pt x="246" y="335"/>
                  </a:cubicBezTo>
                  <a:cubicBezTo>
                    <a:pt x="246" y="335"/>
                    <a:pt x="246" y="335"/>
                    <a:pt x="246" y="335"/>
                  </a:cubicBezTo>
                  <a:cubicBezTo>
                    <a:pt x="248" y="335"/>
                    <a:pt x="248" y="335"/>
                    <a:pt x="248" y="335"/>
                  </a:cubicBezTo>
                  <a:cubicBezTo>
                    <a:pt x="248" y="335"/>
                    <a:pt x="248" y="335"/>
                    <a:pt x="248" y="335"/>
                  </a:cubicBezTo>
                  <a:cubicBezTo>
                    <a:pt x="249" y="336"/>
                    <a:pt x="249" y="336"/>
                    <a:pt x="249" y="336"/>
                  </a:cubicBezTo>
                  <a:cubicBezTo>
                    <a:pt x="249" y="336"/>
                    <a:pt x="249" y="336"/>
                    <a:pt x="249" y="336"/>
                  </a:cubicBezTo>
                  <a:cubicBezTo>
                    <a:pt x="250" y="336"/>
                    <a:pt x="250" y="336"/>
                    <a:pt x="250" y="336"/>
                  </a:cubicBezTo>
                  <a:cubicBezTo>
                    <a:pt x="250" y="336"/>
                    <a:pt x="250" y="336"/>
                    <a:pt x="250" y="336"/>
                  </a:cubicBezTo>
                  <a:cubicBezTo>
                    <a:pt x="251" y="337"/>
                    <a:pt x="251" y="337"/>
                    <a:pt x="251" y="337"/>
                  </a:cubicBezTo>
                  <a:cubicBezTo>
                    <a:pt x="251" y="337"/>
                    <a:pt x="251" y="337"/>
                    <a:pt x="251" y="337"/>
                  </a:cubicBezTo>
                  <a:cubicBezTo>
                    <a:pt x="253" y="338"/>
                    <a:pt x="253" y="338"/>
                    <a:pt x="253" y="338"/>
                  </a:cubicBezTo>
                  <a:cubicBezTo>
                    <a:pt x="253" y="338"/>
                    <a:pt x="253" y="338"/>
                    <a:pt x="253" y="338"/>
                  </a:cubicBezTo>
                  <a:cubicBezTo>
                    <a:pt x="208" y="370"/>
                    <a:pt x="208" y="370"/>
                    <a:pt x="208" y="370"/>
                  </a:cubicBezTo>
                  <a:cubicBezTo>
                    <a:pt x="208" y="370"/>
                    <a:pt x="208" y="370"/>
                    <a:pt x="208" y="370"/>
                  </a:cubicBezTo>
                  <a:cubicBezTo>
                    <a:pt x="189" y="384"/>
                    <a:pt x="189" y="384"/>
                    <a:pt x="189" y="384"/>
                  </a:cubicBezTo>
                  <a:cubicBezTo>
                    <a:pt x="185" y="386"/>
                    <a:pt x="185" y="386"/>
                    <a:pt x="185" y="386"/>
                  </a:cubicBezTo>
                  <a:cubicBezTo>
                    <a:pt x="159" y="402"/>
                    <a:pt x="159" y="402"/>
                    <a:pt x="159" y="402"/>
                  </a:cubicBezTo>
                  <a:cubicBezTo>
                    <a:pt x="159" y="402"/>
                    <a:pt x="159" y="402"/>
                    <a:pt x="159" y="402"/>
                  </a:cubicBezTo>
                  <a:cubicBezTo>
                    <a:pt x="158" y="404"/>
                    <a:pt x="158" y="404"/>
                    <a:pt x="158" y="404"/>
                  </a:cubicBezTo>
                  <a:cubicBezTo>
                    <a:pt x="158" y="404"/>
                    <a:pt x="158" y="404"/>
                    <a:pt x="158" y="404"/>
                  </a:cubicBezTo>
                  <a:cubicBezTo>
                    <a:pt x="157" y="405"/>
                    <a:pt x="157" y="405"/>
                    <a:pt x="157" y="405"/>
                  </a:cubicBezTo>
                  <a:cubicBezTo>
                    <a:pt x="157" y="405"/>
                    <a:pt x="157" y="405"/>
                    <a:pt x="157" y="405"/>
                  </a:cubicBezTo>
                  <a:cubicBezTo>
                    <a:pt x="157" y="406"/>
                    <a:pt x="157" y="406"/>
                    <a:pt x="157" y="406"/>
                  </a:cubicBezTo>
                  <a:cubicBezTo>
                    <a:pt x="157" y="406"/>
                    <a:pt x="157" y="406"/>
                    <a:pt x="157" y="406"/>
                  </a:cubicBezTo>
                  <a:cubicBezTo>
                    <a:pt x="157" y="407"/>
                    <a:pt x="157" y="407"/>
                    <a:pt x="157" y="407"/>
                  </a:cubicBezTo>
                  <a:cubicBezTo>
                    <a:pt x="157" y="407"/>
                    <a:pt x="157" y="407"/>
                    <a:pt x="157" y="407"/>
                  </a:cubicBezTo>
                  <a:cubicBezTo>
                    <a:pt x="157" y="409"/>
                    <a:pt x="157" y="409"/>
                    <a:pt x="157" y="409"/>
                  </a:cubicBezTo>
                  <a:cubicBezTo>
                    <a:pt x="157" y="409"/>
                    <a:pt x="157" y="409"/>
                    <a:pt x="157" y="409"/>
                  </a:cubicBezTo>
                  <a:cubicBezTo>
                    <a:pt x="157" y="410"/>
                    <a:pt x="157" y="410"/>
                    <a:pt x="157" y="410"/>
                  </a:cubicBezTo>
                  <a:cubicBezTo>
                    <a:pt x="157" y="410"/>
                    <a:pt x="157" y="410"/>
                    <a:pt x="157" y="410"/>
                  </a:cubicBezTo>
                  <a:cubicBezTo>
                    <a:pt x="157" y="410"/>
                    <a:pt x="157" y="410"/>
                    <a:pt x="157" y="410"/>
                  </a:cubicBezTo>
                  <a:cubicBezTo>
                    <a:pt x="157" y="410"/>
                    <a:pt x="157" y="410"/>
                    <a:pt x="157" y="410"/>
                  </a:cubicBezTo>
                  <a:cubicBezTo>
                    <a:pt x="158" y="411"/>
                    <a:pt x="158" y="411"/>
                    <a:pt x="158" y="411"/>
                  </a:cubicBezTo>
                  <a:cubicBezTo>
                    <a:pt x="158" y="411"/>
                    <a:pt x="158" y="411"/>
                    <a:pt x="158" y="411"/>
                  </a:cubicBezTo>
                  <a:cubicBezTo>
                    <a:pt x="161" y="412"/>
                    <a:pt x="161" y="412"/>
                    <a:pt x="161" y="412"/>
                  </a:cubicBezTo>
                  <a:cubicBezTo>
                    <a:pt x="161" y="412"/>
                    <a:pt x="161" y="412"/>
                    <a:pt x="161" y="412"/>
                  </a:cubicBezTo>
                  <a:cubicBezTo>
                    <a:pt x="165" y="412"/>
                    <a:pt x="165" y="412"/>
                    <a:pt x="165" y="412"/>
                  </a:cubicBezTo>
                  <a:cubicBezTo>
                    <a:pt x="165" y="412"/>
                    <a:pt x="165" y="412"/>
                    <a:pt x="165" y="412"/>
                  </a:cubicBezTo>
                  <a:cubicBezTo>
                    <a:pt x="168" y="411"/>
                    <a:pt x="168" y="411"/>
                    <a:pt x="168" y="411"/>
                  </a:cubicBezTo>
                  <a:cubicBezTo>
                    <a:pt x="168" y="411"/>
                    <a:pt x="168" y="411"/>
                    <a:pt x="168" y="411"/>
                  </a:cubicBezTo>
                  <a:cubicBezTo>
                    <a:pt x="172" y="410"/>
                    <a:pt x="172" y="410"/>
                    <a:pt x="172" y="410"/>
                  </a:cubicBezTo>
                  <a:cubicBezTo>
                    <a:pt x="172" y="410"/>
                    <a:pt x="172" y="410"/>
                    <a:pt x="172" y="410"/>
                  </a:cubicBezTo>
                  <a:cubicBezTo>
                    <a:pt x="175" y="409"/>
                    <a:pt x="175" y="409"/>
                    <a:pt x="175" y="409"/>
                  </a:cubicBezTo>
                  <a:cubicBezTo>
                    <a:pt x="175" y="409"/>
                    <a:pt x="175" y="409"/>
                    <a:pt x="175" y="409"/>
                  </a:cubicBezTo>
                  <a:cubicBezTo>
                    <a:pt x="178" y="406"/>
                    <a:pt x="178" y="406"/>
                    <a:pt x="178" y="406"/>
                  </a:cubicBezTo>
                  <a:cubicBezTo>
                    <a:pt x="178" y="406"/>
                    <a:pt x="178" y="406"/>
                    <a:pt x="178" y="406"/>
                  </a:cubicBezTo>
                  <a:cubicBezTo>
                    <a:pt x="181" y="404"/>
                    <a:pt x="181" y="404"/>
                    <a:pt x="181" y="404"/>
                  </a:cubicBezTo>
                  <a:cubicBezTo>
                    <a:pt x="181" y="404"/>
                    <a:pt x="181" y="404"/>
                    <a:pt x="181" y="404"/>
                  </a:cubicBezTo>
                  <a:cubicBezTo>
                    <a:pt x="185" y="401"/>
                    <a:pt x="185" y="401"/>
                    <a:pt x="185" y="401"/>
                  </a:cubicBezTo>
                  <a:cubicBezTo>
                    <a:pt x="185" y="401"/>
                    <a:pt x="185" y="401"/>
                    <a:pt x="185" y="401"/>
                  </a:cubicBezTo>
                  <a:cubicBezTo>
                    <a:pt x="212" y="386"/>
                    <a:pt x="212" y="386"/>
                    <a:pt x="212" y="386"/>
                  </a:cubicBezTo>
                  <a:cubicBezTo>
                    <a:pt x="212" y="386"/>
                    <a:pt x="212" y="386"/>
                    <a:pt x="212" y="386"/>
                  </a:cubicBezTo>
                  <a:cubicBezTo>
                    <a:pt x="205" y="394"/>
                    <a:pt x="205" y="394"/>
                    <a:pt x="205" y="394"/>
                  </a:cubicBezTo>
                  <a:cubicBezTo>
                    <a:pt x="205" y="394"/>
                    <a:pt x="205" y="394"/>
                    <a:pt x="205" y="394"/>
                  </a:cubicBezTo>
                  <a:cubicBezTo>
                    <a:pt x="198" y="400"/>
                    <a:pt x="198" y="400"/>
                    <a:pt x="198" y="400"/>
                  </a:cubicBezTo>
                  <a:cubicBezTo>
                    <a:pt x="198" y="400"/>
                    <a:pt x="198" y="400"/>
                    <a:pt x="198" y="400"/>
                  </a:cubicBezTo>
                  <a:cubicBezTo>
                    <a:pt x="190" y="407"/>
                    <a:pt x="190" y="407"/>
                    <a:pt x="190" y="407"/>
                  </a:cubicBezTo>
                  <a:cubicBezTo>
                    <a:pt x="190" y="407"/>
                    <a:pt x="190" y="407"/>
                    <a:pt x="190" y="407"/>
                  </a:cubicBezTo>
                  <a:cubicBezTo>
                    <a:pt x="182" y="412"/>
                    <a:pt x="182" y="412"/>
                    <a:pt x="182" y="412"/>
                  </a:cubicBezTo>
                  <a:cubicBezTo>
                    <a:pt x="182" y="412"/>
                    <a:pt x="182" y="412"/>
                    <a:pt x="182" y="412"/>
                  </a:cubicBezTo>
                  <a:cubicBezTo>
                    <a:pt x="174" y="419"/>
                    <a:pt x="174" y="419"/>
                    <a:pt x="174" y="419"/>
                  </a:cubicBezTo>
                  <a:cubicBezTo>
                    <a:pt x="174" y="419"/>
                    <a:pt x="174" y="419"/>
                    <a:pt x="174" y="419"/>
                  </a:cubicBezTo>
                  <a:cubicBezTo>
                    <a:pt x="166" y="424"/>
                    <a:pt x="166" y="424"/>
                    <a:pt x="166" y="424"/>
                  </a:cubicBezTo>
                  <a:cubicBezTo>
                    <a:pt x="166" y="424"/>
                    <a:pt x="166" y="424"/>
                    <a:pt x="166" y="424"/>
                  </a:cubicBezTo>
                  <a:cubicBezTo>
                    <a:pt x="156" y="430"/>
                    <a:pt x="156" y="430"/>
                    <a:pt x="156" y="430"/>
                  </a:cubicBezTo>
                  <a:cubicBezTo>
                    <a:pt x="156" y="430"/>
                    <a:pt x="156" y="430"/>
                    <a:pt x="156" y="430"/>
                  </a:cubicBezTo>
                  <a:cubicBezTo>
                    <a:pt x="149" y="436"/>
                    <a:pt x="149" y="436"/>
                    <a:pt x="149" y="436"/>
                  </a:cubicBezTo>
                  <a:cubicBezTo>
                    <a:pt x="149" y="436"/>
                    <a:pt x="149" y="436"/>
                    <a:pt x="149" y="436"/>
                  </a:cubicBezTo>
                  <a:cubicBezTo>
                    <a:pt x="147" y="437"/>
                    <a:pt x="147" y="437"/>
                    <a:pt x="147" y="437"/>
                  </a:cubicBezTo>
                  <a:cubicBezTo>
                    <a:pt x="147" y="437"/>
                    <a:pt x="147" y="437"/>
                    <a:pt x="147" y="437"/>
                  </a:cubicBezTo>
                  <a:cubicBezTo>
                    <a:pt x="146" y="437"/>
                    <a:pt x="146" y="437"/>
                    <a:pt x="146" y="437"/>
                  </a:cubicBezTo>
                  <a:cubicBezTo>
                    <a:pt x="146" y="437"/>
                    <a:pt x="146" y="437"/>
                    <a:pt x="146" y="437"/>
                  </a:cubicBezTo>
                  <a:cubicBezTo>
                    <a:pt x="144" y="437"/>
                    <a:pt x="144" y="437"/>
                    <a:pt x="144" y="437"/>
                  </a:cubicBezTo>
                  <a:cubicBezTo>
                    <a:pt x="144" y="437"/>
                    <a:pt x="144" y="437"/>
                    <a:pt x="144" y="437"/>
                  </a:cubicBezTo>
                  <a:cubicBezTo>
                    <a:pt x="142" y="437"/>
                    <a:pt x="142" y="437"/>
                    <a:pt x="142" y="437"/>
                  </a:cubicBezTo>
                  <a:cubicBezTo>
                    <a:pt x="142" y="437"/>
                    <a:pt x="142" y="437"/>
                    <a:pt x="142" y="437"/>
                  </a:cubicBezTo>
                  <a:cubicBezTo>
                    <a:pt x="140" y="437"/>
                    <a:pt x="140" y="437"/>
                    <a:pt x="140" y="437"/>
                  </a:cubicBezTo>
                  <a:cubicBezTo>
                    <a:pt x="140" y="437"/>
                    <a:pt x="140" y="437"/>
                    <a:pt x="140" y="437"/>
                  </a:cubicBezTo>
                  <a:cubicBezTo>
                    <a:pt x="139" y="436"/>
                    <a:pt x="139" y="436"/>
                    <a:pt x="139" y="436"/>
                  </a:cubicBezTo>
                  <a:cubicBezTo>
                    <a:pt x="139" y="436"/>
                    <a:pt x="139" y="436"/>
                    <a:pt x="139" y="436"/>
                  </a:cubicBezTo>
                  <a:cubicBezTo>
                    <a:pt x="137" y="436"/>
                    <a:pt x="137" y="436"/>
                    <a:pt x="137" y="436"/>
                  </a:cubicBezTo>
                  <a:cubicBezTo>
                    <a:pt x="137" y="436"/>
                    <a:pt x="137" y="436"/>
                    <a:pt x="137" y="436"/>
                  </a:cubicBezTo>
                  <a:cubicBezTo>
                    <a:pt x="137" y="434"/>
                    <a:pt x="137" y="434"/>
                    <a:pt x="137" y="434"/>
                  </a:cubicBezTo>
                  <a:cubicBezTo>
                    <a:pt x="137" y="434"/>
                    <a:pt x="137" y="434"/>
                    <a:pt x="137" y="434"/>
                  </a:cubicBezTo>
                  <a:cubicBezTo>
                    <a:pt x="136" y="432"/>
                    <a:pt x="136" y="432"/>
                    <a:pt x="136" y="432"/>
                  </a:cubicBezTo>
                  <a:cubicBezTo>
                    <a:pt x="136" y="432"/>
                    <a:pt x="136" y="432"/>
                    <a:pt x="136" y="432"/>
                  </a:cubicBezTo>
                  <a:cubicBezTo>
                    <a:pt x="135" y="430"/>
                    <a:pt x="135" y="430"/>
                    <a:pt x="135" y="430"/>
                  </a:cubicBezTo>
                  <a:cubicBezTo>
                    <a:pt x="135" y="430"/>
                    <a:pt x="135" y="430"/>
                    <a:pt x="135" y="430"/>
                  </a:cubicBezTo>
                  <a:cubicBezTo>
                    <a:pt x="133" y="427"/>
                    <a:pt x="133" y="427"/>
                    <a:pt x="133" y="427"/>
                  </a:cubicBezTo>
                  <a:cubicBezTo>
                    <a:pt x="133" y="427"/>
                    <a:pt x="133" y="427"/>
                    <a:pt x="133" y="427"/>
                  </a:cubicBezTo>
                  <a:cubicBezTo>
                    <a:pt x="131" y="424"/>
                    <a:pt x="131" y="424"/>
                    <a:pt x="131" y="424"/>
                  </a:cubicBezTo>
                  <a:cubicBezTo>
                    <a:pt x="131" y="424"/>
                    <a:pt x="131" y="424"/>
                    <a:pt x="131" y="424"/>
                  </a:cubicBezTo>
                  <a:cubicBezTo>
                    <a:pt x="129" y="423"/>
                    <a:pt x="129" y="423"/>
                    <a:pt x="129" y="423"/>
                  </a:cubicBezTo>
                  <a:cubicBezTo>
                    <a:pt x="129" y="423"/>
                    <a:pt x="129" y="423"/>
                    <a:pt x="129" y="423"/>
                  </a:cubicBezTo>
                  <a:cubicBezTo>
                    <a:pt x="129" y="420"/>
                    <a:pt x="129" y="420"/>
                    <a:pt x="129" y="420"/>
                  </a:cubicBezTo>
                  <a:cubicBezTo>
                    <a:pt x="129" y="420"/>
                    <a:pt x="129" y="420"/>
                    <a:pt x="129" y="420"/>
                  </a:cubicBezTo>
                  <a:cubicBezTo>
                    <a:pt x="129" y="417"/>
                    <a:pt x="129" y="417"/>
                    <a:pt x="129" y="417"/>
                  </a:cubicBezTo>
                  <a:cubicBezTo>
                    <a:pt x="129" y="417"/>
                    <a:pt x="129" y="417"/>
                    <a:pt x="129" y="417"/>
                  </a:cubicBezTo>
                  <a:cubicBezTo>
                    <a:pt x="132" y="414"/>
                    <a:pt x="132" y="414"/>
                    <a:pt x="132" y="414"/>
                  </a:cubicBezTo>
                  <a:cubicBezTo>
                    <a:pt x="132" y="414"/>
                    <a:pt x="132" y="414"/>
                    <a:pt x="132" y="414"/>
                  </a:cubicBezTo>
                  <a:cubicBezTo>
                    <a:pt x="187" y="380"/>
                    <a:pt x="187" y="380"/>
                    <a:pt x="187" y="380"/>
                  </a:cubicBezTo>
                  <a:cubicBezTo>
                    <a:pt x="187" y="380"/>
                    <a:pt x="187" y="380"/>
                    <a:pt x="187" y="380"/>
                  </a:cubicBezTo>
                  <a:cubicBezTo>
                    <a:pt x="187" y="380"/>
                    <a:pt x="187" y="380"/>
                    <a:pt x="187" y="380"/>
                  </a:cubicBezTo>
                  <a:cubicBezTo>
                    <a:pt x="187" y="380"/>
                    <a:pt x="187" y="380"/>
                    <a:pt x="187" y="380"/>
                  </a:cubicBezTo>
                  <a:cubicBezTo>
                    <a:pt x="188" y="380"/>
                    <a:pt x="188" y="380"/>
                    <a:pt x="188" y="380"/>
                  </a:cubicBezTo>
                  <a:cubicBezTo>
                    <a:pt x="188" y="380"/>
                    <a:pt x="188" y="380"/>
                    <a:pt x="188" y="380"/>
                  </a:cubicBezTo>
                  <a:cubicBezTo>
                    <a:pt x="189" y="379"/>
                    <a:pt x="189" y="379"/>
                    <a:pt x="189" y="379"/>
                  </a:cubicBezTo>
                  <a:cubicBezTo>
                    <a:pt x="189" y="379"/>
                    <a:pt x="189" y="379"/>
                    <a:pt x="189" y="379"/>
                  </a:cubicBezTo>
                  <a:cubicBezTo>
                    <a:pt x="191" y="378"/>
                    <a:pt x="191" y="378"/>
                    <a:pt x="191" y="378"/>
                  </a:cubicBezTo>
                  <a:cubicBezTo>
                    <a:pt x="191" y="378"/>
                    <a:pt x="191" y="378"/>
                    <a:pt x="191" y="378"/>
                  </a:cubicBezTo>
                  <a:cubicBezTo>
                    <a:pt x="191" y="378"/>
                    <a:pt x="191" y="378"/>
                    <a:pt x="191" y="378"/>
                  </a:cubicBezTo>
                  <a:cubicBezTo>
                    <a:pt x="191" y="378"/>
                    <a:pt x="191" y="378"/>
                    <a:pt x="191" y="378"/>
                  </a:cubicBezTo>
                  <a:cubicBezTo>
                    <a:pt x="193" y="376"/>
                    <a:pt x="193" y="376"/>
                    <a:pt x="193" y="376"/>
                  </a:cubicBezTo>
                  <a:cubicBezTo>
                    <a:pt x="193" y="376"/>
                    <a:pt x="193" y="376"/>
                    <a:pt x="193" y="376"/>
                  </a:cubicBezTo>
                  <a:cubicBezTo>
                    <a:pt x="194" y="376"/>
                    <a:pt x="194" y="376"/>
                    <a:pt x="194" y="376"/>
                  </a:cubicBezTo>
                  <a:cubicBezTo>
                    <a:pt x="194" y="376"/>
                    <a:pt x="194" y="376"/>
                    <a:pt x="194" y="376"/>
                  </a:cubicBezTo>
                  <a:cubicBezTo>
                    <a:pt x="196" y="374"/>
                    <a:pt x="196" y="374"/>
                    <a:pt x="196" y="374"/>
                  </a:cubicBezTo>
                  <a:cubicBezTo>
                    <a:pt x="196" y="374"/>
                    <a:pt x="196" y="374"/>
                    <a:pt x="196" y="374"/>
                  </a:cubicBezTo>
                  <a:cubicBezTo>
                    <a:pt x="196" y="374"/>
                    <a:pt x="196" y="374"/>
                    <a:pt x="196" y="374"/>
                  </a:cubicBezTo>
                  <a:cubicBezTo>
                    <a:pt x="196" y="374"/>
                    <a:pt x="196" y="374"/>
                    <a:pt x="196" y="374"/>
                  </a:cubicBezTo>
                  <a:cubicBezTo>
                    <a:pt x="196" y="372"/>
                    <a:pt x="196" y="372"/>
                    <a:pt x="196" y="372"/>
                  </a:cubicBezTo>
                  <a:cubicBezTo>
                    <a:pt x="196" y="372"/>
                    <a:pt x="196" y="372"/>
                    <a:pt x="196" y="372"/>
                  </a:cubicBezTo>
                  <a:cubicBezTo>
                    <a:pt x="196" y="372"/>
                    <a:pt x="196" y="372"/>
                    <a:pt x="196" y="372"/>
                  </a:cubicBezTo>
                  <a:cubicBezTo>
                    <a:pt x="196" y="372"/>
                    <a:pt x="196" y="372"/>
                    <a:pt x="196" y="372"/>
                  </a:cubicBezTo>
                  <a:cubicBezTo>
                    <a:pt x="197" y="370"/>
                    <a:pt x="197" y="370"/>
                    <a:pt x="197" y="370"/>
                  </a:cubicBezTo>
                  <a:cubicBezTo>
                    <a:pt x="197" y="370"/>
                    <a:pt x="197" y="370"/>
                    <a:pt x="197" y="370"/>
                  </a:cubicBezTo>
                  <a:cubicBezTo>
                    <a:pt x="196" y="369"/>
                    <a:pt x="196" y="369"/>
                    <a:pt x="196" y="369"/>
                  </a:cubicBezTo>
                  <a:cubicBezTo>
                    <a:pt x="196" y="369"/>
                    <a:pt x="196" y="369"/>
                    <a:pt x="196" y="369"/>
                  </a:cubicBezTo>
                  <a:cubicBezTo>
                    <a:pt x="196" y="367"/>
                    <a:pt x="196" y="367"/>
                    <a:pt x="196" y="367"/>
                  </a:cubicBezTo>
                  <a:cubicBezTo>
                    <a:pt x="196" y="367"/>
                    <a:pt x="196" y="367"/>
                    <a:pt x="196" y="367"/>
                  </a:cubicBezTo>
                  <a:cubicBezTo>
                    <a:pt x="196" y="367"/>
                    <a:pt x="196" y="367"/>
                    <a:pt x="196" y="367"/>
                  </a:cubicBezTo>
                  <a:cubicBezTo>
                    <a:pt x="196" y="367"/>
                    <a:pt x="196" y="367"/>
                    <a:pt x="196" y="367"/>
                  </a:cubicBezTo>
                  <a:cubicBezTo>
                    <a:pt x="196" y="365"/>
                    <a:pt x="196" y="365"/>
                    <a:pt x="196" y="365"/>
                  </a:cubicBezTo>
                  <a:cubicBezTo>
                    <a:pt x="196" y="365"/>
                    <a:pt x="196" y="365"/>
                    <a:pt x="196" y="365"/>
                  </a:cubicBezTo>
                  <a:cubicBezTo>
                    <a:pt x="191" y="365"/>
                    <a:pt x="191" y="365"/>
                    <a:pt x="191" y="365"/>
                  </a:cubicBezTo>
                  <a:cubicBezTo>
                    <a:pt x="191" y="365"/>
                    <a:pt x="191" y="365"/>
                    <a:pt x="191" y="365"/>
                  </a:cubicBezTo>
                  <a:cubicBezTo>
                    <a:pt x="189" y="363"/>
                    <a:pt x="189" y="363"/>
                    <a:pt x="189" y="363"/>
                  </a:cubicBezTo>
                  <a:cubicBezTo>
                    <a:pt x="189" y="363"/>
                    <a:pt x="189" y="363"/>
                    <a:pt x="189" y="363"/>
                  </a:cubicBezTo>
                  <a:cubicBezTo>
                    <a:pt x="186" y="361"/>
                    <a:pt x="186" y="361"/>
                    <a:pt x="186" y="361"/>
                  </a:cubicBezTo>
                  <a:cubicBezTo>
                    <a:pt x="186" y="361"/>
                    <a:pt x="186" y="361"/>
                    <a:pt x="186" y="361"/>
                  </a:cubicBezTo>
                  <a:cubicBezTo>
                    <a:pt x="185" y="358"/>
                    <a:pt x="185" y="358"/>
                    <a:pt x="185" y="358"/>
                  </a:cubicBezTo>
                  <a:cubicBezTo>
                    <a:pt x="185" y="358"/>
                    <a:pt x="185" y="358"/>
                    <a:pt x="185" y="358"/>
                  </a:cubicBezTo>
                  <a:cubicBezTo>
                    <a:pt x="183" y="355"/>
                    <a:pt x="183" y="355"/>
                    <a:pt x="183" y="355"/>
                  </a:cubicBezTo>
                  <a:cubicBezTo>
                    <a:pt x="183" y="355"/>
                    <a:pt x="183" y="355"/>
                    <a:pt x="183" y="355"/>
                  </a:cubicBezTo>
                  <a:cubicBezTo>
                    <a:pt x="182" y="353"/>
                    <a:pt x="182" y="353"/>
                    <a:pt x="182" y="353"/>
                  </a:cubicBezTo>
                  <a:cubicBezTo>
                    <a:pt x="182" y="353"/>
                    <a:pt x="182" y="353"/>
                    <a:pt x="182" y="353"/>
                  </a:cubicBezTo>
                  <a:cubicBezTo>
                    <a:pt x="182" y="351"/>
                    <a:pt x="182" y="350"/>
                    <a:pt x="181" y="349"/>
                  </a:cubicBezTo>
                  <a:cubicBezTo>
                    <a:pt x="181" y="349"/>
                    <a:pt x="181" y="349"/>
                    <a:pt x="181" y="349"/>
                  </a:cubicBezTo>
                  <a:cubicBezTo>
                    <a:pt x="181" y="348"/>
                    <a:pt x="181" y="346"/>
                    <a:pt x="180" y="345"/>
                  </a:cubicBezTo>
                  <a:cubicBezTo>
                    <a:pt x="180" y="345"/>
                    <a:pt x="180" y="345"/>
                    <a:pt x="180" y="345"/>
                  </a:cubicBezTo>
                  <a:cubicBezTo>
                    <a:pt x="179" y="341"/>
                    <a:pt x="178" y="338"/>
                    <a:pt x="177" y="334"/>
                  </a:cubicBezTo>
                  <a:cubicBezTo>
                    <a:pt x="177" y="334"/>
                    <a:pt x="177" y="334"/>
                    <a:pt x="177" y="334"/>
                  </a:cubicBezTo>
                  <a:cubicBezTo>
                    <a:pt x="177" y="326"/>
                    <a:pt x="178" y="319"/>
                    <a:pt x="178" y="311"/>
                  </a:cubicBezTo>
                  <a:cubicBezTo>
                    <a:pt x="178" y="311"/>
                    <a:pt x="178" y="311"/>
                    <a:pt x="178" y="311"/>
                  </a:cubicBezTo>
                  <a:cubicBezTo>
                    <a:pt x="180" y="308"/>
                    <a:pt x="181" y="304"/>
                    <a:pt x="182" y="300"/>
                  </a:cubicBezTo>
                  <a:cubicBezTo>
                    <a:pt x="182" y="300"/>
                    <a:pt x="182" y="300"/>
                    <a:pt x="182" y="300"/>
                  </a:cubicBezTo>
                  <a:cubicBezTo>
                    <a:pt x="184" y="297"/>
                    <a:pt x="185" y="293"/>
                    <a:pt x="187" y="290"/>
                  </a:cubicBezTo>
                  <a:cubicBezTo>
                    <a:pt x="187" y="290"/>
                    <a:pt x="187" y="290"/>
                    <a:pt x="187" y="290"/>
                  </a:cubicBezTo>
                  <a:cubicBezTo>
                    <a:pt x="189" y="287"/>
                    <a:pt x="191" y="283"/>
                    <a:pt x="193" y="280"/>
                  </a:cubicBezTo>
                  <a:cubicBezTo>
                    <a:pt x="193" y="280"/>
                    <a:pt x="193" y="280"/>
                    <a:pt x="193" y="280"/>
                  </a:cubicBezTo>
                  <a:cubicBezTo>
                    <a:pt x="195" y="276"/>
                    <a:pt x="197" y="273"/>
                    <a:pt x="199" y="269"/>
                  </a:cubicBezTo>
                  <a:cubicBezTo>
                    <a:pt x="199" y="269"/>
                    <a:pt x="199" y="269"/>
                    <a:pt x="199" y="269"/>
                  </a:cubicBezTo>
                  <a:cubicBezTo>
                    <a:pt x="207" y="259"/>
                    <a:pt x="207" y="259"/>
                    <a:pt x="207" y="259"/>
                  </a:cubicBezTo>
                  <a:cubicBezTo>
                    <a:pt x="207" y="259"/>
                    <a:pt x="207" y="259"/>
                    <a:pt x="207" y="259"/>
                  </a:cubicBezTo>
                  <a:cubicBezTo>
                    <a:pt x="194" y="268"/>
                    <a:pt x="181" y="276"/>
                    <a:pt x="168" y="284"/>
                  </a:cubicBezTo>
                  <a:cubicBezTo>
                    <a:pt x="168" y="284"/>
                    <a:pt x="168" y="284"/>
                    <a:pt x="168" y="284"/>
                  </a:cubicBezTo>
                  <a:cubicBezTo>
                    <a:pt x="163" y="288"/>
                    <a:pt x="160" y="289"/>
                    <a:pt x="154" y="285"/>
                  </a:cubicBezTo>
                  <a:cubicBezTo>
                    <a:pt x="154" y="285"/>
                    <a:pt x="154" y="285"/>
                    <a:pt x="154" y="285"/>
                  </a:cubicBezTo>
                  <a:cubicBezTo>
                    <a:pt x="153" y="285"/>
                    <a:pt x="152" y="285"/>
                    <a:pt x="151" y="285"/>
                  </a:cubicBezTo>
                  <a:cubicBezTo>
                    <a:pt x="151" y="285"/>
                    <a:pt x="151" y="285"/>
                    <a:pt x="151" y="285"/>
                  </a:cubicBezTo>
                  <a:cubicBezTo>
                    <a:pt x="150" y="285"/>
                    <a:pt x="150" y="284"/>
                    <a:pt x="149" y="283"/>
                  </a:cubicBezTo>
                  <a:cubicBezTo>
                    <a:pt x="149" y="283"/>
                    <a:pt x="149" y="283"/>
                    <a:pt x="149" y="283"/>
                  </a:cubicBezTo>
                  <a:cubicBezTo>
                    <a:pt x="148" y="283"/>
                    <a:pt x="147" y="282"/>
                    <a:pt x="146" y="282"/>
                  </a:cubicBezTo>
                  <a:cubicBezTo>
                    <a:pt x="146" y="282"/>
                    <a:pt x="146" y="282"/>
                    <a:pt x="146" y="282"/>
                  </a:cubicBezTo>
                  <a:cubicBezTo>
                    <a:pt x="145" y="281"/>
                    <a:pt x="145" y="280"/>
                    <a:pt x="145" y="279"/>
                  </a:cubicBezTo>
                  <a:cubicBezTo>
                    <a:pt x="145" y="279"/>
                    <a:pt x="145" y="279"/>
                    <a:pt x="145" y="279"/>
                  </a:cubicBezTo>
                  <a:cubicBezTo>
                    <a:pt x="142" y="278"/>
                    <a:pt x="140" y="276"/>
                    <a:pt x="138" y="274"/>
                  </a:cubicBezTo>
                  <a:cubicBezTo>
                    <a:pt x="138" y="274"/>
                    <a:pt x="138" y="274"/>
                    <a:pt x="138" y="274"/>
                  </a:cubicBezTo>
                  <a:cubicBezTo>
                    <a:pt x="138" y="274"/>
                    <a:pt x="137" y="273"/>
                    <a:pt x="136" y="273"/>
                  </a:cubicBezTo>
                  <a:cubicBezTo>
                    <a:pt x="136" y="273"/>
                    <a:pt x="136" y="273"/>
                    <a:pt x="136" y="273"/>
                  </a:cubicBezTo>
                  <a:cubicBezTo>
                    <a:pt x="136" y="273"/>
                    <a:pt x="135" y="273"/>
                    <a:pt x="134" y="272"/>
                  </a:cubicBezTo>
                  <a:cubicBezTo>
                    <a:pt x="134" y="272"/>
                    <a:pt x="134" y="272"/>
                    <a:pt x="134" y="272"/>
                  </a:cubicBezTo>
                  <a:cubicBezTo>
                    <a:pt x="133" y="272"/>
                    <a:pt x="133" y="272"/>
                    <a:pt x="132" y="271"/>
                  </a:cubicBezTo>
                  <a:cubicBezTo>
                    <a:pt x="132" y="271"/>
                    <a:pt x="132" y="271"/>
                    <a:pt x="132" y="271"/>
                  </a:cubicBezTo>
                  <a:cubicBezTo>
                    <a:pt x="132" y="271"/>
                    <a:pt x="131" y="270"/>
                    <a:pt x="131" y="269"/>
                  </a:cubicBezTo>
                  <a:cubicBezTo>
                    <a:pt x="131" y="269"/>
                    <a:pt x="131" y="269"/>
                    <a:pt x="131" y="269"/>
                  </a:cubicBezTo>
                  <a:cubicBezTo>
                    <a:pt x="130" y="270"/>
                    <a:pt x="129" y="270"/>
                    <a:pt x="128" y="270"/>
                  </a:cubicBezTo>
                  <a:cubicBezTo>
                    <a:pt x="128" y="270"/>
                    <a:pt x="128" y="270"/>
                    <a:pt x="128" y="270"/>
                  </a:cubicBezTo>
                  <a:cubicBezTo>
                    <a:pt x="127" y="271"/>
                    <a:pt x="126" y="271"/>
                    <a:pt x="126" y="271"/>
                  </a:cubicBezTo>
                  <a:cubicBezTo>
                    <a:pt x="126" y="271"/>
                    <a:pt x="126" y="271"/>
                    <a:pt x="126" y="271"/>
                  </a:cubicBezTo>
                  <a:cubicBezTo>
                    <a:pt x="125" y="272"/>
                    <a:pt x="125" y="273"/>
                    <a:pt x="125" y="273"/>
                  </a:cubicBezTo>
                  <a:cubicBezTo>
                    <a:pt x="125" y="273"/>
                    <a:pt x="125" y="273"/>
                    <a:pt x="125" y="273"/>
                  </a:cubicBezTo>
                  <a:cubicBezTo>
                    <a:pt x="124" y="274"/>
                    <a:pt x="124" y="274"/>
                    <a:pt x="123" y="275"/>
                  </a:cubicBezTo>
                  <a:cubicBezTo>
                    <a:pt x="123" y="275"/>
                    <a:pt x="123" y="275"/>
                    <a:pt x="123" y="275"/>
                  </a:cubicBezTo>
                  <a:cubicBezTo>
                    <a:pt x="123" y="276"/>
                    <a:pt x="123" y="277"/>
                    <a:pt x="122" y="278"/>
                  </a:cubicBezTo>
                  <a:cubicBezTo>
                    <a:pt x="122" y="278"/>
                    <a:pt x="122" y="278"/>
                    <a:pt x="122" y="278"/>
                  </a:cubicBezTo>
                  <a:cubicBezTo>
                    <a:pt x="122" y="279"/>
                    <a:pt x="122" y="279"/>
                    <a:pt x="122" y="280"/>
                  </a:cubicBezTo>
                  <a:cubicBezTo>
                    <a:pt x="122" y="280"/>
                    <a:pt x="122" y="280"/>
                    <a:pt x="122" y="280"/>
                  </a:cubicBezTo>
                  <a:cubicBezTo>
                    <a:pt x="121" y="280"/>
                    <a:pt x="120" y="280"/>
                    <a:pt x="119" y="281"/>
                  </a:cubicBezTo>
                  <a:cubicBezTo>
                    <a:pt x="119" y="281"/>
                    <a:pt x="119" y="281"/>
                    <a:pt x="119" y="281"/>
                  </a:cubicBezTo>
                  <a:cubicBezTo>
                    <a:pt x="119" y="281"/>
                    <a:pt x="119" y="281"/>
                    <a:pt x="118" y="281"/>
                  </a:cubicBezTo>
                  <a:cubicBezTo>
                    <a:pt x="118" y="281"/>
                    <a:pt x="118" y="281"/>
                    <a:pt x="118" y="281"/>
                  </a:cubicBezTo>
                  <a:cubicBezTo>
                    <a:pt x="94" y="324"/>
                    <a:pt x="94" y="324"/>
                    <a:pt x="94" y="324"/>
                  </a:cubicBezTo>
                  <a:cubicBezTo>
                    <a:pt x="94" y="324"/>
                    <a:pt x="94" y="324"/>
                    <a:pt x="94" y="324"/>
                  </a:cubicBezTo>
                  <a:cubicBezTo>
                    <a:pt x="63" y="378"/>
                    <a:pt x="63" y="378"/>
                    <a:pt x="63" y="378"/>
                  </a:cubicBezTo>
                  <a:cubicBezTo>
                    <a:pt x="63" y="378"/>
                    <a:pt x="63" y="378"/>
                    <a:pt x="63" y="378"/>
                  </a:cubicBezTo>
                  <a:cubicBezTo>
                    <a:pt x="20" y="459"/>
                    <a:pt x="20" y="459"/>
                    <a:pt x="20" y="459"/>
                  </a:cubicBezTo>
                  <a:lnTo>
                    <a:pt x="19" y="460"/>
                  </a:lnTo>
                  <a:close/>
                  <a:moveTo>
                    <a:pt x="1093" y="454"/>
                  </a:moveTo>
                  <a:cubicBezTo>
                    <a:pt x="1090" y="452"/>
                    <a:pt x="1090" y="452"/>
                    <a:pt x="1090" y="452"/>
                  </a:cubicBezTo>
                  <a:cubicBezTo>
                    <a:pt x="1090" y="452"/>
                    <a:pt x="1090" y="452"/>
                    <a:pt x="1090" y="452"/>
                  </a:cubicBezTo>
                  <a:cubicBezTo>
                    <a:pt x="1088" y="450"/>
                    <a:pt x="1088" y="450"/>
                    <a:pt x="1088" y="450"/>
                  </a:cubicBezTo>
                  <a:cubicBezTo>
                    <a:pt x="1088" y="450"/>
                    <a:pt x="1088" y="450"/>
                    <a:pt x="1088" y="450"/>
                  </a:cubicBezTo>
                  <a:cubicBezTo>
                    <a:pt x="1086" y="447"/>
                    <a:pt x="1086" y="447"/>
                    <a:pt x="1086" y="447"/>
                  </a:cubicBezTo>
                  <a:cubicBezTo>
                    <a:pt x="1086" y="447"/>
                    <a:pt x="1086" y="447"/>
                    <a:pt x="1086" y="447"/>
                  </a:cubicBezTo>
                  <a:cubicBezTo>
                    <a:pt x="1086" y="443"/>
                    <a:pt x="1086" y="443"/>
                    <a:pt x="1086" y="443"/>
                  </a:cubicBezTo>
                  <a:cubicBezTo>
                    <a:pt x="1086" y="443"/>
                    <a:pt x="1086" y="443"/>
                    <a:pt x="1086" y="443"/>
                  </a:cubicBezTo>
                  <a:cubicBezTo>
                    <a:pt x="1086" y="440"/>
                    <a:pt x="1086" y="440"/>
                    <a:pt x="1086" y="440"/>
                  </a:cubicBezTo>
                  <a:cubicBezTo>
                    <a:pt x="1086" y="440"/>
                    <a:pt x="1086" y="440"/>
                    <a:pt x="1086" y="440"/>
                  </a:cubicBezTo>
                  <a:cubicBezTo>
                    <a:pt x="1086" y="436"/>
                    <a:pt x="1086" y="436"/>
                    <a:pt x="1086" y="436"/>
                  </a:cubicBezTo>
                  <a:cubicBezTo>
                    <a:pt x="1086" y="436"/>
                    <a:pt x="1086" y="436"/>
                    <a:pt x="1086" y="436"/>
                  </a:cubicBezTo>
                  <a:cubicBezTo>
                    <a:pt x="1086" y="433"/>
                    <a:pt x="1086" y="433"/>
                    <a:pt x="1086" y="433"/>
                  </a:cubicBezTo>
                  <a:cubicBezTo>
                    <a:pt x="1086" y="433"/>
                    <a:pt x="1086" y="433"/>
                    <a:pt x="1086" y="433"/>
                  </a:cubicBezTo>
                  <a:cubicBezTo>
                    <a:pt x="1089" y="428"/>
                    <a:pt x="1089" y="428"/>
                    <a:pt x="1089" y="428"/>
                  </a:cubicBezTo>
                  <a:cubicBezTo>
                    <a:pt x="1089" y="428"/>
                    <a:pt x="1089" y="428"/>
                    <a:pt x="1089" y="428"/>
                  </a:cubicBezTo>
                  <a:cubicBezTo>
                    <a:pt x="1095" y="425"/>
                    <a:pt x="1095" y="425"/>
                    <a:pt x="1095" y="425"/>
                  </a:cubicBezTo>
                  <a:cubicBezTo>
                    <a:pt x="1095" y="425"/>
                    <a:pt x="1095" y="425"/>
                    <a:pt x="1095" y="425"/>
                  </a:cubicBezTo>
                  <a:cubicBezTo>
                    <a:pt x="1102" y="421"/>
                    <a:pt x="1102" y="421"/>
                    <a:pt x="1102" y="421"/>
                  </a:cubicBezTo>
                  <a:cubicBezTo>
                    <a:pt x="1102" y="421"/>
                    <a:pt x="1102" y="421"/>
                    <a:pt x="1102" y="421"/>
                  </a:cubicBezTo>
                  <a:cubicBezTo>
                    <a:pt x="1109" y="417"/>
                    <a:pt x="1109" y="417"/>
                    <a:pt x="1109" y="417"/>
                  </a:cubicBezTo>
                  <a:cubicBezTo>
                    <a:pt x="1109" y="417"/>
                    <a:pt x="1109" y="417"/>
                    <a:pt x="1109" y="417"/>
                  </a:cubicBezTo>
                  <a:cubicBezTo>
                    <a:pt x="1115" y="411"/>
                    <a:pt x="1115" y="411"/>
                    <a:pt x="1115" y="411"/>
                  </a:cubicBezTo>
                  <a:cubicBezTo>
                    <a:pt x="1115" y="411"/>
                    <a:pt x="1115" y="411"/>
                    <a:pt x="1115" y="411"/>
                  </a:cubicBezTo>
                  <a:cubicBezTo>
                    <a:pt x="1121" y="407"/>
                    <a:pt x="1121" y="407"/>
                    <a:pt x="1121" y="407"/>
                  </a:cubicBezTo>
                  <a:cubicBezTo>
                    <a:pt x="1121" y="407"/>
                    <a:pt x="1121" y="407"/>
                    <a:pt x="1121" y="407"/>
                  </a:cubicBezTo>
                  <a:cubicBezTo>
                    <a:pt x="1128" y="402"/>
                    <a:pt x="1128" y="402"/>
                    <a:pt x="1128" y="402"/>
                  </a:cubicBezTo>
                  <a:cubicBezTo>
                    <a:pt x="1128" y="402"/>
                    <a:pt x="1128" y="402"/>
                    <a:pt x="1128" y="402"/>
                  </a:cubicBezTo>
                  <a:cubicBezTo>
                    <a:pt x="1134" y="398"/>
                    <a:pt x="1134" y="398"/>
                    <a:pt x="1134" y="398"/>
                  </a:cubicBezTo>
                  <a:cubicBezTo>
                    <a:pt x="1134" y="398"/>
                    <a:pt x="1134" y="398"/>
                    <a:pt x="1134" y="398"/>
                  </a:cubicBezTo>
                  <a:cubicBezTo>
                    <a:pt x="1142" y="394"/>
                    <a:pt x="1142" y="394"/>
                    <a:pt x="1142" y="394"/>
                  </a:cubicBezTo>
                  <a:cubicBezTo>
                    <a:pt x="1142" y="394"/>
                    <a:pt x="1142" y="394"/>
                    <a:pt x="1142" y="394"/>
                  </a:cubicBezTo>
                  <a:cubicBezTo>
                    <a:pt x="1169" y="374"/>
                    <a:pt x="1169" y="374"/>
                    <a:pt x="1169" y="374"/>
                  </a:cubicBezTo>
                  <a:cubicBezTo>
                    <a:pt x="1169" y="374"/>
                    <a:pt x="1169" y="374"/>
                    <a:pt x="1169" y="374"/>
                  </a:cubicBezTo>
                  <a:cubicBezTo>
                    <a:pt x="1171" y="371"/>
                    <a:pt x="1171" y="371"/>
                    <a:pt x="1171" y="371"/>
                  </a:cubicBezTo>
                  <a:cubicBezTo>
                    <a:pt x="1171" y="371"/>
                    <a:pt x="1171" y="371"/>
                    <a:pt x="1171" y="371"/>
                  </a:cubicBezTo>
                  <a:cubicBezTo>
                    <a:pt x="1174" y="367"/>
                    <a:pt x="1174" y="367"/>
                    <a:pt x="1174" y="367"/>
                  </a:cubicBezTo>
                  <a:cubicBezTo>
                    <a:pt x="1174" y="367"/>
                    <a:pt x="1174" y="367"/>
                    <a:pt x="1174" y="367"/>
                  </a:cubicBezTo>
                  <a:cubicBezTo>
                    <a:pt x="1177" y="364"/>
                    <a:pt x="1177" y="364"/>
                    <a:pt x="1177" y="364"/>
                  </a:cubicBezTo>
                  <a:cubicBezTo>
                    <a:pt x="1177" y="364"/>
                    <a:pt x="1177" y="364"/>
                    <a:pt x="1177" y="364"/>
                  </a:cubicBezTo>
                  <a:cubicBezTo>
                    <a:pt x="1180" y="358"/>
                    <a:pt x="1180" y="358"/>
                    <a:pt x="1180" y="358"/>
                  </a:cubicBezTo>
                  <a:cubicBezTo>
                    <a:pt x="1180" y="358"/>
                    <a:pt x="1180" y="358"/>
                    <a:pt x="1180" y="358"/>
                  </a:cubicBezTo>
                  <a:cubicBezTo>
                    <a:pt x="1182" y="354"/>
                    <a:pt x="1182" y="354"/>
                    <a:pt x="1182" y="354"/>
                  </a:cubicBezTo>
                  <a:cubicBezTo>
                    <a:pt x="1182" y="354"/>
                    <a:pt x="1182" y="354"/>
                    <a:pt x="1182" y="354"/>
                  </a:cubicBezTo>
                  <a:cubicBezTo>
                    <a:pt x="1184" y="349"/>
                    <a:pt x="1184" y="349"/>
                    <a:pt x="1184" y="349"/>
                  </a:cubicBezTo>
                  <a:cubicBezTo>
                    <a:pt x="1184" y="349"/>
                    <a:pt x="1184" y="349"/>
                    <a:pt x="1184" y="349"/>
                  </a:cubicBezTo>
                  <a:cubicBezTo>
                    <a:pt x="1183" y="344"/>
                    <a:pt x="1183" y="344"/>
                    <a:pt x="1183" y="344"/>
                  </a:cubicBezTo>
                  <a:cubicBezTo>
                    <a:pt x="1183" y="344"/>
                    <a:pt x="1183" y="344"/>
                    <a:pt x="1183" y="344"/>
                  </a:cubicBezTo>
                  <a:cubicBezTo>
                    <a:pt x="1183" y="338"/>
                    <a:pt x="1183" y="338"/>
                    <a:pt x="1183" y="338"/>
                  </a:cubicBezTo>
                  <a:cubicBezTo>
                    <a:pt x="1183" y="338"/>
                    <a:pt x="1183" y="338"/>
                    <a:pt x="1183" y="338"/>
                  </a:cubicBezTo>
                  <a:cubicBezTo>
                    <a:pt x="1177" y="338"/>
                    <a:pt x="1177" y="338"/>
                    <a:pt x="1177" y="338"/>
                  </a:cubicBezTo>
                  <a:cubicBezTo>
                    <a:pt x="1177" y="338"/>
                    <a:pt x="1177" y="338"/>
                    <a:pt x="1177" y="338"/>
                  </a:cubicBezTo>
                  <a:cubicBezTo>
                    <a:pt x="1175" y="340"/>
                    <a:pt x="1175" y="340"/>
                    <a:pt x="1175" y="340"/>
                  </a:cubicBezTo>
                  <a:cubicBezTo>
                    <a:pt x="1175" y="340"/>
                    <a:pt x="1175" y="340"/>
                    <a:pt x="1175" y="340"/>
                  </a:cubicBezTo>
                  <a:cubicBezTo>
                    <a:pt x="1174" y="343"/>
                    <a:pt x="1174" y="343"/>
                    <a:pt x="1174" y="343"/>
                  </a:cubicBezTo>
                  <a:cubicBezTo>
                    <a:pt x="1174" y="343"/>
                    <a:pt x="1174" y="343"/>
                    <a:pt x="1174" y="343"/>
                  </a:cubicBezTo>
                  <a:cubicBezTo>
                    <a:pt x="1172" y="345"/>
                    <a:pt x="1172" y="345"/>
                    <a:pt x="1172" y="345"/>
                  </a:cubicBezTo>
                  <a:cubicBezTo>
                    <a:pt x="1172" y="345"/>
                    <a:pt x="1172" y="345"/>
                    <a:pt x="1172" y="345"/>
                  </a:cubicBezTo>
                  <a:cubicBezTo>
                    <a:pt x="1171" y="347"/>
                    <a:pt x="1171" y="347"/>
                    <a:pt x="1171" y="347"/>
                  </a:cubicBezTo>
                  <a:cubicBezTo>
                    <a:pt x="1171" y="347"/>
                    <a:pt x="1171" y="347"/>
                    <a:pt x="1171" y="347"/>
                  </a:cubicBezTo>
                  <a:cubicBezTo>
                    <a:pt x="1168" y="349"/>
                    <a:pt x="1168" y="349"/>
                    <a:pt x="1168" y="349"/>
                  </a:cubicBezTo>
                  <a:cubicBezTo>
                    <a:pt x="1168" y="349"/>
                    <a:pt x="1168" y="349"/>
                    <a:pt x="1168" y="349"/>
                  </a:cubicBezTo>
                  <a:cubicBezTo>
                    <a:pt x="1166" y="350"/>
                    <a:pt x="1166" y="350"/>
                    <a:pt x="1166" y="350"/>
                  </a:cubicBezTo>
                  <a:cubicBezTo>
                    <a:pt x="1166" y="350"/>
                    <a:pt x="1166" y="350"/>
                    <a:pt x="1166" y="350"/>
                  </a:cubicBezTo>
                  <a:cubicBezTo>
                    <a:pt x="1162" y="352"/>
                    <a:pt x="1162" y="352"/>
                    <a:pt x="1162" y="352"/>
                  </a:cubicBezTo>
                  <a:cubicBezTo>
                    <a:pt x="1162" y="352"/>
                    <a:pt x="1162" y="352"/>
                    <a:pt x="1162" y="352"/>
                  </a:cubicBezTo>
                  <a:cubicBezTo>
                    <a:pt x="1160" y="353"/>
                    <a:pt x="1160" y="353"/>
                    <a:pt x="1160" y="353"/>
                  </a:cubicBezTo>
                  <a:cubicBezTo>
                    <a:pt x="1160" y="353"/>
                    <a:pt x="1160" y="353"/>
                    <a:pt x="1160" y="353"/>
                  </a:cubicBezTo>
                  <a:cubicBezTo>
                    <a:pt x="1158" y="353"/>
                    <a:pt x="1158" y="353"/>
                    <a:pt x="1158" y="353"/>
                  </a:cubicBezTo>
                  <a:cubicBezTo>
                    <a:pt x="1158" y="353"/>
                    <a:pt x="1158" y="353"/>
                    <a:pt x="1158" y="353"/>
                  </a:cubicBezTo>
                  <a:cubicBezTo>
                    <a:pt x="1156" y="353"/>
                    <a:pt x="1156" y="353"/>
                    <a:pt x="1156" y="353"/>
                  </a:cubicBezTo>
                  <a:cubicBezTo>
                    <a:pt x="1156" y="353"/>
                    <a:pt x="1156" y="353"/>
                    <a:pt x="1156" y="353"/>
                  </a:cubicBezTo>
                  <a:cubicBezTo>
                    <a:pt x="1154" y="353"/>
                    <a:pt x="1154" y="353"/>
                    <a:pt x="1154" y="353"/>
                  </a:cubicBezTo>
                  <a:cubicBezTo>
                    <a:pt x="1154" y="353"/>
                    <a:pt x="1154" y="353"/>
                    <a:pt x="1154" y="353"/>
                  </a:cubicBezTo>
                  <a:cubicBezTo>
                    <a:pt x="1153" y="353"/>
                    <a:pt x="1153" y="353"/>
                    <a:pt x="1153" y="353"/>
                  </a:cubicBezTo>
                  <a:cubicBezTo>
                    <a:pt x="1153" y="353"/>
                    <a:pt x="1153" y="353"/>
                    <a:pt x="1153" y="353"/>
                  </a:cubicBezTo>
                  <a:cubicBezTo>
                    <a:pt x="1151" y="353"/>
                    <a:pt x="1151" y="353"/>
                    <a:pt x="1151" y="353"/>
                  </a:cubicBezTo>
                  <a:cubicBezTo>
                    <a:pt x="1151" y="353"/>
                    <a:pt x="1151" y="353"/>
                    <a:pt x="1151" y="353"/>
                  </a:cubicBezTo>
                  <a:cubicBezTo>
                    <a:pt x="1149" y="353"/>
                    <a:pt x="1149" y="353"/>
                    <a:pt x="1149" y="353"/>
                  </a:cubicBezTo>
                  <a:cubicBezTo>
                    <a:pt x="1149" y="353"/>
                    <a:pt x="1149" y="353"/>
                    <a:pt x="1149" y="353"/>
                  </a:cubicBezTo>
                  <a:cubicBezTo>
                    <a:pt x="1147" y="353"/>
                    <a:pt x="1147" y="353"/>
                    <a:pt x="1147" y="353"/>
                  </a:cubicBezTo>
                  <a:cubicBezTo>
                    <a:pt x="1147" y="353"/>
                    <a:pt x="1147" y="353"/>
                    <a:pt x="1147" y="353"/>
                  </a:cubicBezTo>
                  <a:cubicBezTo>
                    <a:pt x="1146" y="352"/>
                    <a:pt x="1146" y="352"/>
                    <a:pt x="1146" y="352"/>
                  </a:cubicBezTo>
                  <a:cubicBezTo>
                    <a:pt x="1146" y="352"/>
                    <a:pt x="1146" y="352"/>
                    <a:pt x="1146" y="352"/>
                  </a:cubicBezTo>
                  <a:cubicBezTo>
                    <a:pt x="1145" y="352"/>
                    <a:pt x="1145" y="352"/>
                    <a:pt x="1145" y="352"/>
                  </a:cubicBezTo>
                  <a:cubicBezTo>
                    <a:pt x="1145" y="352"/>
                    <a:pt x="1145" y="352"/>
                    <a:pt x="1145" y="352"/>
                  </a:cubicBezTo>
                  <a:cubicBezTo>
                    <a:pt x="1143" y="351"/>
                    <a:pt x="1143" y="351"/>
                    <a:pt x="1143" y="351"/>
                  </a:cubicBezTo>
                  <a:cubicBezTo>
                    <a:pt x="1143" y="351"/>
                    <a:pt x="1143" y="351"/>
                    <a:pt x="1143" y="351"/>
                  </a:cubicBezTo>
                  <a:cubicBezTo>
                    <a:pt x="1142" y="350"/>
                    <a:pt x="1142" y="350"/>
                    <a:pt x="1142" y="350"/>
                  </a:cubicBezTo>
                  <a:cubicBezTo>
                    <a:pt x="1142" y="350"/>
                    <a:pt x="1142" y="350"/>
                    <a:pt x="1142" y="350"/>
                  </a:cubicBezTo>
                  <a:cubicBezTo>
                    <a:pt x="1142" y="348"/>
                    <a:pt x="1142" y="348"/>
                    <a:pt x="1142" y="348"/>
                  </a:cubicBezTo>
                  <a:cubicBezTo>
                    <a:pt x="1142" y="348"/>
                    <a:pt x="1142" y="348"/>
                    <a:pt x="1142" y="348"/>
                  </a:cubicBezTo>
                  <a:cubicBezTo>
                    <a:pt x="1142" y="347"/>
                    <a:pt x="1142" y="347"/>
                    <a:pt x="1142" y="347"/>
                  </a:cubicBezTo>
                  <a:cubicBezTo>
                    <a:pt x="1142" y="347"/>
                    <a:pt x="1142" y="347"/>
                    <a:pt x="1142" y="347"/>
                  </a:cubicBezTo>
                  <a:cubicBezTo>
                    <a:pt x="1142" y="345"/>
                    <a:pt x="1142" y="345"/>
                    <a:pt x="1142" y="345"/>
                  </a:cubicBezTo>
                  <a:cubicBezTo>
                    <a:pt x="1142" y="345"/>
                    <a:pt x="1142" y="345"/>
                    <a:pt x="1142" y="345"/>
                  </a:cubicBezTo>
                  <a:cubicBezTo>
                    <a:pt x="1142" y="343"/>
                    <a:pt x="1142" y="343"/>
                    <a:pt x="1142" y="343"/>
                  </a:cubicBezTo>
                  <a:cubicBezTo>
                    <a:pt x="1142" y="343"/>
                    <a:pt x="1142" y="343"/>
                    <a:pt x="1142" y="343"/>
                  </a:cubicBezTo>
                  <a:cubicBezTo>
                    <a:pt x="1142" y="341"/>
                    <a:pt x="1142" y="341"/>
                    <a:pt x="1142" y="341"/>
                  </a:cubicBezTo>
                  <a:cubicBezTo>
                    <a:pt x="1142" y="341"/>
                    <a:pt x="1142" y="341"/>
                    <a:pt x="1142" y="341"/>
                  </a:cubicBezTo>
                  <a:cubicBezTo>
                    <a:pt x="1170" y="322"/>
                    <a:pt x="1170" y="322"/>
                    <a:pt x="1170" y="322"/>
                  </a:cubicBezTo>
                  <a:cubicBezTo>
                    <a:pt x="1170" y="322"/>
                    <a:pt x="1170" y="322"/>
                    <a:pt x="1170" y="322"/>
                  </a:cubicBezTo>
                  <a:cubicBezTo>
                    <a:pt x="1169" y="322"/>
                    <a:pt x="1169" y="322"/>
                    <a:pt x="1169" y="322"/>
                  </a:cubicBezTo>
                  <a:cubicBezTo>
                    <a:pt x="1169" y="322"/>
                    <a:pt x="1169" y="322"/>
                    <a:pt x="1169" y="322"/>
                  </a:cubicBezTo>
                  <a:cubicBezTo>
                    <a:pt x="1168" y="320"/>
                    <a:pt x="1168" y="320"/>
                    <a:pt x="1168" y="320"/>
                  </a:cubicBezTo>
                  <a:cubicBezTo>
                    <a:pt x="1168" y="320"/>
                    <a:pt x="1168" y="320"/>
                    <a:pt x="1168" y="320"/>
                  </a:cubicBezTo>
                  <a:cubicBezTo>
                    <a:pt x="1168" y="319"/>
                    <a:pt x="1168" y="319"/>
                    <a:pt x="1168" y="319"/>
                  </a:cubicBezTo>
                  <a:cubicBezTo>
                    <a:pt x="1168" y="319"/>
                    <a:pt x="1168" y="319"/>
                    <a:pt x="1168" y="319"/>
                  </a:cubicBezTo>
                  <a:cubicBezTo>
                    <a:pt x="1168" y="317"/>
                    <a:pt x="1168" y="317"/>
                    <a:pt x="1168" y="317"/>
                  </a:cubicBezTo>
                  <a:cubicBezTo>
                    <a:pt x="1168" y="317"/>
                    <a:pt x="1168" y="317"/>
                    <a:pt x="1168" y="317"/>
                  </a:cubicBezTo>
                  <a:cubicBezTo>
                    <a:pt x="1168" y="316"/>
                    <a:pt x="1168" y="316"/>
                    <a:pt x="1168" y="316"/>
                  </a:cubicBezTo>
                  <a:cubicBezTo>
                    <a:pt x="1168" y="316"/>
                    <a:pt x="1168" y="316"/>
                    <a:pt x="1168" y="316"/>
                  </a:cubicBezTo>
                  <a:cubicBezTo>
                    <a:pt x="1168" y="314"/>
                    <a:pt x="1168" y="314"/>
                    <a:pt x="1168" y="314"/>
                  </a:cubicBezTo>
                  <a:cubicBezTo>
                    <a:pt x="1168" y="314"/>
                    <a:pt x="1168" y="314"/>
                    <a:pt x="1168" y="314"/>
                  </a:cubicBezTo>
                  <a:cubicBezTo>
                    <a:pt x="1168" y="312"/>
                    <a:pt x="1168" y="312"/>
                    <a:pt x="1168" y="312"/>
                  </a:cubicBezTo>
                  <a:cubicBezTo>
                    <a:pt x="1168" y="312"/>
                    <a:pt x="1168" y="312"/>
                    <a:pt x="1168" y="312"/>
                  </a:cubicBezTo>
                  <a:cubicBezTo>
                    <a:pt x="1170" y="310"/>
                    <a:pt x="1170" y="310"/>
                    <a:pt x="1170" y="310"/>
                  </a:cubicBezTo>
                  <a:cubicBezTo>
                    <a:pt x="1170" y="310"/>
                    <a:pt x="1170" y="310"/>
                    <a:pt x="1170" y="310"/>
                  </a:cubicBezTo>
                  <a:cubicBezTo>
                    <a:pt x="1171" y="310"/>
                    <a:pt x="1171" y="310"/>
                    <a:pt x="1171" y="310"/>
                  </a:cubicBezTo>
                  <a:cubicBezTo>
                    <a:pt x="1171" y="310"/>
                    <a:pt x="1171" y="310"/>
                    <a:pt x="1171" y="310"/>
                  </a:cubicBezTo>
                  <a:cubicBezTo>
                    <a:pt x="1172" y="308"/>
                    <a:pt x="1172" y="308"/>
                    <a:pt x="1172" y="308"/>
                  </a:cubicBezTo>
                  <a:cubicBezTo>
                    <a:pt x="1172" y="308"/>
                    <a:pt x="1172" y="308"/>
                    <a:pt x="1172" y="308"/>
                  </a:cubicBezTo>
                  <a:cubicBezTo>
                    <a:pt x="1173" y="306"/>
                    <a:pt x="1173" y="306"/>
                    <a:pt x="1173" y="306"/>
                  </a:cubicBezTo>
                  <a:cubicBezTo>
                    <a:pt x="1173" y="306"/>
                    <a:pt x="1173" y="306"/>
                    <a:pt x="1173" y="306"/>
                  </a:cubicBezTo>
                  <a:cubicBezTo>
                    <a:pt x="1175" y="303"/>
                    <a:pt x="1175" y="303"/>
                    <a:pt x="1175" y="303"/>
                  </a:cubicBezTo>
                  <a:cubicBezTo>
                    <a:pt x="1175" y="303"/>
                    <a:pt x="1175" y="303"/>
                    <a:pt x="1175" y="303"/>
                  </a:cubicBezTo>
                  <a:cubicBezTo>
                    <a:pt x="1174" y="301"/>
                    <a:pt x="1174" y="301"/>
                    <a:pt x="1174" y="301"/>
                  </a:cubicBezTo>
                  <a:cubicBezTo>
                    <a:pt x="1174" y="301"/>
                    <a:pt x="1174" y="301"/>
                    <a:pt x="1174" y="301"/>
                  </a:cubicBezTo>
                  <a:cubicBezTo>
                    <a:pt x="1174" y="298"/>
                    <a:pt x="1174" y="298"/>
                    <a:pt x="1174" y="298"/>
                  </a:cubicBezTo>
                  <a:cubicBezTo>
                    <a:pt x="1174" y="298"/>
                    <a:pt x="1174" y="298"/>
                    <a:pt x="1174" y="298"/>
                  </a:cubicBezTo>
                  <a:cubicBezTo>
                    <a:pt x="1174" y="296"/>
                    <a:pt x="1174" y="296"/>
                    <a:pt x="1174" y="296"/>
                  </a:cubicBezTo>
                  <a:cubicBezTo>
                    <a:pt x="1174" y="296"/>
                    <a:pt x="1174" y="296"/>
                    <a:pt x="1174" y="296"/>
                  </a:cubicBezTo>
                  <a:cubicBezTo>
                    <a:pt x="1174" y="294"/>
                    <a:pt x="1174" y="294"/>
                    <a:pt x="1174" y="294"/>
                  </a:cubicBezTo>
                  <a:cubicBezTo>
                    <a:pt x="1174" y="294"/>
                    <a:pt x="1174" y="294"/>
                    <a:pt x="1174" y="294"/>
                  </a:cubicBezTo>
                  <a:cubicBezTo>
                    <a:pt x="1172" y="294"/>
                    <a:pt x="1172" y="294"/>
                    <a:pt x="1172" y="294"/>
                  </a:cubicBezTo>
                  <a:cubicBezTo>
                    <a:pt x="1172" y="294"/>
                    <a:pt x="1172" y="294"/>
                    <a:pt x="1172" y="294"/>
                  </a:cubicBezTo>
                  <a:cubicBezTo>
                    <a:pt x="1170" y="294"/>
                    <a:pt x="1170" y="294"/>
                    <a:pt x="1170" y="294"/>
                  </a:cubicBezTo>
                  <a:cubicBezTo>
                    <a:pt x="1170" y="294"/>
                    <a:pt x="1170" y="294"/>
                    <a:pt x="1170" y="294"/>
                  </a:cubicBezTo>
                  <a:cubicBezTo>
                    <a:pt x="1168" y="294"/>
                    <a:pt x="1168" y="294"/>
                    <a:pt x="1168" y="294"/>
                  </a:cubicBezTo>
                  <a:cubicBezTo>
                    <a:pt x="1168" y="294"/>
                    <a:pt x="1168" y="294"/>
                    <a:pt x="1168" y="294"/>
                  </a:cubicBezTo>
                  <a:cubicBezTo>
                    <a:pt x="1166" y="294"/>
                    <a:pt x="1166" y="294"/>
                    <a:pt x="1166" y="294"/>
                  </a:cubicBezTo>
                  <a:cubicBezTo>
                    <a:pt x="1166" y="294"/>
                    <a:pt x="1166" y="294"/>
                    <a:pt x="1166" y="294"/>
                  </a:cubicBezTo>
                  <a:cubicBezTo>
                    <a:pt x="1165" y="294"/>
                    <a:pt x="1165" y="294"/>
                    <a:pt x="1165" y="294"/>
                  </a:cubicBezTo>
                  <a:cubicBezTo>
                    <a:pt x="1165" y="294"/>
                    <a:pt x="1165" y="294"/>
                    <a:pt x="1165" y="294"/>
                  </a:cubicBezTo>
                  <a:cubicBezTo>
                    <a:pt x="1162" y="294"/>
                    <a:pt x="1162" y="294"/>
                    <a:pt x="1162" y="294"/>
                  </a:cubicBezTo>
                  <a:cubicBezTo>
                    <a:pt x="1162" y="294"/>
                    <a:pt x="1162" y="294"/>
                    <a:pt x="1162" y="294"/>
                  </a:cubicBezTo>
                  <a:cubicBezTo>
                    <a:pt x="1160" y="294"/>
                    <a:pt x="1160" y="294"/>
                    <a:pt x="1160" y="294"/>
                  </a:cubicBezTo>
                  <a:cubicBezTo>
                    <a:pt x="1160" y="294"/>
                    <a:pt x="1160" y="294"/>
                    <a:pt x="1160" y="294"/>
                  </a:cubicBezTo>
                  <a:cubicBezTo>
                    <a:pt x="1159" y="293"/>
                    <a:pt x="1159" y="293"/>
                    <a:pt x="1159" y="293"/>
                  </a:cubicBezTo>
                  <a:cubicBezTo>
                    <a:pt x="1159" y="293"/>
                    <a:pt x="1159" y="293"/>
                    <a:pt x="1159" y="293"/>
                  </a:cubicBezTo>
                  <a:cubicBezTo>
                    <a:pt x="1157" y="295"/>
                    <a:pt x="1157" y="295"/>
                    <a:pt x="1157" y="295"/>
                  </a:cubicBezTo>
                  <a:cubicBezTo>
                    <a:pt x="1157" y="295"/>
                    <a:pt x="1157" y="295"/>
                    <a:pt x="1157" y="295"/>
                  </a:cubicBezTo>
                  <a:cubicBezTo>
                    <a:pt x="1156" y="295"/>
                    <a:pt x="1156" y="295"/>
                    <a:pt x="1156" y="295"/>
                  </a:cubicBezTo>
                  <a:cubicBezTo>
                    <a:pt x="1156" y="295"/>
                    <a:pt x="1156" y="295"/>
                    <a:pt x="1156" y="295"/>
                  </a:cubicBezTo>
                  <a:cubicBezTo>
                    <a:pt x="1155" y="296"/>
                    <a:pt x="1155" y="296"/>
                    <a:pt x="1155" y="296"/>
                  </a:cubicBezTo>
                  <a:cubicBezTo>
                    <a:pt x="1155" y="296"/>
                    <a:pt x="1155" y="296"/>
                    <a:pt x="1155" y="296"/>
                  </a:cubicBezTo>
                  <a:cubicBezTo>
                    <a:pt x="1155" y="296"/>
                    <a:pt x="1155" y="296"/>
                    <a:pt x="1155" y="296"/>
                  </a:cubicBezTo>
                  <a:cubicBezTo>
                    <a:pt x="1155" y="296"/>
                    <a:pt x="1155" y="296"/>
                    <a:pt x="1155" y="296"/>
                  </a:cubicBezTo>
                  <a:cubicBezTo>
                    <a:pt x="1153" y="298"/>
                    <a:pt x="1153" y="298"/>
                    <a:pt x="1153" y="298"/>
                  </a:cubicBezTo>
                  <a:cubicBezTo>
                    <a:pt x="1153" y="298"/>
                    <a:pt x="1153" y="298"/>
                    <a:pt x="1153" y="298"/>
                  </a:cubicBezTo>
                  <a:cubicBezTo>
                    <a:pt x="1152" y="299"/>
                    <a:pt x="1152" y="299"/>
                    <a:pt x="1152" y="299"/>
                  </a:cubicBezTo>
                  <a:cubicBezTo>
                    <a:pt x="1152" y="299"/>
                    <a:pt x="1152" y="299"/>
                    <a:pt x="1152" y="299"/>
                  </a:cubicBezTo>
                  <a:cubicBezTo>
                    <a:pt x="1151" y="299"/>
                    <a:pt x="1151" y="299"/>
                    <a:pt x="1151" y="299"/>
                  </a:cubicBezTo>
                  <a:cubicBezTo>
                    <a:pt x="1151" y="299"/>
                    <a:pt x="1151" y="299"/>
                    <a:pt x="1151" y="299"/>
                  </a:cubicBezTo>
                  <a:cubicBezTo>
                    <a:pt x="1150" y="299"/>
                    <a:pt x="1150" y="299"/>
                    <a:pt x="1150" y="299"/>
                  </a:cubicBezTo>
                  <a:cubicBezTo>
                    <a:pt x="1150" y="299"/>
                    <a:pt x="1150" y="299"/>
                    <a:pt x="1150" y="299"/>
                  </a:cubicBezTo>
                  <a:cubicBezTo>
                    <a:pt x="1153" y="295"/>
                    <a:pt x="1153" y="295"/>
                    <a:pt x="1153" y="295"/>
                  </a:cubicBezTo>
                  <a:cubicBezTo>
                    <a:pt x="1153" y="295"/>
                    <a:pt x="1153" y="295"/>
                    <a:pt x="1153" y="295"/>
                  </a:cubicBezTo>
                  <a:cubicBezTo>
                    <a:pt x="1158" y="289"/>
                    <a:pt x="1158" y="289"/>
                    <a:pt x="1158" y="289"/>
                  </a:cubicBezTo>
                  <a:cubicBezTo>
                    <a:pt x="1158" y="289"/>
                    <a:pt x="1158" y="289"/>
                    <a:pt x="1158" y="289"/>
                  </a:cubicBezTo>
                  <a:cubicBezTo>
                    <a:pt x="1165" y="284"/>
                    <a:pt x="1165" y="284"/>
                    <a:pt x="1165" y="284"/>
                  </a:cubicBezTo>
                  <a:cubicBezTo>
                    <a:pt x="1165" y="284"/>
                    <a:pt x="1165" y="284"/>
                    <a:pt x="1165" y="284"/>
                  </a:cubicBezTo>
                  <a:cubicBezTo>
                    <a:pt x="1172" y="280"/>
                    <a:pt x="1172" y="280"/>
                    <a:pt x="1172" y="280"/>
                  </a:cubicBezTo>
                  <a:cubicBezTo>
                    <a:pt x="1172" y="280"/>
                    <a:pt x="1172" y="280"/>
                    <a:pt x="1172" y="280"/>
                  </a:cubicBezTo>
                  <a:cubicBezTo>
                    <a:pt x="1178" y="276"/>
                    <a:pt x="1178" y="276"/>
                    <a:pt x="1178" y="276"/>
                  </a:cubicBezTo>
                  <a:cubicBezTo>
                    <a:pt x="1178" y="276"/>
                    <a:pt x="1178" y="276"/>
                    <a:pt x="1178" y="276"/>
                  </a:cubicBezTo>
                  <a:cubicBezTo>
                    <a:pt x="1185" y="272"/>
                    <a:pt x="1185" y="272"/>
                    <a:pt x="1185" y="272"/>
                  </a:cubicBezTo>
                  <a:cubicBezTo>
                    <a:pt x="1185" y="272"/>
                    <a:pt x="1185" y="272"/>
                    <a:pt x="1185" y="272"/>
                  </a:cubicBezTo>
                  <a:cubicBezTo>
                    <a:pt x="1192" y="268"/>
                    <a:pt x="1192" y="268"/>
                    <a:pt x="1192" y="268"/>
                  </a:cubicBezTo>
                  <a:cubicBezTo>
                    <a:pt x="1192" y="268"/>
                    <a:pt x="1192" y="268"/>
                    <a:pt x="1192" y="268"/>
                  </a:cubicBezTo>
                  <a:cubicBezTo>
                    <a:pt x="1199" y="262"/>
                    <a:pt x="1199" y="262"/>
                    <a:pt x="1199" y="262"/>
                  </a:cubicBezTo>
                  <a:cubicBezTo>
                    <a:pt x="1199" y="262"/>
                    <a:pt x="1199" y="262"/>
                    <a:pt x="1199" y="262"/>
                  </a:cubicBezTo>
                  <a:cubicBezTo>
                    <a:pt x="1203" y="259"/>
                    <a:pt x="1203" y="259"/>
                    <a:pt x="1203" y="259"/>
                  </a:cubicBezTo>
                  <a:cubicBezTo>
                    <a:pt x="1203" y="259"/>
                    <a:pt x="1203" y="259"/>
                    <a:pt x="1203" y="259"/>
                  </a:cubicBezTo>
                  <a:cubicBezTo>
                    <a:pt x="1208" y="256"/>
                    <a:pt x="1208" y="256"/>
                    <a:pt x="1208" y="256"/>
                  </a:cubicBezTo>
                  <a:cubicBezTo>
                    <a:pt x="1208" y="256"/>
                    <a:pt x="1208" y="256"/>
                    <a:pt x="1208" y="256"/>
                  </a:cubicBezTo>
                  <a:cubicBezTo>
                    <a:pt x="1212" y="254"/>
                    <a:pt x="1212" y="254"/>
                    <a:pt x="1212" y="254"/>
                  </a:cubicBezTo>
                  <a:cubicBezTo>
                    <a:pt x="1212" y="254"/>
                    <a:pt x="1212" y="254"/>
                    <a:pt x="1212" y="254"/>
                  </a:cubicBezTo>
                  <a:cubicBezTo>
                    <a:pt x="1217" y="249"/>
                    <a:pt x="1217" y="249"/>
                    <a:pt x="1217" y="249"/>
                  </a:cubicBezTo>
                  <a:cubicBezTo>
                    <a:pt x="1217" y="249"/>
                    <a:pt x="1217" y="249"/>
                    <a:pt x="1217" y="249"/>
                  </a:cubicBezTo>
                  <a:cubicBezTo>
                    <a:pt x="1220" y="245"/>
                    <a:pt x="1220" y="245"/>
                    <a:pt x="1220" y="245"/>
                  </a:cubicBezTo>
                  <a:cubicBezTo>
                    <a:pt x="1220" y="245"/>
                    <a:pt x="1220" y="245"/>
                    <a:pt x="1220" y="245"/>
                  </a:cubicBezTo>
                  <a:cubicBezTo>
                    <a:pt x="1223" y="240"/>
                    <a:pt x="1223" y="240"/>
                    <a:pt x="1223" y="240"/>
                  </a:cubicBezTo>
                  <a:cubicBezTo>
                    <a:pt x="1223" y="240"/>
                    <a:pt x="1223" y="240"/>
                    <a:pt x="1223" y="240"/>
                  </a:cubicBezTo>
                  <a:cubicBezTo>
                    <a:pt x="1225" y="234"/>
                    <a:pt x="1225" y="234"/>
                    <a:pt x="1225" y="234"/>
                  </a:cubicBezTo>
                  <a:cubicBezTo>
                    <a:pt x="1225" y="234"/>
                    <a:pt x="1225" y="234"/>
                    <a:pt x="1225" y="234"/>
                  </a:cubicBezTo>
                  <a:cubicBezTo>
                    <a:pt x="1226" y="228"/>
                    <a:pt x="1226" y="228"/>
                    <a:pt x="1226" y="228"/>
                  </a:cubicBezTo>
                  <a:cubicBezTo>
                    <a:pt x="1226" y="228"/>
                    <a:pt x="1226" y="228"/>
                    <a:pt x="1226" y="228"/>
                  </a:cubicBezTo>
                  <a:cubicBezTo>
                    <a:pt x="1225" y="228"/>
                    <a:pt x="1225" y="228"/>
                    <a:pt x="1225" y="228"/>
                  </a:cubicBezTo>
                  <a:cubicBezTo>
                    <a:pt x="1225" y="228"/>
                    <a:pt x="1225" y="228"/>
                    <a:pt x="1225" y="228"/>
                  </a:cubicBezTo>
                  <a:cubicBezTo>
                    <a:pt x="1225" y="226"/>
                    <a:pt x="1225" y="226"/>
                    <a:pt x="1225" y="226"/>
                  </a:cubicBezTo>
                  <a:cubicBezTo>
                    <a:pt x="1225" y="226"/>
                    <a:pt x="1225" y="226"/>
                    <a:pt x="1225" y="226"/>
                  </a:cubicBezTo>
                  <a:cubicBezTo>
                    <a:pt x="1222" y="223"/>
                    <a:pt x="1221" y="222"/>
                    <a:pt x="1218" y="220"/>
                  </a:cubicBezTo>
                  <a:cubicBezTo>
                    <a:pt x="1218" y="220"/>
                    <a:pt x="1218" y="220"/>
                    <a:pt x="1218" y="220"/>
                  </a:cubicBezTo>
                  <a:cubicBezTo>
                    <a:pt x="1217" y="218"/>
                    <a:pt x="1217" y="218"/>
                    <a:pt x="1217" y="218"/>
                  </a:cubicBezTo>
                  <a:cubicBezTo>
                    <a:pt x="1217" y="218"/>
                    <a:pt x="1217" y="218"/>
                    <a:pt x="1217" y="218"/>
                  </a:cubicBezTo>
                  <a:cubicBezTo>
                    <a:pt x="1213" y="218"/>
                    <a:pt x="1213" y="218"/>
                    <a:pt x="1213" y="218"/>
                  </a:cubicBezTo>
                  <a:cubicBezTo>
                    <a:pt x="1213" y="218"/>
                    <a:pt x="1213" y="218"/>
                    <a:pt x="1213" y="218"/>
                  </a:cubicBezTo>
                  <a:cubicBezTo>
                    <a:pt x="1206" y="224"/>
                    <a:pt x="1206" y="224"/>
                    <a:pt x="1206" y="224"/>
                  </a:cubicBezTo>
                  <a:cubicBezTo>
                    <a:pt x="1206" y="224"/>
                    <a:pt x="1206" y="224"/>
                    <a:pt x="1206" y="224"/>
                  </a:cubicBezTo>
                  <a:cubicBezTo>
                    <a:pt x="1200" y="229"/>
                    <a:pt x="1200" y="229"/>
                    <a:pt x="1200" y="229"/>
                  </a:cubicBezTo>
                  <a:cubicBezTo>
                    <a:pt x="1200" y="229"/>
                    <a:pt x="1200" y="229"/>
                    <a:pt x="1200" y="229"/>
                  </a:cubicBezTo>
                  <a:cubicBezTo>
                    <a:pt x="1194" y="237"/>
                    <a:pt x="1194" y="237"/>
                    <a:pt x="1194" y="237"/>
                  </a:cubicBezTo>
                  <a:cubicBezTo>
                    <a:pt x="1194" y="237"/>
                    <a:pt x="1194" y="237"/>
                    <a:pt x="1194" y="237"/>
                  </a:cubicBezTo>
                  <a:cubicBezTo>
                    <a:pt x="1189" y="243"/>
                    <a:pt x="1189" y="243"/>
                    <a:pt x="1189" y="243"/>
                  </a:cubicBezTo>
                  <a:cubicBezTo>
                    <a:pt x="1189" y="243"/>
                    <a:pt x="1189" y="243"/>
                    <a:pt x="1189" y="243"/>
                  </a:cubicBezTo>
                  <a:cubicBezTo>
                    <a:pt x="1181" y="248"/>
                    <a:pt x="1181" y="248"/>
                    <a:pt x="1181" y="248"/>
                  </a:cubicBezTo>
                  <a:cubicBezTo>
                    <a:pt x="1181" y="248"/>
                    <a:pt x="1181" y="248"/>
                    <a:pt x="1181" y="248"/>
                  </a:cubicBezTo>
                  <a:cubicBezTo>
                    <a:pt x="1175" y="252"/>
                    <a:pt x="1175" y="252"/>
                    <a:pt x="1175" y="252"/>
                  </a:cubicBezTo>
                  <a:cubicBezTo>
                    <a:pt x="1175" y="252"/>
                    <a:pt x="1175" y="252"/>
                    <a:pt x="1175" y="252"/>
                  </a:cubicBezTo>
                  <a:cubicBezTo>
                    <a:pt x="1168" y="253"/>
                    <a:pt x="1168" y="253"/>
                    <a:pt x="1168" y="253"/>
                  </a:cubicBezTo>
                  <a:cubicBezTo>
                    <a:pt x="1168" y="253"/>
                    <a:pt x="1168" y="253"/>
                    <a:pt x="1168" y="253"/>
                  </a:cubicBezTo>
                  <a:cubicBezTo>
                    <a:pt x="1159" y="250"/>
                    <a:pt x="1159" y="250"/>
                    <a:pt x="1159" y="250"/>
                  </a:cubicBezTo>
                  <a:cubicBezTo>
                    <a:pt x="1159" y="250"/>
                    <a:pt x="1159" y="250"/>
                    <a:pt x="1159" y="250"/>
                  </a:cubicBezTo>
                  <a:cubicBezTo>
                    <a:pt x="1159" y="247"/>
                    <a:pt x="1159" y="247"/>
                    <a:pt x="1159" y="247"/>
                  </a:cubicBezTo>
                  <a:cubicBezTo>
                    <a:pt x="1159" y="247"/>
                    <a:pt x="1159" y="247"/>
                    <a:pt x="1159" y="247"/>
                  </a:cubicBezTo>
                  <a:cubicBezTo>
                    <a:pt x="1160" y="244"/>
                    <a:pt x="1160" y="244"/>
                    <a:pt x="1160" y="244"/>
                  </a:cubicBezTo>
                  <a:cubicBezTo>
                    <a:pt x="1160" y="244"/>
                    <a:pt x="1160" y="244"/>
                    <a:pt x="1160" y="244"/>
                  </a:cubicBezTo>
                  <a:cubicBezTo>
                    <a:pt x="1160" y="241"/>
                    <a:pt x="1160" y="241"/>
                    <a:pt x="1160" y="241"/>
                  </a:cubicBezTo>
                  <a:cubicBezTo>
                    <a:pt x="1160" y="241"/>
                    <a:pt x="1160" y="241"/>
                    <a:pt x="1160" y="241"/>
                  </a:cubicBezTo>
                  <a:cubicBezTo>
                    <a:pt x="1162" y="237"/>
                    <a:pt x="1162" y="237"/>
                    <a:pt x="1162" y="237"/>
                  </a:cubicBezTo>
                  <a:cubicBezTo>
                    <a:pt x="1162" y="237"/>
                    <a:pt x="1162" y="237"/>
                    <a:pt x="1162" y="237"/>
                  </a:cubicBezTo>
                  <a:cubicBezTo>
                    <a:pt x="1162" y="234"/>
                    <a:pt x="1162" y="234"/>
                    <a:pt x="1162" y="234"/>
                  </a:cubicBezTo>
                  <a:cubicBezTo>
                    <a:pt x="1162" y="234"/>
                    <a:pt x="1162" y="234"/>
                    <a:pt x="1162" y="234"/>
                  </a:cubicBezTo>
                  <a:cubicBezTo>
                    <a:pt x="1164" y="230"/>
                    <a:pt x="1164" y="230"/>
                    <a:pt x="1164" y="230"/>
                  </a:cubicBezTo>
                  <a:cubicBezTo>
                    <a:pt x="1164" y="230"/>
                    <a:pt x="1164" y="230"/>
                    <a:pt x="1164" y="230"/>
                  </a:cubicBezTo>
                  <a:cubicBezTo>
                    <a:pt x="1162" y="227"/>
                    <a:pt x="1162" y="227"/>
                    <a:pt x="1162" y="227"/>
                  </a:cubicBezTo>
                  <a:cubicBezTo>
                    <a:pt x="1162" y="227"/>
                    <a:pt x="1162" y="227"/>
                    <a:pt x="1162" y="227"/>
                  </a:cubicBezTo>
                  <a:cubicBezTo>
                    <a:pt x="1162" y="223"/>
                    <a:pt x="1162" y="223"/>
                    <a:pt x="1162" y="223"/>
                  </a:cubicBezTo>
                  <a:cubicBezTo>
                    <a:pt x="1162" y="223"/>
                    <a:pt x="1162" y="223"/>
                    <a:pt x="1162" y="223"/>
                  </a:cubicBezTo>
                  <a:cubicBezTo>
                    <a:pt x="1137" y="232"/>
                    <a:pt x="1137" y="232"/>
                    <a:pt x="1137" y="232"/>
                  </a:cubicBezTo>
                  <a:cubicBezTo>
                    <a:pt x="1137" y="232"/>
                    <a:pt x="1137" y="232"/>
                    <a:pt x="1137" y="232"/>
                  </a:cubicBezTo>
                  <a:cubicBezTo>
                    <a:pt x="1106" y="254"/>
                    <a:pt x="1106" y="254"/>
                    <a:pt x="1106" y="254"/>
                  </a:cubicBezTo>
                  <a:cubicBezTo>
                    <a:pt x="1106" y="254"/>
                    <a:pt x="1106" y="254"/>
                    <a:pt x="1106" y="254"/>
                  </a:cubicBezTo>
                  <a:cubicBezTo>
                    <a:pt x="1099" y="256"/>
                    <a:pt x="1099" y="256"/>
                    <a:pt x="1099" y="256"/>
                  </a:cubicBezTo>
                  <a:cubicBezTo>
                    <a:pt x="1099" y="256"/>
                    <a:pt x="1099" y="256"/>
                    <a:pt x="1099" y="256"/>
                  </a:cubicBezTo>
                  <a:cubicBezTo>
                    <a:pt x="1093" y="256"/>
                    <a:pt x="1093" y="256"/>
                    <a:pt x="1093" y="256"/>
                  </a:cubicBezTo>
                  <a:cubicBezTo>
                    <a:pt x="1093" y="256"/>
                    <a:pt x="1093" y="256"/>
                    <a:pt x="1093" y="256"/>
                  </a:cubicBezTo>
                  <a:cubicBezTo>
                    <a:pt x="1088" y="256"/>
                    <a:pt x="1088" y="256"/>
                    <a:pt x="1088" y="256"/>
                  </a:cubicBezTo>
                  <a:cubicBezTo>
                    <a:pt x="1088" y="256"/>
                    <a:pt x="1088" y="256"/>
                    <a:pt x="1088" y="256"/>
                  </a:cubicBezTo>
                  <a:cubicBezTo>
                    <a:pt x="1082" y="253"/>
                    <a:pt x="1082" y="253"/>
                    <a:pt x="1082" y="253"/>
                  </a:cubicBezTo>
                  <a:cubicBezTo>
                    <a:pt x="1082" y="253"/>
                    <a:pt x="1082" y="253"/>
                    <a:pt x="1082" y="253"/>
                  </a:cubicBezTo>
                  <a:cubicBezTo>
                    <a:pt x="1076" y="251"/>
                    <a:pt x="1076" y="251"/>
                    <a:pt x="1076" y="251"/>
                  </a:cubicBezTo>
                  <a:cubicBezTo>
                    <a:pt x="1076" y="251"/>
                    <a:pt x="1076" y="251"/>
                    <a:pt x="1076" y="251"/>
                  </a:cubicBezTo>
                  <a:cubicBezTo>
                    <a:pt x="1071" y="248"/>
                    <a:pt x="1071" y="248"/>
                    <a:pt x="1071" y="248"/>
                  </a:cubicBezTo>
                  <a:cubicBezTo>
                    <a:pt x="1071" y="248"/>
                    <a:pt x="1071" y="248"/>
                    <a:pt x="1071" y="248"/>
                  </a:cubicBezTo>
                  <a:cubicBezTo>
                    <a:pt x="1066" y="245"/>
                    <a:pt x="1066" y="245"/>
                    <a:pt x="1066" y="245"/>
                  </a:cubicBezTo>
                  <a:cubicBezTo>
                    <a:pt x="1066" y="245"/>
                    <a:pt x="1066" y="245"/>
                    <a:pt x="1066" y="245"/>
                  </a:cubicBezTo>
                  <a:cubicBezTo>
                    <a:pt x="1060" y="242"/>
                    <a:pt x="1060" y="242"/>
                    <a:pt x="1060" y="242"/>
                  </a:cubicBezTo>
                  <a:cubicBezTo>
                    <a:pt x="1060" y="242"/>
                    <a:pt x="1060" y="242"/>
                    <a:pt x="1060" y="242"/>
                  </a:cubicBezTo>
                  <a:cubicBezTo>
                    <a:pt x="1058" y="241"/>
                    <a:pt x="1058" y="241"/>
                    <a:pt x="1058" y="241"/>
                  </a:cubicBezTo>
                  <a:cubicBezTo>
                    <a:pt x="1058" y="241"/>
                    <a:pt x="1058" y="241"/>
                    <a:pt x="1058" y="241"/>
                  </a:cubicBezTo>
                  <a:cubicBezTo>
                    <a:pt x="1058" y="239"/>
                    <a:pt x="1058" y="239"/>
                    <a:pt x="1058" y="239"/>
                  </a:cubicBezTo>
                  <a:cubicBezTo>
                    <a:pt x="1058" y="239"/>
                    <a:pt x="1058" y="239"/>
                    <a:pt x="1058" y="239"/>
                  </a:cubicBezTo>
                  <a:cubicBezTo>
                    <a:pt x="1056" y="238"/>
                    <a:pt x="1056" y="238"/>
                    <a:pt x="1056" y="238"/>
                  </a:cubicBezTo>
                  <a:cubicBezTo>
                    <a:pt x="1056" y="238"/>
                    <a:pt x="1056" y="238"/>
                    <a:pt x="1056" y="238"/>
                  </a:cubicBezTo>
                  <a:cubicBezTo>
                    <a:pt x="1056" y="235"/>
                    <a:pt x="1056" y="235"/>
                    <a:pt x="1056" y="235"/>
                  </a:cubicBezTo>
                  <a:cubicBezTo>
                    <a:pt x="1056" y="235"/>
                    <a:pt x="1056" y="235"/>
                    <a:pt x="1056" y="235"/>
                  </a:cubicBezTo>
                  <a:cubicBezTo>
                    <a:pt x="1055" y="234"/>
                    <a:pt x="1055" y="234"/>
                    <a:pt x="1055" y="234"/>
                  </a:cubicBezTo>
                  <a:cubicBezTo>
                    <a:pt x="1055" y="234"/>
                    <a:pt x="1055" y="234"/>
                    <a:pt x="1055" y="234"/>
                  </a:cubicBezTo>
                  <a:cubicBezTo>
                    <a:pt x="1055" y="232"/>
                    <a:pt x="1055" y="232"/>
                    <a:pt x="1055" y="232"/>
                  </a:cubicBezTo>
                  <a:cubicBezTo>
                    <a:pt x="1055" y="232"/>
                    <a:pt x="1055" y="232"/>
                    <a:pt x="1055" y="232"/>
                  </a:cubicBezTo>
                  <a:cubicBezTo>
                    <a:pt x="1055" y="230"/>
                    <a:pt x="1055" y="230"/>
                    <a:pt x="1055" y="230"/>
                  </a:cubicBezTo>
                  <a:cubicBezTo>
                    <a:pt x="1055" y="230"/>
                    <a:pt x="1055" y="230"/>
                    <a:pt x="1055" y="230"/>
                  </a:cubicBezTo>
                  <a:cubicBezTo>
                    <a:pt x="1055" y="228"/>
                    <a:pt x="1055" y="228"/>
                    <a:pt x="1055" y="228"/>
                  </a:cubicBezTo>
                  <a:cubicBezTo>
                    <a:pt x="1055" y="228"/>
                    <a:pt x="1055" y="228"/>
                    <a:pt x="1055" y="228"/>
                  </a:cubicBezTo>
                  <a:cubicBezTo>
                    <a:pt x="1058" y="229"/>
                    <a:pt x="1058" y="229"/>
                    <a:pt x="1058" y="229"/>
                  </a:cubicBezTo>
                  <a:cubicBezTo>
                    <a:pt x="1058" y="229"/>
                    <a:pt x="1058" y="229"/>
                    <a:pt x="1058" y="229"/>
                  </a:cubicBezTo>
                  <a:cubicBezTo>
                    <a:pt x="1063" y="229"/>
                    <a:pt x="1063" y="229"/>
                    <a:pt x="1063" y="229"/>
                  </a:cubicBezTo>
                  <a:cubicBezTo>
                    <a:pt x="1063" y="229"/>
                    <a:pt x="1063" y="229"/>
                    <a:pt x="1063" y="229"/>
                  </a:cubicBezTo>
                  <a:cubicBezTo>
                    <a:pt x="1067" y="229"/>
                    <a:pt x="1067" y="229"/>
                    <a:pt x="1067" y="229"/>
                  </a:cubicBezTo>
                  <a:cubicBezTo>
                    <a:pt x="1067" y="229"/>
                    <a:pt x="1067" y="229"/>
                    <a:pt x="1067" y="229"/>
                  </a:cubicBezTo>
                  <a:cubicBezTo>
                    <a:pt x="1072" y="229"/>
                    <a:pt x="1072" y="229"/>
                    <a:pt x="1072" y="229"/>
                  </a:cubicBezTo>
                  <a:cubicBezTo>
                    <a:pt x="1072" y="229"/>
                    <a:pt x="1072" y="229"/>
                    <a:pt x="1072" y="229"/>
                  </a:cubicBezTo>
                  <a:cubicBezTo>
                    <a:pt x="1076" y="229"/>
                    <a:pt x="1076" y="229"/>
                    <a:pt x="1076" y="229"/>
                  </a:cubicBezTo>
                  <a:cubicBezTo>
                    <a:pt x="1076" y="229"/>
                    <a:pt x="1076" y="229"/>
                    <a:pt x="1076" y="229"/>
                  </a:cubicBezTo>
                  <a:cubicBezTo>
                    <a:pt x="1081" y="229"/>
                    <a:pt x="1081" y="229"/>
                    <a:pt x="1081" y="229"/>
                  </a:cubicBezTo>
                  <a:cubicBezTo>
                    <a:pt x="1081" y="229"/>
                    <a:pt x="1081" y="229"/>
                    <a:pt x="1081" y="229"/>
                  </a:cubicBezTo>
                  <a:cubicBezTo>
                    <a:pt x="1086" y="229"/>
                    <a:pt x="1086" y="229"/>
                    <a:pt x="1086" y="229"/>
                  </a:cubicBezTo>
                  <a:cubicBezTo>
                    <a:pt x="1086" y="229"/>
                    <a:pt x="1086" y="229"/>
                    <a:pt x="1086" y="229"/>
                  </a:cubicBezTo>
                  <a:cubicBezTo>
                    <a:pt x="1092" y="227"/>
                    <a:pt x="1092" y="227"/>
                    <a:pt x="1092" y="227"/>
                  </a:cubicBezTo>
                  <a:cubicBezTo>
                    <a:pt x="1092" y="227"/>
                    <a:pt x="1092" y="227"/>
                    <a:pt x="1092" y="227"/>
                  </a:cubicBezTo>
                  <a:cubicBezTo>
                    <a:pt x="1098" y="227"/>
                    <a:pt x="1098" y="227"/>
                    <a:pt x="1098" y="227"/>
                  </a:cubicBezTo>
                  <a:cubicBezTo>
                    <a:pt x="1098" y="227"/>
                    <a:pt x="1098" y="227"/>
                    <a:pt x="1098" y="227"/>
                  </a:cubicBezTo>
                  <a:cubicBezTo>
                    <a:pt x="1105" y="227"/>
                    <a:pt x="1105" y="227"/>
                    <a:pt x="1105" y="227"/>
                  </a:cubicBezTo>
                  <a:cubicBezTo>
                    <a:pt x="1105" y="227"/>
                    <a:pt x="1105" y="227"/>
                    <a:pt x="1105" y="227"/>
                  </a:cubicBezTo>
                  <a:cubicBezTo>
                    <a:pt x="1111" y="227"/>
                    <a:pt x="1111" y="227"/>
                    <a:pt x="1111" y="227"/>
                  </a:cubicBezTo>
                  <a:cubicBezTo>
                    <a:pt x="1111" y="227"/>
                    <a:pt x="1111" y="227"/>
                    <a:pt x="1111" y="227"/>
                  </a:cubicBezTo>
                  <a:cubicBezTo>
                    <a:pt x="1118" y="225"/>
                    <a:pt x="1118" y="225"/>
                    <a:pt x="1118" y="225"/>
                  </a:cubicBezTo>
                  <a:cubicBezTo>
                    <a:pt x="1118" y="225"/>
                    <a:pt x="1118" y="225"/>
                    <a:pt x="1118" y="225"/>
                  </a:cubicBezTo>
                  <a:cubicBezTo>
                    <a:pt x="1124" y="224"/>
                    <a:pt x="1124" y="224"/>
                    <a:pt x="1124" y="224"/>
                  </a:cubicBezTo>
                  <a:cubicBezTo>
                    <a:pt x="1124" y="224"/>
                    <a:pt x="1124" y="224"/>
                    <a:pt x="1124" y="224"/>
                  </a:cubicBezTo>
                  <a:cubicBezTo>
                    <a:pt x="1131" y="222"/>
                    <a:pt x="1131" y="222"/>
                    <a:pt x="1131" y="222"/>
                  </a:cubicBezTo>
                  <a:cubicBezTo>
                    <a:pt x="1131" y="222"/>
                    <a:pt x="1131" y="222"/>
                    <a:pt x="1131" y="222"/>
                  </a:cubicBezTo>
                  <a:cubicBezTo>
                    <a:pt x="1137" y="219"/>
                    <a:pt x="1137" y="219"/>
                    <a:pt x="1137" y="219"/>
                  </a:cubicBezTo>
                  <a:cubicBezTo>
                    <a:pt x="1137" y="219"/>
                    <a:pt x="1137" y="219"/>
                    <a:pt x="1137" y="219"/>
                  </a:cubicBezTo>
                  <a:cubicBezTo>
                    <a:pt x="1143" y="215"/>
                    <a:pt x="1143" y="215"/>
                    <a:pt x="1143" y="215"/>
                  </a:cubicBezTo>
                  <a:cubicBezTo>
                    <a:pt x="1143" y="215"/>
                    <a:pt x="1143" y="215"/>
                    <a:pt x="1143" y="215"/>
                  </a:cubicBezTo>
                  <a:cubicBezTo>
                    <a:pt x="1199" y="192"/>
                    <a:pt x="1199" y="192"/>
                    <a:pt x="1199" y="192"/>
                  </a:cubicBezTo>
                  <a:cubicBezTo>
                    <a:pt x="1199" y="192"/>
                    <a:pt x="1199" y="192"/>
                    <a:pt x="1199" y="192"/>
                  </a:cubicBezTo>
                  <a:cubicBezTo>
                    <a:pt x="1197" y="191"/>
                    <a:pt x="1197" y="191"/>
                    <a:pt x="1197" y="191"/>
                  </a:cubicBezTo>
                  <a:cubicBezTo>
                    <a:pt x="1197" y="191"/>
                    <a:pt x="1197" y="191"/>
                    <a:pt x="1197" y="191"/>
                  </a:cubicBezTo>
                  <a:cubicBezTo>
                    <a:pt x="1196" y="189"/>
                    <a:pt x="1196" y="189"/>
                    <a:pt x="1196" y="189"/>
                  </a:cubicBezTo>
                  <a:cubicBezTo>
                    <a:pt x="1196" y="189"/>
                    <a:pt x="1196" y="189"/>
                    <a:pt x="1196" y="189"/>
                  </a:cubicBezTo>
                  <a:cubicBezTo>
                    <a:pt x="1194" y="188"/>
                    <a:pt x="1194" y="188"/>
                    <a:pt x="1194" y="188"/>
                  </a:cubicBezTo>
                  <a:cubicBezTo>
                    <a:pt x="1194" y="188"/>
                    <a:pt x="1194" y="188"/>
                    <a:pt x="1194" y="188"/>
                  </a:cubicBezTo>
                  <a:cubicBezTo>
                    <a:pt x="1193" y="186"/>
                    <a:pt x="1193" y="186"/>
                    <a:pt x="1193" y="186"/>
                  </a:cubicBezTo>
                  <a:cubicBezTo>
                    <a:pt x="1193" y="186"/>
                    <a:pt x="1193" y="186"/>
                    <a:pt x="1193" y="186"/>
                  </a:cubicBezTo>
                  <a:cubicBezTo>
                    <a:pt x="1191" y="185"/>
                    <a:pt x="1191" y="185"/>
                    <a:pt x="1191" y="185"/>
                  </a:cubicBezTo>
                  <a:cubicBezTo>
                    <a:pt x="1191" y="185"/>
                    <a:pt x="1191" y="185"/>
                    <a:pt x="1191" y="185"/>
                  </a:cubicBezTo>
                  <a:cubicBezTo>
                    <a:pt x="1189" y="184"/>
                    <a:pt x="1189" y="184"/>
                    <a:pt x="1189" y="184"/>
                  </a:cubicBezTo>
                  <a:cubicBezTo>
                    <a:pt x="1189" y="184"/>
                    <a:pt x="1189" y="184"/>
                    <a:pt x="1189" y="184"/>
                  </a:cubicBezTo>
                  <a:cubicBezTo>
                    <a:pt x="1187" y="183"/>
                    <a:pt x="1187" y="183"/>
                    <a:pt x="1187" y="183"/>
                  </a:cubicBezTo>
                  <a:cubicBezTo>
                    <a:pt x="1187" y="183"/>
                    <a:pt x="1187" y="183"/>
                    <a:pt x="1187" y="183"/>
                  </a:cubicBezTo>
                  <a:cubicBezTo>
                    <a:pt x="1184" y="181"/>
                    <a:pt x="1184" y="181"/>
                    <a:pt x="1184" y="181"/>
                  </a:cubicBezTo>
                  <a:cubicBezTo>
                    <a:pt x="1184" y="181"/>
                    <a:pt x="1184" y="181"/>
                    <a:pt x="1184" y="181"/>
                  </a:cubicBezTo>
                  <a:cubicBezTo>
                    <a:pt x="1181" y="180"/>
                    <a:pt x="1181" y="180"/>
                    <a:pt x="1181" y="180"/>
                  </a:cubicBezTo>
                  <a:cubicBezTo>
                    <a:pt x="1181" y="180"/>
                    <a:pt x="1181" y="180"/>
                    <a:pt x="1181" y="180"/>
                  </a:cubicBezTo>
                  <a:cubicBezTo>
                    <a:pt x="1181" y="177"/>
                    <a:pt x="1181" y="177"/>
                    <a:pt x="1181" y="177"/>
                  </a:cubicBezTo>
                  <a:cubicBezTo>
                    <a:pt x="1181" y="177"/>
                    <a:pt x="1181" y="177"/>
                    <a:pt x="1181" y="177"/>
                  </a:cubicBezTo>
                  <a:cubicBezTo>
                    <a:pt x="1181" y="174"/>
                    <a:pt x="1181" y="174"/>
                    <a:pt x="1181" y="174"/>
                  </a:cubicBezTo>
                  <a:cubicBezTo>
                    <a:pt x="1181" y="174"/>
                    <a:pt x="1181" y="174"/>
                    <a:pt x="1181" y="174"/>
                  </a:cubicBezTo>
                  <a:cubicBezTo>
                    <a:pt x="1181" y="171"/>
                    <a:pt x="1181" y="171"/>
                    <a:pt x="1181" y="171"/>
                  </a:cubicBezTo>
                  <a:cubicBezTo>
                    <a:pt x="1181" y="171"/>
                    <a:pt x="1181" y="171"/>
                    <a:pt x="1181" y="171"/>
                  </a:cubicBezTo>
                  <a:cubicBezTo>
                    <a:pt x="1180" y="168"/>
                    <a:pt x="1180" y="168"/>
                    <a:pt x="1180" y="168"/>
                  </a:cubicBezTo>
                  <a:cubicBezTo>
                    <a:pt x="1180" y="168"/>
                    <a:pt x="1180" y="168"/>
                    <a:pt x="1180" y="168"/>
                  </a:cubicBezTo>
                  <a:cubicBezTo>
                    <a:pt x="1180" y="164"/>
                    <a:pt x="1180" y="164"/>
                    <a:pt x="1180" y="164"/>
                  </a:cubicBezTo>
                  <a:cubicBezTo>
                    <a:pt x="1180" y="164"/>
                    <a:pt x="1180" y="164"/>
                    <a:pt x="1180" y="164"/>
                  </a:cubicBezTo>
                  <a:cubicBezTo>
                    <a:pt x="1179" y="161"/>
                    <a:pt x="1179" y="161"/>
                    <a:pt x="1179" y="161"/>
                  </a:cubicBezTo>
                  <a:cubicBezTo>
                    <a:pt x="1179" y="161"/>
                    <a:pt x="1179" y="161"/>
                    <a:pt x="1179" y="161"/>
                  </a:cubicBezTo>
                  <a:cubicBezTo>
                    <a:pt x="1179" y="158"/>
                    <a:pt x="1179" y="158"/>
                    <a:pt x="1179" y="158"/>
                  </a:cubicBezTo>
                  <a:cubicBezTo>
                    <a:pt x="1179" y="158"/>
                    <a:pt x="1179" y="158"/>
                    <a:pt x="1179" y="158"/>
                  </a:cubicBezTo>
                  <a:cubicBezTo>
                    <a:pt x="1175" y="158"/>
                    <a:pt x="1175" y="158"/>
                    <a:pt x="1175" y="158"/>
                  </a:cubicBezTo>
                  <a:cubicBezTo>
                    <a:pt x="1175" y="158"/>
                    <a:pt x="1175" y="158"/>
                    <a:pt x="1175" y="158"/>
                  </a:cubicBezTo>
                  <a:cubicBezTo>
                    <a:pt x="1171" y="162"/>
                    <a:pt x="1171" y="162"/>
                    <a:pt x="1171" y="162"/>
                  </a:cubicBezTo>
                  <a:cubicBezTo>
                    <a:pt x="1171" y="162"/>
                    <a:pt x="1171" y="162"/>
                    <a:pt x="1171" y="162"/>
                  </a:cubicBezTo>
                  <a:cubicBezTo>
                    <a:pt x="1168" y="165"/>
                    <a:pt x="1168" y="165"/>
                    <a:pt x="1168" y="165"/>
                  </a:cubicBezTo>
                  <a:cubicBezTo>
                    <a:pt x="1168" y="165"/>
                    <a:pt x="1168" y="165"/>
                    <a:pt x="1168" y="165"/>
                  </a:cubicBezTo>
                  <a:cubicBezTo>
                    <a:pt x="1164" y="168"/>
                    <a:pt x="1164" y="168"/>
                    <a:pt x="1164" y="168"/>
                  </a:cubicBezTo>
                  <a:cubicBezTo>
                    <a:pt x="1164" y="168"/>
                    <a:pt x="1164" y="168"/>
                    <a:pt x="1164" y="168"/>
                  </a:cubicBezTo>
                  <a:cubicBezTo>
                    <a:pt x="1159" y="170"/>
                    <a:pt x="1159" y="170"/>
                    <a:pt x="1159" y="170"/>
                  </a:cubicBezTo>
                  <a:cubicBezTo>
                    <a:pt x="1159" y="170"/>
                    <a:pt x="1159" y="170"/>
                    <a:pt x="1159" y="170"/>
                  </a:cubicBezTo>
                  <a:cubicBezTo>
                    <a:pt x="1154" y="171"/>
                    <a:pt x="1154" y="171"/>
                    <a:pt x="1154" y="171"/>
                  </a:cubicBezTo>
                  <a:cubicBezTo>
                    <a:pt x="1154" y="171"/>
                    <a:pt x="1154" y="171"/>
                    <a:pt x="1154" y="171"/>
                  </a:cubicBezTo>
                  <a:cubicBezTo>
                    <a:pt x="1150" y="171"/>
                    <a:pt x="1150" y="171"/>
                    <a:pt x="1150" y="171"/>
                  </a:cubicBezTo>
                  <a:cubicBezTo>
                    <a:pt x="1150" y="171"/>
                    <a:pt x="1150" y="171"/>
                    <a:pt x="1150" y="171"/>
                  </a:cubicBezTo>
                  <a:cubicBezTo>
                    <a:pt x="1146" y="171"/>
                    <a:pt x="1146" y="171"/>
                    <a:pt x="1146" y="171"/>
                  </a:cubicBezTo>
                  <a:cubicBezTo>
                    <a:pt x="1146" y="171"/>
                    <a:pt x="1146" y="171"/>
                    <a:pt x="1146" y="171"/>
                  </a:cubicBezTo>
                  <a:cubicBezTo>
                    <a:pt x="1141" y="169"/>
                    <a:pt x="1141" y="169"/>
                    <a:pt x="1141" y="169"/>
                  </a:cubicBezTo>
                  <a:cubicBezTo>
                    <a:pt x="1141" y="169"/>
                    <a:pt x="1141" y="169"/>
                    <a:pt x="1141" y="169"/>
                  </a:cubicBezTo>
                  <a:cubicBezTo>
                    <a:pt x="1140" y="166"/>
                    <a:pt x="1140" y="166"/>
                    <a:pt x="1140" y="166"/>
                  </a:cubicBezTo>
                  <a:cubicBezTo>
                    <a:pt x="1140" y="166"/>
                    <a:pt x="1140" y="166"/>
                    <a:pt x="1140" y="166"/>
                  </a:cubicBezTo>
                  <a:cubicBezTo>
                    <a:pt x="1139" y="162"/>
                    <a:pt x="1139" y="162"/>
                    <a:pt x="1139" y="162"/>
                  </a:cubicBezTo>
                  <a:cubicBezTo>
                    <a:pt x="1139" y="162"/>
                    <a:pt x="1139" y="162"/>
                    <a:pt x="1139" y="162"/>
                  </a:cubicBezTo>
                  <a:cubicBezTo>
                    <a:pt x="1137" y="159"/>
                    <a:pt x="1137" y="159"/>
                    <a:pt x="1137" y="159"/>
                  </a:cubicBezTo>
                  <a:cubicBezTo>
                    <a:pt x="1137" y="159"/>
                    <a:pt x="1137" y="159"/>
                    <a:pt x="1137" y="159"/>
                  </a:cubicBezTo>
                  <a:cubicBezTo>
                    <a:pt x="1136" y="155"/>
                    <a:pt x="1136" y="155"/>
                    <a:pt x="1136" y="155"/>
                  </a:cubicBezTo>
                  <a:cubicBezTo>
                    <a:pt x="1136" y="155"/>
                    <a:pt x="1136" y="155"/>
                    <a:pt x="1136" y="155"/>
                  </a:cubicBezTo>
                  <a:cubicBezTo>
                    <a:pt x="1134" y="151"/>
                    <a:pt x="1134" y="151"/>
                    <a:pt x="1134" y="151"/>
                  </a:cubicBezTo>
                  <a:cubicBezTo>
                    <a:pt x="1134" y="151"/>
                    <a:pt x="1134" y="151"/>
                    <a:pt x="1134" y="151"/>
                  </a:cubicBezTo>
                  <a:cubicBezTo>
                    <a:pt x="1134" y="147"/>
                    <a:pt x="1134" y="147"/>
                    <a:pt x="1134" y="147"/>
                  </a:cubicBezTo>
                  <a:cubicBezTo>
                    <a:pt x="1134" y="147"/>
                    <a:pt x="1134" y="147"/>
                    <a:pt x="1134" y="147"/>
                  </a:cubicBezTo>
                  <a:cubicBezTo>
                    <a:pt x="1135" y="144"/>
                    <a:pt x="1135" y="144"/>
                    <a:pt x="1135" y="144"/>
                  </a:cubicBezTo>
                  <a:cubicBezTo>
                    <a:pt x="1135" y="144"/>
                    <a:pt x="1135" y="144"/>
                    <a:pt x="1135" y="144"/>
                  </a:cubicBezTo>
                  <a:cubicBezTo>
                    <a:pt x="1139" y="141"/>
                    <a:pt x="1139" y="141"/>
                    <a:pt x="1139" y="141"/>
                  </a:cubicBezTo>
                  <a:cubicBezTo>
                    <a:pt x="1139" y="141"/>
                    <a:pt x="1139" y="141"/>
                    <a:pt x="1139" y="141"/>
                  </a:cubicBezTo>
                  <a:cubicBezTo>
                    <a:pt x="1139" y="143"/>
                    <a:pt x="1139" y="143"/>
                    <a:pt x="1139" y="143"/>
                  </a:cubicBezTo>
                  <a:cubicBezTo>
                    <a:pt x="1139" y="143"/>
                    <a:pt x="1139" y="143"/>
                    <a:pt x="1139" y="143"/>
                  </a:cubicBezTo>
                  <a:cubicBezTo>
                    <a:pt x="1140" y="144"/>
                    <a:pt x="1140" y="144"/>
                    <a:pt x="1140" y="144"/>
                  </a:cubicBezTo>
                  <a:cubicBezTo>
                    <a:pt x="1140" y="144"/>
                    <a:pt x="1140" y="144"/>
                    <a:pt x="1140" y="144"/>
                  </a:cubicBezTo>
                  <a:cubicBezTo>
                    <a:pt x="1141" y="146"/>
                    <a:pt x="1141" y="146"/>
                    <a:pt x="1141" y="146"/>
                  </a:cubicBezTo>
                  <a:cubicBezTo>
                    <a:pt x="1141" y="146"/>
                    <a:pt x="1141" y="146"/>
                    <a:pt x="1141" y="146"/>
                  </a:cubicBezTo>
                  <a:cubicBezTo>
                    <a:pt x="1145" y="147"/>
                    <a:pt x="1145" y="147"/>
                    <a:pt x="1145" y="147"/>
                  </a:cubicBezTo>
                  <a:cubicBezTo>
                    <a:pt x="1145" y="147"/>
                    <a:pt x="1145" y="147"/>
                    <a:pt x="1145" y="147"/>
                  </a:cubicBezTo>
                  <a:cubicBezTo>
                    <a:pt x="1147" y="148"/>
                    <a:pt x="1147" y="148"/>
                    <a:pt x="1147" y="148"/>
                  </a:cubicBezTo>
                  <a:cubicBezTo>
                    <a:pt x="1147" y="148"/>
                    <a:pt x="1147" y="148"/>
                    <a:pt x="1147" y="148"/>
                  </a:cubicBezTo>
                  <a:cubicBezTo>
                    <a:pt x="1150" y="149"/>
                    <a:pt x="1150" y="149"/>
                    <a:pt x="1150" y="149"/>
                  </a:cubicBezTo>
                  <a:cubicBezTo>
                    <a:pt x="1150" y="149"/>
                    <a:pt x="1150" y="149"/>
                    <a:pt x="1150" y="149"/>
                  </a:cubicBezTo>
                  <a:cubicBezTo>
                    <a:pt x="1152" y="149"/>
                    <a:pt x="1152" y="149"/>
                    <a:pt x="1152" y="149"/>
                  </a:cubicBezTo>
                  <a:cubicBezTo>
                    <a:pt x="1152" y="149"/>
                    <a:pt x="1152" y="149"/>
                    <a:pt x="1152" y="149"/>
                  </a:cubicBezTo>
                  <a:cubicBezTo>
                    <a:pt x="1155" y="148"/>
                    <a:pt x="1155" y="148"/>
                    <a:pt x="1155" y="148"/>
                  </a:cubicBezTo>
                  <a:cubicBezTo>
                    <a:pt x="1155" y="148"/>
                    <a:pt x="1155" y="148"/>
                    <a:pt x="1155" y="148"/>
                  </a:cubicBezTo>
                  <a:cubicBezTo>
                    <a:pt x="1158" y="147"/>
                    <a:pt x="1158" y="147"/>
                    <a:pt x="1158" y="147"/>
                  </a:cubicBezTo>
                  <a:cubicBezTo>
                    <a:pt x="1158" y="147"/>
                    <a:pt x="1158" y="147"/>
                    <a:pt x="1158" y="147"/>
                  </a:cubicBezTo>
                  <a:cubicBezTo>
                    <a:pt x="1161" y="146"/>
                    <a:pt x="1161" y="146"/>
                    <a:pt x="1161" y="146"/>
                  </a:cubicBezTo>
                  <a:cubicBezTo>
                    <a:pt x="1161" y="146"/>
                    <a:pt x="1161" y="146"/>
                    <a:pt x="1161" y="146"/>
                  </a:cubicBezTo>
                  <a:cubicBezTo>
                    <a:pt x="1165" y="145"/>
                    <a:pt x="1165" y="145"/>
                    <a:pt x="1165" y="145"/>
                  </a:cubicBezTo>
                  <a:cubicBezTo>
                    <a:pt x="1165" y="145"/>
                    <a:pt x="1165" y="145"/>
                    <a:pt x="1165" y="145"/>
                  </a:cubicBezTo>
                  <a:cubicBezTo>
                    <a:pt x="1169" y="143"/>
                    <a:pt x="1169" y="143"/>
                    <a:pt x="1169" y="143"/>
                  </a:cubicBezTo>
                  <a:cubicBezTo>
                    <a:pt x="1169" y="143"/>
                    <a:pt x="1169" y="143"/>
                    <a:pt x="1169" y="143"/>
                  </a:cubicBezTo>
                  <a:cubicBezTo>
                    <a:pt x="1171" y="142"/>
                    <a:pt x="1171" y="142"/>
                    <a:pt x="1171" y="142"/>
                  </a:cubicBezTo>
                  <a:cubicBezTo>
                    <a:pt x="1171" y="142"/>
                    <a:pt x="1171" y="142"/>
                    <a:pt x="1171" y="142"/>
                  </a:cubicBezTo>
                  <a:cubicBezTo>
                    <a:pt x="1174" y="140"/>
                    <a:pt x="1174" y="140"/>
                    <a:pt x="1174" y="140"/>
                  </a:cubicBezTo>
                  <a:cubicBezTo>
                    <a:pt x="1174" y="140"/>
                    <a:pt x="1174" y="140"/>
                    <a:pt x="1174" y="140"/>
                  </a:cubicBezTo>
                  <a:cubicBezTo>
                    <a:pt x="1176" y="138"/>
                    <a:pt x="1176" y="138"/>
                    <a:pt x="1176" y="138"/>
                  </a:cubicBezTo>
                  <a:cubicBezTo>
                    <a:pt x="1176" y="138"/>
                    <a:pt x="1176" y="138"/>
                    <a:pt x="1176" y="138"/>
                  </a:cubicBezTo>
                  <a:cubicBezTo>
                    <a:pt x="1179" y="133"/>
                    <a:pt x="1179" y="133"/>
                    <a:pt x="1179" y="133"/>
                  </a:cubicBezTo>
                  <a:cubicBezTo>
                    <a:pt x="1179" y="133"/>
                    <a:pt x="1179" y="133"/>
                    <a:pt x="1179" y="133"/>
                  </a:cubicBezTo>
                  <a:cubicBezTo>
                    <a:pt x="1178" y="101"/>
                    <a:pt x="1178" y="101"/>
                    <a:pt x="1178" y="101"/>
                  </a:cubicBezTo>
                  <a:cubicBezTo>
                    <a:pt x="1178" y="99"/>
                    <a:pt x="1178" y="99"/>
                    <a:pt x="1178" y="99"/>
                  </a:cubicBezTo>
                  <a:cubicBezTo>
                    <a:pt x="1179" y="73"/>
                    <a:pt x="1179" y="73"/>
                    <a:pt x="1179" y="73"/>
                  </a:cubicBezTo>
                  <a:cubicBezTo>
                    <a:pt x="1179" y="73"/>
                    <a:pt x="1179" y="73"/>
                    <a:pt x="1179" y="73"/>
                  </a:cubicBezTo>
                  <a:cubicBezTo>
                    <a:pt x="1181" y="75"/>
                    <a:pt x="1181" y="75"/>
                    <a:pt x="1181" y="75"/>
                  </a:cubicBezTo>
                  <a:cubicBezTo>
                    <a:pt x="1181" y="75"/>
                    <a:pt x="1181" y="75"/>
                    <a:pt x="1181" y="75"/>
                  </a:cubicBezTo>
                  <a:cubicBezTo>
                    <a:pt x="1184" y="77"/>
                    <a:pt x="1184" y="77"/>
                    <a:pt x="1184" y="77"/>
                  </a:cubicBezTo>
                  <a:cubicBezTo>
                    <a:pt x="1184" y="77"/>
                    <a:pt x="1184" y="77"/>
                    <a:pt x="1184" y="77"/>
                  </a:cubicBezTo>
                  <a:cubicBezTo>
                    <a:pt x="1187" y="79"/>
                    <a:pt x="1187" y="79"/>
                    <a:pt x="1187" y="79"/>
                  </a:cubicBezTo>
                  <a:cubicBezTo>
                    <a:pt x="1187" y="79"/>
                    <a:pt x="1187" y="79"/>
                    <a:pt x="1187" y="79"/>
                  </a:cubicBezTo>
                  <a:cubicBezTo>
                    <a:pt x="1190" y="80"/>
                    <a:pt x="1190" y="80"/>
                    <a:pt x="1190" y="80"/>
                  </a:cubicBezTo>
                  <a:cubicBezTo>
                    <a:pt x="1190" y="80"/>
                    <a:pt x="1190" y="80"/>
                    <a:pt x="1190" y="80"/>
                  </a:cubicBezTo>
                  <a:cubicBezTo>
                    <a:pt x="1192" y="83"/>
                    <a:pt x="1192" y="83"/>
                    <a:pt x="1192" y="83"/>
                  </a:cubicBezTo>
                  <a:cubicBezTo>
                    <a:pt x="1192" y="83"/>
                    <a:pt x="1192" y="83"/>
                    <a:pt x="1192" y="83"/>
                  </a:cubicBezTo>
                  <a:cubicBezTo>
                    <a:pt x="1195" y="85"/>
                    <a:pt x="1195" y="85"/>
                    <a:pt x="1195" y="85"/>
                  </a:cubicBezTo>
                  <a:cubicBezTo>
                    <a:pt x="1195" y="85"/>
                    <a:pt x="1195" y="85"/>
                    <a:pt x="1195" y="85"/>
                  </a:cubicBezTo>
                  <a:cubicBezTo>
                    <a:pt x="1198" y="87"/>
                    <a:pt x="1198" y="87"/>
                    <a:pt x="1198" y="87"/>
                  </a:cubicBezTo>
                  <a:cubicBezTo>
                    <a:pt x="1198" y="87"/>
                    <a:pt x="1198" y="87"/>
                    <a:pt x="1198" y="87"/>
                  </a:cubicBezTo>
                  <a:cubicBezTo>
                    <a:pt x="1201" y="89"/>
                    <a:pt x="1201" y="89"/>
                    <a:pt x="1201" y="89"/>
                  </a:cubicBezTo>
                  <a:cubicBezTo>
                    <a:pt x="1201" y="89"/>
                    <a:pt x="1201" y="89"/>
                    <a:pt x="1201" y="89"/>
                  </a:cubicBezTo>
                  <a:cubicBezTo>
                    <a:pt x="1204" y="97"/>
                    <a:pt x="1204" y="97"/>
                    <a:pt x="1204" y="97"/>
                  </a:cubicBezTo>
                  <a:cubicBezTo>
                    <a:pt x="1204" y="97"/>
                    <a:pt x="1204" y="97"/>
                    <a:pt x="1204" y="97"/>
                  </a:cubicBezTo>
                  <a:cubicBezTo>
                    <a:pt x="1206" y="103"/>
                    <a:pt x="1206" y="103"/>
                    <a:pt x="1206" y="103"/>
                  </a:cubicBezTo>
                  <a:cubicBezTo>
                    <a:pt x="1206" y="103"/>
                    <a:pt x="1206" y="103"/>
                    <a:pt x="1206" y="103"/>
                  </a:cubicBezTo>
                  <a:cubicBezTo>
                    <a:pt x="1204" y="111"/>
                    <a:pt x="1204" y="111"/>
                    <a:pt x="1204" y="111"/>
                  </a:cubicBezTo>
                  <a:cubicBezTo>
                    <a:pt x="1204" y="111"/>
                    <a:pt x="1204" y="111"/>
                    <a:pt x="1204" y="111"/>
                  </a:cubicBezTo>
                  <a:cubicBezTo>
                    <a:pt x="1203" y="118"/>
                    <a:pt x="1203" y="118"/>
                    <a:pt x="1203" y="118"/>
                  </a:cubicBezTo>
                  <a:cubicBezTo>
                    <a:pt x="1203" y="118"/>
                    <a:pt x="1203" y="118"/>
                    <a:pt x="1203" y="118"/>
                  </a:cubicBezTo>
                  <a:cubicBezTo>
                    <a:pt x="1201" y="127"/>
                    <a:pt x="1201" y="127"/>
                    <a:pt x="1201" y="127"/>
                  </a:cubicBezTo>
                  <a:cubicBezTo>
                    <a:pt x="1201" y="127"/>
                    <a:pt x="1201" y="127"/>
                    <a:pt x="1201" y="127"/>
                  </a:cubicBezTo>
                  <a:cubicBezTo>
                    <a:pt x="1201" y="134"/>
                    <a:pt x="1201" y="134"/>
                    <a:pt x="1201" y="134"/>
                  </a:cubicBezTo>
                  <a:cubicBezTo>
                    <a:pt x="1201" y="134"/>
                    <a:pt x="1201" y="134"/>
                    <a:pt x="1201" y="134"/>
                  </a:cubicBezTo>
                  <a:cubicBezTo>
                    <a:pt x="1202" y="141"/>
                    <a:pt x="1202" y="141"/>
                    <a:pt x="1202" y="141"/>
                  </a:cubicBezTo>
                  <a:cubicBezTo>
                    <a:pt x="1202" y="141"/>
                    <a:pt x="1202" y="141"/>
                    <a:pt x="1202" y="141"/>
                  </a:cubicBezTo>
                  <a:cubicBezTo>
                    <a:pt x="1207" y="146"/>
                    <a:pt x="1207" y="146"/>
                    <a:pt x="1207" y="146"/>
                  </a:cubicBezTo>
                  <a:cubicBezTo>
                    <a:pt x="1207" y="146"/>
                    <a:pt x="1207" y="146"/>
                    <a:pt x="1207" y="146"/>
                  </a:cubicBezTo>
                  <a:cubicBezTo>
                    <a:pt x="1211" y="145"/>
                    <a:pt x="1211" y="145"/>
                    <a:pt x="1211" y="145"/>
                  </a:cubicBezTo>
                  <a:cubicBezTo>
                    <a:pt x="1211" y="145"/>
                    <a:pt x="1211" y="145"/>
                    <a:pt x="1211" y="145"/>
                  </a:cubicBezTo>
                  <a:cubicBezTo>
                    <a:pt x="1213" y="142"/>
                    <a:pt x="1213" y="142"/>
                    <a:pt x="1213" y="142"/>
                  </a:cubicBezTo>
                  <a:cubicBezTo>
                    <a:pt x="1213" y="142"/>
                    <a:pt x="1213" y="142"/>
                    <a:pt x="1213" y="142"/>
                  </a:cubicBezTo>
                  <a:cubicBezTo>
                    <a:pt x="1215" y="139"/>
                    <a:pt x="1215" y="139"/>
                    <a:pt x="1215" y="139"/>
                  </a:cubicBezTo>
                  <a:cubicBezTo>
                    <a:pt x="1215" y="139"/>
                    <a:pt x="1215" y="139"/>
                    <a:pt x="1215" y="139"/>
                  </a:cubicBezTo>
                  <a:cubicBezTo>
                    <a:pt x="1216" y="136"/>
                    <a:pt x="1216" y="136"/>
                    <a:pt x="1216" y="136"/>
                  </a:cubicBezTo>
                  <a:cubicBezTo>
                    <a:pt x="1216" y="136"/>
                    <a:pt x="1216" y="136"/>
                    <a:pt x="1216" y="136"/>
                  </a:cubicBezTo>
                  <a:cubicBezTo>
                    <a:pt x="1217" y="131"/>
                    <a:pt x="1217" y="131"/>
                    <a:pt x="1217" y="131"/>
                  </a:cubicBezTo>
                  <a:cubicBezTo>
                    <a:pt x="1217" y="131"/>
                    <a:pt x="1217" y="131"/>
                    <a:pt x="1217" y="131"/>
                  </a:cubicBezTo>
                  <a:cubicBezTo>
                    <a:pt x="1216" y="128"/>
                    <a:pt x="1216" y="128"/>
                    <a:pt x="1216" y="128"/>
                  </a:cubicBezTo>
                  <a:cubicBezTo>
                    <a:pt x="1216" y="128"/>
                    <a:pt x="1216" y="128"/>
                    <a:pt x="1216" y="128"/>
                  </a:cubicBezTo>
                  <a:cubicBezTo>
                    <a:pt x="1216" y="123"/>
                    <a:pt x="1216" y="123"/>
                    <a:pt x="1216" y="123"/>
                  </a:cubicBezTo>
                  <a:cubicBezTo>
                    <a:pt x="1216" y="123"/>
                    <a:pt x="1216" y="123"/>
                    <a:pt x="1216" y="123"/>
                  </a:cubicBezTo>
                  <a:cubicBezTo>
                    <a:pt x="1216" y="119"/>
                    <a:pt x="1216" y="119"/>
                    <a:pt x="1216" y="119"/>
                  </a:cubicBezTo>
                  <a:cubicBezTo>
                    <a:pt x="1216" y="119"/>
                    <a:pt x="1216" y="119"/>
                    <a:pt x="1216" y="119"/>
                  </a:cubicBezTo>
                  <a:cubicBezTo>
                    <a:pt x="1216" y="114"/>
                    <a:pt x="1216" y="114"/>
                    <a:pt x="1216" y="114"/>
                  </a:cubicBezTo>
                  <a:cubicBezTo>
                    <a:pt x="1216" y="114"/>
                    <a:pt x="1216" y="114"/>
                    <a:pt x="1216" y="114"/>
                  </a:cubicBezTo>
                  <a:cubicBezTo>
                    <a:pt x="1217" y="115"/>
                    <a:pt x="1217" y="115"/>
                    <a:pt x="1217" y="115"/>
                  </a:cubicBezTo>
                  <a:cubicBezTo>
                    <a:pt x="1217" y="115"/>
                    <a:pt x="1217" y="115"/>
                    <a:pt x="1217" y="115"/>
                  </a:cubicBezTo>
                  <a:cubicBezTo>
                    <a:pt x="1218" y="115"/>
                    <a:pt x="1218" y="115"/>
                    <a:pt x="1218" y="115"/>
                  </a:cubicBezTo>
                  <a:cubicBezTo>
                    <a:pt x="1218" y="115"/>
                    <a:pt x="1218" y="115"/>
                    <a:pt x="1218" y="115"/>
                  </a:cubicBezTo>
                  <a:cubicBezTo>
                    <a:pt x="1219" y="116"/>
                    <a:pt x="1219" y="116"/>
                    <a:pt x="1219" y="116"/>
                  </a:cubicBezTo>
                  <a:cubicBezTo>
                    <a:pt x="1219" y="116"/>
                    <a:pt x="1219" y="116"/>
                    <a:pt x="1219" y="116"/>
                  </a:cubicBezTo>
                  <a:cubicBezTo>
                    <a:pt x="1221" y="116"/>
                    <a:pt x="1221" y="116"/>
                    <a:pt x="1221" y="116"/>
                  </a:cubicBezTo>
                  <a:cubicBezTo>
                    <a:pt x="1221" y="116"/>
                    <a:pt x="1221" y="116"/>
                    <a:pt x="1221" y="116"/>
                  </a:cubicBezTo>
                  <a:cubicBezTo>
                    <a:pt x="1222" y="118"/>
                    <a:pt x="1222" y="118"/>
                    <a:pt x="1222" y="118"/>
                  </a:cubicBezTo>
                  <a:cubicBezTo>
                    <a:pt x="1222" y="118"/>
                    <a:pt x="1222" y="118"/>
                    <a:pt x="1222" y="118"/>
                  </a:cubicBezTo>
                  <a:cubicBezTo>
                    <a:pt x="1225" y="118"/>
                    <a:pt x="1225" y="118"/>
                    <a:pt x="1225" y="118"/>
                  </a:cubicBezTo>
                  <a:cubicBezTo>
                    <a:pt x="1225" y="118"/>
                    <a:pt x="1225" y="118"/>
                    <a:pt x="1225" y="118"/>
                  </a:cubicBezTo>
                  <a:cubicBezTo>
                    <a:pt x="1225" y="119"/>
                    <a:pt x="1225" y="119"/>
                    <a:pt x="1225" y="119"/>
                  </a:cubicBezTo>
                  <a:cubicBezTo>
                    <a:pt x="1225" y="119"/>
                    <a:pt x="1225" y="119"/>
                    <a:pt x="1225" y="119"/>
                  </a:cubicBezTo>
                  <a:cubicBezTo>
                    <a:pt x="1229" y="119"/>
                    <a:pt x="1229" y="119"/>
                    <a:pt x="1229" y="119"/>
                  </a:cubicBezTo>
                  <a:cubicBezTo>
                    <a:pt x="1229" y="119"/>
                    <a:pt x="1229" y="119"/>
                    <a:pt x="1229" y="119"/>
                  </a:cubicBezTo>
                  <a:cubicBezTo>
                    <a:pt x="1234" y="117"/>
                    <a:pt x="1234" y="117"/>
                    <a:pt x="1234" y="117"/>
                  </a:cubicBezTo>
                  <a:cubicBezTo>
                    <a:pt x="1234" y="117"/>
                    <a:pt x="1234" y="117"/>
                    <a:pt x="1234" y="117"/>
                  </a:cubicBezTo>
                  <a:cubicBezTo>
                    <a:pt x="1245" y="102"/>
                    <a:pt x="1245" y="102"/>
                    <a:pt x="1245" y="102"/>
                  </a:cubicBezTo>
                  <a:cubicBezTo>
                    <a:pt x="1245" y="102"/>
                    <a:pt x="1245" y="102"/>
                    <a:pt x="1245" y="102"/>
                  </a:cubicBezTo>
                  <a:cubicBezTo>
                    <a:pt x="1225" y="151"/>
                    <a:pt x="1225" y="151"/>
                    <a:pt x="1225" y="151"/>
                  </a:cubicBezTo>
                  <a:cubicBezTo>
                    <a:pt x="1225" y="151"/>
                    <a:pt x="1225" y="151"/>
                    <a:pt x="1225" y="151"/>
                  </a:cubicBezTo>
                  <a:cubicBezTo>
                    <a:pt x="1222" y="152"/>
                    <a:pt x="1222" y="152"/>
                    <a:pt x="1222" y="152"/>
                  </a:cubicBezTo>
                  <a:cubicBezTo>
                    <a:pt x="1222" y="152"/>
                    <a:pt x="1222" y="152"/>
                    <a:pt x="1222" y="152"/>
                  </a:cubicBezTo>
                  <a:cubicBezTo>
                    <a:pt x="1220" y="153"/>
                    <a:pt x="1220" y="153"/>
                    <a:pt x="1220" y="153"/>
                  </a:cubicBezTo>
                  <a:cubicBezTo>
                    <a:pt x="1220" y="153"/>
                    <a:pt x="1220" y="153"/>
                    <a:pt x="1220" y="153"/>
                  </a:cubicBezTo>
                  <a:cubicBezTo>
                    <a:pt x="1218" y="153"/>
                    <a:pt x="1218" y="153"/>
                    <a:pt x="1218" y="153"/>
                  </a:cubicBezTo>
                  <a:cubicBezTo>
                    <a:pt x="1218" y="153"/>
                    <a:pt x="1218" y="153"/>
                    <a:pt x="1218" y="153"/>
                  </a:cubicBezTo>
                  <a:cubicBezTo>
                    <a:pt x="1217" y="153"/>
                    <a:pt x="1217" y="153"/>
                    <a:pt x="1217" y="153"/>
                  </a:cubicBezTo>
                  <a:cubicBezTo>
                    <a:pt x="1217" y="153"/>
                    <a:pt x="1217" y="153"/>
                    <a:pt x="1217" y="153"/>
                  </a:cubicBezTo>
                  <a:cubicBezTo>
                    <a:pt x="1215" y="153"/>
                    <a:pt x="1215" y="153"/>
                    <a:pt x="1215" y="153"/>
                  </a:cubicBezTo>
                  <a:cubicBezTo>
                    <a:pt x="1215" y="153"/>
                    <a:pt x="1215" y="153"/>
                    <a:pt x="1215" y="153"/>
                  </a:cubicBezTo>
                  <a:cubicBezTo>
                    <a:pt x="1214" y="153"/>
                    <a:pt x="1214" y="153"/>
                    <a:pt x="1214" y="153"/>
                  </a:cubicBezTo>
                  <a:cubicBezTo>
                    <a:pt x="1214" y="153"/>
                    <a:pt x="1214" y="153"/>
                    <a:pt x="1214" y="153"/>
                  </a:cubicBezTo>
                  <a:cubicBezTo>
                    <a:pt x="1212" y="153"/>
                    <a:pt x="1212" y="153"/>
                    <a:pt x="1212" y="153"/>
                  </a:cubicBezTo>
                  <a:cubicBezTo>
                    <a:pt x="1212" y="153"/>
                    <a:pt x="1212" y="153"/>
                    <a:pt x="1212" y="153"/>
                  </a:cubicBezTo>
                  <a:cubicBezTo>
                    <a:pt x="1211" y="153"/>
                    <a:pt x="1211" y="153"/>
                    <a:pt x="1211" y="153"/>
                  </a:cubicBezTo>
                  <a:cubicBezTo>
                    <a:pt x="1211" y="153"/>
                    <a:pt x="1211" y="153"/>
                    <a:pt x="1211" y="153"/>
                  </a:cubicBezTo>
                  <a:cubicBezTo>
                    <a:pt x="1207" y="157"/>
                    <a:pt x="1207" y="157"/>
                    <a:pt x="1207" y="157"/>
                  </a:cubicBezTo>
                  <a:cubicBezTo>
                    <a:pt x="1207" y="157"/>
                    <a:pt x="1207" y="157"/>
                    <a:pt x="1207" y="157"/>
                  </a:cubicBezTo>
                  <a:cubicBezTo>
                    <a:pt x="1204" y="161"/>
                    <a:pt x="1204" y="161"/>
                    <a:pt x="1204" y="161"/>
                  </a:cubicBezTo>
                  <a:cubicBezTo>
                    <a:pt x="1204" y="161"/>
                    <a:pt x="1204" y="161"/>
                    <a:pt x="1204" y="161"/>
                  </a:cubicBezTo>
                  <a:cubicBezTo>
                    <a:pt x="1203" y="166"/>
                    <a:pt x="1203" y="166"/>
                    <a:pt x="1203" y="166"/>
                  </a:cubicBezTo>
                  <a:cubicBezTo>
                    <a:pt x="1203" y="166"/>
                    <a:pt x="1203" y="166"/>
                    <a:pt x="1203" y="166"/>
                  </a:cubicBezTo>
                  <a:cubicBezTo>
                    <a:pt x="1203" y="171"/>
                    <a:pt x="1203" y="171"/>
                    <a:pt x="1203" y="171"/>
                  </a:cubicBezTo>
                  <a:cubicBezTo>
                    <a:pt x="1203" y="171"/>
                    <a:pt x="1203" y="171"/>
                    <a:pt x="1203" y="171"/>
                  </a:cubicBezTo>
                  <a:cubicBezTo>
                    <a:pt x="1202" y="176"/>
                    <a:pt x="1202" y="176"/>
                    <a:pt x="1202" y="176"/>
                  </a:cubicBezTo>
                  <a:cubicBezTo>
                    <a:pt x="1202" y="176"/>
                    <a:pt x="1202" y="176"/>
                    <a:pt x="1202" y="176"/>
                  </a:cubicBezTo>
                  <a:cubicBezTo>
                    <a:pt x="1202" y="181"/>
                    <a:pt x="1202" y="181"/>
                    <a:pt x="1202" y="181"/>
                  </a:cubicBezTo>
                  <a:cubicBezTo>
                    <a:pt x="1202" y="181"/>
                    <a:pt x="1202" y="181"/>
                    <a:pt x="1202" y="181"/>
                  </a:cubicBezTo>
                  <a:cubicBezTo>
                    <a:pt x="1203" y="185"/>
                    <a:pt x="1203" y="185"/>
                    <a:pt x="1203" y="185"/>
                  </a:cubicBezTo>
                  <a:cubicBezTo>
                    <a:pt x="1203" y="185"/>
                    <a:pt x="1203" y="185"/>
                    <a:pt x="1203" y="185"/>
                  </a:cubicBezTo>
                  <a:cubicBezTo>
                    <a:pt x="1206" y="188"/>
                    <a:pt x="1206" y="188"/>
                    <a:pt x="1206" y="188"/>
                  </a:cubicBezTo>
                  <a:cubicBezTo>
                    <a:pt x="1206" y="188"/>
                    <a:pt x="1206" y="188"/>
                    <a:pt x="1206" y="188"/>
                  </a:cubicBezTo>
                  <a:cubicBezTo>
                    <a:pt x="1246" y="170"/>
                    <a:pt x="1246" y="170"/>
                    <a:pt x="1246" y="170"/>
                  </a:cubicBezTo>
                  <a:cubicBezTo>
                    <a:pt x="1246" y="170"/>
                    <a:pt x="1246" y="170"/>
                    <a:pt x="1246" y="170"/>
                  </a:cubicBezTo>
                  <a:cubicBezTo>
                    <a:pt x="1262" y="66"/>
                    <a:pt x="1262" y="66"/>
                    <a:pt x="1262" y="66"/>
                  </a:cubicBezTo>
                  <a:cubicBezTo>
                    <a:pt x="1262" y="66"/>
                    <a:pt x="1262" y="66"/>
                    <a:pt x="1262" y="66"/>
                  </a:cubicBezTo>
                  <a:cubicBezTo>
                    <a:pt x="1260" y="63"/>
                    <a:pt x="1260" y="63"/>
                    <a:pt x="1260" y="63"/>
                  </a:cubicBezTo>
                  <a:cubicBezTo>
                    <a:pt x="1260" y="63"/>
                    <a:pt x="1260" y="63"/>
                    <a:pt x="1260" y="63"/>
                  </a:cubicBezTo>
                  <a:cubicBezTo>
                    <a:pt x="1259" y="60"/>
                    <a:pt x="1259" y="60"/>
                    <a:pt x="1259" y="60"/>
                  </a:cubicBezTo>
                  <a:cubicBezTo>
                    <a:pt x="1259" y="60"/>
                    <a:pt x="1259" y="60"/>
                    <a:pt x="1259" y="60"/>
                  </a:cubicBezTo>
                  <a:cubicBezTo>
                    <a:pt x="1258" y="58"/>
                    <a:pt x="1258" y="58"/>
                    <a:pt x="1258" y="58"/>
                  </a:cubicBezTo>
                  <a:cubicBezTo>
                    <a:pt x="1258" y="58"/>
                    <a:pt x="1258" y="58"/>
                    <a:pt x="1258" y="58"/>
                  </a:cubicBezTo>
                  <a:cubicBezTo>
                    <a:pt x="1258" y="54"/>
                    <a:pt x="1258" y="54"/>
                    <a:pt x="1258" y="54"/>
                  </a:cubicBezTo>
                  <a:cubicBezTo>
                    <a:pt x="1258" y="54"/>
                    <a:pt x="1258" y="54"/>
                    <a:pt x="1258" y="54"/>
                  </a:cubicBezTo>
                  <a:cubicBezTo>
                    <a:pt x="1257" y="51"/>
                    <a:pt x="1257" y="51"/>
                    <a:pt x="1257" y="51"/>
                  </a:cubicBezTo>
                  <a:cubicBezTo>
                    <a:pt x="1257" y="51"/>
                    <a:pt x="1257" y="51"/>
                    <a:pt x="1257" y="51"/>
                  </a:cubicBezTo>
                  <a:cubicBezTo>
                    <a:pt x="1257" y="47"/>
                    <a:pt x="1257" y="47"/>
                    <a:pt x="1257" y="47"/>
                  </a:cubicBezTo>
                  <a:cubicBezTo>
                    <a:pt x="1257" y="47"/>
                    <a:pt x="1257" y="47"/>
                    <a:pt x="1257" y="47"/>
                  </a:cubicBezTo>
                  <a:cubicBezTo>
                    <a:pt x="1257" y="44"/>
                    <a:pt x="1257" y="44"/>
                    <a:pt x="1257" y="44"/>
                  </a:cubicBezTo>
                  <a:cubicBezTo>
                    <a:pt x="1257" y="44"/>
                    <a:pt x="1257" y="44"/>
                    <a:pt x="1257" y="44"/>
                  </a:cubicBezTo>
                  <a:cubicBezTo>
                    <a:pt x="1260" y="40"/>
                    <a:pt x="1260" y="40"/>
                    <a:pt x="1260" y="40"/>
                  </a:cubicBezTo>
                  <a:cubicBezTo>
                    <a:pt x="1260" y="40"/>
                    <a:pt x="1260" y="40"/>
                    <a:pt x="1260" y="40"/>
                  </a:cubicBezTo>
                  <a:cubicBezTo>
                    <a:pt x="1262" y="41"/>
                    <a:pt x="1262" y="41"/>
                    <a:pt x="1262" y="41"/>
                  </a:cubicBezTo>
                  <a:cubicBezTo>
                    <a:pt x="1262" y="41"/>
                    <a:pt x="1262" y="41"/>
                    <a:pt x="1262" y="41"/>
                  </a:cubicBezTo>
                  <a:cubicBezTo>
                    <a:pt x="1264" y="40"/>
                    <a:pt x="1264" y="40"/>
                    <a:pt x="1264" y="40"/>
                  </a:cubicBezTo>
                  <a:cubicBezTo>
                    <a:pt x="1264" y="40"/>
                    <a:pt x="1264" y="40"/>
                    <a:pt x="1264" y="40"/>
                  </a:cubicBezTo>
                  <a:cubicBezTo>
                    <a:pt x="1268" y="40"/>
                    <a:pt x="1268" y="40"/>
                    <a:pt x="1268" y="40"/>
                  </a:cubicBezTo>
                  <a:cubicBezTo>
                    <a:pt x="1268" y="40"/>
                    <a:pt x="1268" y="40"/>
                    <a:pt x="1268" y="40"/>
                  </a:cubicBezTo>
                  <a:cubicBezTo>
                    <a:pt x="1271" y="38"/>
                    <a:pt x="1271" y="38"/>
                    <a:pt x="1271" y="38"/>
                  </a:cubicBezTo>
                  <a:cubicBezTo>
                    <a:pt x="1271" y="38"/>
                    <a:pt x="1271" y="38"/>
                    <a:pt x="1271" y="38"/>
                  </a:cubicBezTo>
                  <a:cubicBezTo>
                    <a:pt x="1273" y="38"/>
                    <a:pt x="1273" y="38"/>
                    <a:pt x="1273" y="38"/>
                  </a:cubicBezTo>
                  <a:cubicBezTo>
                    <a:pt x="1273" y="38"/>
                    <a:pt x="1273" y="38"/>
                    <a:pt x="1273" y="38"/>
                  </a:cubicBezTo>
                  <a:cubicBezTo>
                    <a:pt x="1276" y="37"/>
                    <a:pt x="1276" y="37"/>
                    <a:pt x="1276" y="37"/>
                  </a:cubicBezTo>
                  <a:cubicBezTo>
                    <a:pt x="1276" y="37"/>
                    <a:pt x="1276" y="37"/>
                    <a:pt x="1276" y="37"/>
                  </a:cubicBezTo>
                  <a:cubicBezTo>
                    <a:pt x="1279" y="37"/>
                    <a:pt x="1279" y="37"/>
                    <a:pt x="1279" y="37"/>
                  </a:cubicBezTo>
                  <a:cubicBezTo>
                    <a:pt x="1279" y="37"/>
                    <a:pt x="1279" y="37"/>
                    <a:pt x="1279" y="37"/>
                  </a:cubicBezTo>
                  <a:cubicBezTo>
                    <a:pt x="1282" y="38"/>
                    <a:pt x="1282" y="38"/>
                    <a:pt x="1282" y="38"/>
                  </a:cubicBezTo>
                  <a:cubicBezTo>
                    <a:pt x="1282" y="38"/>
                    <a:pt x="1282" y="38"/>
                    <a:pt x="1282" y="38"/>
                  </a:cubicBezTo>
                  <a:cubicBezTo>
                    <a:pt x="1282" y="54"/>
                    <a:pt x="1282" y="54"/>
                    <a:pt x="1282" y="54"/>
                  </a:cubicBezTo>
                  <a:cubicBezTo>
                    <a:pt x="1282" y="54"/>
                    <a:pt x="1282" y="54"/>
                    <a:pt x="1282" y="54"/>
                  </a:cubicBezTo>
                  <a:cubicBezTo>
                    <a:pt x="1280" y="69"/>
                    <a:pt x="1280" y="69"/>
                    <a:pt x="1280" y="69"/>
                  </a:cubicBezTo>
                  <a:cubicBezTo>
                    <a:pt x="1280" y="69"/>
                    <a:pt x="1280" y="69"/>
                    <a:pt x="1280" y="69"/>
                  </a:cubicBezTo>
                  <a:cubicBezTo>
                    <a:pt x="1276" y="84"/>
                    <a:pt x="1276" y="84"/>
                    <a:pt x="1276" y="84"/>
                  </a:cubicBezTo>
                  <a:cubicBezTo>
                    <a:pt x="1276" y="84"/>
                    <a:pt x="1276" y="84"/>
                    <a:pt x="1276" y="84"/>
                  </a:cubicBezTo>
                  <a:cubicBezTo>
                    <a:pt x="1273" y="99"/>
                    <a:pt x="1273" y="99"/>
                    <a:pt x="1273" y="99"/>
                  </a:cubicBezTo>
                  <a:cubicBezTo>
                    <a:pt x="1273" y="99"/>
                    <a:pt x="1273" y="99"/>
                    <a:pt x="1273" y="99"/>
                  </a:cubicBezTo>
                  <a:cubicBezTo>
                    <a:pt x="1268" y="114"/>
                    <a:pt x="1268" y="114"/>
                    <a:pt x="1268" y="114"/>
                  </a:cubicBezTo>
                  <a:cubicBezTo>
                    <a:pt x="1268" y="114"/>
                    <a:pt x="1268" y="114"/>
                    <a:pt x="1268" y="114"/>
                  </a:cubicBezTo>
                  <a:cubicBezTo>
                    <a:pt x="1264" y="129"/>
                    <a:pt x="1264" y="129"/>
                    <a:pt x="1264" y="129"/>
                  </a:cubicBezTo>
                  <a:cubicBezTo>
                    <a:pt x="1264" y="129"/>
                    <a:pt x="1264" y="129"/>
                    <a:pt x="1264" y="129"/>
                  </a:cubicBezTo>
                  <a:cubicBezTo>
                    <a:pt x="1261" y="144"/>
                    <a:pt x="1261" y="144"/>
                    <a:pt x="1261" y="144"/>
                  </a:cubicBezTo>
                  <a:cubicBezTo>
                    <a:pt x="1261" y="144"/>
                    <a:pt x="1261" y="144"/>
                    <a:pt x="1261" y="144"/>
                  </a:cubicBezTo>
                  <a:cubicBezTo>
                    <a:pt x="1260" y="159"/>
                    <a:pt x="1260" y="159"/>
                    <a:pt x="1260" y="159"/>
                  </a:cubicBezTo>
                  <a:cubicBezTo>
                    <a:pt x="1260" y="159"/>
                    <a:pt x="1260" y="159"/>
                    <a:pt x="1260" y="159"/>
                  </a:cubicBezTo>
                  <a:cubicBezTo>
                    <a:pt x="1263" y="161"/>
                    <a:pt x="1263" y="161"/>
                    <a:pt x="1263" y="161"/>
                  </a:cubicBezTo>
                  <a:cubicBezTo>
                    <a:pt x="1263" y="161"/>
                    <a:pt x="1263" y="161"/>
                    <a:pt x="1263" y="161"/>
                  </a:cubicBezTo>
                  <a:cubicBezTo>
                    <a:pt x="1303" y="152"/>
                    <a:pt x="1303" y="152"/>
                    <a:pt x="1303" y="152"/>
                  </a:cubicBezTo>
                  <a:cubicBezTo>
                    <a:pt x="1303" y="152"/>
                    <a:pt x="1303" y="152"/>
                    <a:pt x="1303" y="152"/>
                  </a:cubicBezTo>
                  <a:cubicBezTo>
                    <a:pt x="1320" y="176"/>
                    <a:pt x="1320" y="176"/>
                    <a:pt x="1320" y="176"/>
                  </a:cubicBezTo>
                  <a:cubicBezTo>
                    <a:pt x="1320" y="176"/>
                    <a:pt x="1320" y="176"/>
                    <a:pt x="1320" y="176"/>
                  </a:cubicBezTo>
                  <a:cubicBezTo>
                    <a:pt x="1311" y="174"/>
                    <a:pt x="1311" y="174"/>
                    <a:pt x="1311" y="174"/>
                  </a:cubicBezTo>
                  <a:cubicBezTo>
                    <a:pt x="1311" y="174"/>
                    <a:pt x="1311" y="174"/>
                    <a:pt x="1311" y="174"/>
                  </a:cubicBezTo>
                  <a:cubicBezTo>
                    <a:pt x="1301" y="172"/>
                    <a:pt x="1301" y="172"/>
                    <a:pt x="1301" y="172"/>
                  </a:cubicBezTo>
                  <a:cubicBezTo>
                    <a:pt x="1301" y="172"/>
                    <a:pt x="1301" y="172"/>
                    <a:pt x="1301" y="172"/>
                  </a:cubicBezTo>
                  <a:cubicBezTo>
                    <a:pt x="1292" y="171"/>
                    <a:pt x="1292" y="171"/>
                    <a:pt x="1292" y="171"/>
                  </a:cubicBezTo>
                  <a:cubicBezTo>
                    <a:pt x="1292" y="171"/>
                    <a:pt x="1292" y="171"/>
                    <a:pt x="1292" y="171"/>
                  </a:cubicBezTo>
                  <a:cubicBezTo>
                    <a:pt x="1283" y="170"/>
                    <a:pt x="1283" y="170"/>
                    <a:pt x="1283" y="170"/>
                  </a:cubicBezTo>
                  <a:cubicBezTo>
                    <a:pt x="1283" y="170"/>
                    <a:pt x="1283" y="170"/>
                    <a:pt x="1283" y="170"/>
                  </a:cubicBezTo>
                  <a:cubicBezTo>
                    <a:pt x="1274" y="171"/>
                    <a:pt x="1274" y="171"/>
                    <a:pt x="1274" y="171"/>
                  </a:cubicBezTo>
                  <a:cubicBezTo>
                    <a:pt x="1274" y="171"/>
                    <a:pt x="1274" y="171"/>
                    <a:pt x="1274" y="171"/>
                  </a:cubicBezTo>
                  <a:cubicBezTo>
                    <a:pt x="1264" y="172"/>
                    <a:pt x="1264" y="172"/>
                    <a:pt x="1264" y="172"/>
                  </a:cubicBezTo>
                  <a:cubicBezTo>
                    <a:pt x="1264" y="172"/>
                    <a:pt x="1264" y="172"/>
                    <a:pt x="1264" y="172"/>
                  </a:cubicBezTo>
                  <a:cubicBezTo>
                    <a:pt x="1255" y="175"/>
                    <a:pt x="1255" y="175"/>
                    <a:pt x="1255" y="175"/>
                  </a:cubicBezTo>
                  <a:cubicBezTo>
                    <a:pt x="1255" y="175"/>
                    <a:pt x="1255" y="175"/>
                    <a:pt x="1255" y="175"/>
                  </a:cubicBezTo>
                  <a:cubicBezTo>
                    <a:pt x="1248" y="180"/>
                    <a:pt x="1248" y="180"/>
                    <a:pt x="1248" y="180"/>
                  </a:cubicBezTo>
                  <a:cubicBezTo>
                    <a:pt x="1248" y="180"/>
                    <a:pt x="1248" y="180"/>
                    <a:pt x="1248" y="180"/>
                  </a:cubicBezTo>
                  <a:cubicBezTo>
                    <a:pt x="1182" y="213"/>
                    <a:pt x="1182" y="213"/>
                    <a:pt x="1182" y="213"/>
                  </a:cubicBezTo>
                  <a:cubicBezTo>
                    <a:pt x="1182" y="213"/>
                    <a:pt x="1182" y="213"/>
                    <a:pt x="1182" y="213"/>
                  </a:cubicBezTo>
                  <a:cubicBezTo>
                    <a:pt x="1181" y="215"/>
                    <a:pt x="1181" y="215"/>
                    <a:pt x="1181" y="215"/>
                  </a:cubicBezTo>
                  <a:cubicBezTo>
                    <a:pt x="1181" y="215"/>
                    <a:pt x="1181" y="215"/>
                    <a:pt x="1181" y="215"/>
                  </a:cubicBezTo>
                  <a:cubicBezTo>
                    <a:pt x="1181" y="217"/>
                    <a:pt x="1181" y="217"/>
                    <a:pt x="1181" y="217"/>
                  </a:cubicBezTo>
                  <a:cubicBezTo>
                    <a:pt x="1181" y="217"/>
                    <a:pt x="1181" y="217"/>
                    <a:pt x="1181" y="217"/>
                  </a:cubicBezTo>
                  <a:cubicBezTo>
                    <a:pt x="1181" y="219"/>
                    <a:pt x="1181" y="219"/>
                    <a:pt x="1181" y="219"/>
                  </a:cubicBezTo>
                  <a:cubicBezTo>
                    <a:pt x="1181" y="219"/>
                    <a:pt x="1181" y="219"/>
                    <a:pt x="1181" y="219"/>
                  </a:cubicBezTo>
                  <a:cubicBezTo>
                    <a:pt x="1181" y="221"/>
                    <a:pt x="1181" y="221"/>
                    <a:pt x="1181" y="221"/>
                  </a:cubicBezTo>
                  <a:cubicBezTo>
                    <a:pt x="1181" y="221"/>
                    <a:pt x="1181" y="221"/>
                    <a:pt x="1181" y="221"/>
                  </a:cubicBezTo>
                  <a:cubicBezTo>
                    <a:pt x="1181" y="224"/>
                    <a:pt x="1181" y="224"/>
                    <a:pt x="1181" y="224"/>
                  </a:cubicBezTo>
                  <a:cubicBezTo>
                    <a:pt x="1181" y="224"/>
                    <a:pt x="1181" y="224"/>
                    <a:pt x="1181" y="224"/>
                  </a:cubicBezTo>
                  <a:cubicBezTo>
                    <a:pt x="1181" y="226"/>
                    <a:pt x="1181" y="226"/>
                    <a:pt x="1181" y="226"/>
                  </a:cubicBezTo>
                  <a:cubicBezTo>
                    <a:pt x="1181" y="226"/>
                    <a:pt x="1181" y="226"/>
                    <a:pt x="1181" y="226"/>
                  </a:cubicBezTo>
                  <a:cubicBezTo>
                    <a:pt x="1181" y="228"/>
                    <a:pt x="1181" y="228"/>
                    <a:pt x="1181" y="228"/>
                  </a:cubicBezTo>
                  <a:cubicBezTo>
                    <a:pt x="1181" y="228"/>
                    <a:pt x="1181" y="228"/>
                    <a:pt x="1181" y="228"/>
                  </a:cubicBezTo>
                  <a:cubicBezTo>
                    <a:pt x="1183" y="229"/>
                    <a:pt x="1183" y="229"/>
                    <a:pt x="1183" y="229"/>
                  </a:cubicBezTo>
                  <a:cubicBezTo>
                    <a:pt x="1183" y="229"/>
                    <a:pt x="1183" y="229"/>
                    <a:pt x="1183" y="229"/>
                  </a:cubicBezTo>
                  <a:cubicBezTo>
                    <a:pt x="1188" y="229"/>
                    <a:pt x="1188" y="229"/>
                    <a:pt x="1188" y="229"/>
                  </a:cubicBezTo>
                  <a:cubicBezTo>
                    <a:pt x="1188" y="229"/>
                    <a:pt x="1188" y="229"/>
                    <a:pt x="1188" y="229"/>
                  </a:cubicBezTo>
                  <a:cubicBezTo>
                    <a:pt x="1225" y="204"/>
                    <a:pt x="1225" y="204"/>
                    <a:pt x="1225" y="204"/>
                  </a:cubicBezTo>
                  <a:cubicBezTo>
                    <a:pt x="1225" y="204"/>
                    <a:pt x="1225" y="204"/>
                    <a:pt x="1225" y="204"/>
                  </a:cubicBezTo>
                  <a:cubicBezTo>
                    <a:pt x="1229" y="204"/>
                    <a:pt x="1229" y="204"/>
                    <a:pt x="1229" y="204"/>
                  </a:cubicBezTo>
                  <a:cubicBezTo>
                    <a:pt x="1229" y="204"/>
                    <a:pt x="1229" y="204"/>
                    <a:pt x="1229" y="204"/>
                  </a:cubicBezTo>
                  <a:cubicBezTo>
                    <a:pt x="1233" y="203"/>
                    <a:pt x="1233" y="203"/>
                    <a:pt x="1233" y="203"/>
                  </a:cubicBezTo>
                  <a:cubicBezTo>
                    <a:pt x="1233" y="203"/>
                    <a:pt x="1233" y="203"/>
                    <a:pt x="1233" y="203"/>
                  </a:cubicBezTo>
                  <a:cubicBezTo>
                    <a:pt x="1237" y="203"/>
                    <a:pt x="1237" y="203"/>
                    <a:pt x="1237" y="203"/>
                  </a:cubicBezTo>
                  <a:cubicBezTo>
                    <a:pt x="1237" y="203"/>
                    <a:pt x="1237" y="203"/>
                    <a:pt x="1237" y="203"/>
                  </a:cubicBezTo>
                  <a:cubicBezTo>
                    <a:pt x="1242" y="202"/>
                    <a:pt x="1242" y="202"/>
                    <a:pt x="1242" y="202"/>
                  </a:cubicBezTo>
                  <a:cubicBezTo>
                    <a:pt x="1242" y="202"/>
                    <a:pt x="1242" y="202"/>
                    <a:pt x="1242" y="202"/>
                  </a:cubicBezTo>
                  <a:cubicBezTo>
                    <a:pt x="1245" y="203"/>
                    <a:pt x="1245" y="203"/>
                    <a:pt x="1245" y="203"/>
                  </a:cubicBezTo>
                  <a:cubicBezTo>
                    <a:pt x="1245" y="203"/>
                    <a:pt x="1245" y="203"/>
                    <a:pt x="1245" y="203"/>
                  </a:cubicBezTo>
                  <a:cubicBezTo>
                    <a:pt x="1251" y="204"/>
                    <a:pt x="1251" y="204"/>
                    <a:pt x="1251" y="204"/>
                  </a:cubicBezTo>
                  <a:cubicBezTo>
                    <a:pt x="1251" y="204"/>
                    <a:pt x="1251" y="204"/>
                    <a:pt x="1251" y="204"/>
                  </a:cubicBezTo>
                  <a:cubicBezTo>
                    <a:pt x="1254" y="206"/>
                    <a:pt x="1254" y="206"/>
                    <a:pt x="1254" y="206"/>
                  </a:cubicBezTo>
                  <a:cubicBezTo>
                    <a:pt x="1254" y="206"/>
                    <a:pt x="1254" y="206"/>
                    <a:pt x="1254" y="206"/>
                  </a:cubicBezTo>
                  <a:cubicBezTo>
                    <a:pt x="1259" y="207"/>
                    <a:pt x="1259" y="207"/>
                    <a:pt x="1259" y="207"/>
                  </a:cubicBezTo>
                  <a:cubicBezTo>
                    <a:pt x="1259" y="207"/>
                    <a:pt x="1259" y="207"/>
                    <a:pt x="1259" y="207"/>
                  </a:cubicBezTo>
                  <a:cubicBezTo>
                    <a:pt x="1244" y="229"/>
                    <a:pt x="1237" y="234"/>
                    <a:pt x="1237" y="235"/>
                  </a:cubicBezTo>
                  <a:cubicBezTo>
                    <a:pt x="1237" y="235"/>
                    <a:pt x="1237" y="235"/>
                    <a:pt x="1237" y="235"/>
                  </a:cubicBezTo>
                  <a:cubicBezTo>
                    <a:pt x="1237" y="236"/>
                    <a:pt x="1237" y="236"/>
                    <a:pt x="1237" y="236"/>
                  </a:cubicBezTo>
                  <a:cubicBezTo>
                    <a:pt x="1234" y="239"/>
                    <a:pt x="1234" y="239"/>
                    <a:pt x="1234" y="239"/>
                  </a:cubicBezTo>
                  <a:cubicBezTo>
                    <a:pt x="1232" y="241"/>
                    <a:pt x="1232" y="241"/>
                    <a:pt x="1232" y="241"/>
                  </a:cubicBezTo>
                  <a:cubicBezTo>
                    <a:pt x="1232" y="241"/>
                    <a:pt x="1232" y="241"/>
                    <a:pt x="1232" y="241"/>
                  </a:cubicBezTo>
                  <a:cubicBezTo>
                    <a:pt x="1231" y="242"/>
                    <a:pt x="1231" y="242"/>
                    <a:pt x="1231" y="242"/>
                  </a:cubicBezTo>
                  <a:cubicBezTo>
                    <a:pt x="1231" y="242"/>
                    <a:pt x="1231" y="242"/>
                    <a:pt x="1231" y="242"/>
                  </a:cubicBezTo>
                  <a:cubicBezTo>
                    <a:pt x="1230" y="243"/>
                    <a:pt x="1230" y="243"/>
                    <a:pt x="1230" y="243"/>
                  </a:cubicBezTo>
                  <a:cubicBezTo>
                    <a:pt x="1230" y="243"/>
                    <a:pt x="1230" y="243"/>
                    <a:pt x="1230" y="243"/>
                  </a:cubicBezTo>
                  <a:cubicBezTo>
                    <a:pt x="1230" y="243"/>
                    <a:pt x="1230" y="243"/>
                    <a:pt x="1230" y="243"/>
                  </a:cubicBezTo>
                  <a:cubicBezTo>
                    <a:pt x="1230" y="243"/>
                    <a:pt x="1230" y="243"/>
                    <a:pt x="1230" y="243"/>
                  </a:cubicBezTo>
                  <a:cubicBezTo>
                    <a:pt x="1230" y="245"/>
                    <a:pt x="1230" y="245"/>
                    <a:pt x="1230" y="245"/>
                  </a:cubicBezTo>
                  <a:cubicBezTo>
                    <a:pt x="1230" y="245"/>
                    <a:pt x="1230" y="245"/>
                    <a:pt x="1230" y="245"/>
                  </a:cubicBezTo>
                  <a:cubicBezTo>
                    <a:pt x="1230" y="246"/>
                    <a:pt x="1230" y="246"/>
                    <a:pt x="1230" y="246"/>
                  </a:cubicBezTo>
                  <a:cubicBezTo>
                    <a:pt x="1230" y="246"/>
                    <a:pt x="1230" y="246"/>
                    <a:pt x="1230" y="246"/>
                  </a:cubicBezTo>
                  <a:cubicBezTo>
                    <a:pt x="1230" y="248"/>
                    <a:pt x="1230" y="248"/>
                    <a:pt x="1230" y="248"/>
                  </a:cubicBezTo>
                  <a:cubicBezTo>
                    <a:pt x="1230" y="248"/>
                    <a:pt x="1230" y="248"/>
                    <a:pt x="1230" y="248"/>
                  </a:cubicBezTo>
                  <a:cubicBezTo>
                    <a:pt x="1230" y="249"/>
                    <a:pt x="1230" y="249"/>
                    <a:pt x="1230" y="249"/>
                  </a:cubicBezTo>
                  <a:cubicBezTo>
                    <a:pt x="1230" y="249"/>
                    <a:pt x="1230" y="249"/>
                    <a:pt x="1230" y="249"/>
                  </a:cubicBezTo>
                  <a:cubicBezTo>
                    <a:pt x="1230" y="251"/>
                    <a:pt x="1230" y="251"/>
                    <a:pt x="1230" y="251"/>
                  </a:cubicBezTo>
                  <a:cubicBezTo>
                    <a:pt x="1230" y="251"/>
                    <a:pt x="1230" y="251"/>
                    <a:pt x="1230" y="251"/>
                  </a:cubicBezTo>
                  <a:cubicBezTo>
                    <a:pt x="1231" y="252"/>
                    <a:pt x="1231" y="252"/>
                    <a:pt x="1231" y="252"/>
                  </a:cubicBezTo>
                  <a:cubicBezTo>
                    <a:pt x="1231" y="252"/>
                    <a:pt x="1231" y="252"/>
                    <a:pt x="1231" y="252"/>
                  </a:cubicBezTo>
                  <a:cubicBezTo>
                    <a:pt x="1232" y="253"/>
                    <a:pt x="1232" y="253"/>
                    <a:pt x="1232" y="253"/>
                  </a:cubicBezTo>
                  <a:cubicBezTo>
                    <a:pt x="1232" y="253"/>
                    <a:pt x="1232" y="253"/>
                    <a:pt x="1232" y="253"/>
                  </a:cubicBezTo>
                  <a:cubicBezTo>
                    <a:pt x="1233" y="253"/>
                    <a:pt x="1233" y="253"/>
                    <a:pt x="1233" y="253"/>
                  </a:cubicBezTo>
                  <a:cubicBezTo>
                    <a:pt x="1233" y="253"/>
                    <a:pt x="1233" y="253"/>
                    <a:pt x="1233" y="253"/>
                  </a:cubicBezTo>
                  <a:cubicBezTo>
                    <a:pt x="1233" y="255"/>
                    <a:pt x="1233" y="255"/>
                    <a:pt x="1233" y="255"/>
                  </a:cubicBezTo>
                  <a:cubicBezTo>
                    <a:pt x="1233" y="255"/>
                    <a:pt x="1233" y="255"/>
                    <a:pt x="1233" y="255"/>
                  </a:cubicBezTo>
                  <a:cubicBezTo>
                    <a:pt x="1235" y="256"/>
                    <a:pt x="1235" y="256"/>
                    <a:pt x="1235" y="256"/>
                  </a:cubicBezTo>
                  <a:cubicBezTo>
                    <a:pt x="1235" y="256"/>
                    <a:pt x="1235" y="256"/>
                    <a:pt x="1235" y="256"/>
                  </a:cubicBezTo>
                  <a:cubicBezTo>
                    <a:pt x="1235" y="256"/>
                    <a:pt x="1235" y="256"/>
                    <a:pt x="1235" y="256"/>
                  </a:cubicBezTo>
                  <a:cubicBezTo>
                    <a:pt x="1235" y="256"/>
                    <a:pt x="1235" y="256"/>
                    <a:pt x="1235" y="256"/>
                  </a:cubicBezTo>
                  <a:cubicBezTo>
                    <a:pt x="1237" y="257"/>
                    <a:pt x="1237" y="257"/>
                    <a:pt x="1237" y="257"/>
                  </a:cubicBezTo>
                  <a:cubicBezTo>
                    <a:pt x="1237" y="257"/>
                    <a:pt x="1237" y="257"/>
                    <a:pt x="1237" y="257"/>
                  </a:cubicBezTo>
                  <a:cubicBezTo>
                    <a:pt x="1236" y="263"/>
                    <a:pt x="1236" y="263"/>
                    <a:pt x="1236" y="263"/>
                  </a:cubicBezTo>
                  <a:cubicBezTo>
                    <a:pt x="1236" y="263"/>
                    <a:pt x="1236" y="263"/>
                    <a:pt x="1236" y="263"/>
                  </a:cubicBezTo>
                  <a:cubicBezTo>
                    <a:pt x="1234" y="266"/>
                    <a:pt x="1234" y="266"/>
                    <a:pt x="1234" y="266"/>
                  </a:cubicBezTo>
                  <a:cubicBezTo>
                    <a:pt x="1234" y="266"/>
                    <a:pt x="1234" y="266"/>
                    <a:pt x="1234" y="266"/>
                  </a:cubicBezTo>
                  <a:cubicBezTo>
                    <a:pt x="1232" y="267"/>
                    <a:pt x="1232" y="267"/>
                    <a:pt x="1232" y="267"/>
                  </a:cubicBezTo>
                  <a:cubicBezTo>
                    <a:pt x="1232" y="267"/>
                    <a:pt x="1232" y="267"/>
                    <a:pt x="1232" y="267"/>
                  </a:cubicBezTo>
                  <a:cubicBezTo>
                    <a:pt x="1230" y="269"/>
                    <a:pt x="1230" y="269"/>
                    <a:pt x="1230" y="269"/>
                  </a:cubicBezTo>
                  <a:cubicBezTo>
                    <a:pt x="1230" y="269"/>
                    <a:pt x="1230" y="269"/>
                    <a:pt x="1230" y="269"/>
                  </a:cubicBezTo>
                  <a:cubicBezTo>
                    <a:pt x="1229" y="269"/>
                    <a:pt x="1229" y="269"/>
                    <a:pt x="1229" y="269"/>
                  </a:cubicBezTo>
                  <a:cubicBezTo>
                    <a:pt x="1229" y="269"/>
                    <a:pt x="1229" y="269"/>
                    <a:pt x="1229" y="269"/>
                  </a:cubicBezTo>
                  <a:cubicBezTo>
                    <a:pt x="1225" y="271"/>
                    <a:pt x="1225" y="271"/>
                    <a:pt x="1225" y="271"/>
                  </a:cubicBezTo>
                  <a:cubicBezTo>
                    <a:pt x="1225" y="271"/>
                    <a:pt x="1225" y="271"/>
                    <a:pt x="1225" y="271"/>
                  </a:cubicBezTo>
                  <a:cubicBezTo>
                    <a:pt x="1223" y="272"/>
                    <a:pt x="1223" y="272"/>
                    <a:pt x="1223" y="272"/>
                  </a:cubicBezTo>
                  <a:cubicBezTo>
                    <a:pt x="1223" y="272"/>
                    <a:pt x="1223" y="272"/>
                    <a:pt x="1223" y="272"/>
                  </a:cubicBezTo>
                  <a:cubicBezTo>
                    <a:pt x="1221" y="274"/>
                    <a:pt x="1221" y="274"/>
                    <a:pt x="1221" y="274"/>
                  </a:cubicBezTo>
                  <a:cubicBezTo>
                    <a:pt x="1221" y="274"/>
                    <a:pt x="1221" y="274"/>
                    <a:pt x="1221" y="274"/>
                  </a:cubicBezTo>
                  <a:cubicBezTo>
                    <a:pt x="1219" y="275"/>
                    <a:pt x="1219" y="275"/>
                    <a:pt x="1219" y="275"/>
                  </a:cubicBezTo>
                  <a:cubicBezTo>
                    <a:pt x="1219" y="275"/>
                    <a:pt x="1219" y="275"/>
                    <a:pt x="1219" y="275"/>
                  </a:cubicBezTo>
                  <a:cubicBezTo>
                    <a:pt x="1217" y="278"/>
                    <a:pt x="1217" y="278"/>
                    <a:pt x="1217" y="278"/>
                  </a:cubicBezTo>
                  <a:cubicBezTo>
                    <a:pt x="1217" y="278"/>
                    <a:pt x="1217" y="278"/>
                    <a:pt x="1217" y="278"/>
                  </a:cubicBezTo>
                  <a:cubicBezTo>
                    <a:pt x="1218" y="280"/>
                    <a:pt x="1218" y="280"/>
                    <a:pt x="1218" y="280"/>
                  </a:cubicBezTo>
                  <a:cubicBezTo>
                    <a:pt x="1218" y="280"/>
                    <a:pt x="1218" y="280"/>
                    <a:pt x="1218" y="280"/>
                  </a:cubicBezTo>
                  <a:cubicBezTo>
                    <a:pt x="1218" y="282"/>
                    <a:pt x="1218" y="282"/>
                    <a:pt x="1218" y="282"/>
                  </a:cubicBezTo>
                  <a:cubicBezTo>
                    <a:pt x="1218" y="282"/>
                    <a:pt x="1218" y="282"/>
                    <a:pt x="1218" y="282"/>
                  </a:cubicBezTo>
                  <a:cubicBezTo>
                    <a:pt x="1221" y="282"/>
                    <a:pt x="1221" y="282"/>
                    <a:pt x="1221" y="282"/>
                  </a:cubicBezTo>
                  <a:cubicBezTo>
                    <a:pt x="1221" y="282"/>
                    <a:pt x="1221" y="282"/>
                    <a:pt x="1221" y="282"/>
                  </a:cubicBezTo>
                  <a:cubicBezTo>
                    <a:pt x="1222" y="284"/>
                    <a:pt x="1222" y="284"/>
                    <a:pt x="1222" y="284"/>
                  </a:cubicBezTo>
                  <a:cubicBezTo>
                    <a:pt x="1222" y="284"/>
                    <a:pt x="1222" y="284"/>
                    <a:pt x="1222" y="284"/>
                  </a:cubicBezTo>
                  <a:cubicBezTo>
                    <a:pt x="1225" y="285"/>
                    <a:pt x="1225" y="285"/>
                    <a:pt x="1225" y="285"/>
                  </a:cubicBezTo>
                  <a:cubicBezTo>
                    <a:pt x="1225" y="285"/>
                    <a:pt x="1225" y="285"/>
                    <a:pt x="1225" y="285"/>
                  </a:cubicBezTo>
                  <a:cubicBezTo>
                    <a:pt x="1226" y="286"/>
                    <a:pt x="1226" y="286"/>
                    <a:pt x="1226" y="286"/>
                  </a:cubicBezTo>
                  <a:cubicBezTo>
                    <a:pt x="1226" y="286"/>
                    <a:pt x="1226" y="286"/>
                    <a:pt x="1226" y="286"/>
                  </a:cubicBezTo>
                  <a:cubicBezTo>
                    <a:pt x="1230" y="287"/>
                    <a:pt x="1230" y="287"/>
                    <a:pt x="1230" y="287"/>
                  </a:cubicBezTo>
                  <a:cubicBezTo>
                    <a:pt x="1230" y="287"/>
                    <a:pt x="1230" y="287"/>
                    <a:pt x="1230" y="287"/>
                  </a:cubicBezTo>
                  <a:cubicBezTo>
                    <a:pt x="1230" y="289"/>
                    <a:pt x="1230" y="289"/>
                    <a:pt x="1230" y="289"/>
                  </a:cubicBezTo>
                  <a:cubicBezTo>
                    <a:pt x="1230" y="289"/>
                    <a:pt x="1230" y="289"/>
                    <a:pt x="1230" y="289"/>
                  </a:cubicBezTo>
                  <a:cubicBezTo>
                    <a:pt x="1230" y="290"/>
                    <a:pt x="1230" y="290"/>
                    <a:pt x="1230" y="290"/>
                  </a:cubicBezTo>
                  <a:cubicBezTo>
                    <a:pt x="1230" y="290"/>
                    <a:pt x="1230" y="290"/>
                    <a:pt x="1230" y="290"/>
                  </a:cubicBezTo>
                  <a:cubicBezTo>
                    <a:pt x="1230" y="291"/>
                    <a:pt x="1230" y="291"/>
                    <a:pt x="1230" y="291"/>
                  </a:cubicBezTo>
                  <a:cubicBezTo>
                    <a:pt x="1230" y="291"/>
                    <a:pt x="1230" y="291"/>
                    <a:pt x="1230" y="291"/>
                  </a:cubicBezTo>
                  <a:cubicBezTo>
                    <a:pt x="1231" y="292"/>
                    <a:pt x="1231" y="292"/>
                    <a:pt x="1231" y="292"/>
                  </a:cubicBezTo>
                  <a:cubicBezTo>
                    <a:pt x="1231" y="292"/>
                    <a:pt x="1231" y="292"/>
                    <a:pt x="1231" y="292"/>
                  </a:cubicBezTo>
                  <a:cubicBezTo>
                    <a:pt x="1231" y="294"/>
                    <a:pt x="1231" y="294"/>
                    <a:pt x="1231" y="294"/>
                  </a:cubicBezTo>
                  <a:cubicBezTo>
                    <a:pt x="1231" y="294"/>
                    <a:pt x="1231" y="294"/>
                    <a:pt x="1231" y="294"/>
                  </a:cubicBezTo>
                  <a:cubicBezTo>
                    <a:pt x="1231" y="295"/>
                    <a:pt x="1231" y="295"/>
                    <a:pt x="1231" y="295"/>
                  </a:cubicBezTo>
                  <a:cubicBezTo>
                    <a:pt x="1231" y="295"/>
                    <a:pt x="1231" y="295"/>
                    <a:pt x="1231" y="295"/>
                  </a:cubicBezTo>
                  <a:cubicBezTo>
                    <a:pt x="1231" y="295"/>
                    <a:pt x="1231" y="295"/>
                    <a:pt x="1231" y="295"/>
                  </a:cubicBezTo>
                  <a:cubicBezTo>
                    <a:pt x="1231" y="295"/>
                    <a:pt x="1231" y="295"/>
                    <a:pt x="1231" y="295"/>
                  </a:cubicBezTo>
                  <a:cubicBezTo>
                    <a:pt x="1231" y="296"/>
                    <a:pt x="1231" y="296"/>
                    <a:pt x="1231" y="296"/>
                  </a:cubicBezTo>
                  <a:cubicBezTo>
                    <a:pt x="1231" y="296"/>
                    <a:pt x="1231" y="296"/>
                    <a:pt x="1231" y="296"/>
                  </a:cubicBezTo>
                  <a:cubicBezTo>
                    <a:pt x="1225" y="298"/>
                    <a:pt x="1225" y="298"/>
                    <a:pt x="1225" y="298"/>
                  </a:cubicBezTo>
                  <a:cubicBezTo>
                    <a:pt x="1225" y="298"/>
                    <a:pt x="1225" y="298"/>
                    <a:pt x="1225" y="298"/>
                  </a:cubicBezTo>
                  <a:cubicBezTo>
                    <a:pt x="1223" y="301"/>
                    <a:pt x="1223" y="301"/>
                    <a:pt x="1223" y="301"/>
                  </a:cubicBezTo>
                  <a:cubicBezTo>
                    <a:pt x="1223" y="301"/>
                    <a:pt x="1223" y="301"/>
                    <a:pt x="1223" y="301"/>
                  </a:cubicBezTo>
                  <a:cubicBezTo>
                    <a:pt x="1223" y="302"/>
                    <a:pt x="1223" y="302"/>
                    <a:pt x="1223" y="302"/>
                  </a:cubicBezTo>
                  <a:cubicBezTo>
                    <a:pt x="1223" y="302"/>
                    <a:pt x="1223" y="302"/>
                    <a:pt x="1223" y="302"/>
                  </a:cubicBezTo>
                  <a:cubicBezTo>
                    <a:pt x="1225" y="305"/>
                    <a:pt x="1225" y="305"/>
                    <a:pt x="1225" y="305"/>
                  </a:cubicBezTo>
                  <a:cubicBezTo>
                    <a:pt x="1225" y="305"/>
                    <a:pt x="1225" y="305"/>
                    <a:pt x="1225" y="305"/>
                  </a:cubicBezTo>
                  <a:cubicBezTo>
                    <a:pt x="1225" y="306"/>
                    <a:pt x="1225" y="306"/>
                    <a:pt x="1225" y="306"/>
                  </a:cubicBezTo>
                  <a:cubicBezTo>
                    <a:pt x="1225" y="306"/>
                    <a:pt x="1225" y="306"/>
                    <a:pt x="1225" y="306"/>
                  </a:cubicBezTo>
                  <a:cubicBezTo>
                    <a:pt x="1226" y="309"/>
                    <a:pt x="1226" y="309"/>
                    <a:pt x="1226" y="309"/>
                  </a:cubicBezTo>
                  <a:cubicBezTo>
                    <a:pt x="1226" y="309"/>
                    <a:pt x="1226" y="309"/>
                    <a:pt x="1226" y="309"/>
                  </a:cubicBezTo>
                  <a:cubicBezTo>
                    <a:pt x="1227" y="310"/>
                    <a:pt x="1227" y="310"/>
                    <a:pt x="1227" y="310"/>
                  </a:cubicBezTo>
                  <a:cubicBezTo>
                    <a:pt x="1227" y="310"/>
                    <a:pt x="1227" y="310"/>
                    <a:pt x="1227" y="310"/>
                  </a:cubicBezTo>
                  <a:cubicBezTo>
                    <a:pt x="1227" y="312"/>
                    <a:pt x="1227" y="312"/>
                    <a:pt x="1227" y="312"/>
                  </a:cubicBezTo>
                  <a:cubicBezTo>
                    <a:pt x="1227" y="312"/>
                    <a:pt x="1227" y="312"/>
                    <a:pt x="1227" y="312"/>
                  </a:cubicBezTo>
                  <a:cubicBezTo>
                    <a:pt x="1227" y="313"/>
                    <a:pt x="1227" y="313"/>
                    <a:pt x="1227" y="313"/>
                  </a:cubicBezTo>
                  <a:cubicBezTo>
                    <a:pt x="1227" y="313"/>
                    <a:pt x="1227" y="313"/>
                    <a:pt x="1227" y="313"/>
                  </a:cubicBezTo>
                  <a:cubicBezTo>
                    <a:pt x="1225" y="316"/>
                    <a:pt x="1225" y="316"/>
                    <a:pt x="1225" y="316"/>
                  </a:cubicBezTo>
                  <a:cubicBezTo>
                    <a:pt x="1225" y="316"/>
                    <a:pt x="1225" y="316"/>
                    <a:pt x="1225" y="316"/>
                  </a:cubicBezTo>
                  <a:cubicBezTo>
                    <a:pt x="1222" y="317"/>
                    <a:pt x="1222" y="317"/>
                    <a:pt x="1222" y="317"/>
                  </a:cubicBezTo>
                  <a:cubicBezTo>
                    <a:pt x="1222" y="317"/>
                    <a:pt x="1222" y="317"/>
                    <a:pt x="1222" y="317"/>
                  </a:cubicBezTo>
                  <a:cubicBezTo>
                    <a:pt x="1220" y="318"/>
                    <a:pt x="1220" y="318"/>
                    <a:pt x="1220" y="318"/>
                  </a:cubicBezTo>
                  <a:cubicBezTo>
                    <a:pt x="1220" y="318"/>
                    <a:pt x="1220" y="318"/>
                    <a:pt x="1220" y="318"/>
                  </a:cubicBezTo>
                  <a:cubicBezTo>
                    <a:pt x="1218" y="318"/>
                    <a:pt x="1218" y="318"/>
                    <a:pt x="1218" y="318"/>
                  </a:cubicBezTo>
                  <a:cubicBezTo>
                    <a:pt x="1218" y="318"/>
                    <a:pt x="1218" y="318"/>
                    <a:pt x="1218" y="318"/>
                  </a:cubicBezTo>
                  <a:cubicBezTo>
                    <a:pt x="1215" y="319"/>
                    <a:pt x="1215" y="319"/>
                    <a:pt x="1215" y="319"/>
                  </a:cubicBezTo>
                  <a:cubicBezTo>
                    <a:pt x="1215" y="319"/>
                    <a:pt x="1215" y="319"/>
                    <a:pt x="1215" y="319"/>
                  </a:cubicBezTo>
                  <a:cubicBezTo>
                    <a:pt x="1213" y="320"/>
                    <a:pt x="1213" y="320"/>
                    <a:pt x="1213" y="320"/>
                  </a:cubicBezTo>
                  <a:cubicBezTo>
                    <a:pt x="1213" y="320"/>
                    <a:pt x="1213" y="320"/>
                    <a:pt x="1213" y="320"/>
                  </a:cubicBezTo>
                  <a:cubicBezTo>
                    <a:pt x="1210" y="321"/>
                    <a:pt x="1210" y="321"/>
                    <a:pt x="1210" y="321"/>
                  </a:cubicBezTo>
                  <a:cubicBezTo>
                    <a:pt x="1210" y="321"/>
                    <a:pt x="1210" y="321"/>
                    <a:pt x="1210" y="321"/>
                  </a:cubicBezTo>
                  <a:cubicBezTo>
                    <a:pt x="1209" y="322"/>
                    <a:pt x="1209" y="322"/>
                    <a:pt x="1209" y="322"/>
                  </a:cubicBezTo>
                  <a:cubicBezTo>
                    <a:pt x="1209" y="322"/>
                    <a:pt x="1209" y="322"/>
                    <a:pt x="1209" y="322"/>
                  </a:cubicBezTo>
                  <a:cubicBezTo>
                    <a:pt x="1207" y="406"/>
                    <a:pt x="1207" y="406"/>
                    <a:pt x="1207" y="406"/>
                  </a:cubicBezTo>
                  <a:cubicBezTo>
                    <a:pt x="1207" y="406"/>
                    <a:pt x="1207" y="406"/>
                    <a:pt x="1207" y="406"/>
                  </a:cubicBezTo>
                  <a:cubicBezTo>
                    <a:pt x="1199" y="407"/>
                    <a:pt x="1199" y="407"/>
                    <a:pt x="1199" y="407"/>
                  </a:cubicBezTo>
                  <a:cubicBezTo>
                    <a:pt x="1199" y="407"/>
                    <a:pt x="1199" y="407"/>
                    <a:pt x="1199" y="407"/>
                  </a:cubicBezTo>
                  <a:cubicBezTo>
                    <a:pt x="1195" y="404"/>
                    <a:pt x="1195" y="404"/>
                    <a:pt x="1195" y="404"/>
                  </a:cubicBezTo>
                  <a:cubicBezTo>
                    <a:pt x="1195" y="404"/>
                    <a:pt x="1195" y="404"/>
                    <a:pt x="1195" y="404"/>
                  </a:cubicBezTo>
                  <a:cubicBezTo>
                    <a:pt x="1192" y="400"/>
                    <a:pt x="1192" y="400"/>
                    <a:pt x="1192" y="400"/>
                  </a:cubicBezTo>
                  <a:cubicBezTo>
                    <a:pt x="1192" y="400"/>
                    <a:pt x="1192" y="400"/>
                    <a:pt x="1192" y="400"/>
                  </a:cubicBezTo>
                  <a:cubicBezTo>
                    <a:pt x="1187" y="398"/>
                    <a:pt x="1187" y="398"/>
                    <a:pt x="1187" y="398"/>
                  </a:cubicBezTo>
                  <a:cubicBezTo>
                    <a:pt x="1187" y="398"/>
                    <a:pt x="1187" y="398"/>
                    <a:pt x="1187" y="398"/>
                  </a:cubicBezTo>
                  <a:cubicBezTo>
                    <a:pt x="1182" y="396"/>
                    <a:pt x="1182" y="396"/>
                    <a:pt x="1182" y="396"/>
                  </a:cubicBezTo>
                  <a:cubicBezTo>
                    <a:pt x="1182" y="396"/>
                    <a:pt x="1182" y="396"/>
                    <a:pt x="1182" y="396"/>
                  </a:cubicBezTo>
                  <a:cubicBezTo>
                    <a:pt x="1176" y="396"/>
                    <a:pt x="1176" y="396"/>
                    <a:pt x="1176" y="396"/>
                  </a:cubicBezTo>
                  <a:cubicBezTo>
                    <a:pt x="1176" y="396"/>
                    <a:pt x="1176" y="396"/>
                    <a:pt x="1176" y="396"/>
                  </a:cubicBezTo>
                  <a:cubicBezTo>
                    <a:pt x="1171" y="394"/>
                    <a:pt x="1171" y="394"/>
                    <a:pt x="1171" y="394"/>
                  </a:cubicBezTo>
                  <a:cubicBezTo>
                    <a:pt x="1171" y="394"/>
                    <a:pt x="1171" y="394"/>
                    <a:pt x="1171" y="394"/>
                  </a:cubicBezTo>
                  <a:cubicBezTo>
                    <a:pt x="1166" y="392"/>
                    <a:pt x="1166" y="392"/>
                    <a:pt x="1166" y="392"/>
                  </a:cubicBezTo>
                  <a:cubicBezTo>
                    <a:pt x="1166" y="392"/>
                    <a:pt x="1166" y="392"/>
                    <a:pt x="1166" y="392"/>
                  </a:cubicBezTo>
                  <a:cubicBezTo>
                    <a:pt x="1161" y="389"/>
                    <a:pt x="1161" y="389"/>
                    <a:pt x="1161" y="389"/>
                  </a:cubicBezTo>
                  <a:cubicBezTo>
                    <a:pt x="1161" y="389"/>
                    <a:pt x="1161" y="389"/>
                    <a:pt x="1161" y="389"/>
                  </a:cubicBezTo>
                  <a:cubicBezTo>
                    <a:pt x="1155" y="390"/>
                    <a:pt x="1155" y="390"/>
                    <a:pt x="1155" y="390"/>
                  </a:cubicBezTo>
                  <a:cubicBezTo>
                    <a:pt x="1155" y="390"/>
                    <a:pt x="1155" y="390"/>
                    <a:pt x="1155" y="390"/>
                  </a:cubicBezTo>
                  <a:cubicBezTo>
                    <a:pt x="1132" y="409"/>
                    <a:pt x="1132" y="409"/>
                    <a:pt x="1132" y="409"/>
                  </a:cubicBezTo>
                  <a:cubicBezTo>
                    <a:pt x="1132" y="409"/>
                    <a:pt x="1132" y="409"/>
                    <a:pt x="1132" y="409"/>
                  </a:cubicBezTo>
                  <a:cubicBezTo>
                    <a:pt x="1124" y="414"/>
                    <a:pt x="1124" y="414"/>
                    <a:pt x="1124" y="414"/>
                  </a:cubicBezTo>
                  <a:cubicBezTo>
                    <a:pt x="1124" y="414"/>
                    <a:pt x="1124" y="414"/>
                    <a:pt x="1124" y="414"/>
                  </a:cubicBezTo>
                  <a:cubicBezTo>
                    <a:pt x="1120" y="420"/>
                    <a:pt x="1120" y="420"/>
                    <a:pt x="1120" y="420"/>
                  </a:cubicBezTo>
                  <a:cubicBezTo>
                    <a:pt x="1120" y="420"/>
                    <a:pt x="1120" y="420"/>
                    <a:pt x="1120" y="420"/>
                  </a:cubicBezTo>
                  <a:cubicBezTo>
                    <a:pt x="1117" y="426"/>
                    <a:pt x="1117" y="426"/>
                    <a:pt x="1117" y="426"/>
                  </a:cubicBezTo>
                  <a:cubicBezTo>
                    <a:pt x="1117" y="426"/>
                    <a:pt x="1117" y="426"/>
                    <a:pt x="1117" y="426"/>
                  </a:cubicBezTo>
                  <a:cubicBezTo>
                    <a:pt x="1114" y="432"/>
                    <a:pt x="1114" y="432"/>
                    <a:pt x="1114" y="432"/>
                  </a:cubicBezTo>
                  <a:cubicBezTo>
                    <a:pt x="1114" y="432"/>
                    <a:pt x="1114" y="432"/>
                    <a:pt x="1114" y="432"/>
                  </a:cubicBezTo>
                  <a:cubicBezTo>
                    <a:pt x="1110" y="439"/>
                    <a:pt x="1110" y="439"/>
                    <a:pt x="1110" y="439"/>
                  </a:cubicBezTo>
                  <a:cubicBezTo>
                    <a:pt x="1110" y="439"/>
                    <a:pt x="1110" y="439"/>
                    <a:pt x="1110" y="439"/>
                  </a:cubicBezTo>
                  <a:cubicBezTo>
                    <a:pt x="1106" y="445"/>
                    <a:pt x="1106" y="445"/>
                    <a:pt x="1106" y="445"/>
                  </a:cubicBezTo>
                  <a:cubicBezTo>
                    <a:pt x="1106" y="445"/>
                    <a:pt x="1106" y="445"/>
                    <a:pt x="1106" y="445"/>
                  </a:cubicBezTo>
                  <a:cubicBezTo>
                    <a:pt x="1101" y="451"/>
                    <a:pt x="1101" y="451"/>
                    <a:pt x="1101" y="451"/>
                  </a:cubicBezTo>
                  <a:cubicBezTo>
                    <a:pt x="1101" y="451"/>
                    <a:pt x="1101" y="451"/>
                    <a:pt x="1101" y="451"/>
                  </a:cubicBezTo>
                  <a:cubicBezTo>
                    <a:pt x="1096" y="454"/>
                    <a:pt x="1096" y="454"/>
                    <a:pt x="1096" y="454"/>
                  </a:cubicBezTo>
                  <a:lnTo>
                    <a:pt x="1093" y="454"/>
                  </a:lnTo>
                  <a:close/>
                  <a:moveTo>
                    <a:pt x="425" y="424"/>
                  </a:moveTo>
                  <a:cubicBezTo>
                    <a:pt x="422" y="424"/>
                    <a:pt x="422" y="424"/>
                    <a:pt x="422" y="424"/>
                  </a:cubicBezTo>
                  <a:cubicBezTo>
                    <a:pt x="422" y="424"/>
                    <a:pt x="422" y="424"/>
                    <a:pt x="422" y="424"/>
                  </a:cubicBezTo>
                  <a:cubicBezTo>
                    <a:pt x="421" y="424"/>
                    <a:pt x="421" y="424"/>
                    <a:pt x="421" y="424"/>
                  </a:cubicBezTo>
                  <a:cubicBezTo>
                    <a:pt x="421" y="424"/>
                    <a:pt x="421" y="424"/>
                    <a:pt x="421" y="424"/>
                  </a:cubicBezTo>
                  <a:cubicBezTo>
                    <a:pt x="419" y="424"/>
                    <a:pt x="419" y="424"/>
                    <a:pt x="419" y="424"/>
                  </a:cubicBezTo>
                  <a:cubicBezTo>
                    <a:pt x="419" y="424"/>
                    <a:pt x="419" y="424"/>
                    <a:pt x="419" y="424"/>
                  </a:cubicBezTo>
                  <a:cubicBezTo>
                    <a:pt x="418" y="423"/>
                    <a:pt x="418" y="423"/>
                    <a:pt x="418" y="423"/>
                  </a:cubicBezTo>
                  <a:cubicBezTo>
                    <a:pt x="418" y="423"/>
                    <a:pt x="418" y="423"/>
                    <a:pt x="418" y="423"/>
                  </a:cubicBezTo>
                  <a:cubicBezTo>
                    <a:pt x="416" y="423"/>
                    <a:pt x="416" y="423"/>
                    <a:pt x="416" y="423"/>
                  </a:cubicBezTo>
                  <a:cubicBezTo>
                    <a:pt x="416" y="423"/>
                    <a:pt x="416" y="423"/>
                    <a:pt x="416" y="423"/>
                  </a:cubicBezTo>
                  <a:cubicBezTo>
                    <a:pt x="415" y="421"/>
                    <a:pt x="415" y="421"/>
                    <a:pt x="415" y="421"/>
                  </a:cubicBezTo>
                  <a:cubicBezTo>
                    <a:pt x="415" y="421"/>
                    <a:pt x="415" y="421"/>
                    <a:pt x="415" y="421"/>
                  </a:cubicBezTo>
                  <a:cubicBezTo>
                    <a:pt x="413" y="420"/>
                    <a:pt x="413" y="420"/>
                    <a:pt x="413" y="420"/>
                  </a:cubicBezTo>
                  <a:cubicBezTo>
                    <a:pt x="413" y="420"/>
                    <a:pt x="413" y="420"/>
                    <a:pt x="413" y="420"/>
                  </a:cubicBezTo>
                  <a:cubicBezTo>
                    <a:pt x="412" y="418"/>
                    <a:pt x="412" y="418"/>
                    <a:pt x="412" y="418"/>
                  </a:cubicBezTo>
                  <a:cubicBezTo>
                    <a:pt x="412" y="418"/>
                    <a:pt x="412" y="418"/>
                    <a:pt x="412" y="418"/>
                  </a:cubicBezTo>
                  <a:cubicBezTo>
                    <a:pt x="411" y="417"/>
                    <a:pt x="411" y="417"/>
                    <a:pt x="411" y="417"/>
                  </a:cubicBezTo>
                  <a:cubicBezTo>
                    <a:pt x="411" y="417"/>
                    <a:pt x="411" y="417"/>
                    <a:pt x="411" y="417"/>
                  </a:cubicBezTo>
                  <a:cubicBezTo>
                    <a:pt x="410" y="416"/>
                    <a:pt x="410" y="416"/>
                    <a:pt x="410" y="416"/>
                  </a:cubicBezTo>
                  <a:cubicBezTo>
                    <a:pt x="410" y="416"/>
                    <a:pt x="410" y="416"/>
                    <a:pt x="410" y="416"/>
                  </a:cubicBezTo>
                  <a:cubicBezTo>
                    <a:pt x="409" y="415"/>
                    <a:pt x="409" y="415"/>
                    <a:pt x="409" y="415"/>
                  </a:cubicBezTo>
                  <a:cubicBezTo>
                    <a:pt x="409" y="415"/>
                    <a:pt x="409" y="415"/>
                    <a:pt x="409" y="415"/>
                  </a:cubicBezTo>
                  <a:cubicBezTo>
                    <a:pt x="409" y="414"/>
                    <a:pt x="409" y="414"/>
                    <a:pt x="409" y="414"/>
                  </a:cubicBezTo>
                  <a:cubicBezTo>
                    <a:pt x="409" y="414"/>
                    <a:pt x="409" y="414"/>
                    <a:pt x="409" y="414"/>
                  </a:cubicBezTo>
                  <a:cubicBezTo>
                    <a:pt x="406" y="413"/>
                    <a:pt x="406" y="413"/>
                    <a:pt x="406" y="413"/>
                  </a:cubicBezTo>
                  <a:cubicBezTo>
                    <a:pt x="406" y="413"/>
                    <a:pt x="406" y="413"/>
                    <a:pt x="406" y="413"/>
                  </a:cubicBezTo>
                  <a:cubicBezTo>
                    <a:pt x="405" y="412"/>
                    <a:pt x="405" y="412"/>
                    <a:pt x="405" y="412"/>
                  </a:cubicBezTo>
                  <a:cubicBezTo>
                    <a:pt x="405" y="412"/>
                    <a:pt x="405" y="412"/>
                    <a:pt x="405" y="412"/>
                  </a:cubicBezTo>
                  <a:cubicBezTo>
                    <a:pt x="404" y="411"/>
                    <a:pt x="404" y="411"/>
                    <a:pt x="404" y="411"/>
                  </a:cubicBezTo>
                  <a:cubicBezTo>
                    <a:pt x="404" y="411"/>
                    <a:pt x="404" y="411"/>
                    <a:pt x="404" y="411"/>
                  </a:cubicBezTo>
                  <a:cubicBezTo>
                    <a:pt x="403" y="410"/>
                    <a:pt x="403" y="410"/>
                    <a:pt x="403" y="410"/>
                  </a:cubicBezTo>
                  <a:cubicBezTo>
                    <a:pt x="403" y="410"/>
                    <a:pt x="403" y="410"/>
                    <a:pt x="403" y="410"/>
                  </a:cubicBezTo>
                  <a:cubicBezTo>
                    <a:pt x="402" y="410"/>
                    <a:pt x="402" y="410"/>
                    <a:pt x="402" y="410"/>
                  </a:cubicBezTo>
                  <a:cubicBezTo>
                    <a:pt x="402" y="410"/>
                    <a:pt x="402" y="410"/>
                    <a:pt x="402" y="410"/>
                  </a:cubicBezTo>
                  <a:cubicBezTo>
                    <a:pt x="402" y="410"/>
                    <a:pt x="402" y="410"/>
                    <a:pt x="402" y="410"/>
                  </a:cubicBezTo>
                  <a:cubicBezTo>
                    <a:pt x="402" y="410"/>
                    <a:pt x="402" y="410"/>
                    <a:pt x="402" y="410"/>
                  </a:cubicBezTo>
                  <a:cubicBezTo>
                    <a:pt x="401" y="409"/>
                    <a:pt x="401" y="409"/>
                    <a:pt x="401" y="409"/>
                  </a:cubicBezTo>
                  <a:cubicBezTo>
                    <a:pt x="401" y="409"/>
                    <a:pt x="401" y="409"/>
                    <a:pt x="401" y="409"/>
                  </a:cubicBezTo>
                  <a:cubicBezTo>
                    <a:pt x="401" y="408"/>
                    <a:pt x="401" y="408"/>
                    <a:pt x="401" y="408"/>
                  </a:cubicBezTo>
                  <a:cubicBezTo>
                    <a:pt x="401" y="408"/>
                    <a:pt x="401" y="408"/>
                    <a:pt x="401" y="408"/>
                  </a:cubicBezTo>
                  <a:cubicBezTo>
                    <a:pt x="400" y="408"/>
                    <a:pt x="400" y="408"/>
                    <a:pt x="400" y="408"/>
                  </a:cubicBezTo>
                  <a:cubicBezTo>
                    <a:pt x="400" y="408"/>
                    <a:pt x="400" y="408"/>
                    <a:pt x="400" y="408"/>
                  </a:cubicBezTo>
                  <a:cubicBezTo>
                    <a:pt x="400" y="407"/>
                    <a:pt x="400" y="407"/>
                    <a:pt x="400" y="407"/>
                  </a:cubicBezTo>
                  <a:cubicBezTo>
                    <a:pt x="400" y="407"/>
                    <a:pt x="400" y="407"/>
                    <a:pt x="400" y="407"/>
                  </a:cubicBezTo>
                  <a:cubicBezTo>
                    <a:pt x="400" y="406"/>
                    <a:pt x="400" y="406"/>
                    <a:pt x="400" y="406"/>
                  </a:cubicBezTo>
                  <a:cubicBezTo>
                    <a:pt x="400" y="406"/>
                    <a:pt x="400" y="406"/>
                    <a:pt x="400" y="406"/>
                  </a:cubicBezTo>
                  <a:cubicBezTo>
                    <a:pt x="400" y="404"/>
                    <a:pt x="400" y="404"/>
                    <a:pt x="400" y="404"/>
                  </a:cubicBezTo>
                  <a:cubicBezTo>
                    <a:pt x="400" y="404"/>
                    <a:pt x="400" y="404"/>
                    <a:pt x="400" y="404"/>
                  </a:cubicBezTo>
                  <a:cubicBezTo>
                    <a:pt x="402" y="397"/>
                    <a:pt x="402" y="397"/>
                    <a:pt x="402" y="397"/>
                  </a:cubicBezTo>
                  <a:cubicBezTo>
                    <a:pt x="402" y="397"/>
                    <a:pt x="402" y="397"/>
                    <a:pt x="402" y="397"/>
                  </a:cubicBezTo>
                  <a:cubicBezTo>
                    <a:pt x="406" y="400"/>
                    <a:pt x="406" y="400"/>
                    <a:pt x="406" y="400"/>
                  </a:cubicBezTo>
                  <a:cubicBezTo>
                    <a:pt x="406" y="400"/>
                    <a:pt x="406" y="400"/>
                    <a:pt x="406" y="400"/>
                  </a:cubicBezTo>
                  <a:cubicBezTo>
                    <a:pt x="412" y="401"/>
                    <a:pt x="412" y="401"/>
                    <a:pt x="412" y="401"/>
                  </a:cubicBezTo>
                  <a:cubicBezTo>
                    <a:pt x="412" y="401"/>
                    <a:pt x="412" y="401"/>
                    <a:pt x="412" y="401"/>
                  </a:cubicBezTo>
                  <a:cubicBezTo>
                    <a:pt x="417" y="401"/>
                    <a:pt x="417" y="401"/>
                    <a:pt x="417" y="401"/>
                  </a:cubicBezTo>
                  <a:cubicBezTo>
                    <a:pt x="417" y="401"/>
                    <a:pt x="417" y="401"/>
                    <a:pt x="417" y="401"/>
                  </a:cubicBezTo>
                  <a:cubicBezTo>
                    <a:pt x="422" y="399"/>
                    <a:pt x="422" y="399"/>
                    <a:pt x="422" y="399"/>
                  </a:cubicBezTo>
                  <a:cubicBezTo>
                    <a:pt x="422" y="399"/>
                    <a:pt x="422" y="399"/>
                    <a:pt x="422" y="399"/>
                  </a:cubicBezTo>
                  <a:cubicBezTo>
                    <a:pt x="428" y="398"/>
                    <a:pt x="428" y="398"/>
                    <a:pt x="428" y="398"/>
                  </a:cubicBezTo>
                  <a:cubicBezTo>
                    <a:pt x="428" y="398"/>
                    <a:pt x="428" y="398"/>
                    <a:pt x="428" y="398"/>
                  </a:cubicBezTo>
                  <a:cubicBezTo>
                    <a:pt x="433" y="396"/>
                    <a:pt x="433" y="396"/>
                    <a:pt x="433" y="396"/>
                  </a:cubicBezTo>
                  <a:cubicBezTo>
                    <a:pt x="433" y="396"/>
                    <a:pt x="433" y="396"/>
                    <a:pt x="433" y="396"/>
                  </a:cubicBezTo>
                  <a:cubicBezTo>
                    <a:pt x="438" y="395"/>
                    <a:pt x="438" y="395"/>
                    <a:pt x="438" y="395"/>
                  </a:cubicBezTo>
                  <a:cubicBezTo>
                    <a:pt x="438" y="395"/>
                    <a:pt x="438" y="395"/>
                    <a:pt x="438" y="395"/>
                  </a:cubicBezTo>
                  <a:cubicBezTo>
                    <a:pt x="443" y="392"/>
                    <a:pt x="443" y="392"/>
                    <a:pt x="443" y="392"/>
                  </a:cubicBezTo>
                  <a:cubicBezTo>
                    <a:pt x="443" y="392"/>
                    <a:pt x="443" y="392"/>
                    <a:pt x="443" y="392"/>
                  </a:cubicBezTo>
                  <a:cubicBezTo>
                    <a:pt x="448" y="389"/>
                    <a:pt x="448" y="389"/>
                    <a:pt x="448" y="389"/>
                  </a:cubicBezTo>
                  <a:cubicBezTo>
                    <a:pt x="448" y="389"/>
                    <a:pt x="448" y="389"/>
                    <a:pt x="448" y="389"/>
                  </a:cubicBezTo>
                  <a:cubicBezTo>
                    <a:pt x="454" y="385"/>
                    <a:pt x="454" y="385"/>
                    <a:pt x="454" y="385"/>
                  </a:cubicBezTo>
                  <a:cubicBezTo>
                    <a:pt x="454" y="385"/>
                    <a:pt x="454" y="385"/>
                    <a:pt x="454" y="385"/>
                  </a:cubicBezTo>
                  <a:cubicBezTo>
                    <a:pt x="459" y="381"/>
                    <a:pt x="459" y="381"/>
                    <a:pt x="459" y="381"/>
                  </a:cubicBezTo>
                  <a:cubicBezTo>
                    <a:pt x="459" y="381"/>
                    <a:pt x="459" y="381"/>
                    <a:pt x="459" y="381"/>
                  </a:cubicBezTo>
                  <a:cubicBezTo>
                    <a:pt x="464" y="377"/>
                    <a:pt x="464" y="377"/>
                    <a:pt x="464" y="377"/>
                  </a:cubicBezTo>
                  <a:cubicBezTo>
                    <a:pt x="464" y="377"/>
                    <a:pt x="464" y="377"/>
                    <a:pt x="464" y="377"/>
                  </a:cubicBezTo>
                  <a:cubicBezTo>
                    <a:pt x="468" y="372"/>
                    <a:pt x="468" y="372"/>
                    <a:pt x="468" y="372"/>
                  </a:cubicBezTo>
                  <a:cubicBezTo>
                    <a:pt x="468" y="372"/>
                    <a:pt x="468" y="372"/>
                    <a:pt x="468" y="372"/>
                  </a:cubicBezTo>
                  <a:cubicBezTo>
                    <a:pt x="474" y="367"/>
                    <a:pt x="474" y="367"/>
                    <a:pt x="474" y="367"/>
                  </a:cubicBezTo>
                  <a:cubicBezTo>
                    <a:pt x="474" y="367"/>
                    <a:pt x="474" y="367"/>
                    <a:pt x="474" y="367"/>
                  </a:cubicBezTo>
                  <a:cubicBezTo>
                    <a:pt x="478" y="363"/>
                    <a:pt x="478" y="363"/>
                    <a:pt x="478" y="363"/>
                  </a:cubicBezTo>
                  <a:cubicBezTo>
                    <a:pt x="478" y="363"/>
                    <a:pt x="478" y="363"/>
                    <a:pt x="478" y="363"/>
                  </a:cubicBezTo>
                  <a:cubicBezTo>
                    <a:pt x="483" y="357"/>
                    <a:pt x="483" y="357"/>
                    <a:pt x="483" y="357"/>
                  </a:cubicBezTo>
                  <a:cubicBezTo>
                    <a:pt x="483" y="357"/>
                    <a:pt x="483" y="357"/>
                    <a:pt x="483" y="357"/>
                  </a:cubicBezTo>
                  <a:cubicBezTo>
                    <a:pt x="486" y="359"/>
                    <a:pt x="486" y="359"/>
                    <a:pt x="486" y="359"/>
                  </a:cubicBezTo>
                  <a:cubicBezTo>
                    <a:pt x="486" y="359"/>
                    <a:pt x="486" y="359"/>
                    <a:pt x="486" y="359"/>
                  </a:cubicBezTo>
                  <a:cubicBezTo>
                    <a:pt x="481" y="367"/>
                    <a:pt x="481" y="367"/>
                    <a:pt x="481" y="367"/>
                  </a:cubicBezTo>
                  <a:cubicBezTo>
                    <a:pt x="481" y="367"/>
                    <a:pt x="481" y="367"/>
                    <a:pt x="481" y="367"/>
                  </a:cubicBezTo>
                  <a:cubicBezTo>
                    <a:pt x="476" y="374"/>
                    <a:pt x="476" y="374"/>
                    <a:pt x="476" y="374"/>
                  </a:cubicBezTo>
                  <a:cubicBezTo>
                    <a:pt x="476" y="374"/>
                    <a:pt x="476" y="374"/>
                    <a:pt x="476" y="374"/>
                  </a:cubicBezTo>
                  <a:cubicBezTo>
                    <a:pt x="470" y="381"/>
                    <a:pt x="470" y="381"/>
                    <a:pt x="470" y="381"/>
                  </a:cubicBezTo>
                  <a:cubicBezTo>
                    <a:pt x="470" y="381"/>
                    <a:pt x="470" y="381"/>
                    <a:pt x="470" y="381"/>
                  </a:cubicBezTo>
                  <a:cubicBezTo>
                    <a:pt x="463" y="388"/>
                    <a:pt x="463" y="388"/>
                    <a:pt x="463" y="388"/>
                  </a:cubicBezTo>
                  <a:cubicBezTo>
                    <a:pt x="463" y="388"/>
                    <a:pt x="463" y="388"/>
                    <a:pt x="463" y="388"/>
                  </a:cubicBezTo>
                  <a:cubicBezTo>
                    <a:pt x="457" y="396"/>
                    <a:pt x="457" y="396"/>
                    <a:pt x="457" y="396"/>
                  </a:cubicBezTo>
                  <a:cubicBezTo>
                    <a:pt x="457" y="396"/>
                    <a:pt x="457" y="396"/>
                    <a:pt x="457" y="396"/>
                  </a:cubicBezTo>
                  <a:cubicBezTo>
                    <a:pt x="451" y="403"/>
                    <a:pt x="451" y="403"/>
                    <a:pt x="451" y="403"/>
                  </a:cubicBezTo>
                  <a:cubicBezTo>
                    <a:pt x="451" y="403"/>
                    <a:pt x="451" y="403"/>
                    <a:pt x="451" y="403"/>
                  </a:cubicBezTo>
                  <a:cubicBezTo>
                    <a:pt x="444" y="411"/>
                    <a:pt x="444" y="411"/>
                    <a:pt x="444" y="411"/>
                  </a:cubicBezTo>
                  <a:cubicBezTo>
                    <a:pt x="444" y="411"/>
                    <a:pt x="444" y="411"/>
                    <a:pt x="444" y="411"/>
                  </a:cubicBezTo>
                  <a:cubicBezTo>
                    <a:pt x="441" y="419"/>
                    <a:pt x="441" y="419"/>
                    <a:pt x="441" y="419"/>
                  </a:cubicBezTo>
                  <a:cubicBezTo>
                    <a:pt x="441" y="419"/>
                    <a:pt x="441" y="419"/>
                    <a:pt x="441" y="419"/>
                  </a:cubicBezTo>
                  <a:cubicBezTo>
                    <a:pt x="438" y="420"/>
                    <a:pt x="438" y="420"/>
                    <a:pt x="438" y="420"/>
                  </a:cubicBezTo>
                  <a:cubicBezTo>
                    <a:pt x="438" y="420"/>
                    <a:pt x="438" y="420"/>
                    <a:pt x="438" y="420"/>
                  </a:cubicBezTo>
                  <a:cubicBezTo>
                    <a:pt x="436" y="421"/>
                    <a:pt x="436" y="421"/>
                    <a:pt x="436" y="421"/>
                  </a:cubicBezTo>
                  <a:cubicBezTo>
                    <a:pt x="436" y="421"/>
                    <a:pt x="436" y="421"/>
                    <a:pt x="436" y="421"/>
                  </a:cubicBezTo>
                  <a:cubicBezTo>
                    <a:pt x="434" y="422"/>
                    <a:pt x="434" y="422"/>
                    <a:pt x="434" y="422"/>
                  </a:cubicBezTo>
                  <a:cubicBezTo>
                    <a:pt x="434" y="422"/>
                    <a:pt x="434" y="422"/>
                    <a:pt x="434" y="422"/>
                  </a:cubicBezTo>
                  <a:cubicBezTo>
                    <a:pt x="433" y="422"/>
                    <a:pt x="433" y="422"/>
                    <a:pt x="433" y="422"/>
                  </a:cubicBezTo>
                  <a:cubicBezTo>
                    <a:pt x="433" y="422"/>
                    <a:pt x="433" y="422"/>
                    <a:pt x="433" y="422"/>
                  </a:cubicBezTo>
                  <a:cubicBezTo>
                    <a:pt x="431" y="423"/>
                    <a:pt x="431" y="423"/>
                    <a:pt x="431" y="423"/>
                  </a:cubicBezTo>
                  <a:cubicBezTo>
                    <a:pt x="431" y="423"/>
                    <a:pt x="431" y="423"/>
                    <a:pt x="431" y="423"/>
                  </a:cubicBezTo>
                  <a:cubicBezTo>
                    <a:pt x="429" y="424"/>
                    <a:pt x="429" y="424"/>
                    <a:pt x="429" y="424"/>
                  </a:cubicBezTo>
                  <a:cubicBezTo>
                    <a:pt x="429" y="424"/>
                    <a:pt x="429" y="424"/>
                    <a:pt x="429" y="424"/>
                  </a:cubicBezTo>
                  <a:cubicBezTo>
                    <a:pt x="426" y="424"/>
                    <a:pt x="426" y="424"/>
                    <a:pt x="426" y="424"/>
                  </a:cubicBezTo>
                  <a:cubicBezTo>
                    <a:pt x="426" y="424"/>
                    <a:pt x="426" y="424"/>
                    <a:pt x="426" y="424"/>
                  </a:cubicBezTo>
                  <a:cubicBezTo>
                    <a:pt x="425" y="424"/>
                    <a:pt x="425" y="424"/>
                    <a:pt x="425" y="424"/>
                  </a:cubicBezTo>
                  <a:close/>
                  <a:moveTo>
                    <a:pt x="1686" y="419"/>
                  </a:moveTo>
                  <a:cubicBezTo>
                    <a:pt x="1683" y="419"/>
                    <a:pt x="1683" y="419"/>
                    <a:pt x="1683" y="419"/>
                  </a:cubicBezTo>
                  <a:cubicBezTo>
                    <a:pt x="1683" y="419"/>
                    <a:pt x="1683" y="419"/>
                    <a:pt x="1683" y="419"/>
                  </a:cubicBezTo>
                  <a:cubicBezTo>
                    <a:pt x="1681" y="418"/>
                    <a:pt x="1681" y="418"/>
                    <a:pt x="1681" y="418"/>
                  </a:cubicBezTo>
                  <a:cubicBezTo>
                    <a:pt x="1681" y="418"/>
                    <a:pt x="1681" y="418"/>
                    <a:pt x="1681" y="418"/>
                  </a:cubicBezTo>
                  <a:cubicBezTo>
                    <a:pt x="1678" y="417"/>
                    <a:pt x="1678" y="417"/>
                    <a:pt x="1678" y="417"/>
                  </a:cubicBezTo>
                  <a:cubicBezTo>
                    <a:pt x="1678" y="417"/>
                    <a:pt x="1678" y="417"/>
                    <a:pt x="1678" y="417"/>
                  </a:cubicBezTo>
                  <a:cubicBezTo>
                    <a:pt x="1677" y="415"/>
                    <a:pt x="1677" y="415"/>
                    <a:pt x="1677" y="415"/>
                  </a:cubicBezTo>
                  <a:cubicBezTo>
                    <a:pt x="1677" y="415"/>
                    <a:pt x="1677" y="415"/>
                    <a:pt x="1677" y="415"/>
                  </a:cubicBezTo>
                  <a:cubicBezTo>
                    <a:pt x="1673" y="414"/>
                    <a:pt x="1673" y="414"/>
                    <a:pt x="1673" y="414"/>
                  </a:cubicBezTo>
                  <a:cubicBezTo>
                    <a:pt x="1673" y="414"/>
                    <a:pt x="1673" y="414"/>
                    <a:pt x="1673" y="414"/>
                  </a:cubicBezTo>
                  <a:cubicBezTo>
                    <a:pt x="1671" y="412"/>
                    <a:pt x="1671" y="412"/>
                    <a:pt x="1671" y="412"/>
                  </a:cubicBezTo>
                  <a:cubicBezTo>
                    <a:pt x="1671" y="412"/>
                    <a:pt x="1671" y="412"/>
                    <a:pt x="1671" y="412"/>
                  </a:cubicBezTo>
                  <a:cubicBezTo>
                    <a:pt x="1668" y="411"/>
                    <a:pt x="1668" y="411"/>
                    <a:pt x="1668" y="411"/>
                  </a:cubicBezTo>
                  <a:cubicBezTo>
                    <a:pt x="1668" y="411"/>
                    <a:pt x="1668" y="411"/>
                    <a:pt x="1668" y="411"/>
                  </a:cubicBezTo>
                  <a:cubicBezTo>
                    <a:pt x="1665" y="410"/>
                    <a:pt x="1665" y="410"/>
                    <a:pt x="1665" y="410"/>
                  </a:cubicBezTo>
                  <a:cubicBezTo>
                    <a:pt x="1665" y="410"/>
                    <a:pt x="1665" y="410"/>
                    <a:pt x="1665" y="410"/>
                  </a:cubicBezTo>
                  <a:cubicBezTo>
                    <a:pt x="1662" y="349"/>
                    <a:pt x="1662" y="349"/>
                    <a:pt x="1662" y="349"/>
                  </a:cubicBezTo>
                  <a:cubicBezTo>
                    <a:pt x="1662" y="349"/>
                    <a:pt x="1662" y="349"/>
                    <a:pt x="1662" y="349"/>
                  </a:cubicBezTo>
                  <a:cubicBezTo>
                    <a:pt x="1662" y="349"/>
                    <a:pt x="1662" y="349"/>
                    <a:pt x="1662" y="349"/>
                  </a:cubicBezTo>
                  <a:cubicBezTo>
                    <a:pt x="1662" y="349"/>
                    <a:pt x="1662" y="349"/>
                    <a:pt x="1662" y="349"/>
                  </a:cubicBezTo>
                  <a:cubicBezTo>
                    <a:pt x="1662" y="348"/>
                    <a:pt x="1662" y="348"/>
                    <a:pt x="1662" y="348"/>
                  </a:cubicBezTo>
                  <a:cubicBezTo>
                    <a:pt x="1662" y="348"/>
                    <a:pt x="1662" y="348"/>
                    <a:pt x="1662" y="348"/>
                  </a:cubicBezTo>
                  <a:cubicBezTo>
                    <a:pt x="1663" y="348"/>
                    <a:pt x="1663" y="348"/>
                    <a:pt x="1663" y="348"/>
                  </a:cubicBezTo>
                  <a:cubicBezTo>
                    <a:pt x="1663" y="348"/>
                    <a:pt x="1663" y="348"/>
                    <a:pt x="1663" y="348"/>
                  </a:cubicBezTo>
                  <a:cubicBezTo>
                    <a:pt x="1665" y="347"/>
                    <a:pt x="1665" y="347"/>
                    <a:pt x="1665" y="347"/>
                  </a:cubicBezTo>
                  <a:cubicBezTo>
                    <a:pt x="1665" y="347"/>
                    <a:pt x="1665" y="347"/>
                    <a:pt x="1665" y="347"/>
                  </a:cubicBezTo>
                  <a:cubicBezTo>
                    <a:pt x="1666" y="348"/>
                    <a:pt x="1666" y="348"/>
                    <a:pt x="1666" y="348"/>
                  </a:cubicBezTo>
                  <a:cubicBezTo>
                    <a:pt x="1666" y="348"/>
                    <a:pt x="1666" y="348"/>
                    <a:pt x="1666" y="348"/>
                  </a:cubicBezTo>
                  <a:cubicBezTo>
                    <a:pt x="1668" y="348"/>
                    <a:pt x="1668" y="348"/>
                    <a:pt x="1668" y="348"/>
                  </a:cubicBezTo>
                  <a:cubicBezTo>
                    <a:pt x="1668" y="348"/>
                    <a:pt x="1668" y="348"/>
                    <a:pt x="1668" y="348"/>
                  </a:cubicBezTo>
                  <a:cubicBezTo>
                    <a:pt x="1669" y="348"/>
                    <a:pt x="1669" y="348"/>
                    <a:pt x="1669" y="348"/>
                  </a:cubicBezTo>
                  <a:cubicBezTo>
                    <a:pt x="1669" y="348"/>
                    <a:pt x="1669" y="348"/>
                    <a:pt x="1669" y="348"/>
                  </a:cubicBezTo>
                  <a:cubicBezTo>
                    <a:pt x="1671" y="348"/>
                    <a:pt x="1671" y="348"/>
                    <a:pt x="1671" y="348"/>
                  </a:cubicBezTo>
                  <a:cubicBezTo>
                    <a:pt x="1671" y="348"/>
                    <a:pt x="1671" y="348"/>
                    <a:pt x="1671" y="348"/>
                  </a:cubicBezTo>
                  <a:cubicBezTo>
                    <a:pt x="1673" y="357"/>
                    <a:pt x="1673" y="357"/>
                    <a:pt x="1673" y="357"/>
                  </a:cubicBezTo>
                  <a:cubicBezTo>
                    <a:pt x="1673" y="357"/>
                    <a:pt x="1673" y="357"/>
                    <a:pt x="1673" y="357"/>
                  </a:cubicBezTo>
                  <a:cubicBezTo>
                    <a:pt x="1679" y="366"/>
                    <a:pt x="1679" y="366"/>
                    <a:pt x="1679" y="366"/>
                  </a:cubicBezTo>
                  <a:cubicBezTo>
                    <a:pt x="1679" y="366"/>
                    <a:pt x="1679" y="366"/>
                    <a:pt x="1679" y="366"/>
                  </a:cubicBezTo>
                  <a:cubicBezTo>
                    <a:pt x="1684" y="374"/>
                    <a:pt x="1684" y="374"/>
                    <a:pt x="1684" y="374"/>
                  </a:cubicBezTo>
                  <a:cubicBezTo>
                    <a:pt x="1684" y="374"/>
                    <a:pt x="1684" y="374"/>
                    <a:pt x="1684" y="374"/>
                  </a:cubicBezTo>
                  <a:cubicBezTo>
                    <a:pt x="1689" y="382"/>
                    <a:pt x="1689" y="382"/>
                    <a:pt x="1689" y="382"/>
                  </a:cubicBezTo>
                  <a:cubicBezTo>
                    <a:pt x="1689" y="382"/>
                    <a:pt x="1689" y="382"/>
                    <a:pt x="1689" y="382"/>
                  </a:cubicBezTo>
                  <a:cubicBezTo>
                    <a:pt x="1693" y="391"/>
                    <a:pt x="1693" y="391"/>
                    <a:pt x="1693" y="391"/>
                  </a:cubicBezTo>
                  <a:cubicBezTo>
                    <a:pt x="1693" y="391"/>
                    <a:pt x="1693" y="391"/>
                    <a:pt x="1693" y="391"/>
                  </a:cubicBezTo>
                  <a:cubicBezTo>
                    <a:pt x="1696" y="399"/>
                    <a:pt x="1696" y="399"/>
                    <a:pt x="1696" y="399"/>
                  </a:cubicBezTo>
                  <a:cubicBezTo>
                    <a:pt x="1696" y="399"/>
                    <a:pt x="1696" y="399"/>
                    <a:pt x="1696" y="399"/>
                  </a:cubicBezTo>
                  <a:cubicBezTo>
                    <a:pt x="1696" y="408"/>
                    <a:pt x="1696" y="408"/>
                    <a:pt x="1696" y="408"/>
                  </a:cubicBezTo>
                  <a:cubicBezTo>
                    <a:pt x="1696" y="408"/>
                    <a:pt x="1696" y="408"/>
                    <a:pt x="1696" y="408"/>
                  </a:cubicBezTo>
                  <a:cubicBezTo>
                    <a:pt x="1695" y="415"/>
                    <a:pt x="1695" y="415"/>
                    <a:pt x="1695" y="415"/>
                  </a:cubicBezTo>
                  <a:cubicBezTo>
                    <a:pt x="1695" y="415"/>
                    <a:pt x="1695" y="415"/>
                    <a:pt x="1695" y="415"/>
                  </a:cubicBezTo>
                  <a:cubicBezTo>
                    <a:pt x="1693" y="416"/>
                    <a:pt x="1693" y="416"/>
                    <a:pt x="1693" y="416"/>
                  </a:cubicBezTo>
                  <a:cubicBezTo>
                    <a:pt x="1693" y="416"/>
                    <a:pt x="1693" y="416"/>
                    <a:pt x="1693" y="416"/>
                  </a:cubicBezTo>
                  <a:cubicBezTo>
                    <a:pt x="1692" y="417"/>
                    <a:pt x="1692" y="417"/>
                    <a:pt x="1692" y="417"/>
                  </a:cubicBezTo>
                  <a:cubicBezTo>
                    <a:pt x="1692" y="417"/>
                    <a:pt x="1692" y="417"/>
                    <a:pt x="1692" y="417"/>
                  </a:cubicBezTo>
                  <a:cubicBezTo>
                    <a:pt x="1691" y="417"/>
                    <a:pt x="1691" y="417"/>
                    <a:pt x="1691" y="417"/>
                  </a:cubicBezTo>
                  <a:cubicBezTo>
                    <a:pt x="1691" y="417"/>
                    <a:pt x="1691" y="417"/>
                    <a:pt x="1691" y="417"/>
                  </a:cubicBezTo>
                  <a:cubicBezTo>
                    <a:pt x="1691" y="417"/>
                    <a:pt x="1691" y="417"/>
                    <a:pt x="1691" y="417"/>
                  </a:cubicBezTo>
                  <a:cubicBezTo>
                    <a:pt x="1691" y="417"/>
                    <a:pt x="1691" y="417"/>
                    <a:pt x="1691" y="417"/>
                  </a:cubicBezTo>
                  <a:cubicBezTo>
                    <a:pt x="1689" y="418"/>
                    <a:pt x="1689" y="418"/>
                    <a:pt x="1689" y="418"/>
                  </a:cubicBezTo>
                  <a:cubicBezTo>
                    <a:pt x="1689" y="418"/>
                    <a:pt x="1689" y="418"/>
                    <a:pt x="1689" y="418"/>
                  </a:cubicBezTo>
                  <a:cubicBezTo>
                    <a:pt x="1688" y="419"/>
                    <a:pt x="1688" y="419"/>
                    <a:pt x="1688" y="419"/>
                  </a:cubicBezTo>
                  <a:cubicBezTo>
                    <a:pt x="1688" y="419"/>
                    <a:pt x="1688" y="419"/>
                    <a:pt x="1688" y="419"/>
                  </a:cubicBezTo>
                  <a:cubicBezTo>
                    <a:pt x="1687" y="419"/>
                    <a:pt x="1687" y="419"/>
                    <a:pt x="1687" y="419"/>
                  </a:cubicBezTo>
                  <a:cubicBezTo>
                    <a:pt x="1687" y="419"/>
                    <a:pt x="1687" y="419"/>
                    <a:pt x="1687" y="419"/>
                  </a:cubicBezTo>
                  <a:cubicBezTo>
                    <a:pt x="1686" y="419"/>
                    <a:pt x="1686" y="419"/>
                    <a:pt x="1686" y="419"/>
                  </a:cubicBezTo>
                  <a:close/>
                  <a:moveTo>
                    <a:pt x="573" y="412"/>
                  </a:moveTo>
                  <a:cubicBezTo>
                    <a:pt x="574" y="413"/>
                    <a:pt x="574" y="413"/>
                    <a:pt x="574" y="413"/>
                  </a:cubicBezTo>
                  <a:cubicBezTo>
                    <a:pt x="574" y="413"/>
                    <a:pt x="574" y="413"/>
                    <a:pt x="574" y="413"/>
                  </a:cubicBezTo>
                  <a:cubicBezTo>
                    <a:pt x="575" y="413"/>
                    <a:pt x="575" y="413"/>
                    <a:pt x="575" y="413"/>
                  </a:cubicBezTo>
                  <a:cubicBezTo>
                    <a:pt x="575" y="413"/>
                    <a:pt x="575" y="413"/>
                    <a:pt x="575" y="413"/>
                  </a:cubicBezTo>
                  <a:cubicBezTo>
                    <a:pt x="576" y="412"/>
                    <a:pt x="576" y="412"/>
                    <a:pt x="576" y="412"/>
                  </a:cubicBezTo>
                  <a:cubicBezTo>
                    <a:pt x="576" y="412"/>
                    <a:pt x="576" y="412"/>
                    <a:pt x="576" y="412"/>
                  </a:cubicBezTo>
                  <a:cubicBezTo>
                    <a:pt x="578" y="411"/>
                    <a:pt x="578" y="411"/>
                    <a:pt x="578" y="411"/>
                  </a:cubicBezTo>
                  <a:cubicBezTo>
                    <a:pt x="578" y="411"/>
                    <a:pt x="578" y="411"/>
                    <a:pt x="578" y="411"/>
                  </a:cubicBezTo>
                  <a:cubicBezTo>
                    <a:pt x="579" y="411"/>
                    <a:pt x="579" y="411"/>
                    <a:pt x="579" y="411"/>
                  </a:cubicBezTo>
                  <a:cubicBezTo>
                    <a:pt x="579" y="411"/>
                    <a:pt x="579" y="411"/>
                    <a:pt x="579" y="411"/>
                  </a:cubicBezTo>
                  <a:cubicBezTo>
                    <a:pt x="580" y="410"/>
                    <a:pt x="580" y="410"/>
                    <a:pt x="580" y="410"/>
                  </a:cubicBezTo>
                  <a:cubicBezTo>
                    <a:pt x="580" y="410"/>
                    <a:pt x="580" y="410"/>
                    <a:pt x="580" y="410"/>
                  </a:cubicBezTo>
                  <a:cubicBezTo>
                    <a:pt x="581" y="410"/>
                    <a:pt x="581" y="410"/>
                    <a:pt x="581" y="410"/>
                  </a:cubicBezTo>
                  <a:cubicBezTo>
                    <a:pt x="581" y="410"/>
                    <a:pt x="581" y="410"/>
                    <a:pt x="581" y="410"/>
                  </a:cubicBezTo>
                  <a:cubicBezTo>
                    <a:pt x="582" y="410"/>
                    <a:pt x="582" y="410"/>
                    <a:pt x="582" y="410"/>
                  </a:cubicBezTo>
                  <a:cubicBezTo>
                    <a:pt x="582" y="410"/>
                    <a:pt x="582" y="410"/>
                    <a:pt x="582" y="410"/>
                  </a:cubicBezTo>
                  <a:cubicBezTo>
                    <a:pt x="581" y="393"/>
                    <a:pt x="581" y="393"/>
                    <a:pt x="581" y="393"/>
                  </a:cubicBezTo>
                  <a:cubicBezTo>
                    <a:pt x="581" y="393"/>
                    <a:pt x="581" y="393"/>
                    <a:pt x="581" y="393"/>
                  </a:cubicBezTo>
                  <a:cubicBezTo>
                    <a:pt x="580" y="376"/>
                    <a:pt x="580" y="376"/>
                    <a:pt x="580" y="376"/>
                  </a:cubicBezTo>
                  <a:cubicBezTo>
                    <a:pt x="580" y="376"/>
                    <a:pt x="580" y="376"/>
                    <a:pt x="580" y="376"/>
                  </a:cubicBezTo>
                  <a:cubicBezTo>
                    <a:pt x="578" y="359"/>
                    <a:pt x="578" y="359"/>
                    <a:pt x="578" y="359"/>
                  </a:cubicBezTo>
                  <a:cubicBezTo>
                    <a:pt x="578" y="359"/>
                    <a:pt x="578" y="359"/>
                    <a:pt x="578" y="359"/>
                  </a:cubicBezTo>
                  <a:cubicBezTo>
                    <a:pt x="576" y="341"/>
                    <a:pt x="576" y="341"/>
                    <a:pt x="576" y="341"/>
                  </a:cubicBezTo>
                  <a:cubicBezTo>
                    <a:pt x="576" y="341"/>
                    <a:pt x="576" y="341"/>
                    <a:pt x="576" y="341"/>
                  </a:cubicBezTo>
                  <a:cubicBezTo>
                    <a:pt x="573" y="324"/>
                    <a:pt x="573" y="324"/>
                    <a:pt x="573" y="324"/>
                  </a:cubicBezTo>
                  <a:cubicBezTo>
                    <a:pt x="573" y="324"/>
                    <a:pt x="573" y="324"/>
                    <a:pt x="573" y="324"/>
                  </a:cubicBezTo>
                  <a:cubicBezTo>
                    <a:pt x="571" y="308"/>
                    <a:pt x="571" y="308"/>
                    <a:pt x="571" y="308"/>
                  </a:cubicBezTo>
                  <a:cubicBezTo>
                    <a:pt x="571" y="308"/>
                    <a:pt x="571" y="308"/>
                    <a:pt x="571" y="308"/>
                  </a:cubicBezTo>
                  <a:cubicBezTo>
                    <a:pt x="570" y="291"/>
                    <a:pt x="570" y="291"/>
                    <a:pt x="570" y="291"/>
                  </a:cubicBezTo>
                  <a:cubicBezTo>
                    <a:pt x="570" y="291"/>
                    <a:pt x="570" y="291"/>
                    <a:pt x="570" y="291"/>
                  </a:cubicBezTo>
                  <a:cubicBezTo>
                    <a:pt x="574" y="274"/>
                    <a:pt x="574" y="274"/>
                    <a:pt x="574" y="274"/>
                  </a:cubicBezTo>
                  <a:cubicBezTo>
                    <a:pt x="574" y="274"/>
                    <a:pt x="574" y="274"/>
                    <a:pt x="574" y="274"/>
                  </a:cubicBezTo>
                  <a:cubicBezTo>
                    <a:pt x="588" y="259"/>
                    <a:pt x="588" y="259"/>
                    <a:pt x="588" y="259"/>
                  </a:cubicBezTo>
                  <a:cubicBezTo>
                    <a:pt x="588" y="259"/>
                    <a:pt x="588" y="259"/>
                    <a:pt x="588" y="259"/>
                  </a:cubicBezTo>
                  <a:cubicBezTo>
                    <a:pt x="589" y="256"/>
                    <a:pt x="589" y="256"/>
                    <a:pt x="589" y="256"/>
                  </a:cubicBezTo>
                  <a:cubicBezTo>
                    <a:pt x="589" y="256"/>
                    <a:pt x="589" y="256"/>
                    <a:pt x="589" y="256"/>
                  </a:cubicBezTo>
                  <a:cubicBezTo>
                    <a:pt x="592" y="253"/>
                    <a:pt x="592" y="253"/>
                    <a:pt x="592" y="253"/>
                  </a:cubicBezTo>
                  <a:cubicBezTo>
                    <a:pt x="592" y="253"/>
                    <a:pt x="592" y="253"/>
                    <a:pt x="592" y="253"/>
                  </a:cubicBezTo>
                  <a:cubicBezTo>
                    <a:pt x="593" y="250"/>
                    <a:pt x="593" y="250"/>
                    <a:pt x="593" y="250"/>
                  </a:cubicBezTo>
                  <a:cubicBezTo>
                    <a:pt x="593" y="250"/>
                    <a:pt x="593" y="250"/>
                    <a:pt x="593" y="250"/>
                  </a:cubicBezTo>
                  <a:cubicBezTo>
                    <a:pt x="595" y="245"/>
                    <a:pt x="595" y="245"/>
                    <a:pt x="595" y="245"/>
                  </a:cubicBezTo>
                  <a:cubicBezTo>
                    <a:pt x="595" y="245"/>
                    <a:pt x="595" y="245"/>
                    <a:pt x="595" y="245"/>
                  </a:cubicBezTo>
                  <a:cubicBezTo>
                    <a:pt x="595" y="242"/>
                    <a:pt x="595" y="242"/>
                    <a:pt x="595" y="242"/>
                  </a:cubicBezTo>
                  <a:cubicBezTo>
                    <a:pt x="595" y="242"/>
                    <a:pt x="595" y="242"/>
                    <a:pt x="595" y="242"/>
                  </a:cubicBezTo>
                  <a:cubicBezTo>
                    <a:pt x="595" y="238"/>
                    <a:pt x="595" y="238"/>
                    <a:pt x="595" y="238"/>
                  </a:cubicBezTo>
                  <a:cubicBezTo>
                    <a:pt x="595" y="238"/>
                    <a:pt x="595" y="238"/>
                    <a:pt x="595" y="238"/>
                  </a:cubicBezTo>
                  <a:cubicBezTo>
                    <a:pt x="593" y="234"/>
                    <a:pt x="593" y="234"/>
                    <a:pt x="593" y="234"/>
                  </a:cubicBezTo>
                  <a:cubicBezTo>
                    <a:pt x="593" y="234"/>
                    <a:pt x="593" y="234"/>
                    <a:pt x="593" y="234"/>
                  </a:cubicBezTo>
                  <a:cubicBezTo>
                    <a:pt x="593" y="229"/>
                    <a:pt x="593" y="229"/>
                    <a:pt x="593" y="229"/>
                  </a:cubicBezTo>
                  <a:cubicBezTo>
                    <a:pt x="593" y="229"/>
                    <a:pt x="593" y="229"/>
                    <a:pt x="593" y="229"/>
                  </a:cubicBezTo>
                  <a:cubicBezTo>
                    <a:pt x="591" y="229"/>
                    <a:pt x="591" y="229"/>
                    <a:pt x="591" y="229"/>
                  </a:cubicBezTo>
                  <a:cubicBezTo>
                    <a:pt x="591" y="229"/>
                    <a:pt x="591" y="229"/>
                    <a:pt x="591" y="229"/>
                  </a:cubicBezTo>
                  <a:cubicBezTo>
                    <a:pt x="588" y="230"/>
                    <a:pt x="588" y="230"/>
                    <a:pt x="588" y="230"/>
                  </a:cubicBezTo>
                  <a:cubicBezTo>
                    <a:pt x="588" y="230"/>
                    <a:pt x="588" y="230"/>
                    <a:pt x="588" y="230"/>
                  </a:cubicBezTo>
                  <a:cubicBezTo>
                    <a:pt x="588" y="231"/>
                    <a:pt x="588" y="231"/>
                    <a:pt x="588" y="231"/>
                  </a:cubicBezTo>
                  <a:cubicBezTo>
                    <a:pt x="588" y="231"/>
                    <a:pt x="588" y="231"/>
                    <a:pt x="588" y="231"/>
                  </a:cubicBezTo>
                  <a:cubicBezTo>
                    <a:pt x="588" y="233"/>
                    <a:pt x="588" y="233"/>
                    <a:pt x="588" y="233"/>
                  </a:cubicBezTo>
                  <a:cubicBezTo>
                    <a:pt x="588" y="233"/>
                    <a:pt x="588" y="233"/>
                    <a:pt x="588" y="233"/>
                  </a:cubicBezTo>
                  <a:cubicBezTo>
                    <a:pt x="589" y="234"/>
                    <a:pt x="589" y="234"/>
                    <a:pt x="589" y="234"/>
                  </a:cubicBezTo>
                  <a:cubicBezTo>
                    <a:pt x="589" y="234"/>
                    <a:pt x="589" y="234"/>
                    <a:pt x="589" y="234"/>
                  </a:cubicBezTo>
                  <a:cubicBezTo>
                    <a:pt x="589" y="236"/>
                    <a:pt x="589" y="236"/>
                    <a:pt x="589" y="236"/>
                  </a:cubicBezTo>
                  <a:cubicBezTo>
                    <a:pt x="589" y="236"/>
                    <a:pt x="589" y="236"/>
                    <a:pt x="589" y="236"/>
                  </a:cubicBezTo>
                  <a:cubicBezTo>
                    <a:pt x="591" y="236"/>
                    <a:pt x="591" y="236"/>
                    <a:pt x="591" y="236"/>
                  </a:cubicBezTo>
                  <a:cubicBezTo>
                    <a:pt x="591" y="236"/>
                    <a:pt x="591" y="236"/>
                    <a:pt x="591" y="236"/>
                  </a:cubicBezTo>
                  <a:cubicBezTo>
                    <a:pt x="591" y="238"/>
                    <a:pt x="591" y="238"/>
                    <a:pt x="591" y="238"/>
                  </a:cubicBezTo>
                  <a:cubicBezTo>
                    <a:pt x="591" y="238"/>
                    <a:pt x="591" y="238"/>
                    <a:pt x="591" y="238"/>
                  </a:cubicBezTo>
                  <a:cubicBezTo>
                    <a:pt x="591" y="238"/>
                    <a:pt x="591" y="238"/>
                    <a:pt x="591" y="238"/>
                  </a:cubicBezTo>
                  <a:cubicBezTo>
                    <a:pt x="591" y="238"/>
                    <a:pt x="591" y="238"/>
                    <a:pt x="591" y="238"/>
                  </a:cubicBezTo>
                  <a:cubicBezTo>
                    <a:pt x="587" y="242"/>
                    <a:pt x="587" y="242"/>
                    <a:pt x="587" y="242"/>
                  </a:cubicBezTo>
                  <a:cubicBezTo>
                    <a:pt x="587" y="242"/>
                    <a:pt x="587" y="242"/>
                    <a:pt x="587" y="242"/>
                  </a:cubicBezTo>
                  <a:cubicBezTo>
                    <a:pt x="586" y="244"/>
                    <a:pt x="586" y="244"/>
                    <a:pt x="586" y="244"/>
                  </a:cubicBezTo>
                  <a:cubicBezTo>
                    <a:pt x="586" y="244"/>
                    <a:pt x="586" y="244"/>
                    <a:pt x="586" y="244"/>
                  </a:cubicBezTo>
                  <a:cubicBezTo>
                    <a:pt x="583" y="247"/>
                    <a:pt x="583" y="247"/>
                    <a:pt x="583" y="247"/>
                  </a:cubicBezTo>
                  <a:cubicBezTo>
                    <a:pt x="583" y="247"/>
                    <a:pt x="583" y="247"/>
                    <a:pt x="583" y="247"/>
                  </a:cubicBezTo>
                  <a:cubicBezTo>
                    <a:pt x="582" y="250"/>
                    <a:pt x="582" y="250"/>
                    <a:pt x="582" y="250"/>
                  </a:cubicBezTo>
                  <a:cubicBezTo>
                    <a:pt x="582" y="250"/>
                    <a:pt x="582" y="250"/>
                    <a:pt x="582" y="250"/>
                  </a:cubicBezTo>
                  <a:cubicBezTo>
                    <a:pt x="580" y="253"/>
                    <a:pt x="580" y="253"/>
                    <a:pt x="580" y="253"/>
                  </a:cubicBezTo>
                  <a:cubicBezTo>
                    <a:pt x="580" y="253"/>
                    <a:pt x="580" y="253"/>
                    <a:pt x="580" y="253"/>
                  </a:cubicBezTo>
                  <a:cubicBezTo>
                    <a:pt x="578" y="255"/>
                    <a:pt x="578" y="255"/>
                    <a:pt x="578" y="255"/>
                  </a:cubicBezTo>
                  <a:cubicBezTo>
                    <a:pt x="578" y="255"/>
                    <a:pt x="578" y="255"/>
                    <a:pt x="578" y="255"/>
                  </a:cubicBezTo>
                  <a:cubicBezTo>
                    <a:pt x="575" y="256"/>
                    <a:pt x="575" y="256"/>
                    <a:pt x="575" y="256"/>
                  </a:cubicBezTo>
                  <a:cubicBezTo>
                    <a:pt x="575" y="256"/>
                    <a:pt x="575" y="256"/>
                    <a:pt x="575" y="256"/>
                  </a:cubicBezTo>
                  <a:cubicBezTo>
                    <a:pt x="573" y="256"/>
                    <a:pt x="573" y="256"/>
                    <a:pt x="573" y="256"/>
                  </a:cubicBezTo>
                  <a:cubicBezTo>
                    <a:pt x="573" y="256"/>
                    <a:pt x="573" y="256"/>
                    <a:pt x="573" y="256"/>
                  </a:cubicBezTo>
                  <a:cubicBezTo>
                    <a:pt x="569" y="255"/>
                    <a:pt x="569" y="255"/>
                    <a:pt x="569" y="255"/>
                  </a:cubicBezTo>
                  <a:cubicBezTo>
                    <a:pt x="569" y="255"/>
                    <a:pt x="569" y="255"/>
                    <a:pt x="569" y="255"/>
                  </a:cubicBezTo>
                  <a:cubicBezTo>
                    <a:pt x="571" y="227"/>
                    <a:pt x="571" y="227"/>
                    <a:pt x="571" y="227"/>
                  </a:cubicBezTo>
                  <a:cubicBezTo>
                    <a:pt x="571" y="227"/>
                    <a:pt x="571" y="227"/>
                    <a:pt x="571" y="227"/>
                  </a:cubicBezTo>
                  <a:cubicBezTo>
                    <a:pt x="593" y="205"/>
                    <a:pt x="593" y="205"/>
                    <a:pt x="593" y="205"/>
                  </a:cubicBezTo>
                  <a:cubicBezTo>
                    <a:pt x="593" y="205"/>
                    <a:pt x="593" y="205"/>
                    <a:pt x="593" y="205"/>
                  </a:cubicBezTo>
                  <a:cubicBezTo>
                    <a:pt x="619" y="183"/>
                    <a:pt x="619" y="183"/>
                    <a:pt x="619" y="183"/>
                  </a:cubicBezTo>
                  <a:cubicBezTo>
                    <a:pt x="619" y="183"/>
                    <a:pt x="619" y="183"/>
                    <a:pt x="619" y="183"/>
                  </a:cubicBezTo>
                  <a:cubicBezTo>
                    <a:pt x="647" y="156"/>
                    <a:pt x="647" y="156"/>
                    <a:pt x="647" y="156"/>
                  </a:cubicBezTo>
                  <a:cubicBezTo>
                    <a:pt x="647" y="156"/>
                    <a:pt x="647" y="156"/>
                    <a:pt x="647" y="156"/>
                  </a:cubicBezTo>
                  <a:cubicBezTo>
                    <a:pt x="646" y="153"/>
                    <a:pt x="646" y="153"/>
                    <a:pt x="646" y="153"/>
                  </a:cubicBezTo>
                  <a:cubicBezTo>
                    <a:pt x="646" y="153"/>
                    <a:pt x="646" y="153"/>
                    <a:pt x="646" y="153"/>
                  </a:cubicBezTo>
                  <a:cubicBezTo>
                    <a:pt x="646" y="150"/>
                    <a:pt x="646" y="150"/>
                    <a:pt x="646" y="150"/>
                  </a:cubicBezTo>
                  <a:cubicBezTo>
                    <a:pt x="646" y="150"/>
                    <a:pt x="646" y="150"/>
                    <a:pt x="646" y="150"/>
                  </a:cubicBezTo>
                  <a:cubicBezTo>
                    <a:pt x="645" y="147"/>
                    <a:pt x="645" y="147"/>
                    <a:pt x="645" y="147"/>
                  </a:cubicBezTo>
                  <a:cubicBezTo>
                    <a:pt x="645" y="147"/>
                    <a:pt x="645" y="147"/>
                    <a:pt x="645" y="147"/>
                  </a:cubicBezTo>
                  <a:cubicBezTo>
                    <a:pt x="645" y="143"/>
                    <a:pt x="645" y="143"/>
                    <a:pt x="645" y="143"/>
                  </a:cubicBezTo>
                  <a:cubicBezTo>
                    <a:pt x="645" y="143"/>
                    <a:pt x="645" y="143"/>
                    <a:pt x="645" y="143"/>
                  </a:cubicBezTo>
                  <a:cubicBezTo>
                    <a:pt x="643" y="142"/>
                    <a:pt x="643" y="142"/>
                    <a:pt x="643" y="142"/>
                  </a:cubicBezTo>
                  <a:cubicBezTo>
                    <a:pt x="643" y="142"/>
                    <a:pt x="643" y="142"/>
                    <a:pt x="643" y="142"/>
                  </a:cubicBezTo>
                  <a:cubicBezTo>
                    <a:pt x="641" y="139"/>
                    <a:pt x="641" y="139"/>
                    <a:pt x="641" y="139"/>
                  </a:cubicBezTo>
                  <a:cubicBezTo>
                    <a:pt x="641" y="139"/>
                    <a:pt x="641" y="139"/>
                    <a:pt x="641" y="139"/>
                  </a:cubicBezTo>
                  <a:cubicBezTo>
                    <a:pt x="639" y="137"/>
                    <a:pt x="639" y="137"/>
                    <a:pt x="639" y="137"/>
                  </a:cubicBezTo>
                  <a:cubicBezTo>
                    <a:pt x="639" y="137"/>
                    <a:pt x="639" y="137"/>
                    <a:pt x="639" y="137"/>
                  </a:cubicBezTo>
                  <a:cubicBezTo>
                    <a:pt x="637" y="135"/>
                    <a:pt x="637" y="135"/>
                    <a:pt x="637" y="135"/>
                  </a:cubicBezTo>
                  <a:cubicBezTo>
                    <a:pt x="637" y="135"/>
                    <a:pt x="637" y="135"/>
                    <a:pt x="637" y="135"/>
                  </a:cubicBezTo>
                  <a:cubicBezTo>
                    <a:pt x="627" y="134"/>
                    <a:pt x="627" y="134"/>
                    <a:pt x="627" y="134"/>
                  </a:cubicBezTo>
                  <a:cubicBezTo>
                    <a:pt x="627" y="134"/>
                    <a:pt x="627" y="134"/>
                    <a:pt x="627" y="134"/>
                  </a:cubicBezTo>
                  <a:cubicBezTo>
                    <a:pt x="620" y="134"/>
                    <a:pt x="620" y="134"/>
                    <a:pt x="620" y="134"/>
                  </a:cubicBezTo>
                  <a:cubicBezTo>
                    <a:pt x="620" y="134"/>
                    <a:pt x="620" y="134"/>
                    <a:pt x="620" y="134"/>
                  </a:cubicBezTo>
                  <a:cubicBezTo>
                    <a:pt x="614" y="138"/>
                    <a:pt x="614" y="138"/>
                    <a:pt x="614" y="138"/>
                  </a:cubicBezTo>
                  <a:cubicBezTo>
                    <a:pt x="614" y="138"/>
                    <a:pt x="614" y="138"/>
                    <a:pt x="614" y="138"/>
                  </a:cubicBezTo>
                  <a:cubicBezTo>
                    <a:pt x="607" y="142"/>
                    <a:pt x="607" y="142"/>
                    <a:pt x="607" y="142"/>
                  </a:cubicBezTo>
                  <a:cubicBezTo>
                    <a:pt x="607" y="142"/>
                    <a:pt x="607" y="142"/>
                    <a:pt x="607" y="142"/>
                  </a:cubicBezTo>
                  <a:cubicBezTo>
                    <a:pt x="601" y="146"/>
                    <a:pt x="601" y="146"/>
                    <a:pt x="601" y="146"/>
                  </a:cubicBezTo>
                  <a:cubicBezTo>
                    <a:pt x="601" y="146"/>
                    <a:pt x="601" y="146"/>
                    <a:pt x="601" y="146"/>
                  </a:cubicBezTo>
                  <a:cubicBezTo>
                    <a:pt x="596" y="151"/>
                    <a:pt x="596" y="151"/>
                    <a:pt x="596" y="151"/>
                  </a:cubicBezTo>
                  <a:cubicBezTo>
                    <a:pt x="596" y="151"/>
                    <a:pt x="596" y="151"/>
                    <a:pt x="596" y="151"/>
                  </a:cubicBezTo>
                  <a:cubicBezTo>
                    <a:pt x="589" y="156"/>
                    <a:pt x="589" y="156"/>
                    <a:pt x="589" y="156"/>
                  </a:cubicBezTo>
                  <a:cubicBezTo>
                    <a:pt x="589" y="156"/>
                    <a:pt x="589" y="156"/>
                    <a:pt x="589" y="156"/>
                  </a:cubicBezTo>
                  <a:cubicBezTo>
                    <a:pt x="583" y="157"/>
                    <a:pt x="583" y="157"/>
                    <a:pt x="583" y="157"/>
                  </a:cubicBezTo>
                  <a:cubicBezTo>
                    <a:pt x="583" y="157"/>
                    <a:pt x="583" y="157"/>
                    <a:pt x="583" y="157"/>
                  </a:cubicBezTo>
                  <a:cubicBezTo>
                    <a:pt x="580" y="157"/>
                    <a:pt x="580" y="157"/>
                    <a:pt x="580" y="157"/>
                  </a:cubicBezTo>
                  <a:cubicBezTo>
                    <a:pt x="580" y="157"/>
                    <a:pt x="580" y="157"/>
                    <a:pt x="580" y="157"/>
                  </a:cubicBezTo>
                  <a:cubicBezTo>
                    <a:pt x="580" y="154"/>
                    <a:pt x="580" y="154"/>
                    <a:pt x="580" y="154"/>
                  </a:cubicBezTo>
                  <a:cubicBezTo>
                    <a:pt x="580" y="154"/>
                    <a:pt x="580" y="154"/>
                    <a:pt x="580" y="154"/>
                  </a:cubicBezTo>
                  <a:cubicBezTo>
                    <a:pt x="579" y="152"/>
                    <a:pt x="579" y="152"/>
                    <a:pt x="579" y="152"/>
                  </a:cubicBezTo>
                  <a:cubicBezTo>
                    <a:pt x="579" y="152"/>
                    <a:pt x="579" y="152"/>
                    <a:pt x="579" y="152"/>
                  </a:cubicBezTo>
                  <a:cubicBezTo>
                    <a:pt x="580" y="149"/>
                    <a:pt x="580" y="149"/>
                    <a:pt x="580" y="149"/>
                  </a:cubicBezTo>
                  <a:cubicBezTo>
                    <a:pt x="580" y="149"/>
                    <a:pt x="580" y="149"/>
                    <a:pt x="580" y="149"/>
                  </a:cubicBezTo>
                  <a:cubicBezTo>
                    <a:pt x="580" y="147"/>
                    <a:pt x="580" y="147"/>
                    <a:pt x="580" y="147"/>
                  </a:cubicBezTo>
                  <a:cubicBezTo>
                    <a:pt x="580" y="147"/>
                    <a:pt x="580" y="147"/>
                    <a:pt x="580" y="147"/>
                  </a:cubicBezTo>
                  <a:cubicBezTo>
                    <a:pt x="580" y="145"/>
                    <a:pt x="580" y="145"/>
                    <a:pt x="580" y="145"/>
                  </a:cubicBezTo>
                  <a:cubicBezTo>
                    <a:pt x="580" y="145"/>
                    <a:pt x="580" y="145"/>
                    <a:pt x="580" y="145"/>
                  </a:cubicBezTo>
                  <a:cubicBezTo>
                    <a:pt x="581" y="143"/>
                    <a:pt x="581" y="143"/>
                    <a:pt x="581" y="143"/>
                  </a:cubicBezTo>
                  <a:cubicBezTo>
                    <a:pt x="581" y="143"/>
                    <a:pt x="581" y="143"/>
                    <a:pt x="581" y="143"/>
                  </a:cubicBezTo>
                  <a:cubicBezTo>
                    <a:pt x="583" y="141"/>
                    <a:pt x="583" y="141"/>
                    <a:pt x="583" y="141"/>
                  </a:cubicBezTo>
                  <a:cubicBezTo>
                    <a:pt x="583" y="141"/>
                    <a:pt x="583" y="141"/>
                    <a:pt x="583" y="141"/>
                  </a:cubicBezTo>
                  <a:cubicBezTo>
                    <a:pt x="623" y="107"/>
                    <a:pt x="623" y="107"/>
                    <a:pt x="623" y="107"/>
                  </a:cubicBezTo>
                  <a:cubicBezTo>
                    <a:pt x="623" y="107"/>
                    <a:pt x="623" y="107"/>
                    <a:pt x="623" y="107"/>
                  </a:cubicBezTo>
                  <a:cubicBezTo>
                    <a:pt x="625" y="107"/>
                    <a:pt x="625" y="107"/>
                    <a:pt x="625" y="107"/>
                  </a:cubicBezTo>
                  <a:cubicBezTo>
                    <a:pt x="625" y="107"/>
                    <a:pt x="625" y="107"/>
                    <a:pt x="625" y="107"/>
                  </a:cubicBezTo>
                  <a:cubicBezTo>
                    <a:pt x="627" y="106"/>
                    <a:pt x="627" y="106"/>
                    <a:pt x="627" y="106"/>
                  </a:cubicBezTo>
                  <a:cubicBezTo>
                    <a:pt x="627" y="106"/>
                    <a:pt x="627" y="106"/>
                    <a:pt x="627" y="106"/>
                  </a:cubicBezTo>
                  <a:cubicBezTo>
                    <a:pt x="629" y="106"/>
                    <a:pt x="629" y="106"/>
                    <a:pt x="629" y="106"/>
                  </a:cubicBezTo>
                  <a:cubicBezTo>
                    <a:pt x="629" y="106"/>
                    <a:pt x="629" y="106"/>
                    <a:pt x="629" y="106"/>
                  </a:cubicBezTo>
                  <a:cubicBezTo>
                    <a:pt x="631" y="105"/>
                    <a:pt x="631" y="105"/>
                    <a:pt x="631" y="105"/>
                  </a:cubicBezTo>
                  <a:cubicBezTo>
                    <a:pt x="631" y="105"/>
                    <a:pt x="631" y="105"/>
                    <a:pt x="631" y="105"/>
                  </a:cubicBezTo>
                  <a:cubicBezTo>
                    <a:pt x="634" y="105"/>
                    <a:pt x="634" y="105"/>
                    <a:pt x="634" y="105"/>
                  </a:cubicBezTo>
                  <a:cubicBezTo>
                    <a:pt x="634" y="105"/>
                    <a:pt x="634" y="105"/>
                    <a:pt x="634" y="105"/>
                  </a:cubicBezTo>
                  <a:cubicBezTo>
                    <a:pt x="636" y="104"/>
                    <a:pt x="636" y="104"/>
                    <a:pt x="636" y="104"/>
                  </a:cubicBezTo>
                  <a:cubicBezTo>
                    <a:pt x="636" y="104"/>
                    <a:pt x="636" y="104"/>
                    <a:pt x="636" y="104"/>
                  </a:cubicBezTo>
                  <a:cubicBezTo>
                    <a:pt x="638" y="104"/>
                    <a:pt x="638" y="104"/>
                    <a:pt x="638" y="104"/>
                  </a:cubicBezTo>
                  <a:cubicBezTo>
                    <a:pt x="638" y="104"/>
                    <a:pt x="638" y="104"/>
                    <a:pt x="638" y="104"/>
                  </a:cubicBezTo>
                  <a:cubicBezTo>
                    <a:pt x="641" y="103"/>
                    <a:pt x="641" y="103"/>
                    <a:pt x="641" y="103"/>
                  </a:cubicBezTo>
                  <a:cubicBezTo>
                    <a:pt x="641" y="103"/>
                    <a:pt x="641" y="103"/>
                    <a:pt x="641" y="103"/>
                  </a:cubicBezTo>
                  <a:cubicBezTo>
                    <a:pt x="642" y="100"/>
                    <a:pt x="642" y="100"/>
                    <a:pt x="642" y="100"/>
                  </a:cubicBezTo>
                  <a:cubicBezTo>
                    <a:pt x="642" y="100"/>
                    <a:pt x="642" y="100"/>
                    <a:pt x="642" y="100"/>
                  </a:cubicBezTo>
                  <a:cubicBezTo>
                    <a:pt x="640" y="99"/>
                    <a:pt x="640" y="99"/>
                    <a:pt x="640" y="99"/>
                  </a:cubicBezTo>
                  <a:cubicBezTo>
                    <a:pt x="640" y="99"/>
                    <a:pt x="640" y="99"/>
                    <a:pt x="640" y="99"/>
                  </a:cubicBezTo>
                  <a:cubicBezTo>
                    <a:pt x="639" y="99"/>
                    <a:pt x="639" y="99"/>
                    <a:pt x="639" y="99"/>
                  </a:cubicBezTo>
                  <a:cubicBezTo>
                    <a:pt x="639" y="99"/>
                    <a:pt x="639" y="99"/>
                    <a:pt x="639" y="99"/>
                  </a:cubicBezTo>
                  <a:cubicBezTo>
                    <a:pt x="638" y="98"/>
                    <a:pt x="638" y="98"/>
                    <a:pt x="638" y="98"/>
                  </a:cubicBezTo>
                  <a:cubicBezTo>
                    <a:pt x="638" y="98"/>
                    <a:pt x="638" y="98"/>
                    <a:pt x="638" y="98"/>
                  </a:cubicBezTo>
                  <a:cubicBezTo>
                    <a:pt x="637" y="97"/>
                    <a:pt x="637" y="97"/>
                    <a:pt x="637" y="97"/>
                  </a:cubicBezTo>
                  <a:cubicBezTo>
                    <a:pt x="637" y="97"/>
                    <a:pt x="637" y="97"/>
                    <a:pt x="637" y="97"/>
                  </a:cubicBezTo>
                  <a:cubicBezTo>
                    <a:pt x="635" y="96"/>
                    <a:pt x="635" y="96"/>
                    <a:pt x="635" y="96"/>
                  </a:cubicBezTo>
                  <a:cubicBezTo>
                    <a:pt x="635" y="96"/>
                    <a:pt x="635" y="96"/>
                    <a:pt x="635" y="96"/>
                  </a:cubicBezTo>
                  <a:cubicBezTo>
                    <a:pt x="634" y="95"/>
                    <a:pt x="634" y="95"/>
                    <a:pt x="634" y="95"/>
                  </a:cubicBezTo>
                  <a:cubicBezTo>
                    <a:pt x="634" y="95"/>
                    <a:pt x="634" y="95"/>
                    <a:pt x="634" y="95"/>
                  </a:cubicBezTo>
                  <a:cubicBezTo>
                    <a:pt x="633" y="94"/>
                    <a:pt x="633" y="94"/>
                    <a:pt x="633" y="94"/>
                  </a:cubicBezTo>
                  <a:cubicBezTo>
                    <a:pt x="633" y="94"/>
                    <a:pt x="633" y="94"/>
                    <a:pt x="633" y="94"/>
                  </a:cubicBezTo>
                  <a:cubicBezTo>
                    <a:pt x="631" y="92"/>
                    <a:pt x="631" y="92"/>
                    <a:pt x="631" y="92"/>
                  </a:cubicBezTo>
                  <a:cubicBezTo>
                    <a:pt x="631" y="92"/>
                    <a:pt x="631" y="92"/>
                    <a:pt x="631" y="92"/>
                  </a:cubicBezTo>
                  <a:cubicBezTo>
                    <a:pt x="587" y="110"/>
                    <a:pt x="587" y="110"/>
                    <a:pt x="587" y="110"/>
                  </a:cubicBezTo>
                  <a:cubicBezTo>
                    <a:pt x="587" y="110"/>
                    <a:pt x="587" y="110"/>
                    <a:pt x="587" y="110"/>
                  </a:cubicBezTo>
                  <a:cubicBezTo>
                    <a:pt x="583" y="106"/>
                    <a:pt x="583" y="106"/>
                    <a:pt x="583" y="106"/>
                  </a:cubicBezTo>
                  <a:cubicBezTo>
                    <a:pt x="583" y="106"/>
                    <a:pt x="583" y="106"/>
                    <a:pt x="583" y="106"/>
                  </a:cubicBezTo>
                  <a:cubicBezTo>
                    <a:pt x="584" y="104"/>
                    <a:pt x="584" y="104"/>
                    <a:pt x="584" y="104"/>
                  </a:cubicBezTo>
                  <a:cubicBezTo>
                    <a:pt x="584" y="104"/>
                    <a:pt x="584" y="104"/>
                    <a:pt x="584" y="104"/>
                  </a:cubicBezTo>
                  <a:cubicBezTo>
                    <a:pt x="585" y="102"/>
                    <a:pt x="585" y="102"/>
                    <a:pt x="585" y="102"/>
                  </a:cubicBezTo>
                  <a:cubicBezTo>
                    <a:pt x="585" y="102"/>
                    <a:pt x="585" y="102"/>
                    <a:pt x="585" y="102"/>
                  </a:cubicBezTo>
                  <a:cubicBezTo>
                    <a:pt x="585" y="99"/>
                    <a:pt x="585" y="99"/>
                    <a:pt x="585" y="99"/>
                  </a:cubicBezTo>
                  <a:cubicBezTo>
                    <a:pt x="585" y="99"/>
                    <a:pt x="585" y="99"/>
                    <a:pt x="585" y="99"/>
                  </a:cubicBezTo>
                  <a:cubicBezTo>
                    <a:pt x="586" y="97"/>
                    <a:pt x="586" y="97"/>
                    <a:pt x="586" y="97"/>
                  </a:cubicBezTo>
                  <a:cubicBezTo>
                    <a:pt x="586" y="97"/>
                    <a:pt x="586" y="97"/>
                    <a:pt x="586" y="97"/>
                  </a:cubicBezTo>
                  <a:cubicBezTo>
                    <a:pt x="586" y="95"/>
                    <a:pt x="586" y="95"/>
                    <a:pt x="586" y="95"/>
                  </a:cubicBezTo>
                  <a:cubicBezTo>
                    <a:pt x="586" y="95"/>
                    <a:pt x="586" y="95"/>
                    <a:pt x="586" y="95"/>
                  </a:cubicBezTo>
                  <a:cubicBezTo>
                    <a:pt x="586" y="92"/>
                    <a:pt x="586" y="92"/>
                    <a:pt x="586" y="92"/>
                  </a:cubicBezTo>
                  <a:cubicBezTo>
                    <a:pt x="586" y="92"/>
                    <a:pt x="586" y="92"/>
                    <a:pt x="586" y="92"/>
                  </a:cubicBezTo>
                  <a:cubicBezTo>
                    <a:pt x="586" y="89"/>
                    <a:pt x="586" y="89"/>
                    <a:pt x="586" y="89"/>
                  </a:cubicBezTo>
                  <a:cubicBezTo>
                    <a:pt x="586" y="89"/>
                    <a:pt x="586" y="89"/>
                    <a:pt x="586" y="89"/>
                  </a:cubicBezTo>
                  <a:cubicBezTo>
                    <a:pt x="587" y="86"/>
                    <a:pt x="587" y="86"/>
                    <a:pt x="587" y="86"/>
                  </a:cubicBezTo>
                  <a:cubicBezTo>
                    <a:pt x="587" y="86"/>
                    <a:pt x="587" y="86"/>
                    <a:pt x="587" y="86"/>
                  </a:cubicBezTo>
                  <a:cubicBezTo>
                    <a:pt x="587" y="82"/>
                    <a:pt x="587" y="82"/>
                    <a:pt x="587" y="82"/>
                  </a:cubicBezTo>
                  <a:cubicBezTo>
                    <a:pt x="587" y="82"/>
                    <a:pt x="587" y="82"/>
                    <a:pt x="587" y="82"/>
                  </a:cubicBezTo>
                  <a:cubicBezTo>
                    <a:pt x="589" y="76"/>
                    <a:pt x="589" y="76"/>
                    <a:pt x="589" y="76"/>
                  </a:cubicBezTo>
                  <a:cubicBezTo>
                    <a:pt x="589" y="76"/>
                    <a:pt x="589" y="76"/>
                    <a:pt x="589" y="76"/>
                  </a:cubicBezTo>
                  <a:cubicBezTo>
                    <a:pt x="592" y="71"/>
                    <a:pt x="592" y="71"/>
                    <a:pt x="592" y="71"/>
                  </a:cubicBezTo>
                  <a:cubicBezTo>
                    <a:pt x="592" y="71"/>
                    <a:pt x="592" y="71"/>
                    <a:pt x="592" y="71"/>
                  </a:cubicBezTo>
                  <a:cubicBezTo>
                    <a:pt x="593" y="64"/>
                    <a:pt x="593" y="64"/>
                    <a:pt x="593" y="64"/>
                  </a:cubicBezTo>
                  <a:cubicBezTo>
                    <a:pt x="593" y="64"/>
                    <a:pt x="593" y="64"/>
                    <a:pt x="593" y="64"/>
                  </a:cubicBezTo>
                  <a:cubicBezTo>
                    <a:pt x="593" y="59"/>
                    <a:pt x="593" y="59"/>
                    <a:pt x="593" y="59"/>
                  </a:cubicBezTo>
                  <a:cubicBezTo>
                    <a:pt x="593" y="59"/>
                    <a:pt x="593" y="59"/>
                    <a:pt x="593" y="59"/>
                  </a:cubicBezTo>
                  <a:cubicBezTo>
                    <a:pt x="595" y="52"/>
                    <a:pt x="595" y="52"/>
                    <a:pt x="595" y="52"/>
                  </a:cubicBezTo>
                  <a:cubicBezTo>
                    <a:pt x="595" y="52"/>
                    <a:pt x="595" y="52"/>
                    <a:pt x="595" y="52"/>
                  </a:cubicBezTo>
                  <a:cubicBezTo>
                    <a:pt x="595" y="47"/>
                    <a:pt x="595" y="47"/>
                    <a:pt x="595" y="47"/>
                  </a:cubicBezTo>
                  <a:cubicBezTo>
                    <a:pt x="595" y="47"/>
                    <a:pt x="595" y="47"/>
                    <a:pt x="595" y="47"/>
                  </a:cubicBezTo>
                  <a:cubicBezTo>
                    <a:pt x="593" y="40"/>
                    <a:pt x="593" y="40"/>
                    <a:pt x="593" y="40"/>
                  </a:cubicBezTo>
                  <a:cubicBezTo>
                    <a:pt x="593" y="40"/>
                    <a:pt x="593" y="40"/>
                    <a:pt x="593" y="40"/>
                  </a:cubicBezTo>
                  <a:cubicBezTo>
                    <a:pt x="566" y="20"/>
                    <a:pt x="566" y="20"/>
                    <a:pt x="566" y="20"/>
                  </a:cubicBezTo>
                  <a:cubicBezTo>
                    <a:pt x="561" y="19"/>
                    <a:pt x="561" y="19"/>
                    <a:pt x="561" y="19"/>
                  </a:cubicBezTo>
                  <a:cubicBezTo>
                    <a:pt x="562" y="33"/>
                    <a:pt x="562" y="33"/>
                    <a:pt x="562" y="33"/>
                  </a:cubicBezTo>
                  <a:cubicBezTo>
                    <a:pt x="562" y="33"/>
                    <a:pt x="562" y="33"/>
                    <a:pt x="562" y="33"/>
                  </a:cubicBezTo>
                  <a:cubicBezTo>
                    <a:pt x="564" y="45"/>
                    <a:pt x="564" y="45"/>
                    <a:pt x="564" y="45"/>
                  </a:cubicBezTo>
                  <a:cubicBezTo>
                    <a:pt x="564" y="45"/>
                    <a:pt x="564" y="45"/>
                    <a:pt x="564" y="45"/>
                  </a:cubicBezTo>
                  <a:cubicBezTo>
                    <a:pt x="565" y="58"/>
                    <a:pt x="565" y="58"/>
                    <a:pt x="565" y="58"/>
                  </a:cubicBezTo>
                  <a:cubicBezTo>
                    <a:pt x="565" y="58"/>
                    <a:pt x="565" y="58"/>
                    <a:pt x="565" y="58"/>
                  </a:cubicBezTo>
                  <a:cubicBezTo>
                    <a:pt x="567" y="70"/>
                    <a:pt x="567" y="70"/>
                    <a:pt x="567" y="70"/>
                  </a:cubicBezTo>
                  <a:cubicBezTo>
                    <a:pt x="567" y="70"/>
                    <a:pt x="567" y="70"/>
                    <a:pt x="567" y="70"/>
                  </a:cubicBezTo>
                  <a:cubicBezTo>
                    <a:pt x="567" y="83"/>
                    <a:pt x="567" y="83"/>
                    <a:pt x="567" y="83"/>
                  </a:cubicBezTo>
                  <a:cubicBezTo>
                    <a:pt x="567" y="83"/>
                    <a:pt x="567" y="83"/>
                    <a:pt x="567" y="83"/>
                  </a:cubicBezTo>
                  <a:cubicBezTo>
                    <a:pt x="567" y="96"/>
                    <a:pt x="567" y="96"/>
                    <a:pt x="567" y="96"/>
                  </a:cubicBezTo>
                  <a:cubicBezTo>
                    <a:pt x="567" y="96"/>
                    <a:pt x="567" y="96"/>
                    <a:pt x="567" y="96"/>
                  </a:cubicBezTo>
                  <a:cubicBezTo>
                    <a:pt x="565" y="109"/>
                    <a:pt x="565" y="109"/>
                    <a:pt x="565" y="109"/>
                  </a:cubicBezTo>
                  <a:cubicBezTo>
                    <a:pt x="565" y="109"/>
                    <a:pt x="565" y="109"/>
                    <a:pt x="565" y="109"/>
                  </a:cubicBezTo>
                  <a:cubicBezTo>
                    <a:pt x="564" y="120"/>
                    <a:pt x="564" y="120"/>
                    <a:pt x="564" y="120"/>
                  </a:cubicBezTo>
                  <a:cubicBezTo>
                    <a:pt x="564" y="120"/>
                    <a:pt x="564" y="120"/>
                    <a:pt x="564" y="120"/>
                  </a:cubicBezTo>
                  <a:cubicBezTo>
                    <a:pt x="501" y="146"/>
                    <a:pt x="501" y="146"/>
                    <a:pt x="501" y="146"/>
                  </a:cubicBezTo>
                  <a:cubicBezTo>
                    <a:pt x="501" y="146"/>
                    <a:pt x="501" y="146"/>
                    <a:pt x="501" y="146"/>
                  </a:cubicBezTo>
                  <a:cubicBezTo>
                    <a:pt x="466" y="159"/>
                    <a:pt x="466" y="159"/>
                    <a:pt x="466" y="159"/>
                  </a:cubicBezTo>
                  <a:cubicBezTo>
                    <a:pt x="466" y="159"/>
                    <a:pt x="466" y="159"/>
                    <a:pt x="466" y="159"/>
                  </a:cubicBezTo>
                  <a:cubicBezTo>
                    <a:pt x="467" y="163"/>
                    <a:pt x="467" y="163"/>
                    <a:pt x="467" y="163"/>
                  </a:cubicBezTo>
                  <a:cubicBezTo>
                    <a:pt x="467" y="163"/>
                    <a:pt x="467" y="163"/>
                    <a:pt x="467" y="163"/>
                  </a:cubicBezTo>
                  <a:cubicBezTo>
                    <a:pt x="471" y="165"/>
                    <a:pt x="471" y="165"/>
                    <a:pt x="471" y="165"/>
                  </a:cubicBezTo>
                  <a:cubicBezTo>
                    <a:pt x="471" y="165"/>
                    <a:pt x="471" y="165"/>
                    <a:pt x="471" y="165"/>
                  </a:cubicBezTo>
                  <a:cubicBezTo>
                    <a:pt x="474" y="167"/>
                    <a:pt x="474" y="167"/>
                    <a:pt x="474" y="167"/>
                  </a:cubicBezTo>
                  <a:cubicBezTo>
                    <a:pt x="474" y="167"/>
                    <a:pt x="474" y="167"/>
                    <a:pt x="474" y="167"/>
                  </a:cubicBezTo>
                  <a:cubicBezTo>
                    <a:pt x="478" y="168"/>
                    <a:pt x="478" y="168"/>
                    <a:pt x="478" y="168"/>
                  </a:cubicBezTo>
                  <a:cubicBezTo>
                    <a:pt x="478" y="168"/>
                    <a:pt x="478" y="168"/>
                    <a:pt x="478" y="168"/>
                  </a:cubicBezTo>
                  <a:cubicBezTo>
                    <a:pt x="481" y="169"/>
                    <a:pt x="481" y="169"/>
                    <a:pt x="481" y="169"/>
                  </a:cubicBezTo>
                  <a:cubicBezTo>
                    <a:pt x="481" y="169"/>
                    <a:pt x="481" y="169"/>
                    <a:pt x="481" y="169"/>
                  </a:cubicBezTo>
                  <a:cubicBezTo>
                    <a:pt x="485" y="169"/>
                    <a:pt x="485" y="169"/>
                    <a:pt x="485" y="169"/>
                  </a:cubicBezTo>
                  <a:cubicBezTo>
                    <a:pt x="485" y="169"/>
                    <a:pt x="485" y="169"/>
                    <a:pt x="485" y="169"/>
                  </a:cubicBezTo>
                  <a:cubicBezTo>
                    <a:pt x="489" y="170"/>
                    <a:pt x="489" y="170"/>
                    <a:pt x="489" y="170"/>
                  </a:cubicBezTo>
                  <a:cubicBezTo>
                    <a:pt x="489" y="170"/>
                    <a:pt x="489" y="170"/>
                    <a:pt x="489" y="170"/>
                  </a:cubicBezTo>
                  <a:cubicBezTo>
                    <a:pt x="493" y="170"/>
                    <a:pt x="493" y="170"/>
                    <a:pt x="493" y="170"/>
                  </a:cubicBezTo>
                  <a:cubicBezTo>
                    <a:pt x="493" y="170"/>
                    <a:pt x="493" y="170"/>
                    <a:pt x="493" y="170"/>
                  </a:cubicBezTo>
                  <a:cubicBezTo>
                    <a:pt x="499" y="171"/>
                    <a:pt x="499" y="171"/>
                    <a:pt x="499" y="171"/>
                  </a:cubicBezTo>
                  <a:cubicBezTo>
                    <a:pt x="499" y="171"/>
                    <a:pt x="499" y="171"/>
                    <a:pt x="499" y="171"/>
                  </a:cubicBezTo>
                  <a:cubicBezTo>
                    <a:pt x="506" y="170"/>
                    <a:pt x="506" y="170"/>
                    <a:pt x="506" y="170"/>
                  </a:cubicBezTo>
                  <a:cubicBezTo>
                    <a:pt x="506" y="170"/>
                    <a:pt x="506" y="170"/>
                    <a:pt x="506" y="170"/>
                  </a:cubicBezTo>
                  <a:cubicBezTo>
                    <a:pt x="513" y="168"/>
                    <a:pt x="513" y="168"/>
                    <a:pt x="513" y="168"/>
                  </a:cubicBezTo>
                  <a:cubicBezTo>
                    <a:pt x="513" y="168"/>
                    <a:pt x="513" y="168"/>
                    <a:pt x="513" y="168"/>
                  </a:cubicBezTo>
                  <a:cubicBezTo>
                    <a:pt x="519" y="164"/>
                    <a:pt x="519" y="164"/>
                    <a:pt x="519" y="164"/>
                  </a:cubicBezTo>
                  <a:cubicBezTo>
                    <a:pt x="519" y="164"/>
                    <a:pt x="519" y="164"/>
                    <a:pt x="519" y="164"/>
                  </a:cubicBezTo>
                  <a:cubicBezTo>
                    <a:pt x="523" y="161"/>
                    <a:pt x="523" y="161"/>
                    <a:pt x="523" y="161"/>
                  </a:cubicBezTo>
                  <a:cubicBezTo>
                    <a:pt x="523" y="161"/>
                    <a:pt x="523" y="161"/>
                    <a:pt x="523" y="161"/>
                  </a:cubicBezTo>
                  <a:cubicBezTo>
                    <a:pt x="528" y="157"/>
                    <a:pt x="528" y="157"/>
                    <a:pt x="528" y="157"/>
                  </a:cubicBezTo>
                  <a:cubicBezTo>
                    <a:pt x="528" y="157"/>
                    <a:pt x="528" y="157"/>
                    <a:pt x="528" y="157"/>
                  </a:cubicBezTo>
                  <a:cubicBezTo>
                    <a:pt x="534" y="154"/>
                    <a:pt x="534" y="154"/>
                    <a:pt x="534" y="154"/>
                  </a:cubicBezTo>
                  <a:cubicBezTo>
                    <a:pt x="534" y="154"/>
                    <a:pt x="534" y="154"/>
                    <a:pt x="534" y="154"/>
                  </a:cubicBezTo>
                  <a:cubicBezTo>
                    <a:pt x="539" y="149"/>
                    <a:pt x="539" y="149"/>
                    <a:pt x="539" y="149"/>
                  </a:cubicBezTo>
                  <a:cubicBezTo>
                    <a:pt x="539" y="149"/>
                    <a:pt x="539" y="149"/>
                    <a:pt x="539" y="149"/>
                  </a:cubicBezTo>
                  <a:cubicBezTo>
                    <a:pt x="563" y="131"/>
                    <a:pt x="563" y="131"/>
                    <a:pt x="563" y="131"/>
                  </a:cubicBezTo>
                  <a:cubicBezTo>
                    <a:pt x="563" y="131"/>
                    <a:pt x="563" y="131"/>
                    <a:pt x="563" y="131"/>
                  </a:cubicBezTo>
                  <a:cubicBezTo>
                    <a:pt x="566" y="133"/>
                    <a:pt x="566" y="133"/>
                    <a:pt x="566" y="133"/>
                  </a:cubicBezTo>
                  <a:cubicBezTo>
                    <a:pt x="566" y="133"/>
                    <a:pt x="566" y="133"/>
                    <a:pt x="566" y="133"/>
                  </a:cubicBezTo>
                  <a:cubicBezTo>
                    <a:pt x="566" y="136"/>
                    <a:pt x="566" y="136"/>
                    <a:pt x="566" y="136"/>
                  </a:cubicBezTo>
                  <a:cubicBezTo>
                    <a:pt x="566" y="136"/>
                    <a:pt x="566" y="136"/>
                    <a:pt x="566" y="136"/>
                  </a:cubicBezTo>
                  <a:cubicBezTo>
                    <a:pt x="566" y="139"/>
                    <a:pt x="566" y="139"/>
                    <a:pt x="566" y="139"/>
                  </a:cubicBezTo>
                  <a:cubicBezTo>
                    <a:pt x="566" y="139"/>
                    <a:pt x="566" y="139"/>
                    <a:pt x="566" y="139"/>
                  </a:cubicBezTo>
                  <a:cubicBezTo>
                    <a:pt x="566" y="142"/>
                    <a:pt x="566" y="142"/>
                    <a:pt x="566" y="142"/>
                  </a:cubicBezTo>
                  <a:cubicBezTo>
                    <a:pt x="566" y="142"/>
                    <a:pt x="566" y="142"/>
                    <a:pt x="566" y="142"/>
                  </a:cubicBezTo>
                  <a:cubicBezTo>
                    <a:pt x="566" y="143"/>
                    <a:pt x="566" y="143"/>
                    <a:pt x="566" y="143"/>
                  </a:cubicBezTo>
                  <a:cubicBezTo>
                    <a:pt x="566" y="143"/>
                    <a:pt x="566" y="143"/>
                    <a:pt x="566" y="143"/>
                  </a:cubicBezTo>
                  <a:cubicBezTo>
                    <a:pt x="565" y="146"/>
                    <a:pt x="565" y="146"/>
                    <a:pt x="565" y="146"/>
                  </a:cubicBezTo>
                  <a:cubicBezTo>
                    <a:pt x="565" y="146"/>
                    <a:pt x="565" y="146"/>
                    <a:pt x="565" y="146"/>
                  </a:cubicBezTo>
                  <a:cubicBezTo>
                    <a:pt x="564" y="148"/>
                    <a:pt x="564" y="148"/>
                    <a:pt x="564" y="148"/>
                  </a:cubicBezTo>
                  <a:cubicBezTo>
                    <a:pt x="564" y="148"/>
                    <a:pt x="564" y="148"/>
                    <a:pt x="564" y="148"/>
                  </a:cubicBezTo>
                  <a:cubicBezTo>
                    <a:pt x="564" y="150"/>
                    <a:pt x="564" y="150"/>
                    <a:pt x="564" y="150"/>
                  </a:cubicBezTo>
                  <a:cubicBezTo>
                    <a:pt x="564" y="150"/>
                    <a:pt x="564" y="150"/>
                    <a:pt x="564" y="150"/>
                  </a:cubicBezTo>
                  <a:cubicBezTo>
                    <a:pt x="564" y="152"/>
                    <a:pt x="564" y="152"/>
                    <a:pt x="564" y="152"/>
                  </a:cubicBezTo>
                  <a:cubicBezTo>
                    <a:pt x="564" y="152"/>
                    <a:pt x="564" y="152"/>
                    <a:pt x="564" y="152"/>
                  </a:cubicBezTo>
                  <a:cubicBezTo>
                    <a:pt x="538" y="171"/>
                    <a:pt x="538" y="171"/>
                    <a:pt x="538" y="171"/>
                  </a:cubicBezTo>
                  <a:cubicBezTo>
                    <a:pt x="538" y="171"/>
                    <a:pt x="538" y="171"/>
                    <a:pt x="538" y="171"/>
                  </a:cubicBezTo>
                  <a:cubicBezTo>
                    <a:pt x="562" y="163"/>
                    <a:pt x="562" y="163"/>
                    <a:pt x="562" y="163"/>
                  </a:cubicBezTo>
                  <a:cubicBezTo>
                    <a:pt x="562" y="163"/>
                    <a:pt x="562" y="163"/>
                    <a:pt x="562" y="163"/>
                  </a:cubicBezTo>
                  <a:cubicBezTo>
                    <a:pt x="565" y="166"/>
                    <a:pt x="565" y="166"/>
                    <a:pt x="565" y="166"/>
                  </a:cubicBezTo>
                  <a:cubicBezTo>
                    <a:pt x="565" y="166"/>
                    <a:pt x="565" y="166"/>
                    <a:pt x="565" y="166"/>
                  </a:cubicBezTo>
                  <a:cubicBezTo>
                    <a:pt x="564" y="169"/>
                    <a:pt x="564" y="169"/>
                    <a:pt x="564" y="169"/>
                  </a:cubicBezTo>
                  <a:cubicBezTo>
                    <a:pt x="564" y="169"/>
                    <a:pt x="564" y="169"/>
                    <a:pt x="564" y="169"/>
                  </a:cubicBezTo>
                  <a:cubicBezTo>
                    <a:pt x="564" y="171"/>
                    <a:pt x="564" y="171"/>
                    <a:pt x="564" y="171"/>
                  </a:cubicBezTo>
                  <a:cubicBezTo>
                    <a:pt x="564" y="171"/>
                    <a:pt x="564" y="171"/>
                    <a:pt x="564" y="171"/>
                  </a:cubicBezTo>
                  <a:cubicBezTo>
                    <a:pt x="563" y="174"/>
                    <a:pt x="563" y="174"/>
                    <a:pt x="563" y="174"/>
                  </a:cubicBezTo>
                  <a:cubicBezTo>
                    <a:pt x="563" y="174"/>
                    <a:pt x="563" y="174"/>
                    <a:pt x="563" y="174"/>
                  </a:cubicBezTo>
                  <a:cubicBezTo>
                    <a:pt x="563" y="176"/>
                    <a:pt x="563" y="176"/>
                    <a:pt x="563" y="176"/>
                  </a:cubicBezTo>
                  <a:cubicBezTo>
                    <a:pt x="563" y="176"/>
                    <a:pt x="563" y="176"/>
                    <a:pt x="563" y="176"/>
                  </a:cubicBezTo>
                  <a:cubicBezTo>
                    <a:pt x="561" y="179"/>
                    <a:pt x="561" y="179"/>
                    <a:pt x="561" y="179"/>
                  </a:cubicBezTo>
                  <a:cubicBezTo>
                    <a:pt x="561" y="179"/>
                    <a:pt x="561" y="179"/>
                    <a:pt x="561" y="179"/>
                  </a:cubicBezTo>
                  <a:cubicBezTo>
                    <a:pt x="560" y="180"/>
                    <a:pt x="560" y="180"/>
                    <a:pt x="560" y="180"/>
                  </a:cubicBezTo>
                  <a:cubicBezTo>
                    <a:pt x="560" y="180"/>
                    <a:pt x="560" y="180"/>
                    <a:pt x="560" y="180"/>
                  </a:cubicBezTo>
                  <a:cubicBezTo>
                    <a:pt x="558" y="182"/>
                    <a:pt x="558" y="182"/>
                    <a:pt x="558" y="182"/>
                  </a:cubicBezTo>
                  <a:cubicBezTo>
                    <a:pt x="558" y="182"/>
                    <a:pt x="558" y="182"/>
                    <a:pt x="558" y="182"/>
                  </a:cubicBezTo>
                  <a:cubicBezTo>
                    <a:pt x="556" y="182"/>
                    <a:pt x="556" y="182"/>
                    <a:pt x="556" y="182"/>
                  </a:cubicBezTo>
                  <a:cubicBezTo>
                    <a:pt x="556" y="182"/>
                    <a:pt x="556" y="182"/>
                    <a:pt x="556" y="182"/>
                  </a:cubicBezTo>
                  <a:cubicBezTo>
                    <a:pt x="539" y="198"/>
                    <a:pt x="539" y="198"/>
                    <a:pt x="539" y="198"/>
                  </a:cubicBezTo>
                  <a:cubicBezTo>
                    <a:pt x="539" y="198"/>
                    <a:pt x="539" y="198"/>
                    <a:pt x="539" y="198"/>
                  </a:cubicBezTo>
                  <a:cubicBezTo>
                    <a:pt x="535" y="201"/>
                    <a:pt x="535" y="201"/>
                    <a:pt x="535" y="201"/>
                  </a:cubicBezTo>
                  <a:cubicBezTo>
                    <a:pt x="535" y="201"/>
                    <a:pt x="535" y="201"/>
                    <a:pt x="535" y="201"/>
                  </a:cubicBezTo>
                  <a:cubicBezTo>
                    <a:pt x="532" y="205"/>
                    <a:pt x="532" y="205"/>
                    <a:pt x="532" y="205"/>
                  </a:cubicBezTo>
                  <a:cubicBezTo>
                    <a:pt x="532" y="205"/>
                    <a:pt x="532" y="205"/>
                    <a:pt x="532" y="205"/>
                  </a:cubicBezTo>
                  <a:cubicBezTo>
                    <a:pt x="527" y="209"/>
                    <a:pt x="527" y="209"/>
                    <a:pt x="527" y="209"/>
                  </a:cubicBezTo>
                  <a:cubicBezTo>
                    <a:pt x="527" y="209"/>
                    <a:pt x="527" y="209"/>
                    <a:pt x="527" y="209"/>
                  </a:cubicBezTo>
                  <a:cubicBezTo>
                    <a:pt x="524" y="213"/>
                    <a:pt x="524" y="213"/>
                    <a:pt x="524" y="213"/>
                  </a:cubicBezTo>
                  <a:cubicBezTo>
                    <a:pt x="524" y="213"/>
                    <a:pt x="524" y="213"/>
                    <a:pt x="524" y="213"/>
                  </a:cubicBezTo>
                  <a:cubicBezTo>
                    <a:pt x="520" y="216"/>
                    <a:pt x="520" y="216"/>
                    <a:pt x="520" y="216"/>
                  </a:cubicBezTo>
                  <a:cubicBezTo>
                    <a:pt x="520" y="216"/>
                    <a:pt x="520" y="216"/>
                    <a:pt x="520" y="216"/>
                  </a:cubicBezTo>
                  <a:cubicBezTo>
                    <a:pt x="517" y="219"/>
                    <a:pt x="517" y="219"/>
                    <a:pt x="517" y="219"/>
                  </a:cubicBezTo>
                  <a:cubicBezTo>
                    <a:pt x="517" y="219"/>
                    <a:pt x="517" y="219"/>
                    <a:pt x="517" y="219"/>
                  </a:cubicBezTo>
                  <a:cubicBezTo>
                    <a:pt x="513" y="221"/>
                    <a:pt x="513" y="221"/>
                    <a:pt x="513" y="221"/>
                  </a:cubicBezTo>
                  <a:cubicBezTo>
                    <a:pt x="513" y="221"/>
                    <a:pt x="513" y="221"/>
                    <a:pt x="513" y="221"/>
                  </a:cubicBezTo>
                  <a:cubicBezTo>
                    <a:pt x="509" y="221"/>
                    <a:pt x="509" y="221"/>
                    <a:pt x="509" y="221"/>
                  </a:cubicBezTo>
                  <a:cubicBezTo>
                    <a:pt x="509" y="221"/>
                    <a:pt x="509" y="221"/>
                    <a:pt x="509" y="221"/>
                  </a:cubicBezTo>
                  <a:cubicBezTo>
                    <a:pt x="507" y="219"/>
                    <a:pt x="507" y="219"/>
                    <a:pt x="507" y="219"/>
                  </a:cubicBezTo>
                  <a:cubicBezTo>
                    <a:pt x="507" y="219"/>
                    <a:pt x="507" y="219"/>
                    <a:pt x="507" y="219"/>
                  </a:cubicBezTo>
                  <a:cubicBezTo>
                    <a:pt x="507" y="217"/>
                    <a:pt x="507" y="217"/>
                    <a:pt x="507" y="217"/>
                  </a:cubicBezTo>
                  <a:cubicBezTo>
                    <a:pt x="507" y="217"/>
                    <a:pt x="507" y="217"/>
                    <a:pt x="507" y="217"/>
                  </a:cubicBezTo>
                  <a:cubicBezTo>
                    <a:pt x="508" y="215"/>
                    <a:pt x="508" y="215"/>
                    <a:pt x="508" y="215"/>
                  </a:cubicBezTo>
                  <a:cubicBezTo>
                    <a:pt x="508" y="215"/>
                    <a:pt x="508" y="215"/>
                    <a:pt x="508" y="215"/>
                  </a:cubicBezTo>
                  <a:cubicBezTo>
                    <a:pt x="509" y="214"/>
                    <a:pt x="509" y="214"/>
                    <a:pt x="509" y="214"/>
                  </a:cubicBezTo>
                  <a:cubicBezTo>
                    <a:pt x="509" y="214"/>
                    <a:pt x="509" y="214"/>
                    <a:pt x="509" y="214"/>
                  </a:cubicBezTo>
                  <a:cubicBezTo>
                    <a:pt x="509" y="212"/>
                    <a:pt x="509" y="212"/>
                    <a:pt x="509" y="212"/>
                  </a:cubicBezTo>
                  <a:cubicBezTo>
                    <a:pt x="509" y="212"/>
                    <a:pt x="509" y="212"/>
                    <a:pt x="509" y="212"/>
                  </a:cubicBezTo>
                  <a:cubicBezTo>
                    <a:pt x="510" y="210"/>
                    <a:pt x="510" y="210"/>
                    <a:pt x="510" y="210"/>
                  </a:cubicBezTo>
                  <a:cubicBezTo>
                    <a:pt x="510" y="210"/>
                    <a:pt x="510" y="210"/>
                    <a:pt x="510" y="210"/>
                  </a:cubicBezTo>
                  <a:cubicBezTo>
                    <a:pt x="510" y="208"/>
                    <a:pt x="510" y="208"/>
                    <a:pt x="510" y="208"/>
                  </a:cubicBezTo>
                  <a:cubicBezTo>
                    <a:pt x="510" y="208"/>
                    <a:pt x="510" y="208"/>
                    <a:pt x="510" y="208"/>
                  </a:cubicBezTo>
                  <a:cubicBezTo>
                    <a:pt x="512" y="205"/>
                    <a:pt x="512" y="205"/>
                    <a:pt x="512" y="205"/>
                  </a:cubicBezTo>
                  <a:cubicBezTo>
                    <a:pt x="512" y="205"/>
                    <a:pt x="512" y="205"/>
                    <a:pt x="512" y="205"/>
                  </a:cubicBezTo>
                  <a:cubicBezTo>
                    <a:pt x="509" y="208"/>
                    <a:pt x="509" y="208"/>
                    <a:pt x="509" y="208"/>
                  </a:cubicBezTo>
                  <a:cubicBezTo>
                    <a:pt x="509" y="208"/>
                    <a:pt x="509" y="208"/>
                    <a:pt x="509" y="208"/>
                  </a:cubicBezTo>
                  <a:cubicBezTo>
                    <a:pt x="508" y="210"/>
                    <a:pt x="508" y="210"/>
                    <a:pt x="508" y="210"/>
                  </a:cubicBezTo>
                  <a:cubicBezTo>
                    <a:pt x="508" y="210"/>
                    <a:pt x="508" y="210"/>
                    <a:pt x="508" y="210"/>
                  </a:cubicBezTo>
                  <a:cubicBezTo>
                    <a:pt x="507" y="212"/>
                    <a:pt x="507" y="212"/>
                    <a:pt x="507" y="212"/>
                  </a:cubicBezTo>
                  <a:cubicBezTo>
                    <a:pt x="507" y="212"/>
                    <a:pt x="507" y="212"/>
                    <a:pt x="507" y="212"/>
                  </a:cubicBezTo>
                  <a:cubicBezTo>
                    <a:pt x="507" y="213"/>
                    <a:pt x="507" y="213"/>
                    <a:pt x="507" y="213"/>
                  </a:cubicBezTo>
                  <a:cubicBezTo>
                    <a:pt x="507" y="213"/>
                    <a:pt x="507" y="213"/>
                    <a:pt x="507" y="213"/>
                  </a:cubicBezTo>
                  <a:cubicBezTo>
                    <a:pt x="505" y="214"/>
                    <a:pt x="505" y="214"/>
                    <a:pt x="505" y="214"/>
                  </a:cubicBezTo>
                  <a:cubicBezTo>
                    <a:pt x="505" y="214"/>
                    <a:pt x="505" y="214"/>
                    <a:pt x="505" y="214"/>
                  </a:cubicBezTo>
                  <a:cubicBezTo>
                    <a:pt x="504" y="215"/>
                    <a:pt x="504" y="215"/>
                    <a:pt x="504" y="215"/>
                  </a:cubicBezTo>
                  <a:cubicBezTo>
                    <a:pt x="504" y="215"/>
                    <a:pt x="504" y="215"/>
                    <a:pt x="504" y="215"/>
                  </a:cubicBezTo>
                  <a:cubicBezTo>
                    <a:pt x="503" y="216"/>
                    <a:pt x="503" y="216"/>
                    <a:pt x="503" y="216"/>
                  </a:cubicBezTo>
                  <a:cubicBezTo>
                    <a:pt x="503" y="216"/>
                    <a:pt x="503" y="216"/>
                    <a:pt x="503" y="216"/>
                  </a:cubicBezTo>
                  <a:cubicBezTo>
                    <a:pt x="503" y="217"/>
                    <a:pt x="503" y="217"/>
                    <a:pt x="503" y="217"/>
                  </a:cubicBezTo>
                  <a:cubicBezTo>
                    <a:pt x="503" y="217"/>
                    <a:pt x="503" y="217"/>
                    <a:pt x="503" y="217"/>
                  </a:cubicBezTo>
                  <a:cubicBezTo>
                    <a:pt x="500" y="223"/>
                    <a:pt x="500" y="223"/>
                    <a:pt x="500" y="223"/>
                  </a:cubicBezTo>
                  <a:cubicBezTo>
                    <a:pt x="500" y="223"/>
                    <a:pt x="500" y="223"/>
                    <a:pt x="500" y="223"/>
                  </a:cubicBezTo>
                  <a:cubicBezTo>
                    <a:pt x="497" y="228"/>
                    <a:pt x="497" y="228"/>
                    <a:pt x="497" y="228"/>
                  </a:cubicBezTo>
                  <a:cubicBezTo>
                    <a:pt x="497" y="228"/>
                    <a:pt x="497" y="228"/>
                    <a:pt x="497" y="228"/>
                  </a:cubicBezTo>
                  <a:cubicBezTo>
                    <a:pt x="494" y="233"/>
                    <a:pt x="494" y="233"/>
                    <a:pt x="494" y="233"/>
                  </a:cubicBezTo>
                  <a:cubicBezTo>
                    <a:pt x="494" y="233"/>
                    <a:pt x="494" y="233"/>
                    <a:pt x="494" y="233"/>
                  </a:cubicBezTo>
                  <a:cubicBezTo>
                    <a:pt x="490" y="237"/>
                    <a:pt x="490" y="237"/>
                    <a:pt x="490" y="237"/>
                  </a:cubicBezTo>
                  <a:cubicBezTo>
                    <a:pt x="490" y="237"/>
                    <a:pt x="490" y="237"/>
                    <a:pt x="490" y="237"/>
                  </a:cubicBezTo>
                  <a:cubicBezTo>
                    <a:pt x="487" y="243"/>
                    <a:pt x="487" y="243"/>
                    <a:pt x="487" y="243"/>
                  </a:cubicBezTo>
                  <a:cubicBezTo>
                    <a:pt x="487" y="243"/>
                    <a:pt x="487" y="243"/>
                    <a:pt x="487" y="243"/>
                  </a:cubicBezTo>
                  <a:cubicBezTo>
                    <a:pt x="486" y="247"/>
                    <a:pt x="486" y="247"/>
                    <a:pt x="486" y="247"/>
                  </a:cubicBezTo>
                  <a:cubicBezTo>
                    <a:pt x="486" y="247"/>
                    <a:pt x="486" y="247"/>
                    <a:pt x="486" y="247"/>
                  </a:cubicBezTo>
                  <a:cubicBezTo>
                    <a:pt x="485" y="252"/>
                    <a:pt x="485" y="252"/>
                    <a:pt x="485" y="252"/>
                  </a:cubicBezTo>
                  <a:cubicBezTo>
                    <a:pt x="485" y="252"/>
                    <a:pt x="485" y="252"/>
                    <a:pt x="485" y="252"/>
                  </a:cubicBezTo>
                  <a:cubicBezTo>
                    <a:pt x="489" y="256"/>
                    <a:pt x="489" y="256"/>
                    <a:pt x="489" y="256"/>
                  </a:cubicBezTo>
                  <a:cubicBezTo>
                    <a:pt x="489" y="256"/>
                    <a:pt x="489" y="256"/>
                    <a:pt x="489" y="256"/>
                  </a:cubicBezTo>
                  <a:cubicBezTo>
                    <a:pt x="489" y="257"/>
                    <a:pt x="489" y="257"/>
                    <a:pt x="489" y="257"/>
                  </a:cubicBezTo>
                  <a:cubicBezTo>
                    <a:pt x="489" y="257"/>
                    <a:pt x="489" y="257"/>
                    <a:pt x="489" y="257"/>
                  </a:cubicBezTo>
                  <a:cubicBezTo>
                    <a:pt x="490" y="258"/>
                    <a:pt x="490" y="258"/>
                    <a:pt x="490" y="258"/>
                  </a:cubicBezTo>
                  <a:cubicBezTo>
                    <a:pt x="490" y="258"/>
                    <a:pt x="490" y="258"/>
                    <a:pt x="490" y="258"/>
                  </a:cubicBezTo>
                  <a:cubicBezTo>
                    <a:pt x="490" y="258"/>
                    <a:pt x="490" y="258"/>
                    <a:pt x="490" y="258"/>
                  </a:cubicBezTo>
                  <a:cubicBezTo>
                    <a:pt x="490" y="258"/>
                    <a:pt x="490" y="258"/>
                    <a:pt x="490" y="258"/>
                  </a:cubicBezTo>
                  <a:cubicBezTo>
                    <a:pt x="493" y="258"/>
                    <a:pt x="493" y="258"/>
                    <a:pt x="493" y="258"/>
                  </a:cubicBezTo>
                  <a:cubicBezTo>
                    <a:pt x="493" y="258"/>
                    <a:pt x="493" y="258"/>
                    <a:pt x="493" y="258"/>
                  </a:cubicBezTo>
                  <a:cubicBezTo>
                    <a:pt x="494" y="258"/>
                    <a:pt x="494" y="258"/>
                    <a:pt x="494" y="258"/>
                  </a:cubicBezTo>
                  <a:cubicBezTo>
                    <a:pt x="494" y="258"/>
                    <a:pt x="494" y="258"/>
                    <a:pt x="494" y="258"/>
                  </a:cubicBezTo>
                  <a:cubicBezTo>
                    <a:pt x="496" y="258"/>
                    <a:pt x="496" y="258"/>
                    <a:pt x="496" y="258"/>
                  </a:cubicBezTo>
                  <a:cubicBezTo>
                    <a:pt x="496" y="258"/>
                    <a:pt x="496" y="258"/>
                    <a:pt x="496" y="258"/>
                  </a:cubicBezTo>
                  <a:cubicBezTo>
                    <a:pt x="497" y="258"/>
                    <a:pt x="497" y="258"/>
                    <a:pt x="497" y="258"/>
                  </a:cubicBezTo>
                  <a:cubicBezTo>
                    <a:pt x="497" y="258"/>
                    <a:pt x="497" y="258"/>
                    <a:pt x="497" y="258"/>
                  </a:cubicBezTo>
                  <a:cubicBezTo>
                    <a:pt x="499" y="257"/>
                    <a:pt x="499" y="257"/>
                    <a:pt x="499" y="257"/>
                  </a:cubicBezTo>
                  <a:cubicBezTo>
                    <a:pt x="499" y="257"/>
                    <a:pt x="499" y="257"/>
                    <a:pt x="499" y="257"/>
                  </a:cubicBezTo>
                  <a:cubicBezTo>
                    <a:pt x="506" y="250"/>
                    <a:pt x="506" y="250"/>
                    <a:pt x="506" y="250"/>
                  </a:cubicBezTo>
                  <a:cubicBezTo>
                    <a:pt x="506" y="250"/>
                    <a:pt x="506" y="250"/>
                    <a:pt x="506" y="250"/>
                  </a:cubicBezTo>
                  <a:cubicBezTo>
                    <a:pt x="514" y="242"/>
                    <a:pt x="514" y="242"/>
                    <a:pt x="514" y="242"/>
                  </a:cubicBezTo>
                  <a:cubicBezTo>
                    <a:pt x="514" y="242"/>
                    <a:pt x="514" y="242"/>
                    <a:pt x="514" y="242"/>
                  </a:cubicBezTo>
                  <a:cubicBezTo>
                    <a:pt x="519" y="233"/>
                    <a:pt x="519" y="233"/>
                    <a:pt x="519" y="233"/>
                  </a:cubicBezTo>
                  <a:cubicBezTo>
                    <a:pt x="519" y="233"/>
                    <a:pt x="519" y="233"/>
                    <a:pt x="519" y="233"/>
                  </a:cubicBezTo>
                  <a:cubicBezTo>
                    <a:pt x="525" y="223"/>
                    <a:pt x="525" y="223"/>
                    <a:pt x="525" y="223"/>
                  </a:cubicBezTo>
                  <a:cubicBezTo>
                    <a:pt x="525" y="223"/>
                    <a:pt x="525" y="223"/>
                    <a:pt x="525" y="223"/>
                  </a:cubicBezTo>
                  <a:cubicBezTo>
                    <a:pt x="531" y="214"/>
                    <a:pt x="531" y="214"/>
                    <a:pt x="531" y="214"/>
                  </a:cubicBezTo>
                  <a:cubicBezTo>
                    <a:pt x="531" y="214"/>
                    <a:pt x="531" y="214"/>
                    <a:pt x="531" y="214"/>
                  </a:cubicBezTo>
                  <a:cubicBezTo>
                    <a:pt x="537" y="205"/>
                    <a:pt x="537" y="205"/>
                    <a:pt x="537" y="205"/>
                  </a:cubicBezTo>
                  <a:cubicBezTo>
                    <a:pt x="537" y="205"/>
                    <a:pt x="537" y="205"/>
                    <a:pt x="537" y="205"/>
                  </a:cubicBezTo>
                  <a:cubicBezTo>
                    <a:pt x="544" y="198"/>
                    <a:pt x="544" y="198"/>
                    <a:pt x="544" y="198"/>
                  </a:cubicBezTo>
                  <a:cubicBezTo>
                    <a:pt x="544" y="198"/>
                    <a:pt x="544" y="198"/>
                    <a:pt x="544" y="198"/>
                  </a:cubicBezTo>
                  <a:cubicBezTo>
                    <a:pt x="554" y="190"/>
                    <a:pt x="554" y="190"/>
                    <a:pt x="554" y="190"/>
                  </a:cubicBezTo>
                  <a:cubicBezTo>
                    <a:pt x="554" y="190"/>
                    <a:pt x="554" y="190"/>
                    <a:pt x="554" y="190"/>
                  </a:cubicBezTo>
                  <a:cubicBezTo>
                    <a:pt x="554" y="190"/>
                    <a:pt x="554" y="190"/>
                    <a:pt x="554" y="190"/>
                  </a:cubicBezTo>
                  <a:cubicBezTo>
                    <a:pt x="554" y="190"/>
                    <a:pt x="554" y="190"/>
                    <a:pt x="554" y="190"/>
                  </a:cubicBezTo>
                  <a:cubicBezTo>
                    <a:pt x="555" y="190"/>
                    <a:pt x="555" y="190"/>
                    <a:pt x="555" y="190"/>
                  </a:cubicBezTo>
                  <a:cubicBezTo>
                    <a:pt x="555" y="190"/>
                    <a:pt x="555" y="190"/>
                    <a:pt x="555" y="190"/>
                  </a:cubicBezTo>
                  <a:cubicBezTo>
                    <a:pt x="556" y="190"/>
                    <a:pt x="556" y="190"/>
                    <a:pt x="556" y="190"/>
                  </a:cubicBezTo>
                  <a:cubicBezTo>
                    <a:pt x="556" y="190"/>
                    <a:pt x="556" y="190"/>
                    <a:pt x="556" y="190"/>
                  </a:cubicBezTo>
                  <a:cubicBezTo>
                    <a:pt x="557" y="189"/>
                    <a:pt x="557" y="189"/>
                    <a:pt x="557" y="189"/>
                  </a:cubicBezTo>
                  <a:cubicBezTo>
                    <a:pt x="557" y="189"/>
                    <a:pt x="557" y="189"/>
                    <a:pt x="557" y="189"/>
                  </a:cubicBezTo>
                  <a:cubicBezTo>
                    <a:pt x="558" y="189"/>
                    <a:pt x="558" y="189"/>
                    <a:pt x="558" y="189"/>
                  </a:cubicBezTo>
                  <a:cubicBezTo>
                    <a:pt x="558" y="189"/>
                    <a:pt x="558" y="189"/>
                    <a:pt x="558" y="189"/>
                  </a:cubicBezTo>
                  <a:cubicBezTo>
                    <a:pt x="559" y="189"/>
                    <a:pt x="559" y="189"/>
                    <a:pt x="559" y="189"/>
                  </a:cubicBezTo>
                  <a:cubicBezTo>
                    <a:pt x="559" y="189"/>
                    <a:pt x="559" y="189"/>
                    <a:pt x="559" y="189"/>
                  </a:cubicBezTo>
                  <a:cubicBezTo>
                    <a:pt x="560" y="189"/>
                    <a:pt x="560" y="189"/>
                    <a:pt x="560" y="189"/>
                  </a:cubicBezTo>
                  <a:cubicBezTo>
                    <a:pt x="560" y="189"/>
                    <a:pt x="560" y="189"/>
                    <a:pt x="560" y="189"/>
                  </a:cubicBezTo>
                  <a:cubicBezTo>
                    <a:pt x="561" y="189"/>
                    <a:pt x="561" y="189"/>
                    <a:pt x="561" y="189"/>
                  </a:cubicBezTo>
                  <a:cubicBezTo>
                    <a:pt x="561" y="189"/>
                    <a:pt x="561" y="189"/>
                    <a:pt x="561" y="189"/>
                  </a:cubicBezTo>
                  <a:cubicBezTo>
                    <a:pt x="561" y="192"/>
                    <a:pt x="561" y="192"/>
                    <a:pt x="561" y="192"/>
                  </a:cubicBezTo>
                  <a:cubicBezTo>
                    <a:pt x="561" y="192"/>
                    <a:pt x="561" y="192"/>
                    <a:pt x="561" y="192"/>
                  </a:cubicBezTo>
                  <a:cubicBezTo>
                    <a:pt x="561" y="195"/>
                    <a:pt x="561" y="195"/>
                    <a:pt x="561" y="195"/>
                  </a:cubicBezTo>
                  <a:cubicBezTo>
                    <a:pt x="561" y="195"/>
                    <a:pt x="561" y="195"/>
                    <a:pt x="561" y="195"/>
                  </a:cubicBezTo>
                  <a:cubicBezTo>
                    <a:pt x="561" y="198"/>
                    <a:pt x="561" y="198"/>
                    <a:pt x="561" y="198"/>
                  </a:cubicBezTo>
                  <a:cubicBezTo>
                    <a:pt x="561" y="198"/>
                    <a:pt x="561" y="198"/>
                    <a:pt x="561" y="198"/>
                  </a:cubicBezTo>
                  <a:cubicBezTo>
                    <a:pt x="562" y="200"/>
                    <a:pt x="562" y="200"/>
                    <a:pt x="562" y="200"/>
                  </a:cubicBezTo>
                  <a:cubicBezTo>
                    <a:pt x="562" y="200"/>
                    <a:pt x="562" y="200"/>
                    <a:pt x="562" y="200"/>
                  </a:cubicBezTo>
                  <a:cubicBezTo>
                    <a:pt x="561" y="203"/>
                    <a:pt x="561" y="203"/>
                    <a:pt x="561" y="203"/>
                  </a:cubicBezTo>
                  <a:cubicBezTo>
                    <a:pt x="561" y="203"/>
                    <a:pt x="561" y="203"/>
                    <a:pt x="561" y="203"/>
                  </a:cubicBezTo>
                  <a:cubicBezTo>
                    <a:pt x="561" y="205"/>
                    <a:pt x="561" y="205"/>
                    <a:pt x="561" y="205"/>
                  </a:cubicBezTo>
                  <a:cubicBezTo>
                    <a:pt x="561" y="205"/>
                    <a:pt x="561" y="205"/>
                    <a:pt x="561" y="205"/>
                  </a:cubicBezTo>
                  <a:cubicBezTo>
                    <a:pt x="561" y="208"/>
                    <a:pt x="561" y="208"/>
                    <a:pt x="561" y="208"/>
                  </a:cubicBezTo>
                  <a:cubicBezTo>
                    <a:pt x="561" y="208"/>
                    <a:pt x="561" y="208"/>
                    <a:pt x="561" y="208"/>
                  </a:cubicBezTo>
                  <a:cubicBezTo>
                    <a:pt x="561" y="210"/>
                    <a:pt x="561" y="210"/>
                    <a:pt x="561" y="210"/>
                  </a:cubicBezTo>
                  <a:cubicBezTo>
                    <a:pt x="561" y="210"/>
                    <a:pt x="561" y="210"/>
                    <a:pt x="561" y="210"/>
                  </a:cubicBezTo>
                  <a:cubicBezTo>
                    <a:pt x="559" y="211"/>
                    <a:pt x="559" y="211"/>
                    <a:pt x="559" y="211"/>
                  </a:cubicBezTo>
                  <a:cubicBezTo>
                    <a:pt x="559" y="211"/>
                    <a:pt x="559" y="211"/>
                    <a:pt x="559" y="211"/>
                  </a:cubicBezTo>
                  <a:cubicBezTo>
                    <a:pt x="558" y="212"/>
                    <a:pt x="558" y="212"/>
                    <a:pt x="558" y="212"/>
                  </a:cubicBezTo>
                  <a:cubicBezTo>
                    <a:pt x="558" y="212"/>
                    <a:pt x="558" y="212"/>
                    <a:pt x="558" y="212"/>
                  </a:cubicBezTo>
                  <a:cubicBezTo>
                    <a:pt x="557" y="213"/>
                    <a:pt x="557" y="213"/>
                    <a:pt x="557" y="213"/>
                  </a:cubicBezTo>
                  <a:cubicBezTo>
                    <a:pt x="557" y="213"/>
                    <a:pt x="557" y="213"/>
                    <a:pt x="557" y="213"/>
                  </a:cubicBezTo>
                  <a:cubicBezTo>
                    <a:pt x="556" y="213"/>
                    <a:pt x="556" y="213"/>
                    <a:pt x="556" y="213"/>
                  </a:cubicBezTo>
                  <a:cubicBezTo>
                    <a:pt x="556" y="213"/>
                    <a:pt x="556" y="213"/>
                    <a:pt x="556" y="213"/>
                  </a:cubicBezTo>
                  <a:cubicBezTo>
                    <a:pt x="555" y="214"/>
                    <a:pt x="555" y="214"/>
                    <a:pt x="555" y="214"/>
                  </a:cubicBezTo>
                  <a:cubicBezTo>
                    <a:pt x="555" y="214"/>
                    <a:pt x="555" y="214"/>
                    <a:pt x="555" y="214"/>
                  </a:cubicBezTo>
                  <a:cubicBezTo>
                    <a:pt x="555" y="214"/>
                    <a:pt x="555" y="214"/>
                    <a:pt x="555" y="214"/>
                  </a:cubicBezTo>
                  <a:cubicBezTo>
                    <a:pt x="555" y="214"/>
                    <a:pt x="555" y="214"/>
                    <a:pt x="555" y="214"/>
                  </a:cubicBezTo>
                  <a:cubicBezTo>
                    <a:pt x="555" y="214"/>
                    <a:pt x="555" y="214"/>
                    <a:pt x="555" y="214"/>
                  </a:cubicBezTo>
                  <a:cubicBezTo>
                    <a:pt x="555" y="214"/>
                    <a:pt x="555" y="214"/>
                    <a:pt x="555" y="214"/>
                  </a:cubicBezTo>
                  <a:cubicBezTo>
                    <a:pt x="553" y="215"/>
                    <a:pt x="553" y="215"/>
                    <a:pt x="553" y="215"/>
                  </a:cubicBezTo>
                  <a:cubicBezTo>
                    <a:pt x="553" y="215"/>
                    <a:pt x="553" y="215"/>
                    <a:pt x="553" y="215"/>
                  </a:cubicBezTo>
                  <a:cubicBezTo>
                    <a:pt x="553" y="217"/>
                    <a:pt x="553" y="217"/>
                    <a:pt x="553" y="217"/>
                  </a:cubicBezTo>
                  <a:cubicBezTo>
                    <a:pt x="553" y="217"/>
                    <a:pt x="553" y="217"/>
                    <a:pt x="553" y="217"/>
                  </a:cubicBezTo>
                  <a:cubicBezTo>
                    <a:pt x="553" y="219"/>
                    <a:pt x="553" y="219"/>
                    <a:pt x="553" y="219"/>
                  </a:cubicBezTo>
                  <a:cubicBezTo>
                    <a:pt x="553" y="219"/>
                    <a:pt x="553" y="219"/>
                    <a:pt x="553" y="219"/>
                  </a:cubicBezTo>
                  <a:cubicBezTo>
                    <a:pt x="553" y="220"/>
                    <a:pt x="553" y="220"/>
                    <a:pt x="553" y="220"/>
                  </a:cubicBezTo>
                  <a:cubicBezTo>
                    <a:pt x="553" y="220"/>
                    <a:pt x="553" y="220"/>
                    <a:pt x="553" y="220"/>
                  </a:cubicBezTo>
                  <a:cubicBezTo>
                    <a:pt x="553" y="222"/>
                    <a:pt x="553" y="222"/>
                    <a:pt x="553" y="222"/>
                  </a:cubicBezTo>
                  <a:cubicBezTo>
                    <a:pt x="553" y="222"/>
                    <a:pt x="553" y="222"/>
                    <a:pt x="553" y="222"/>
                  </a:cubicBezTo>
                  <a:cubicBezTo>
                    <a:pt x="554" y="223"/>
                    <a:pt x="554" y="223"/>
                    <a:pt x="554" y="223"/>
                  </a:cubicBezTo>
                  <a:cubicBezTo>
                    <a:pt x="554" y="223"/>
                    <a:pt x="554" y="223"/>
                    <a:pt x="554" y="223"/>
                  </a:cubicBezTo>
                  <a:cubicBezTo>
                    <a:pt x="555" y="225"/>
                    <a:pt x="555" y="225"/>
                    <a:pt x="555" y="225"/>
                  </a:cubicBezTo>
                  <a:cubicBezTo>
                    <a:pt x="555" y="225"/>
                    <a:pt x="555" y="225"/>
                    <a:pt x="555" y="225"/>
                  </a:cubicBezTo>
                  <a:cubicBezTo>
                    <a:pt x="556" y="225"/>
                    <a:pt x="556" y="225"/>
                    <a:pt x="556" y="225"/>
                  </a:cubicBezTo>
                  <a:cubicBezTo>
                    <a:pt x="556" y="225"/>
                    <a:pt x="556" y="225"/>
                    <a:pt x="556" y="225"/>
                  </a:cubicBezTo>
                  <a:cubicBezTo>
                    <a:pt x="562" y="227"/>
                    <a:pt x="562" y="227"/>
                    <a:pt x="562" y="227"/>
                  </a:cubicBezTo>
                  <a:cubicBezTo>
                    <a:pt x="562" y="227"/>
                    <a:pt x="562" y="227"/>
                    <a:pt x="562" y="227"/>
                  </a:cubicBezTo>
                  <a:cubicBezTo>
                    <a:pt x="558" y="268"/>
                    <a:pt x="558" y="268"/>
                    <a:pt x="558" y="268"/>
                  </a:cubicBezTo>
                  <a:cubicBezTo>
                    <a:pt x="558" y="268"/>
                    <a:pt x="558" y="268"/>
                    <a:pt x="558" y="268"/>
                  </a:cubicBezTo>
                  <a:cubicBezTo>
                    <a:pt x="555" y="269"/>
                    <a:pt x="555" y="269"/>
                    <a:pt x="555" y="269"/>
                  </a:cubicBezTo>
                  <a:cubicBezTo>
                    <a:pt x="555" y="269"/>
                    <a:pt x="555" y="269"/>
                    <a:pt x="555" y="269"/>
                  </a:cubicBezTo>
                  <a:cubicBezTo>
                    <a:pt x="551" y="270"/>
                    <a:pt x="551" y="270"/>
                    <a:pt x="551" y="270"/>
                  </a:cubicBezTo>
                  <a:cubicBezTo>
                    <a:pt x="551" y="270"/>
                    <a:pt x="551" y="270"/>
                    <a:pt x="551" y="270"/>
                  </a:cubicBezTo>
                  <a:cubicBezTo>
                    <a:pt x="548" y="272"/>
                    <a:pt x="548" y="272"/>
                    <a:pt x="548" y="272"/>
                  </a:cubicBezTo>
                  <a:cubicBezTo>
                    <a:pt x="548" y="272"/>
                    <a:pt x="548" y="272"/>
                    <a:pt x="548" y="272"/>
                  </a:cubicBezTo>
                  <a:cubicBezTo>
                    <a:pt x="546" y="272"/>
                    <a:pt x="546" y="272"/>
                    <a:pt x="546" y="272"/>
                  </a:cubicBezTo>
                  <a:cubicBezTo>
                    <a:pt x="546" y="272"/>
                    <a:pt x="546" y="272"/>
                    <a:pt x="546" y="272"/>
                  </a:cubicBezTo>
                  <a:cubicBezTo>
                    <a:pt x="543" y="274"/>
                    <a:pt x="543" y="274"/>
                    <a:pt x="543" y="274"/>
                  </a:cubicBezTo>
                  <a:cubicBezTo>
                    <a:pt x="543" y="274"/>
                    <a:pt x="543" y="274"/>
                    <a:pt x="543" y="274"/>
                  </a:cubicBezTo>
                  <a:cubicBezTo>
                    <a:pt x="541" y="275"/>
                    <a:pt x="541" y="275"/>
                    <a:pt x="541" y="275"/>
                  </a:cubicBezTo>
                  <a:cubicBezTo>
                    <a:pt x="541" y="275"/>
                    <a:pt x="541" y="275"/>
                    <a:pt x="541" y="275"/>
                  </a:cubicBezTo>
                  <a:cubicBezTo>
                    <a:pt x="539" y="276"/>
                    <a:pt x="539" y="276"/>
                    <a:pt x="539" y="276"/>
                  </a:cubicBezTo>
                  <a:cubicBezTo>
                    <a:pt x="539" y="276"/>
                    <a:pt x="539" y="276"/>
                    <a:pt x="539" y="276"/>
                  </a:cubicBezTo>
                  <a:cubicBezTo>
                    <a:pt x="538" y="277"/>
                    <a:pt x="538" y="277"/>
                    <a:pt x="538" y="277"/>
                  </a:cubicBezTo>
                  <a:cubicBezTo>
                    <a:pt x="538" y="277"/>
                    <a:pt x="538" y="277"/>
                    <a:pt x="538" y="277"/>
                  </a:cubicBezTo>
                  <a:cubicBezTo>
                    <a:pt x="538" y="279"/>
                    <a:pt x="538" y="279"/>
                    <a:pt x="538" y="279"/>
                  </a:cubicBezTo>
                  <a:cubicBezTo>
                    <a:pt x="538" y="279"/>
                    <a:pt x="538" y="279"/>
                    <a:pt x="538" y="279"/>
                  </a:cubicBezTo>
                  <a:cubicBezTo>
                    <a:pt x="539" y="280"/>
                    <a:pt x="539" y="280"/>
                    <a:pt x="539" y="280"/>
                  </a:cubicBezTo>
                  <a:cubicBezTo>
                    <a:pt x="539" y="280"/>
                    <a:pt x="539" y="280"/>
                    <a:pt x="539" y="280"/>
                  </a:cubicBezTo>
                  <a:cubicBezTo>
                    <a:pt x="539" y="281"/>
                    <a:pt x="539" y="281"/>
                    <a:pt x="539" y="281"/>
                  </a:cubicBezTo>
                  <a:cubicBezTo>
                    <a:pt x="539" y="281"/>
                    <a:pt x="539" y="281"/>
                    <a:pt x="539" y="281"/>
                  </a:cubicBezTo>
                  <a:cubicBezTo>
                    <a:pt x="540" y="282"/>
                    <a:pt x="540" y="282"/>
                    <a:pt x="540" y="282"/>
                  </a:cubicBezTo>
                  <a:cubicBezTo>
                    <a:pt x="540" y="282"/>
                    <a:pt x="540" y="282"/>
                    <a:pt x="540" y="282"/>
                  </a:cubicBezTo>
                  <a:cubicBezTo>
                    <a:pt x="540" y="282"/>
                    <a:pt x="540" y="282"/>
                    <a:pt x="540" y="282"/>
                  </a:cubicBezTo>
                  <a:cubicBezTo>
                    <a:pt x="540" y="282"/>
                    <a:pt x="540" y="282"/>
                    <a:pt x="540" y="282"/>
                  </a:cubicBezTo>
                  <a:cubicBezTo>
                    <a:pt x="541" y="283"/>
                    <a:pt x="541" y="283"/>
                    <a:pt x="541" y="283"/>
                  </a:cubicBezTo>
                  <a:cubicBezTo>
                    <a:pt x="541" y="283"/>
                    <a:pt x="541" y="283"/>
                    <a:pt x="541" y="283"/>
                  </a:cubicBezTo>
                  <a:cubicBezTo>
                    <a:pt x="541" y="284"/>
                    <a:pt x="541" y="284"/>
                    <a:pt x="541" y="284"/>
                  </a:cubicBezTo>
                  <a:cubicBezTo>
                    <a:pt x="541" y="284"/>
                    <a:pt x="541" y="284"/>
                    <a:pt x="541" y="284"/>
                  </a:cubicBezTo>
                  <a:cubicBezTo>
                    <a:pt x="542" y="284"/>
                    <a:pt x="542" y="284"/>
                    <a:pt x="542" y="284"/>
                  </a:cubicBezTo>
                  <a:cubicBezTo>
                    <a:pt x="542" y="284"/>
                    <a:pt x="542" y="284"/>
                    <a:pt x="542" y="284"/>
                  </a:cubicBezTo>
                  <a:cubicBezTo>
                    <a:pt x="543" y="285"/>
                    <a:pt x="543" y="285"/>
                    <a:pt x="543" y="285"/>
                  </a:cubicBezTo>
                  <a:cubicBezTo>
                    <a:pt x="543" y="285"/>
                    <a:pt x="543" y="285"/>
                    <a:pt x="543" y="285"/>
                  </a:cubicBezTo>
                  <a:cubicBezTo>
                    <a:pt x="545" y="286"/>
                    <a:pt x="545" y="286"/>
                    <a:pt x="545" y="286"/>
                  </a:cubicBezTo>
                  <a:cubicBezTo>
                    <a:pt x="545" y="286"/>
                    <a:pt x="545" y="286"/>
                    <a:pt x="545" y="286"/>
                  </a:cubicBezTo>
                  <a:cubicBezTo>
                    <a:pt x="547" y="287"/>
                    <a:pt x="547" y="287"/>
                    <a:pt x="547" y="287"/>
                  </a:cubicBezTo>
                  <a:cubicBezTo>
                    <a:pt x="547" y="287"/>
                    <a:pt x="547" y="287"/>
                    <a:pt x="547" y="287"/>
                  </a:cubicBezTo>
                  <a:cubicBezTo>
                    <a:pt x="549" y="287"/>
                    <a:pt x="549" y="287"/>
                    <a:pt x="549" y="287"/>
                  </a:cubicBezTo>
                  <a:cubicBezTo>
                    <a:pt x="549" y="287"/>
                    <a:pt x="549" y="287"/>
                    <a:pt x="549" y="287"/>
                  </a:cubicBezTo>
                  <a:cubicBezTo>
                    <a:pt x="550" y="288"/>
                    <a:pt x="550" y="288"/>
                    <a:pt x="550" y="288"/>
                  </a:cubicBezTo>
                  <a:cubicBezTo>
                    <a:pt x="550" y="288"/>
                    <a:pt x="550" y="288"/>
                    <a:pt x="550" y="288"/>
                  </a:cubicBezTo>
                  <a:cubicBezTo>
                    <a:pt x="553" y="288"/>
                    <a:pt x="553" y="288"/>
                    <a:pt x="553" y="288"/>
                  </a:cubicBezTo>
                  <a:cubicBezTo>
                    <a:pt x="553" y="288"/>
                    <a:pt x="553" y="288"/>
                    <a:pt x="553" y="288"/>
                  </a:cubicBezTo>
                  <a:cubicBezTo>
                    <a:pt x="554" y="289"/>
                    <a:pt x="554" y="289"/>
                    <a:pt x="554" y="289"/>
                  </a:cubicBezTo>
                  <a:cubicBezTo>
                    <a:pt x="554" y="289"/>
                    <a:pt x="554" y="289"/>
                    <a:pt x="554" y="289"/>
                  </a:cubicBezTo>
                  <a:cubicBezTo>
                    <a:pt x="556" y="289"/>
                    <a:pt x="556" y="289"/>
                    <a:pt x="556" y="289"/>
                  </a:cubicBezTo>
                  <a:cubicBezTo>
                    <a:pt x="556" y="289"/>
                    <a:pt x="556" y="289"/>
                    <a:pt x="556" y="289"/>
                  </a:cubicBezTo>
                  <a:cubicBezTo>
                    <a:pt x="554" y="375"/>
                    <a:pt x="554" y="375"/>
                    <a:pt x="554" y="375"/>
                  </a:cubicBezTo>
                  <a:cubicBezTo>
                    <a:pt x="554" y="375"/>
                    <a:pt x="554" y="375"/>
                    <a:pt x="554" y="375"/>
                  </a:cubicBezTo>
                  <a:cubicBezTo>
                    <a:pt x="550" y="378"/>
                    <a:pt x="550" y="378"/>
                    <a:pt x="550" y="378"/>
                  </a:cubicBezTo>
                  <a:cubicBezTo>
                    <a:pt x="550" y="378"/>
                    <a:pt x="550" y="378"/>
                    <a:pt x="550" y="378"/>
                  </a:cubicBezTo>
                  <a:cubicBezTo>
                    <a:pt x="545" y="379"/>
                    <a:pt x="545" y="379"/>
                    <a:pt x="545" y="379"/>
                  </a:cubicBezTo>
                  <a:cubicBezTo>
                    <a:pt x="545" y="379"/>
                    <a:pt x="545" y="379"/>
                    <a:pt x="545" y="379"/>
                  </a:cubicBezTo>
                  <a:cubicBezTo>
                    <a:pt x="541" y="379"/>
                    <a:pt x="541" y="379"/>
                    <a:pt x="541" y="379"/>
                  </a:cubicBezTo>
                  <a:cubicBezTo>
                    <a:pt x="541" y="379"/>
                    <a:pt x="541" y="379"/>
                    <a:pt x="541" y="379"/>
                  </a:cubicBezTo>
                  <a:cubicBezTo>
                    <a:pt x="536" y="379"/>
                    <a:pt x="536" y="379"/>
                    <a:pt x="536" y="379"/>
                  </a:cubicBezTo>
                  <a:cubicBezTo>
                    <a:pt x="536" y="379"/>
                    <a:pt x="536" y="379"/>
                    <a:pt x="536" y="379"/>
                  </a:cubicBezTo>
                  <a:cubicBezTo>
                    <a:pt x="532" y="378"/>
                    <a:pt x="532" y="378"/>
                    <a:pt x="532" y="378"/>
                  </a:cubicBezTo>
                  <a:cubicBezTo>
                    <a:pt x="532" y="378"/>
                    <a:pt x="532" y="378"/>
                    <a:pt x="532" y="378"/>
                  </a:cubicBezTo>
                  <a:cubicBezTo>
                    <a:pt x="526" y="378"/>
                    <a:pt x="526" y="378"/>
                    <a:pt x="526" y="378"/>
                  </a:cubicBezTo>
                  <a:cubicBezTo>
                    <a:pt x="526" y="378"/>
                    <a:pt x="526" y="378"/>
                    <a:pt x="526" y="378"/>
                  </a:cubicBezTo>
                  <a:cubicBezTo>
                    <a:pt x="523" y="378"/>
                    <a:pt x="523" y="378"/>
                    <a:pt x="523" y="378"/>
                  </a:cubicBezTo>
                  <a:cubicBezTo>
                    <a:pt x="523" y="378"/>
                    <a:pt x="523" y="378"/>
                    <a:pt x="523" y="378"/>
                  </a:cubicBezTo>
                  <a:cubicBezTo>
                    <a:pt x="518" y="378"/>
                    <a:pt x="518" y="378"/>
                    <a:pt x="518" y="378"/>
                  </a:cubicBezTo>
                  <a:cubicBezTo>
                    <a:pt x="518" y="378"/>
                    <a:pt x="518" y="378"/>
                    <a:pt x="518" y="378"/>
                  </a:cubicBezTo>
                  <a:cubicBezTo>
                    <a:pt x="515" y="378"/>
                    <a:pt x="515" y="378"/>
                    <a:pt x="515" y="378"/>
                  </a:cubicBezTo>
                  <a:cubicBezTo>
                    <a:pt x="515" y="378"/>
                    <a:pt x="515" y="378"/>
                    <a:pt x="515" y="378"/>
                  </a:cubicBezTo>
                  <a:cubicBezTo>
                    <a:pt x="514" y="381"/>
                    <a:pt x="514" y="381"/>
                    <a:pt x="514" y="381"/>
                  </a:cubicBezTo>
                  <a:cubicBezTo>
                    <a:pt x="514" y="381"/>
                    <a:pt x="514" y="381"/>
                    <a:pt x="514" y="381"/>
                  </a:cubicBezTo>
                  <a:cubicBezTo>
                    <a:pt x="522" y="383"/>
                    <a:pt x="522" y="383"/>
                    <a:pt x="522" y="383"/>
                  </a:cubicBezTo>
                  <a:cubicBezTo>
                    <a:pt x="522" y="383"/>
                    <a:pt x="522" y="383"/>
                    <a:pt x="522" y="383"/>
                  </a:cubicBezTo>
                  <a:cubicBezTo>
                    <a:pt x="531" y="386"/>
                    <a:pt x="531" y="386"/>
                    <a:pt x="531" y="386"/>
                  </a:cubicBezTo>
                  <a:cubicBezTo>
                    <a:pt x="531" y="386"/>
                    <a:pt x="531" y="386"/>
                    <a:pt x="531" y="386"/>
                  </a:cubicBezTo>
                  <a:cubicBezTo>
                    <a:pt x="538" y="390"/>
                    <a:pt x="538" y="390"/>
                    <a:pt x="538" y="390"/>
                  </a:cubicBezTo>
                  <a:cubicBezTo>
                    <a:pt x="538" y="390"/>
                    <a:pt x="538" y="390"/>
                    <a:pt x="538" y="390"/>
                  </a:cubicBezTo>
                  <a:cubicBezTo>
                    <a:pt x="546" y="393"/>
                    <a:pt x="546" y="393"/>
                    <a:pt x="546" y="393"/>
                  </a:cubicBezTo>
                  <a:cubicBezTo>
                    <a:pt x="546" y="393"/>
                    <a:pt x="546" y="393"/>
                    <a:pt x="546" y="393"/>
                  </a:cubicBezTo>
                  <a:cubicBezTo>
                    <a:pt x="553" y="397"/>
                    <a:pt x="553" y="397"/>
                    <a:pt x="553" y="397"/>
                  </a:cubicBezTo>
                  <a:cubicBezTo>
                    <a:pt x="553" y="397"/>
                    <a:pt x="553" y="397"/>
                    <a:pt x="553" y="397"/>
                  </a:cubicBezTo>
                  <a:cubicBezTo>
                    <a:pt x="559" y="402"/>
                    <a:pt x="559" y="402"/>
                    <a:pt x="559" y="402"/>
                  </a:cubicBezTo>
                  <a:cubicBezTo>
                    <a:pt x="559" y="402"/>
                    <a:pt x="559" y="402"/>
                    <a:pt x="559" y="402"/>
                  </a:cubicBezTo>
                  <a:cubicBezTo>
                    <a:pt x="565" y="408"/>
                    <a:pt x="565" y="408"/>
                    <a:pt x="565" y="408"/>
                  </a:cubicBezTo>
                  <a:cubicBezTo>
                    <a:pt x="565" y="408"/>
                    <a:pt x="565" y="408"/>
                    <a:pt x="565" y="408"/>
                  </a:cubicBezTo>
                  <a:cubicBezTo>
                    <a:pt x="571" y="412"/>
                    <a:pt x="571" y="412"/>
                    <a:pt x="571" y="412"/>
                  </a:cubicBezTo>
                  <a:lnTo>
                    <a:pt x="573" y="412"/>
                  </a:lnTo>
                  <a:close/>
                  <a:moveTo>
                    <a:pt x="1446" y="406"/>
                  </a:moveTo>
                  <a:cubicBezTo>
                    <a:pt x="1469" y="399"/>
                    <a:pt x="1469" y="399"/>
                    <a:pt x="1469" y="399"/>
                  </a:cubicBezTo>
                  <a:cubicBezTo>
                    <a:pt x="1469" y="399"/>
                    <a:pt x="1469" y="399"/>
                    <a:pt x="1469" y="399"/>
                  </a:cubicBezTo>
                  <a:cubicBezTo>
                    <a:pt x="1469" y="398"/>
                    <a:pt x="1469" y="398"/>
                    <a:pt x="1469" y="398"/>
                  </a:cubicBezTo>
                  <a:cubicBezTo>
                    <a:pt x="1469" y="398"/>
                    <a:pt x="1469" y="398"/>
                    <a:pt x="1469" y="398"/>
                  </a:cubicBezTo>
                  <a:cubicBezTo>
                    <a:pt x="1472" y="397"/>
                    <a:pt x="1472" y="397"/>
                    <a:pt x="1472" y="397"/>
                  </a:cubicBezTo>
                  <a:cubicBezTo>
                    <a:pt x="1472" y="397"/>
                    <a:pt x="1472" y="397"/>
                    <a:pt x="1472" y="397"/>
                  </a:cubicBezTo>
                  <a:cubicBezTo>
                    <a:pt x="1473" y="396"/>
                    <a:pt x="1473" y="396"/>
                    <a:pt x="1473" y="396"/>
                  </a:cubicBezTo>
                  <a:cubicBezTo>
                    <a:pt x="1473" y="396"/>
                    <a:pt x="1473" y="396"/>
                    <a:pt x="1473" y="396"/>
                  </a:cubicBezTo>
                  <a:cubicBezTo>
                    <a:pt x="1476" y="396"/>
                    <a:pt x="1476" y="396"/>
                    <a:pt x="1476" y="396"/>
                  </a:cubicBezTo>
                  <a:cubicBezTo>
                    <a:pt x="1476" y="396"/>
                    <a:pt x="1476" y="396"/>
                    <a:pt x="1476" y="396"/>
                  </a:cubicBezTo>
                  <a:cubicBezTo>
                    <a:pt x="1477" y="396"/>
                    <a:pt x="1477" y="396"/>
                    <a:pt x="1477" y="396"/>
                  </a:cubicBezTo>
                  <a:cubicBezTo>
                    <a:pt x="1477" y="396"/>
                    <a:pt x="1477" y="396"/>
                    <a:pt x="1477" y="396"/>
                  </a:cubicBezTo>
                  <a:cubicBezTo>
                    <a:pt x="1479" y="396"/>
                    <a:pt x="1479" y="396"/>
                    <a:pt x="1479" y="396"/>
                  </a:cubicBezTo>
                  <a:cubicBezTo>
                    <a:pt x="1479" y="396"/>
                    <a:pt x="1479" y="396"/>
                    <a:pt x="1479" y="396"/>
                  </a:cubicBezTo>
                  <a:cubicBezTo>
                    <a:pt x="1480" y="395"/>
                    <a:pt x="1480" y="395"/>
                    <a:pt x="1480" y="395"/>
                  </a:cubicBezTo>
                  <a:cubicBezTo>
                    <a:pt x="1480" y="395"/>
                    <a:pt x="1480" y="395"/>
                    <a:pt x="1480" y="395"/>
                  </a:cubicBezTo>
                  <a:cubicBezTo>
                    <a:pt x="1482" y="393"/>
                    <a:pt x="1482" y="393"/>
                    <a:pt x="1482" y="393"/>
                  </a:cubicBezTo>
                  <a:cubicBezTo>
                    <a:pt x="1482" y="393"/>
                    <a:pt x="1482" y="393"/>
                    <a:pt x="1482" y="393"/>
                  </a:cubicBezTo>
                  <a:cubicBezTo>
                    <a:pt x="1509" y="378"/>
                    <a:pt x="1509" y="378"/>
                    <a:pt x="1509" y="378"/>
                  </a:cubicBezTo>
                  <a:cubicBezTo>
                    <a:pt x="1509" y="378"/>
                    <a:pt x="1509" y="378"/>
                    <a:pt x="1509" y="378"/>
                  </a:cubicBezTo>
                  <a:cubicBezTo>
                    <a:pt x="1517" y="377"/>
                    <a:pt x="1517" y="377"/>
                    <a:pt x="1517" y="377"/>
                  </a:cubicBezTo>
                  <a:cubicBezTo>
                    <a:pt x="1517" y="377"/>
                    <a:pt x="1517" y="377"/>
                    <a:pt x="1517" y="377"/>
                  </a:cubicBezTo>
                  <a:cubicBezTo>
                    <a:pt x="1523" y="374"/>
                    <a:pt x="1523" y="374"/>
                    <a:pt x="1523" y="374"/>
                  </a:cubicBezTo>
                  <a:cubicBezTo>
                    <a:pt x="1523" y="374"/>
                    <a:pt x="1523" y="374"/>
                    <a:pt x="1523" y="374"/>
                  </a:cubicBezTo>
                  <a:cubicBezTo>
                    <a:pt x="1528" y="370"/>
                    <a:pt x="1528" y="370"/>
                    <a:pt x="1528" y="370"/>
                  </a:cubicBezTo>
                  <a:cubicBezTo>
                    <a:pt x="1528" y="370"/>
                    <a:pt x="1528" y="370"/>
                    <a:pt x="1528" y="370"/>
                  </a:cubicBezTo>
                  <a:cubicBezTo>
                    <a:pt x="1533" y="366"/>
                    <a:pt x="1533" y="366"/>
                    <a:pt x="1533" y="366"/>
                  </a:cubicBezTo>
                  <a:cubicBezTo>
                    <a:pt x="1533" y="366"/>
                    <a:pt x="1533" y="366"/>
                    <a:pt x="1533" y="366"/>
                  </a:cubicBezTo>
                  <a:cubicBezTo>
                    <a:pt x="1538" y="362"/>
                    <a:pt x="1538" y="362"/>
                    <a:pt x="1538" y="362"/>
                  </a:cubicBezTo>
                  <a:cubicBezTo>
                    <a:pt x="1538" y="362"/>
                    <a:pt x="1538" y="362"/>
                    <a:pt x="1538" y="362"/>
                  </a:cubicBezTo>
                  <a:cubicBezTo>
                    <a:pt x="1542" y="357"/>
                    <a:pt x="1542" y="357"/>
                    <a:pt x="1542" y="357"/>
                  </a:cubicBezTo>
                  <a:cubicBezTo>
                    <a:pt x="1542" y="357"/>
                    <a:pt x="1542" y="357"/>
                    <a:pt x="1542" y="357"/>
                  </a:cubicBezTo>
                  <a:cubicBezTo>
                    <a:pt x="1545" y="353"/>
                    <a:pt x="1545" y="353"/>
                    <a:pt x="1545" y="353"/>
                  </a:cubicBezTo>
                  <a:cubicBezTo>
                    <a:pt x="1545" y="353"/>
                    <a:pt x="1545" y="353"/>
                    <a:pt x="1545" y="353"/>
                  </a:cubicBezTo>
                  <a:cubicBezTo>
                    <a:pt x="1550" y="348"/>
                    <a:pt x="1550" y="348"/>
                    <a:pt x="1550" y="348"/>
                  </a:cubicBezTo>
                  <a:cubicBezTo>
                    <a:pt x="1550" y="348"/>
                    <a:pt x="1550" y="348"/>
                    <a:pt x="1550" y="348"/>
                  </a:cubicBezTo>
                  <a:cubicBezTo>
                    <a:pt x="1568" y="312"/>
                    <a:pt x="1568" y="312"/>
                    <a:pt x="1568" y="312"/>
                  </a:cubicBezTo>
                  <a:cubicBezTo>
                    <a:pt x="1568" y="312"/>
                    <a:pt x="1568" y="312"/>
                    <a:pt x="1568" y="312"/>
                  </a:cubicBezTo>
                  <a:cubicBezTo>
                    <a:pt x="1583" y="269"/>
                    <a:pt x="1583" y="269"/>
                    <a:pt x="1583" y="269"/>
                  </a:cubicBezTo>
                  <a:cubicBezTo>
                    <a:pt x="1583" y="269"/>
                    <a:pt x="1583" y="269"/>
                    <a:pt x="1583" y="269"/>
                  </a:cubicBezTo>
                  <a:cubicBezTo>
                    <a:pt x="1584" y="269"/>
                    <a:pt x="1584" y="269"/>
                    <a:pt x="1584" y="269"/>
                  </a:cubicBezTo>
                  <a:cubicBezTo>
                    <a:pt x="1584" y="269"/>
                    <a:pt x="1584" y="269"/>
                    <a:pt x="1584" y="269"/>
                  </a:cubicBezTo>
                  <a:cubicBezTo>
                    <a:pt x="1586" y="267"/>
                    <a:pt x="1586" y="267"/>
                    <a:pt x="1586" y="267"/>
                  </a:cubicBezTo>
                  <a:cubicBezTo>
                    <a:pt x="1586" y="267"/>
                    <a:pt x="1586" y="267"/>
                    <a:pt x="1586" y="267"/>
                  </a:cubicBezTo>
                  <a:cubicBezTo>
                    <a:pt x="1588" y="266"/>
                    <a:pt x="1588" y="266"/>
                    <a:pt x="1588" y="266"/>
                  </a:cubicBezTo>
                  <a:cubicBezTo>
                    <a:pt x="1588" y="266"/>
                    <a:pt x="1588" y="266"/>
                    <a:pt x="1588" y="266"/>
                  </a:cubicBezTo>
                  <a:cubicBezTo>
                    <a:pt x="1591" y="264"/>
                    <a:pt x="1591" y="264"/>
                    <a:pt x="1591" y="264"/>
                  </a:cubicBezTo>
                  <a:cubicBezTo>
                    <a:pt x="1591" y="264"/>
                    <a:pt x="1591" y="264"/>
                    <a:pt x="1591" y="264"/>
                  </a:cubicBezTo>
                  <a:cubicBezTo>
                    <a:pt x="1593" y="263"/>
                    <a:pt x="1593" y="263"/>
                    <a:pt x="1593" y="263"/>
                  </a:cubicBezTo>
                  <a:cubicBezTo>
                    <a:pt x="1593" y="263"/>
                    <a:pt x="1593" y="263"/>
                    <a:pt x="1593" y="263"/>
                  </a:cubicBezTo>
                  <a:cubicBezTo>
                    <a:pt x="1597" y="262"/>
                    <a:pt x="1597" y="262"/>
                    <a:pt x="1597" y="262"/>
                  </a:cubicBezTo>
                  <a:cubicBezTo>
                    <a:pt x="1597" y="262"/>
                    <a:pt x="1597" y="262"/>
                    <a:pt x="1597" y="262"/>
                  </a:cubicBezTo>
                  <a:cubicBezTo>
                    <a:pt x="1599" y="262"/>
                    <a:pt x="1599" y="262"/>
                    <a:pt x="1599" y="262"/>
                  </a:cubicBezTo>
                  <a:cubicBezTo>
                    <a:pt x="1599" y="262"/>
                    <a:pt x="1599" y="262"/>
                    <a:pt x="1599" y="262"/>
                  </a:cubicBezTo>
                  <a:cubicBezTo>
                    <a:pt x="1602" y="261"/>
                    <a:pt x="1602" y="261"/>
                    <a:pt x="1602" y="261"/>
                  </a:cubicBezTo>
                  <a:cubicBezTo>
                    <a:pt x="1602" y="261"/>
                    <a:pt x="1602" y="261"/>
                    <a:pt x="1602" y="261"/>
                  </a:cubicBezTo>
                  <a:cubicBezTo>
                    <a:pt x="1602" y="260"/>
                    <a:pt x="1602" y="260"/>
                    <a:pt x="1602" y="260"/>
                  </a:cubicBezTo>
                  <a:cubicBezTo>
                    <a:pt x="1602" y="260"/>
                    <a:pt x="1602" y="260"/>
                    <a:pt x="1602" y="260"/>
                  </a:cubicBezTo>
                  <a:cubicBezTo>
                    <a:pt x="1604" y="258"/>
                    <a:pt x="1604" y="258"/>
                    <a:pt x="1604" y="258"/>
                  </a:cubicBezTo>
                  <a:cubicBezTo>
                    <a:pt x="1604" y="258"/>
                    <a:pt x="1604" y="258"/>
                    <a:pt x="1604" y="258"/>
                  </a:cubicBezTo>
                  <a:cubicBezTo>
                    <a:pt x="1606" y="257"/>
                    <a:pt x="1606" y="257"/>
                    <a:pt x="1606" y="257"/>
                  </a:cubicBezTo>
                  <a:cubicBezTo>
                    <a:pt x="1606" y="257"/>
                    <a:pt x="1606" y="257"/>
                    <a:pt x="1606" y="257"/>
                  </a:cubicBezTo>
                  <a:cubicBezTo>
                    <a:pt x="1609" y="256"/>
                    <a:pt x="1609" y="256"/>
                    <a:pt x="1609" y="256"/>
                  </a:cubicBezTo>
                  <a:cubicBezTo>
                    <a:pt x="1609" y="256"/>
                    <a:pt x="1609" y="256"/>
                    <a:pt x="1609" y="256"/>
                  </a:cubicBezTo>
                  <a:cubicBezTo>
                    <a:pt x="1611" y="256"/>
                    <a:pt x="1611" y="256"/>
                    <a:pt x="1611" y="256"/>
                  </a:cubicBezTo>
                  <a:cubicBezTo>
                    <a:pt x="1611" y="256"/>
                    <a:pt x="1611" y="256"/>
                    <a:pt x="1611" y="256"/>
                  </a:cubicBezTo>
                  <a:cubicBezTo>
                    <a:pt x="1613" y="255"/>
                    <a:pt x="1613" y="255"/>
                    <a:pt x="1613" y="255"/>
                  </a:cubicBezTo>
                  <a:cubicBezTo>
                    <a:pt x="1613" y="255"/>
                    <a:pt x="1613" y="255"/>
                    <a:pt x="1613" y="255"/>
                  </a:cubicBezTo>
                  <a:cubicBezTo>
                    <a:pt x="1616" y="255"/>
                    <a:pt x="1616" y="255"/>
                    <a:pt x="1616" y="255"/>
                  </a:cubicBezTo>
                  <a:cubicBezTo>
                    <a:pt x="1616" y="255"/>
                    <a:pt x="1616" y="255"/>
                    <a:pt x="1616" y="255"/>
                  </a:cubicBezTo>
                  <a:cubicBezTo>
                    <a:pt x="1619" y="254"/>
                    <a:pt x="1619" y="254"/>
                    <a:pt x="1619" y="254"/>
                  </a:cubicBezTo>
                  <a:cubicBezTo>
                    <a:pt x="1619" y="254"/>
                    <a:pt x="1619" y="254"/>
                    <a:pt x="1619" y="254"/>
                  </a:cubicBezTo>
                  <a:cubicBezTo>
                    <a:pt x="1697" y="217"/>
                    <a:pt x="1697" y="217"/>
                    <a:pt x="1697" y="217"/>
                  </a:cubicBezTo>
                  <a:cubicBezTo>
                    <a:pt x="1697" y="217"/>
                    <a:pt x="1697" y="217"/>
                    <a:pt x="1697" y="217"/>
                  </a:cubicBezTo>
                  <a:cubicBezTo>
                    <a:pt x="1695" y="215"/>
                    <a:pt x="1695" y="215"/>
                    <a:pt x="1695" y="215"/>
                  </a:cubicBezTo>
                  <a:cubicBezTo>
                    <a:pt x="1695" y="215"/>
                    <a:pt x="1695" y="215"/>
                    <a:pt x="1695" y="215"/>
                  </a:cubicBezTo>
                  <a:cubicBezTo>
                    <a:pt x="1691" y="214"/>
                    <a:pt x="1691" y="214"/>
                    <a:pt x="1691" y="214"/>
                  </a:cubicBezTo>
                  <a:cubicBezTo>
                    <a:pt x="1691" y="214"/>
                    <a:pt x="1691" y="214"/>
                    <a:pt x="1691" y="214"/>
                  </a:cubicBezTo>
                  <a:cubicBezTo>
                    <a:pt x="1688" y="212"/>
                    <a:pt x="1688" y="212"/>
                    <a:pt x="1688" y="212"/>
                  </a:cubicBezTo>
                  <a:cubicBezTo>
                    <a:pt x="1688" y="212"/>
                    <a:pt x="1688" y="212"/>
                    <a:pt x="1688" y="212"/>
                  </a:cubicBezTo>
                  <a:cubicBezTo>
                    <a:pt x="1685" y="210"/>
                    <a:pt x="1685" y="210"/>
                    <a:pt x="1685" y="210"/>
                  </a:cubicBezTo>
                  <a:cubicBezTo>
                    <a:pt x="1685" y="210"/>
                    <a:pt x="1685" y="210"/>
                    <a:pt x="1685" y="210"/>
                  </a:cubicBezTo>
                  <a:cubicBezTo>
                    <a:pt x="1682" y="209"/>
                    <a:pt x="1682" y="209"/>
                    <a:pt x="1682" y="209"/>
                  </a:cubicBezTo>
                  <a:cubicBezTo>
                    <a:pt x="1682" y="209"/>
                    <a:pt x="1682" y="209"/>
                    <a:pt x="1682" y="209"/>
                  </a:cubicBezTo>
                  <a:cubicBezTo>
                    <a:pt x="1679" y="207"/>
                    <a:pt x="1679" y="207"/>
                    <a:pt x="1679" y="207"/>
                  </a:cubicBezTo>
                  <a:cubicBezTo>
                    <a:pt x="1679" y="207"/>
                    <a:pt x="1679" y="207"/>
                    <a:pt x="1679" y="207"/>
                  </a:cubicBezTo>
                  <a:cubicBezTo>
                    <a:pt x="1675" y="206"/>
                    <a:pt x="1675" y="206"/>
                    <a:pt x="1675" y="206"/>
                  </a:cubicBezTo>
                  <a:cubicBezTo>
                    <a:pt x="1675" y="206"/>
                    <a:pt x="1675" y="206"/>
                    <a:pt x="1675" y="206"/>
                  </a:cubicBezTo>
                  <a:cubicBezTo>
                    <a:pt x="1673" y="205"/>
                    <a:pt x="1673" y="205"/>
                    <a:pt x="1673" y="205"/>
                  </a:cubicBezTo>
                  <a:cubicBezTo>
                    <a:pt x="1673" y="205"/>
                    <a:pt x="1673" y="205"/>
                    <a:pt x="1673" y="205"/>
                  </a:cubicBezTo>
                  <a:cubicBezTo>
                    <a:pt x="1664" y="214"/>
                    <a:pt x="1664" y="214"/>
                    <a:pt x="1664" y="214"/>
                  </a:cubicBezTo>
                  <a:cubicBezTo>
                    <a:pt x="1664" y="214"/>
                    <a:pt x="1664" y="214"/>
                    <a:pt x="1664" y="214"/>
                  </a:cubicBezTo>
                  <a:cubicBezTo>
                    <a:pt x="1654" y="221"/>
                    <a:pt x="1654" y="221"/>
                    <a:pt x="1654" y="221"/>
                  </a:cubicBezTo>
                  <a:cubicBezTo>
                    <a:pt x="1654" y="221"/>
                    <a:pt x="1654" y="221"/>
                    <a:pt x="1654" y="221"/>
                  </a:cubicBezTo>
                  <a:cubicBezTo>
                    <a:pt x="1645" y="229"/>
                    <a:pt x="1645" y="229"/>
                    <a:pt x="1645" y="229"/>
                  </a:cubicBezTo>
                  <a:cubicBezTo>
                    <a:pt x="1645" y="229"/>
                    <a:pt x="1645" y="229"/>
                    <a:pt x="1645" y="229"/>
                  </a:cubicBezTo>
                  <a:cubicBezTo>
                    <a:pt x="1636" y="234"/>
                    <a:pt x="1636" y="234"/>
                    <a:pt x="1636" y="234"/>
                  </a:cubicBezTo>
                  <a:cubicBezTo>
                    <a:pt x="1636" y="234"/>
                    <a:pt x="1636" y="234"/>
                    <a:pt x="1636" y="234"/>
                  </a:cubicBezTo>
                  <a:cubicBezTo>
                    <a:pt x="1624" y="240"/>
                    <a:pt x="1624" y="240"/>
                    <a:pt x="1624" y="240"/>
                  </a:cubicBezTo>
                  <a:cubicBezTo>
                    <a:pt x="1624" y="240"/>
                    <a:pt x="1624" y="240"/>
                    <a:pt x="1624" y="240"/>
                  </a:cubicBezTo>
                  <a:cubicBezTo>
                    <a:pt x="1613" y="244"/>
                    <a:pt x="1613" y="244"/>
                    <a:pt x="1613" y="244"/>
                  </a:cubicBezTo>
                  <a:cubicBezTo>
                    <a:pt x="1613" y="244"/>
                    <a:pt x="1613" y="244"/>
                    <a:pt x="1613" y="244"/>
                  </a:cubicBezTo>
                  <a:cubicBezTo>
                    <a:pt x="1602" y="248"/>
                    <a:pt x="1602" y="248"/>
                    <a:pt x="1602" y="248"/>
                  </a:cubicBezTo>
                  <a:cubicBezTo>
                    <a:pt x="1602" y="248"/>
                    <a:pt x="1602" y="248"/>
                    <a:pt x="1602" y="248"/>
                  </a:cubicBezTo>
                  <a:cubicBezTo>
                    <a:pt x="1590" y="251"/>
                    <a:pt x="1590" y="251"/>
                    <a:pt x="1590" y="251"/>
                  </a:cubicBezTo>
                  <a:cubicBezTo>
                    <a:pt x="1586" y="249"/>
                    <a:pt x="1586" y="249"/>
                    <a:pt x="1586" y="249"/>
                  </a:cubicBezTo>
                  <a:cubicBezTo>
                    <a:pt x="1606" y="141"/>
                    <a:pt x="1606" y="141"/>
                    <a:pt x="1606" y="141"/>
                  </a:cubicBezTo>
                  <a:cubicBezTo>
                    <a:pt x="1606" y="141"/>
                    <a:pt x="1606" y="141"/>
                    <a:pt x="1606" y="141"/>
                  </a:cubicBezTo>
                  <a:cubicBezTo>
                    <a:pt x="1606" y="138"/>
                    <a:pt x="1607" y="134"/>
                    <a:pt x="1607" y="131"/>
                  </a:cubicBezTo>
                  <a:cubicBezTo>
                    <a:pt x="1607" y="131"/>
                    <a:pt x="1607" y="131"/>
                    <a:pt x="1607" y="131"/>
                  </a:cubicBezTo>
                  <a:cubicBezTo>
                    <a:pt x="1605" y="123"/>
                    <a:pt x="1605" y="122"/>
                    <a:pt x="1601" y="114"/>
                  </a:cubicBezTo>
                  <a:cubicBezTo>
                    <a:pt x="1601" y="114"/>
                    <a:pt x="1601" y="114"/>
                    <a:pt x="1601" y="114"/>
                  </a:cubicBezTo>
                  <a:cubicBezTo>
                    <a:pt x="1599" y="112"/>
                    <a:pt x="1597" y="109"/>
                    <a:pt x="1595" y="106"/>
                  </a:cubicBezTo>
                  <a:cubicBezTo>
                    <a:pt x="1595" y="106"/>
                    <a:pt x="1595" y="106"/>
                    <a:pt x="1595" y="106"/>
                  </a:cubicBezTo>
                  <a:cubicBezTo>
                    <a:pt x="1588" y="100"/>
                    <a:pt x="1588" y="100"/>
                    <a:pt x="1588" y="100"/>
                  </a:cubicBezTo>
                  <a:cubicBezTo>
                    <a:pt x="1588" y="100"/>
                    <a:pt x="1588" y="100"/>
                    <a:pt x="1588" y="100"/>
                  </a:cubicBezTo>
                  <a:cubicBezTo>
                    <a:pt x="1580" y="94"/>
                    <a:pt x="1580" y="94"/>
                    <a:pt x="1580" y="94"/>
                  </a:cubicBezTo>
                  <a:cubicBezTo>
                    <a:pt x="1580" y="94"/>
                    <a:pt x="1580" y="94"/>
                    <a:pt x="1580" y="94"/>
                  </a:cubicBezTo>
                  <a:cubicBezTo>
                    <a:pt x="1571" y="87"/>
                    <a:pt x="1571" y="87"/>
                    <a:pt x="1571" y="87"/>
                  </a:cubicBezTo>
                  <a:cubicBezTo>
                    <a:pt x="1571" y="87"/>
                    <a:pt x="1571" y="87"/>
                    <a:pt x="1571" y="87"/>
                  </a:cubicBezTo>
                  <a:cubicBezTo>
                    <a:pt x="1564" y="81"/>
                    <a:pt x="1564" y="81"/>
                    <a:pt x="1564" y="81"/>
                  </a:cubicBezTo>
                  <a:cubicBezTo>
                    <a:pt x="1564" y="81"/>
                    <a:pt x="1564" y="81"/>
                    <a:pt x="1564" y="81"/>
                  </a:cubicBezTo>
                  <a:cubicBezTo>
                    <a:pt x="1562" y="81"/>
                    <a:pt x="1562" y="81"/>
                    <a:pt x="1562" y="81"/>
                  </a:cubicBezTo>
                  <a:cubicBezTo>
                    <a:pt x="1562" y="81"/>
                    <a:pt x="1562" y="81"/>
                    <a:pt x="1562" y="81"/>
                  </a:cubicBezTo>
                  <a:cubicBezTo>
                    <a:pt x="1560" y="81"/>
                    <a:pt x="1560" y="81"/>
                    <a:pt x="1560" y="81"/>
                  </a:cubicBezTo>
                  <a:cubicBezTo>
                    <a:pt x="1560" y="81"/>
                    <a:pt x="1560" y="81"/>
                    <a:pt x="1560" y="81"/>
                  </a:cubicBezTo>
                  <a:cubicBezTo>
                    <a:pt x="1558" y="80"/>
                    <a:pt x="1558" y="80"/>
                    <a:pt x="1558" y="80"/>
                  </a:cubicBezTo>
                  <a:cubicBezTo>
                    <a:pt x="1558" y="80"/>
                    <a:pt x="1558" y="80"/>
                    <a:pt x="1558" y="80"/>
                  </a:cubicBezTo>
                  <a:cubicBezTo>
                    <a:pt x="1557" y="79"/>
                    <a:pt x="1557" y="79"/>
                    <a:pt x="1557" y="79"/>
                  </a:cubicBezTo>
                  <a:cubicBezTo>
                    <a:pt x="1557" y="79"/>
                    <a:pt x="1557" y="79"/>
                    <a:pt x="1557" y="79"/>
                  </a:cubicBezTo>
                  <a:cubicBezTo>
                    <a:pt x="1554" y="80"/>
                    <a:pt x="1554" y="80"/>
                    <a:pt x="1551" y="80"/>
                  </a:cubicBezTo>
                  <a:cubicBezTo>
                    <a:pt x="1551" y="80"/>
                    <a:pt x="1551" y="80"/>
                    <a:pt x="1551" y="80"/>
                  </a:cubicBezTo>
                  <a:cubicBezTo>
                    <a:pt x="1551" y="80"/>
                    <a:pt x="1551" y="80"/>
                    <a:pt x="1551" y="80"/>
                  </a:cubicBezTo>
                  <a:cubicBezTo>
                    <a:pt x="1551" y="80"/>
                    <a:pt x="1551" y="80"/>
                    <a:pt x="1551" y="80"/>
                  </a:cubicBezTo>
                  <a:cubicBezTo>
                    <a:pt x="1550" y="82"/>
                    <a:pt x="1550" y="82"/>
                    <a:pt x="1550" y="82"/>
                  </a:cubicBezTo>
                  <a:cubicBezTo>
                    <a:pt x="1550" y="82"/>
                    <a:pt x="1550" y="82"/>
                    <a:pt x="1550" y="82"/>
                  </a:cubicBezTo>
                  <a:cubicBezTo>
                    <a:pt x="1556" y="90"/>
                    <a:pt x="1556" y="90"/>
                    <a:pt x="1556" y="90"/>
                  </a:cubicBezTo>
                  <a:cubicBezTo>
                    <a:pt x="1556" y="90"/>
                    <a:pt x="1556" y="90"/>
                    <a:pt x="1556" y="90"/>
                  </a:cubicBezTo>
                  <a:cubicBezTo>
                    <a:pt x="1560" y="99"/>
                    <a:pt x="1560" y="99"/>
                    <a:pt x="1560" y="99"/>
                  </a:cubicBezTo>
                  <a:cubicBezTo>
                    <a:pt x="1560" y="99"/>
                    <a:pt x="1560" y="99"/>
                    <a:pt x="1560" y="99"/>
                  </a:cubicBezTo>
                  <a:cubicBezTo>
                    <a:pt x="1562" y="107"/>
                    <a:pt x="1562" y="107"/>
                    <a:pt x="1562" y="107"/>
                  </a:cubicBezTo>
                  <a:cubicBezTo>
                    <a:pt x="1562" y="107"/>
                    <a:pt x="1562" y="107"/>
                    <a:pt x="1562" y="107"/>
                  </a:cubicBezTo>
                  <a:cubicBezTo>
                    <a:pt x="1565" y="114"/>
                    <a:pt x="1565" y="114"/>
                    <a:pt x="1565" y="114"/>
                  </a:cubicBezTo>
                  <a:cubicBezTo>
                    <a:pt x="1565" y="114"/>
                    <a:pt x="1565" y="114"/>
                    <a:pt x="1565" y="114"/>
                  </a:cubicBezTo>
                  <a:cubicBezTo>
                    <a:pt x="1566" y="120"/>
                    <a:pt x="1566" y="125"/>
                    <a:pt x="1567" y="130"/>
                  </a:cubicBezTo>
                  <a:cubicBezTo>
                    <a:pt x="1567" y="130"/>
                    <a:pt x="1567" y="130"/>
                    <a:pt x="1567" y="130"/>
                  </a:cubicBezTo>
                  <a:cubicBezTo>
                    <a:pt x="1571" y="145"/>
                    <a:pt x="1574" y="143"/>
                    <a:pt x="1572" y="160"/>
                  </a:cubicBezTo>
                  <a:cubicBezTo>
                    <a:pt x="1572" y="160"/>
                    <a:pt x="1572" y="160"/>
                    <a:pt x="1572" y="160"/>
                  </a:cubicBezTo>
                  <a:cubicBezTo>
                    <a:pt x="1572" y="175"/>
                    <a:pt x="1572" y="175"/>
                    <a:pt x="1572" y="175"/>
                  </a:cubicBezTo>
                  <a:cubicBezTo>
                    <a:pt x="1572" y="175"/>
                    <a:pt x="1572" y="175"/>
                    <a:pt x="1572" y="175"/>
                  </a:cubicBezTo>
                  <a:cubicBezTo>
                    <a:pt x="1572" y="190"/>
                    <a:pt x="1572" y="190"/>
                    <a:pt x="1572" y="190"/>
                  </a:cubicBezTo>
                  <a:cubicBezTo>
                    <a:pt x="1572" y="190"/>
                    <a:pt x="1572" y="190"/>
                    <a:pt x="1572" y="190"/>
                  </a:cubicBezTo>
                  <a:cubicBezTo>
                    <a:pt x="1574" y="205"/>
                    <a:pt x="1574" y="205"/>
                    <a:pt x="1574" y="205"/>
                  </a:cubicBezTo>
                  <a:cubicBezTo>
                    <a:pt x="1574" y="205"/>
                    <a:pt x="1574" y="205"/>
                    <a:pt x="1574" y="205"/>
                  </a:cubicBezTo>
                  <a:cubicBezTo>
                    <a:pt x="1572" y="220"/>
                    <a:pt x="1572" y="220"/>
                    <a:pt x="1572" y="220"/>
                  </a:cubicBezTo>
                  <a:cubicBezTo>
                    <a:pt x="1572" y="220"/>
                    <a:pt x="1572" y="220"/>
                    <a:pt x="1572" y="220"/>
                  </a:cubicBezTo>
                  <a:cubicBezTo>
                    <a:pt x="1570" y="234"/>
                    <a:pt x="1570" y="234"/>
                    <a:pt x="1570" y="234"/>
                  </a:cubicBezTo>
                  <a:cubicBezTo>
                    <a:pt x="1570" y="234"/>
                    <a:pt x="1570" y="234"/>
                    <a:pt x="1570" y="234"/>
                  </a:cubicBezTo>
                  <a:cubicBezTo>
                    <a:pt x="1565" y="248"/>
                    <a:pt x="1565" y="248"/>
                    <a:pt x="1565" y="248"/>
                  </a:cubicBezTo>
                  <a:cubicBezTo>
                    <a:pt x="1565" y="248"/>
                    <a:pt x="1565" y="248"/>
                    <a:pt x="1565" y="248"/>
                  </a:cubicBezTo>
                  <a:cubicBezTo>
                    <a:pt x="1558" y="259"/>
                    <a:pt x="1558" y="259"/>
                    <a:pt x="1558" y="259"/>
                  </a:cubicBezTo>
                  <a:cubicBezTo>
                    <a:pt x="1558" y="259"/>
                    <a:pt x="1558" y="259"/>
                    <a:pt x="1558" y="259"/>
                  </a:cubicBezTo>
                  <a:cubicBezTo>
                    <a:pt x="1511" y="269"/>
                    <a:pt x="1511" y="269"/>
                    <a:pt x="1511" y="269"/>
                  </a:cubicBezTo>
                  <a:cubicBezTo>
                    <a:pt x="1511" y="269"/>
                    <a:pt x="1511" y="269"/>
                    <a:pt x="1511" y="269"/>
                  </a:cubicBezTo>
                  <a:cubicBezTo>
                    <a:pt x="1469" y="282"/>
                    <a:pt x="1469" y="282"/>
                    <a:pt x="1469" y="282"/>
                  </a:cubicBezTo>
                  <a:cubicBezTo>
                    <a:pt x="1469" y="282"/>
                    <a:pt x="1469" y="282"/>
                    <a:pt x="1469" y="282"/>
                  </a:cubicBezTo>
                  <a:cubicBezTo>
                    <a:pt x="1455" y="286"/>
                    <a:pt x="1455" y="286"/>
                    <a:pt x="1455" y="286"/>
                  </a:cubicBezTo>
                  <a:cubicBezTo>
                    <a:pt x="1455" y="286"/>
                    <a:pt x="1455" y="286"/>
                    <a:pt x="1455" y="286"/>
                  </a:cubicBezTo>
                  <a:cubicBezTo>
                    <a:pt x="1442" y="290"/>
                    <a:pt x="1442" y="290"/>
                    <a:pt x="1442" y="290"/>
                  </a:cubicBezTo>
                  <a:cubicBezTo>
                    <a:pt x="1442" y="290"/>
                    <a:pt x="1442" y="290"/>
                    <a:pt x="1442" y="290"/>
                  </a:cubicBezTo>
                  <a:cubicBezTo>
                    <a:pt x="1427" y="295"/>
                    <a:pt x="1427" y="295"/>
                    <a:pt x="1427" y="295"/>
                  </a:cubicBezTo>
                  <a:cubicBezTo>
                    <a:pt x="1427" y="295"/>
                    <a:pt x="1427" y="295"/>
                    <a:pt x="1427" y="295"/>
                  </a:cubicBezTo>
                  <a:cubicBezTo>
                    <a:pt x="1415" y="299"/>
                    <a:pt x="1415" y="299"/>
                    <a:pt x="1415" y="299"/>
                  </a:cubicBezTo>
                  <a:cubicBezTo>
                    <a:pt x="1415" y="299"/>
                    <a:pt x="1415" y="299"/>
                    <a:pt x="1415" y="299"/>
                  </a:cubicBezTo>
                  <a:cubicBezTo>
                    <a:pt x="1401" y="305"/>
                    <a:pt x="1401" y="305"/>
                    <a:pt x="1401" y="305"/>
                  </a:cubicBezTo>
                  <a:cubicBezTo>
                    <a:pt x="1401" y="305"/>
                    <a:pt x="1401" y="305"/>
                    <a:pt x="1401" y="305"/>
                  </a:cubicBezTo>
                  <a:cubicBezTo>
                    <a:pt x="1387" y="310"/>
                    <a:pt x="1387" y="310"/>
                    <a:pt x="1387" y="310"/>
                  </a:cubicBezTo>
                  <a:cubicBezTo>
                    <a:pt x="1387" y="310"/>
                    <a:pt x="1387" y="310"/>
                    <a:pt x="1387" y="310"/>
                  </a:cubicBezTo>
                  <a:cubicBezTo>
                    <a:pt x="1374" y="313"/>
                    <a:pt x="1374" y="313"/>
                    <a:pt x="1374" y="313"/>
                  </a:cubicBezTo>
                  <a:cubicBezTo>
                    <a:pt x="1374" y="313"/>
                    <a:pt x="1374" y="313"/>
                    <a:pt x="1374" y="313"/>
                  </a:cubicBezTo>
                  <a:cubicBezTo>
                    <a:pt x="1361" y="316"/>
                    <a:pt x="1361" y="316"/>
                    <a:pt x="1361" y="316"/>
                  </a:cubicBezTo>
                  <a:cubicBezTo>
                    <a:pt x="1361" y="316"/>
                    <a:pt x="1361" y="316"/>
                    <a:pt x="1361" y="316"/>
                  </a:cubicBezTo>
                  <a:cubicBezTo>
                    <a:pt x="1393" y="337"/>
                    <a:pt x="1393" y="337"/>
                    <a:pt x="1393" y="337"/>
                  </a:cubicBezTo>
                  <a:cubicBezTo>
                    <a:pt x="1393" y="337"/>
                    <a:pt x="1393" y="337"/>
                    <a:pt x="1393" y="337"/>
                  </a:cubicBezTo>
                  <a:cubicBezTo>
                    <a:pt x="1396" y="338"/>
                    <a:pt x="1396" y="338"/>
                    <a:pt x="1396" y="338"/>
                  </a:cubicBezTo>
                  <a:cubicBezTo>
                    <a:pt x="1396" y="338"/>
                    <a:pt x="1396" y="338"/>
                    <a:pt x="1396" y="338"/>
                  </a:cubicBezTo>
                  <a:cubicBezTo>
                    <a:pt x="1400" y="338"/>
                    <a:pt x="1400" y="338"/>
                    <a:pt x="1400" y="338"/>
                  </a:cubicBezTo>
                  <a:cubicBezTo>
                    <a:pt x="1400" y="338"/>
                    <a:pt x="1400" y="338"/>
                    <a:pt x="1400" y="338"/>
                  </a:cubicBezTo>
                  <a:cubicBezTo>
                    <a:pt x="1403" y="338"/>
                    <a:pt x="1403" y="338"/>
                    <a:pt x="1403" y="338"/>
                  </a:cubicBezTo>
                  <a:cubicBezTo>
                    <a:pt x="1403" y="338"/>
                    <a:pt x="1403" y="338"/>
                    <a:pt x="1403" y="338"/>
                  </a:cubicBezTo>
                  <a:cubicBezTo>
                    <a:pt x="1407" y="338"/>
                    <a:pt x="1407" y="338"/>
                    <a:pt x="1407" y="338"/>
                  </a:cubicBezTo>
                  <a:cubicBezTo>
                    <a:pt x="1407" y="338"/>
                    <a:pt x="1407" y="338"/>
                    <a:pt x="1407" y="338"/>
                  </a:cubicBezTo>
                  <a:cubicBezTo>
                    <a:pt x="1411" y="337"/>
                    <a:pt x="1411" y="337"/>
                    <a:pt x="1411" y="337"/>
                  </a:cubicBezTo>
                  <a:cubicBezTo>
                    <a:pt x="1411" y="337"/>
                    <a:pt x="1411" y="337"/>
                    <a:pt x="1411" y="337"/>
                  </a:cubicBezTo>
                  <a:cubicBezTo>
                    <a:pt x="1415" y="335"/>
                    <a:pt x="1415" y="335"/>
                    <a:pt x="1415" y="335"/>
                  </a:cubicBezTo>
                  <a:cubicBezTo>
                    <a:pt x="1415" y="335"/>
                    <a:pt x="1415" y="335"/>
                    <a:pt x="1415" y="335"/>
                  </a:cubicBezTo>
                  <a:cubicBezTo>
                    <a:pt x="1417" y="333"/>
                    <a:pt x="1417" y="333"/>
                    <a:pt x="1417" y="333"/>
                  </a:cubicBezTo>
                  <a:cubicBezTo>
                    <a:pt x="1417" y="333"/>
                    <a:pt x="1417" y="333"/>
                    <a:pt x="1417" y="333"/>
                  </a:cubicBezTo>
                  <a:cubicBezTo>
                    <a:pt x="1420" y="330"/>
                    <a:pt x="1420" y="330"/>
                    <a:pt x="1420" y="330"/>
                  </a:cubicBezTo>
                  <a:cubicBezTo>
                    <a:pt x="1420" y="330"/>
                    <a:pt x="1420" y="330"/>
                    <a:pt x="1420" y="330"/>
                  </a:cubicBezTo>
                  <a:cubicBezTo>
                    <a:pt x="1450" y="315"/>
                    <a:pt x="1450" y="315"/>
                    <a:pt x="1450" y="315"/>
                  </a:cubicBezTo>
                  <a:cubicBezTo>
                    <a:pt x="1450" y="315"/>
                    <a:pt x="1450" y="315"/>
                    <a:pt x="1450" y="315"/>
                  </a:cubicBezTo>
                  <a:cubicBezTo>
                    <a:pt x="1463" y="310"/>
                    <a:pt x="1463" y="310"/>
                    <a:pt x="1463" y="310"/>
                  </a:cubicBezTo>
                  <a:cubicBezTo>
                    <a:pt x="1463" y="310"/>
                    <a:pt x="1463" y="310"/>
                    <a:pt x="1463" y="310"/>
                  </a:cubicBezTo>
                  <a:cubicBezTo>
                    <a:pt x="1476" y="305"/>
                    <a:pt x="1476" y="305"/>
                    <a:pt x="1476" y="305"/>
                  </a:cubicBezTo>
                  <a:cubicBezTo>
                    <a:pt x="1476" y="305"/>
                    <a:pt x="1476" y="305"/>
                    <a:pt x="1476" y="305"/>
                  </a:cubicBezTo>
                  <a:cubicBezTo>
                    <a:pt x="1489" y="299"/>
                    <a:pt x="1489" y="299"/>
                    <a:pt x="1489" y="299"/>
                  </a:cubicBezTo>
                  <a:cubicBezTo>
                    <a:pt x="1489" y="299"/>
                    <a:pt x="1489" y="299"/>
                    <a:pt x="1489" y="299"/>
                  </a:cubicBezTo>
                  <a:cubicBezTo>
                    <a:pt x="1503" y="292"/>
                    <a:pt x="1503" y="292"/>
                    <a:pt x="1503" y="292"/>
                  </a:cubicBezTo>
                  <a:cubicBezTo>
                    <a:pt x="1503" y="292"/>
                    <a:pt x="1503" y="292"/>
                    <a:pt x="1503" y="292"/>
                  </a:cubicBezTo>
                  <a:cubicBezTo>
                    <a:pt x="1516" y="287"/>
                    <a:pt x="1516" y="287"/>
                    <a:pt x="1516" y="287"/>
                  </a:cubicBezTo>
                  <a:cubicBezTo>
                    <a:pt x="1516" y="287"/>
                    <a:pt x="1516" y="287"/>
                    <a:pt x="1516" y="287"/>
                  </a:cubicBezTo>
                  <a:cubicBezTo>
                    <a:pt x="1528" y="282"/>
                    <a:pt x="1528" y="282"/>
                    <a:pt x="1528" y="282"/>
                  </a:cubicBezTo>
                  <a:cubicBezTo>
                    <a:pt x="1528" y="282"/>
                    <a:pt x="1528" y="282"/>
                    <a:pt x="1528" y="282"/>
                  </a:cubicBezTo>
                  <a:cubicBezTo>
                    <a:pt x="1542" y="279"/>
                    <a:pt x="1542" y="279"/>
                    <a:pt x="1542" y="279"/>
                  </a:cubicBezTo>
                  <a:cubicBezTo>
                    <a:pt x="1542" y="279"/>
                    <a:pt x="1542" y="279"/>
                    <a:pt x="1542" y="279"/>
                  </a:cubicBezTo>
                  <a:cubicBezTo>
                    <a:pt x="1556" y="277"/>
                    <a:pt x="1556" y="277"/>
                    <a:pt x="1556" y="277"/>
                  </a:cubicBezTo>
                  <a:cubicBezTo>
                    <a:pt x="1556" y="277"/>
                    <a:pt x="1556" y="277"/>
                    <a:pt x="1556" y="277"/>
                  </a:cubicBezTo>
                  <a:cubicBezTo>
                    <a:pt x="1556" y="279"/>
                    <a:pt x="1556" y="279"/>
                    <a:pt x="1556" y="279"/>
                  </a:cubicBezTo>
                  <a:cubicBezTo>
                    <a:pt x="1556" y="279"/>
                    <a:pt x="1556" y="279"/>
                    <a:pt x="1556" y="279"/>
                  </a:cubicBezTo>
                  <a:cubicBezTo>
                    <a:pt x="1557" y="280"/>
                    <a:pt x="1557" y="280"/>
                    <a:pt x="1557" y="280"/>
                  </a:cubicBezTo>
                  <a:cubicBezTo>
                    <a:pt x="1557" y="280"/>
                    <a:pt x="1557" y="280"/>
                    <a:pt x="1557" y="280"/>
                  </a:cubicBezTo>
                  <a:cubicBezTo>
                    <a:pt x="1557" y="282"/>
                    <a:pt x="1557" y="282"/>
                    <a:pt x="1557" y="282"/>
                  </a:cubicBezTo>
                  <a:cubicBezTo>
                    <a:pt x="1557" y="282"/>
                    <a:pt x="1557" y="282"/>
                    <a:pt x="1557" y="282"/>
                  </a:cubicBezTo>
                  <a:cubicBezTo>
                    <a:pt x="1558" y="282"/>
                    <a:pt x="1558" y="282"/>
                    <a:pt x="1558" y="282"/>
                  </a:cubicBezTo>
                  <a:cubicBezTo>
                    <a:pt x="1558" y="282"/>
                    <a:pt x="1558" y="282"/>
                    <a:pt x="1558" y="282"/>
                  </a:cubicBezTo>
                  <a:cubicBezTo>
                    <a:pt x="1558" y="284"/>
                    <a:pt x="1558" y="284"/>
                    <a:pt x="1558" y="284"/>
                  </a:cubicBezTo>
                  <a:cubicBezTo>
                    <a:pt x="1558" y="284"/>
                    <a:pt x="1558" y="284"/>
                    <a:pt x="1558" y="284"/>
                  </a:cubicBezTo>
                  <a:cubicBezTo>
                    <a:pt x="1558" y="284"/>
                    <a:pt x="1558" y="284"/>
                    <a:pt x="1558" y="284"/>
                  </a:cubicBezTo>
                  <a:cubicBezTo>
                    <a:pt x="1558" y="284"/>
                    <a:pt x="1558" y="284"/>
                    <a:pt x="1558" y="284"/>
                  </a:cubicBezTo>
                  <a:cubicBezTo>
                    <a:pt x="1558" y="286"/>
                    <a:pt x="1558" y="286"/>
                    <a:pt x="1558" y="286"/>
                  </a:cubicBezTo>
                  <a:cubicBezTo>
                    <a:pt x="1558" y="286"/>
                    <a:pt x="1558" y="286"/>
                    <a:pt x="1558" y="286"/>
                  </a:cubicBezTo>
                  <a:cubicBezTo>
                    <a:pt x="1559" y="286"/>
                    <a:pt x="1559" y="286"/>
                    <a:pt x="1559" y="286"/>
                  </a:cubicBezTo>
                  <a:cubicBezTo>
                    <a:pt x="1559" y="286"/>
                    <a:pt x="1559" y="286"/>
                    <a:pt x="1559" y="286"/>
                  </a:cubicBezTo>
                  <a:cubicBezTo>
                    <a:pt x="1552" y="301"/>
                    <a:pt x="1552" y="301"/>
                    <a:pt x="1552" y="301"/>
                  </a:cubicBezTo>
                  <a:cubicBezTo>
                    <a:pt x="1552" y="301"/>
                    <a:pt x="1552" y="301"/>
                    <a:pt x="1552" y="301"/>
                  </a:cubicBezTo>
                  <a:cubicBezTo>
                    <a:pt x="1547" y="314"/>
                    <a:pt x="1547" y="314"/>
                    <a:pt x="1547" y="314"/>
                  </a:cubicBezTo>
                  <a:cubicBezTo>
                    <a:pt x="1547" y="314"/>
                    <a:pt x="1547" y="314"/>
                    <a:pt x="1547" y="314"/>
                  </a:cubicBezTo>
                  <a:cubicBezTo>
                    <a:pt x="1540" y="328"/>
                    <a:pt x="1540" y="328"/>
                    <a:pt x="1540" y="328"/>
                  </a:cubicBezTo>
                  <a:cubicBezTo>
                    <a:pt x="1540" y="328"/>
                    <a:pt x="1540" y="328"/>
                    <a:pt x="1540" y="328"/>
                  </a:cubicBezTo>
                  <a:cubicBezTo>
                    <a:pt x="1533" y="339"/>
                    <a:pt x="1533" y="339"/>
                    <a:pt x="1533" y="339"/>
                  </a:cubicBezTo>
                  <a:cubicBezTo>
                    <a:pt x="1533" y="339"/>
                    <a:pt x="1533" y="339"/>
                    <a:pt x="1533" y="339"/>
                  </a:cubicBezTo>
                  <a:cubicBezTo>
                    <a:pt x="1523" y="351"/>
                    <a:pt x="1523" y="351"/>
                    <a:pt x="1523" y="351"/>
                  </a:cubicBezTo>
                  <a:cubicBezTo>
                    <a:pt x="1523" y="351"/>
                    <a:pt x="1523" y="351"/>
                    <a:pt x="1523" y="351"/>
                  </a:cubicBezTo>
                  <a:cubicBezTo>
                    <a:pt x="1514" y="361"/>
                    <a:pt x="1514" y="361"/>
                    <a:pt x="1514" y="361"/>
                  </a:cubicBezTo>
                  <a:cubicBezTo>
                    <a:pt x="1514" y="361"/>
                    <a:pt x="1514" y="361"/>
                    <a:pt x="1514" y="361"/>
                  </a:cubicBezTo>
                  <a:cubicBezTo>
                    <a:pt x="1502" y="370"/>
                    <a:pt x="1502" y="370"/>
                    <a:pt x="1502" y="370"/>
                  </a:cubicBezTo>
                  <a:cubicBezTo>
                    <a:pt x="1502" y="370"/>
                    <a:pt x="1502" y="370"/>
                    <a:pt x="1502" y="370"/>
                  </a:cubicBezTo>
                  <a:cubicBezTo>
                    <a:pt x="1490" y="378"/>
                    <a:pt x="1490" y="378"/>
                    <a:pt x="1490" y="378"/>
                  </a:cubicBezTo>
                  <a:cubicBezTo>
                    <a:pt x="1490" y="378"/>
                    <a:pt x="1490" y="378"/>
                    <a:pt x="1490" y="378"/>
                  </a:cubicBezTo>
                  <a:cubicBezTo>
                    <a:pt x="1484" y="382"/>
                    <a:pt x="1484" y="382"/>
                    <a:pt x="1484" y="382"/>
                  </a:cubicBezTo>
                  <a:cubicBezTo>
                    <a:pt x="1484" y="382"/>
                    <a:pt x="1484" y="382"/>
                    <a:pt x="1484" y="382"/>
                  </a:cubicBezTo>
                  <a:cubicBezTo>
                    <a:pt x="1478" y="386"/>
                    <a:pt x="1478" y="386"/>
                    <a:pt x="1478" y="386"/>
                  </a:cubicBezTo>
                  <a:cubicBezTo>
                    <a:pt x="1478" y="386"/>
                    <a:pt x="1478" y="386"/>
                    <a:pt x="1478" y="386"/>
                  </a:cubicBezTo>
                  <a:cubicBezTo>
                    <a:pt x="1470" y="389"/>
                    <a:pt x="1470" y="389"/>
                    <a:pt x="1470" y="389"/>
                  </a:cubicBezTo>
                  <a:cubicBezTo>
                    <a:pt x="1470" y="389"/>
                    <a:pt x="1470" y="389"/>
                    <a:pt x="1470" y="389"/>
                  </a:cubicBezTo>
                  <a:cubicBezTo>
                    <a:pt x="1463" y="391"/>
                    <a:pt x="1463" y="391"/>
                    <a:pt x="1463" y="391"/>
                  </a:cubicBezTo>
                  <a:cubicBezTo>
                    <a:pt x="1463" y="391"/>
                    <a:pt x="1463" y="391"/>
                    <a:pt x="1463" y="391"/>
                  </a:cubicBezTo>
                  <a:cubicBezTo>
                    <a:pt x="1456" y="395"/>
                    <a:pt x="1456" y="395"/>
                    <a:pt x="1456" y="395"/>
                  </a:cubicBezTo>
                  <a:cubicBezTo>
                    <a:pt x="1456" y="395"/>
                    <a:pt x="1456" y="395"/>
                    <a:pt x="1456" y="395"/>
                  </a:cubicBezTo>
                  <a:cubicBezTo>
                    <a:pt x="1449" y="397"/>
                    <a:pt x="1449" y="397"/>
                    <a:pt x="1449" y="397"/>
                  </a:cubicBezTo>
                  <a:cubicBezTo>
                    <a:pt x="1449" y="397"/>
                    <a:pt x="1449" y="397"/>
                    <a:pt x="1449" y="397"/>
                  </a:cubicBezTo>
                  <a:cubicBezTo>
                    <a:pt x="1444" y="401"/>
                    <a:pt x="1444" y="401"/>
                    <a:pt x="1444" y="401"/>
                  </a:cubicBezTo>
                  <a:cubicBezTo>
                    <a:pt x="1444" y="401"/>
                    <a:pt x="1444" y="401"/>
                    <a:pt x="1444" y="401"/>
                  </a:cubicBezTo>
                  <a:cubicBezTo>
                    <a:pt x="1442" y="406"/>
                    <a:pt x="1442" y="406"/>
                    <a:pt x="1442" y="406"/>
                  </a:cubicBezTo>
                  <a:lnTo>
                    <a:pt x="1446" y="406"/>
                  </a:lnTo>
                  <a:close/>
                  <a:moveTo>
                    <a:pt x="303" y="401"/>
                  </a:moveTo>
                  <a:cubicBezTo>
                    <a:pt x="312" y="401"/>
                    <a:pt x="312" y="401"/>
                    <a:pt x="312" y="401"/>
                  </a:cubicBezTo>
                  <a:cubicBezTo>
                    <a:pt x="312" y="401"/>
                    <a:pt x="312" y="401"/>
                    <a:pt x="312" y="401"/>
                  </a:cubicBezTo>
                  <a:cubicBezTo>
                    <a:pt x="313" y="401"/>
                    <a:pt x="313" y="401"/>
                    <a:pt x="313" y="401"/>
                  </a:cubicBezTo>
                  <a:cubicBezTo>
                    <a:pt x="313" y="401"/>
                    <a:pt x="313" y="401"/>
                    <a:pt x="313" y="401"/>
                  </a:cubicBezTo>
                  <a:cubicBezTo>
                    <a:pt x="315" y="399"/>
                    <a:pt x="315" y="399"/>
                    <a:pt x="315" y="399"/>
                  </a:cubicBezTo>
                  <a:cubicBezTo>
                    <a:pt x="315" y="399"/>
                    <a:pt x="315" y="399"/>
                    <a:pt x="315" y="399"/>
                  </a:cubicBezTo>
                  <a:cubicBezTo>
                    <a:pt x="317" y="398"/>
                    <a:pt x="317" y="398"/>
                    <a:pt x="317" y="398"/>
                  </a:cubicBezTo>
                  <a:cubicBezTo>
                    <a:pt x="317" y="398"/>
                    <a:pt x="317" y="398"/>
                    <a:pt x="317" y="398"/>
                  </a:cubicBezTo>
                  <a:cubicBezTo>
                    <a:pt x="319" y="396"/>
                    <a:pt x="319" y="396"/>
                    <a:pt x="319" y="396"/>
                  </a:cubicBezTo>
                  <a:cubicBezTo>
                    <a:pt x="319" y="396"/>
                    <a:pt x="319" y="396"/>
                    <a:pt x="319" y="396"/>
                  </a:cubicBezTo>
                  <a:cubicBezTo>
                    <a:pt x="320" y="396"/>
                    <a:pt x="320" y="396"/>
                    <a:pt x="320" y="396"/>
                  </a:cubicBezTo>
                  <a:cubicBezTo>
                    <a:pt x="320" y="396"/>
                    <a:pt x="320" y="396"/>
                    <a:pt x="320" y="396"/>
                  </a:cubicBezTo>
                  <a:cubicBezTo>
                    <a:pt x="323" y="394"/>
                    <a:pt x="323" y="394"/>
                    <a:pt x="323" y="394"/>
                  </a:cubicBezTo>
                  <a:cubicBezTo>
                    <a:pt x="323" y="394"/>
                    <a:pt x="323" y="394"/>
                    <a:pt x="323" y="394"/>
                  </a:cubicBezTo>
                  <a:cubicBezTo>
                    <a:pt x="324" y="393"/>
                    <a:pt x="324" y="393"/>
                    <a:pt x="324" y="393"/>
                  </a:cubicBezTo>
                  <a:cubicBezTo>
                    <a:pt x="324" y="393"/>
                    <a:pt x="324" y="393"/>
                    <a:pt x="324" y="393"/>
                  </a:cubicBezTo>
                  <a:cubicBezTo>
                    <a:pt x="328" y="391"/>
                    <a:pt x="328" y="391"/>
                    <a:pt x="328" y="391"/>
                  </a:cubicBezTo>
                  <a:cubicBezTo>
                    <a:pt x="328" y="391"/>
                    <a:pt x="328" y="391"/>
                    <a:pt x="328" y="391"/>
                  </a:cubicBezTo>
                  <a:cubicBezTo>
                    <a:pt x="327" y="390"/>
                    <a:pt x="327" y="390"/>
                    <a:pt x="327" y="390"/>
                  </a:cubicBezTo>
                  <a:cubicBezTo>
                    <a:pt x="327" y="390"/>
                    <a:pt x="327" y="390"/>
                    <a:pt x="327" y="390"/>
                  </a:cubicBezTo>
                  <a:cubicBezTo>
                    <a:pt x="327" y="388"/>
                    <a:pt x="327" y="388"/>
                    <a:pt x="327" y="388"/>
                  </a:cubicBezTo>
                  <a:cubicBezTo>
                    <a:pt x="327" y="388"/>
                    <a:pt x="327" y="388"/>
                    <a:pt x="327" y="388"/>
                  </a:cubicBezTo>
                  <a:cubicBezTo>
                    <a:pt x="327" y="387"/>
                    <a:pt x="327" y="387"/>
                    <a:pt x="327" y="387"/>
                  </a:cubicBezTo>
                  <a:cubicBezTo>
                    <a:pt x="327" y="387"/>
                    <a:pt x="327" y="387"/>
                    <a:pt x="327" y="387"/>
                  </a:cubicBezTo>
                  <a:cubicBezTo>
                    <a:pt x="327" y="385"/>
                    <a:pt x="327" y="385"/>
                    <a:pt x="327" y="385"/>
                  </a:cubicBezTo>
                  <a:cubicBezTo>
                    <a:pt x="327" y="385"/>
                    <a:pt x="327" y="385"/>
                    <a:pt x="327" y="385"/>
                  </a:cubicBezTo>
                  <a:cubicBezTo>
                    <a:pt x="326" y="384"/>
                    <a:pt x="326" y="384"/>
                    <a:pt x="326" y="384"/>
                  </a:cubicBezTo>
                  <a:cubicBezTo>
                    <a:pt x="326" y="384"/>
                    <a:pt x="326" y="384"/>
                    <a:pt x="326" y="384"/>
                  </a:cubicBezTo>
                  <a:cubicBezTo>
                    <a:pt x="326" y="383"/>
                    <a:pt x="326" y="383"/>
                    <a:pt x="326" y="383"/>
                  </a:cubicBezTo>
                  <a:cubicBezTo>
                    <a:pt x="326" y="383"/>
                    <a:pt x="326" y="383"/>
                    <a:pt x="326" y="383"/>
                  </a:cubicBezTo>
                  <a:cubicBezTo>
                    <a:pt x="324" y="382"/>
                    <a:pt x="324" y="382"/>
                    <a:pt x="324" y="382"/>
                  </a:cubicBezTo>
                  <a:cubicBezTo>
                    <a:pt x="324" y="382"/>
                    <a:pt x="324" y="382"/>
                    <a:pt x="324" y="382"/>
                  </a:cubicBezTo>
                  <a:cubicBezTo>
                    <a:pt x="324" y="381"/>
                    <a:pt x="324" y="381"/>
                    <a:pt x="324" y="381"/>
                  </a:cubicBezTo>
                  <a:cubicBezTo>
                    <a:pt x="324" y="381"/>
                    <a:pt x="324" y="381"/>
                    <a:pt x="324" y="381"/>
                  </a:cubicBezTo>
                  <a:cubicBezTo>
                    <a:pt x="320" y="377"/>
                    <a:pt x="320" y="377"/>
                    <a:pt x="320" y="377"/>
                  </a:cubicBezTo>
                  <a:cubicBezTo>
                    <a:pt x="320" y="377"/>
                    <a:pt x="320" y="377"/>
                    <a:pt x="320" y="377"/>
                  </a:cubicBezTo>
                  <a:cubicBezTo>
                    <a:pt x="316" y="372"/>
                    <a:pt x="316" y="372"/>
                    <a:pt x="316" y="372"/>
                  </a:cubicBezTo>
                  <a:cubicBezTo>
                    <a:pt x="316" y="372"/>
                    <a:pt x="316" y="372"/>
                    <a:pt x="316" y="372"/>
                  </a:cubicBezTo>
                  <a:cubicBezTo>
                    <a:pt x="311" y="368"/>
                    <a:pt x="311" y="368"/>
                    <a:pt x="311" y="368"/>
                  </a:cubicBezTo>
                  <a:cubicBezTo>
                    <a:pt x="311" y="368"/>
                    <a:pt x="311" y="368"/>
                    <a:pt x="311" y="368"/>
                  </a:cubicBezTo>
                  <a:cubicBezTo>
                    <a:pt x="305" y="364"/>
                    <a:pt x="305" y="364"/>
                    <a:pt x="305" y="364"/>
                  </a:cubicBezTo>
                  <a:cubicBezTo>
                    <a:pt x="305" y="364"/>
                    <a:pt x="305" y="364"/>
                    <a:pt x="305" y="364"/>
                  </a:cubicBezTo>
                  <a:cubicBezTo>
                    <a:pt x="299" y="361"/>
                    <a:pt x="299" y="361"/>
                    <a:pt x="299" y="361"/>
                  </a:cubicBezTo>
                  <a:cubicBezTo>
                    <a:pt x="299" y="361"/>
                    <a:pt x="299" y="361"/>
                    <a:pt x="299" y="361"/>
                  </a:cubicBezTo>
                  <a:cubicBezTo>
                    <a:pt x="293" y="357"/>
                    <a:pt x="293" y="357"/>
                    <a:pt x="293" y="357"/>
                  </a:cubicBezTo>
                  <a:cubicBezTo>
                    <a:pt x="293" y="357"/>
                    <a:pt x="293" y="357"/>
                    <a:pt x="293" y="357"/>
                  </a:cubicBezTo>
                  <a:cubicBezTo>
                    <a:pt x="286" y="354"/>
                    <a:pt x="286" y="354"/>
                    <a:pt x="286" y="354"/>
                  </a:cubicBezTo>
                  <a:cubicBezTo>
                    <a:pt x="286" y="354"/>
                    <a:pt x="286" y="354"/>
                    <a:pt x="286" y="354"/>
                  </a:cubicBezTo>
                  <a:cubicBezTo>
                    <a:pt x="281" y="352"/>
                    <a:pt x="281" y="352"/>
                    <a:pt x="281" y="352"/>
                  </a:cubicBezTo>
                  <a:cubicBezTo>
                    <a:pt x="281" y="352"/>
                    <a:pt x="281" y="352"/>
                    <a:pt x="281" y="352"/>
                  </a:cubicBezTo>
                  <a:cubicBezTo>
                    <a:pt x="279" y="353"/>
                    <a:pt x="279" y="353"/>
                    <a:pt x="279" y="353"/>
                  </a:cubicBezTo>
                  <a:cubicBezTo>
                    <a:pt x="279" y="353"/>
                    <a:pt x="279" y="353"/>
                    <a:pt x="279" y="353"/>
                  </a:cubicBezTo>
                  <a:cubicBezTo>
                    <a:pt x="278" y="353"/>
                    <a:pt x="278" y="353"/>
                    <a:pt x="278" y="353"/>
                  </a:cubicBezTo>
                  <a:cubicBezTo>
                    <a:pt x="278" y="353"/>
                    <a:pt x="278" y="353"/>
                    <a:pt x="278" y="353"/>
                  </a:cubicBezTo>
                  <a:cubicBezTo>
                    <a:pt x="277" y="354"/>
                    <a:pt x="277" y="354"/>
                    <a:pt x="277" y="354"/>
                  </a:cubicBezTo>
                  <a:cubicBezTo>
                    <a:pt x="277" y="354"/>
                    <a:pt x="277" y="354"/>
                    <a:pt x="277" y="354"/>
                  </a:cubicBezTo>
                  <a:cubicBezTo>
                    <a:pt x="276" y="354"/>
                    <a:pt x="276" y="354"/>
                    <a:pt x="276" y="354"/>
                  </a:cubicBezTo>
                  <a:cubicBezTo>
                    <a:pt x="276" y="354"/>
                    <a:pt x="276" y="354"/>
                    <a:pt x="276" y="354"/>
                  </a:cubicBezTo>
                  <a:cubicBezTo>
                    <a:pt x="275" y="355"/>
                    <a:pt x="275" y="355"/>
                    <a:pt x="275" y="355"/>
                  </a:cubicBezTo>
                  <a:cubicBezTo>
                    <a:pt x="275" y="355"/>
                    <a:pt x="275" y="355"/>
                    <a:pt x="275" y="355"/>
                  </a:cubicBezTo>
                  <a:cubicBezTo>
                    <a:pt x="275" y="355"/>
                    <a:pt x="275" y="355"/>
                    <a:pt x="275" y="355"/>
                  </a:cubicBezTo>
                  <a:cubicBezTo>
                    <a:pt x="275" y="355"/>
                    <a:pt x="275" y="355"/>
                    <a:pt x="275" y="355"/>
                  </a:cubicBezTo>
                  <a:cubicBezTo>
                    <a:pt x="275" y="356"/>
                    <a:pt x="275" y="356"/>
                    <a:pt x="275" y="356"/>
                  </a:cubicBezTo>
                  <a:cubicBezTo>
                    <a:pt x="275" y="356"/>
                    <a:pt x="275" y="356"/>
                    <a:pt x="275" y="356"/>
                  </a:cubicBezTo>
                  <a:cubicBezTo>
                    <a:pt x="275" y="356"/>
                    <a:pt x="275" y="356"/>
                    <a:pt x="275" y="356"/>
                  </a:cubicBezTo>
                  <a:cubicBezTo>
                    <a:pt x="275" y="356"/>
                    <a:pt x="275" y="356"/>
                    <a:pt x="275" y="356"/>
                  </a:cubicBezTo>
                  <a:cubicBezTo>
                    <a:pt x="279" y="360"/>
                    <a:pt x="279" y="360"/>
                    <a:pt x="279" y="360"/>
                  </a:cubicBezTo>
                  <a:cubicBezTo>
                    <a:pt x="279" y="360"/>
                    <a:pt x="279" y="360"/>
                    <a:pt x="279" y="360"/>
                  </a:cubicBezTo>
                  <a:cubicBezTo>
                    <a:pt x="284" y="364"/>
                    <a:pt x="284" y="364"/>
                    <a:pt x="284" y="364"/>
                  </a:cubicBezTo>
                  <a:cubicBezTo>
                    <a:pt x="284" y="364"/>
                    <a:pt x="284" y="364"/>
                    <a:pt x="284" y="364"/>
                  </a:cubicBezTo>
                  <a:cubicBezTo>
                    <a:pt x="288" y="369"/>
                    <a:pt x="288" y="369"/>
                    <a:pt x="288" y="369"/>
                  </a:cubicBezTo>
                  <a:cubicBezTo>
                    <a:pt x="288" y="369"/>
                    <a:pt x="288" y="369"/>
                    <a:pt x="288" y="369"/>
                  </a:cubicBezTo>
                  <a:cubicBezTo>
                    <a:pt x="291" y="374"/>
                    <a:pt x="291" y="374"/>
                    <a:pt x="291" y="374"/>
                  </a:cubicBezTo>
                  <a:cubicBezTo>
                    <a:pt x="291" y="374"/>
                    <a:pt x="291" y="374"/>
                    <a:pt x="291" y="374"/>
                  </a:cubicBezTo>
                  <a:cubicBezTo>
                    <a:pt x="292" y="380"/>
                    <a:pt x="292" y="380"/>
                    <a:pt x="292" y="380"/>
                  </a:cubicBezTo>
                  <a:cubicBezTo>
                    <a:pt x="292" y="380"/>
                    <a:pt x="292" y="380"/>
                    <a:pt x="292" y="380"/>
                  </a:cubicBezTo>
                  <a:cubicBezTo>
                    <a:pt x="294" y="384"/>
                    <a:pt x="294" y="384"/>
                    <a:pt x="294" y="384"/>
                  </a:cubicBezTo>
                  <a:cubicBezTo>
                    <a:pt x="294" y="384"/>
                    <a:pt x="294" y="384"/>
                    <a:pt x="294" y="384"/>
                  </a:cubicBezTo>
                  <a:cubicBezTo>
                    <a:pt x="294" y="390"/>
                    <a:pt x="294" y="390"/>
                    <a:pt x="294" y="390"/>
                  </a:cubicBezTo>
                  <a:cubicBezTo>
                    <a:pt x="294" y="390"/>
                    <a:pt x="294" y="390"/>
                    <a:pt x="294" y="390"/>
                  </a:cubicBezTo>
                  <a:cubicBezTo>
                    <a:pt x="295" y="395"/>
                    <a:pt x="295" y="395"/>
                    <a:pt x="295" y="395"/>
                  </a:cubicBezTo>
                  <a:cubicBezTo>
                    <a:pt x="295" y="395"/>
                    <a:pt x="295" y="395"/>
                    <a:pt x="295" y="395"/>
                  </a:cubicBezTo>
                  <a:cubicBezTo>
                    <a:pt x="295" y="396"/>
                    <a:pt x="295" y="396"/>
                    <a:pt x="295" y="396"/>
                  </a:cubicBezTo>
                  <a:cubicBezTo>
                    <a:pt x="295" y="396"/>
                    <a:pt x="295" y="396"/>
                    <a:pt x="295" y="396"/>
                  </a:cubicBezTo>
                  <a:cubicBezTo>
                    <a:pt x="296" y="397"/>
                    <a:pt x="296" y="397"/>
                    <a:pt x="296" y="397"/>
                  </a:cubicBezTo>
                  <a:cubicBezTo>
                    <a:pt x="296" y="397"/>
                    <a:pt x="296" y="397"/>
                    <a:pt x="296" y="397"/>
                  </a:cubicBezTo>
                  <a:cubicBezTo>
                    <a:pt x="297" y="398"/>
                    <a:pt x="297" y="398"/>
                    <a:pt x="297" y="398"/>
                  </a:cubicBezTo>
                  <a:cubicBezTo>
                    <a:pt x="297" y="398"/>
                    <a:pt x="297" y="398"/>
                    <a:pt x="297" y="398"/>
                  </a:cubicBezTo>
                  <a:cubicBezTo>
                    <a:pt x="298" y="399"/>
                    <a:pt x="298" y="399"/>
                    <a:pt x="298" y="399"/>
                  </a:cubicBezTo>
                  <a:cubicBezTo>
                    <a:pt x="298" y="399"/>
                    <a:pt x="298" y="399"/>
                    <a:pt x="298" y="399"/>
                  </a:cubicBezTo>
                  <a:cubicBezTo>
                    <a:pt x="298" y="400"/>
                    <a:pt x="298" y="400"/>
                    <a:pt x="298" y="400"/>
                  </a:cubicBezTo>
                  <a:cubicBezTo>
                    <a:pt x="298" y="400"/>
                    <a:pt x="298" y="400"/>
                    <a:pt x="298" y="400"/>
                  </a:cubicBezTo>
                  <a:cubicBezTo>
                    <a:pt x="300" y="401"/>
                    <a:pt x="300" y="401"/>
                    <a:pt x="300" y="401"/>
                  </a:cubicBezTo>
                  <a:cubicBezTo>
                    <a:pt x="300" y="401"/>
                    <a:pt x="300" y="401"/>
                    <a:pt x="300" y="401"/>
                  </a:cubicBezTo>
                  <a:cubicBezTo>
                    <a:pt x="301" y="401"/>
                    <a:pt x="301" y="401"/>
                    <a:pt x="301" y="401"/>
                  </a:cubicBezTo>
                  <a:cubicBezTo>
                    <a:pt x="301" y="401"/>
                    <a:pt x="301" y="401"/>
                    <a:pt x="301" y="401"/>
                  </a:cubicBezTo>
                  <a:cubicBezTo>
                    <a:pt x="303" y="401"/>
                    <a:pt x="303" y="401"/>
                    <a:pt x="303" y="401"/>
                  </a:cubicBezTo>
                  <a:close/>
                  <a:moveTo>
                    <a:pt x="1278" y="393"/>
                  </a:moveTo>
                  <a:cubicBezTo>
                    <a:pt x="1278" y="392"/>
                    <a:pt x="1278" y="392"/>
                    <a:pt x="1278" y="392"/>
                  </a:cubicBezTo>
                  <a:cubicBezTo>
                    <a:pt x="1278" y="392"/>
                    <a:pt x="1278" y="392"/>
                    <a:pt x="1278" y="392"/>
                  </a:cubicBezTo>
                  <a:cubicBezTo>
                    <a:pt x="1278" y="391"/>
                    <a:pt x="1278" y="391"/>
                    <a:pt x="1278" y="391"/>
                  </a:cubicBezTo>
                  <a:cubicBezTo>
                    <a:pt x="1278" y="391"/>
                    <a:pt x="1278" y="391"/>
                    <a:pt x="1278" y="391"/>
                  </a:cubicBezTo>
                  <a:cubicBezTo>
                    <a:pt x="1279" y="391"/>
                    <a:pt x="1279" y="391"/>
                    <a:pt x="1279" y="391"/>
                  </a:cubicBezTo>
                  <a:cubicBezTo>
                    <a:pt x="1279" y="391"/>
                    <a:pt x="1279" y="391"/>
                    <a:pt x="1279" y="391"/>
                  </a:cubicBezTo>
                  <a:cubicBezTo>
                    <a:pt x="1281" y="390"/>
                    <a:pt x="1281" y="390"/>
                    <a:pt x="1281" y="390"/>
                  </a:cubicBezTo>
                  <a:cubicBezTo>
                    <a:pt x="1281" y="390"/>
                    <a:pt x="1281" y="390"/>
                    <a:pt x="1281" y="390"/>
                  </a:cubicBezTo>
                  <a:cubicBezTo>
                    <a:pt x="1281" y="390"/>
                    <a:pt x="1281" y="390"/>
                    <a:pt x="1281" y="390"/>
                  </a:cubicBezTo>
                  <a:cubicBezTo>
                    <a:pt x="1281" y="390"/>
                    <a:pt x="1281" y="390"/>
                    <a:pt x="1281" y="390"/>
                  </a:cubicBezTo>
                  <a:cubicBezTo>
                    <a:pt x="1283" y="389"/>
                    <a:pt x="1283" y="389"/>
                    <a:pt x="1283" y="389"/>
                  </a:cubicBezTo>
                  <a:cubicBezTo>
                    <a:pt x="1283" y="389"/>
                    <a:pt x="1283" y="389"/>
                    <a:pt x="1283" y="389"/>
                  </a:cubicBezTo>
                  <a:cubicBezTo>
                    <a:pt x="1283" y="389"/>
                    <a:pt x="1283" y="389"/>
                    <a:pt x="1283" y="389"/>
                  </a:cubicBezTo>
                  <a:cubicBezTo>
                    <a:pt x="1283" y="389"/>
                    <a:pt x="1283" y="389"/>
                    <a:pt x="1283" y="389"/>
                  </a:cubicBezTo>
                  <a:cubicBezTo>
                    <a:pt x="1285" y="388"/>
                    <a:pt x="1285" y="388"/>
                    <a:pt x="1285" y="388"/>
                  </a:cubicBezTo>
                  <a:cubicBezTo>
                    <a:pt x="1285" y="388"/>
                    <a:pt x="1285" y="388"/>
                    <a:pt x="1285" y="388"/>
                  </a:cubicBezTo>
                  <a:cubicBezTo>
                    <a:pt x="1286" y="387"/>
                    <a:pt x="1286" y="387"/>
                    <a:pt x="1286" y="387"/>
                  </a:cubicBezTo>
                  <a:cubicBezTo>
                    <a:pt x="1286" y="387"/>
                    <a:pt x="1286" y="387"/>
                    <a:pt x="1286" y="387"/>
                  </a:cubicBezTo>
                  <a:cubicBezTo>
                    <a:pt x="1289" y="384"/>
                    <a:pt x="1289" y="384"/>
                    <a:pt x="1289" y="384"/>
                  </a:cubicBezTo>
                  <a:cubicBezTo>
                    <a:pt x="1289" y="384"/>
                    <a:pt x="1289" y="384"/>
                    <a:pt x="1289" y="384"/>
                  </a:cubicBezTo>
                  <a:cubicBezTo>
                    <a:pt x="1290" y="382"/>
                    <a:pt x="1290" y="382"/>
                    <a:pt x="1290" y="382"/>
                  </a:cubicBezTo>
                  <a:cubicBezTo>
                    <a:pt x="1290" y="382"/>
                    <a:pt x="1290" y="382"/>
                    <a:pt x="1290" y="382"/>
                  </a:cubicBezTo>
                  <a:cubicBezTo>
                    <a:pt x="1291" y="380"/>
                    <a:pt x="1291" y="380"/>
                    <a:pt x="1291" y="380"/>
                  </a:cubicBezTo>
                  <a:cubicBezTo>
                    <a:pt x="1291" y="380"/>
                    <a:pt x="1291" y="380"/>
                    <a:pt x="1291" y="380"/>
                  </a:cubicBezTo>
                  <a:cubicBezTo>
                    <a:pt x="1291" y="377"/>
                    <a:pt x="1291" y="377"/>
                    <a:pt x="1291" y="377"/>
                  </a:cubicBezTo>
                  <a:cubicBezTo>
                    <a:pt x="1291" y="377"/>
                    <a:pt x="1291" y="377"/>
                    <a:pt x="1291" y="377"/>
                  </a:cubicBezTo>
                  <a:cubicBezTo>
                    <a:pt x="1291" y="374"/>
                    <a:pt x="1291" y="374"/>
                    <a:pt x="1291" y="374"/>
                  </a:cubicBezTo>
                  <a:cubicBezTo>
                    <a:pt x="1291" y="374"/>
                    <a:pt x="1291" y="374"/>
                    <a:pt x="1291" y="374"/>
                  </a:cubicBezTo>
                  <a:cubicBezTo>
                    <a:pt x="1291" y="371"/>
                    <a:pt x="1291" y="371"/>
                    <a:pt x="1291" y="371"/>
                  </a:cubicBezTo>
                  <a:cubicBezTo>
                    <a:pt x="1291" y="371"/>
                    <a:pt x="1291" y="371"/>
                    <a:pt x="1291" y="371"/>
                  </a:cubicBezTo>
                  <a:cubicBezTo>
                    <a:pt x="1291" y="368"/>
                    <a:pt x="1291" y="368"/>
                    <a:pt x="1291" y="368"/>
                  </a:cubicBezTo>
                  <a:cubicBezTo>
                    <a:pt x="1291" y="368"/>
                    <a:pt x="1291" y="368"/>
                    <a:pt x="1291" y="368"/>
                  </a:cubicBezTo>
                  <a:cubicBezTo>
                    <a:pt x="1289" y="367"/>
                    <a:pt x="1289" y="367"/>
                    <a:pt x="1289" y="367"/>
                  </a:cubicBezTo>
                  <a:cubicBezTo>
                    <a:pt x="1289" y="367"/>
                    <a:pt x="1289" y="367"/>
                    <a:pt x="1289" y="367"/>
                  </a:cubicBezTo>
                  <a:cubicBezTo>
                    <a:pt x="1287" y="364"/>
                    <a:pt x="1287" y="364"/>
                    <a:pt x="1287" y="364"/>
                  </a:cubicBezTo>
                  <a:cubicBezTo>
                    <a:pt x="1287" y="364"/>
                    <a:pt x="1287" y="364"/>
                    <a:pt x="1287" y="364"/>
                  </a:cubicBezTo>
                  <a:cubicBezTo>
                    <a:pt x="1285" y="362"/>
                    <a:pt x="1285" y="362"/>
                    <a:pt x="1285" y="362"/>
                  </a:cubicBezTo>
                  <a:cubicBezTo>
                    <a:pt x="1285" y="362"/>
                    <a:pt x="1285" y="362"/>
                    <a:pt x="1285" y="362"/>
                  </a:cubicBezTo>
                  <a:cubicBezTo>
                    <a:pt x="1284" y="359"/>
                    <a:pt x="1284" y="359"/>
                    <a:pt x="1284" y="359"/>
                  </a:cubicBezTo>
                  <a:cubicBezTo>
                    <a:pt x="1284" y="359"/>
                    <a:pt x="1284" y="359"/>
                    <a:pt x="1284" y="359"/>
                  </a:cubicBezTo>
                  <a:cubicBezTo>
                    <a:pt x="1281" y="358"/>
                    <a:pt x="1281" y="358"/>
                    <a:pt x="1281" y="358"/>
                  </a:cubicBezTo>
                  <a:cubicBezTo>
                    <a:pt x="1281" y="358"/>
                    <a:pt x="1281" y="358"/>
                    <a:pt x="1281" y="358"/>
                  </a:cubicBezTo>
                  <a:cubicBezTo>
                    <a:pt x="1279" y="356"/>
                    <a:pt x="1279" y="356"/>
                    <a:pt x="1279" y="356"/>
                  </a:cubicBezTo>
                  <a:cubicBezTo>
                    <a:pt x="1279" y="356"/>
                    <a:pt x="1279" y="356"/>
                    <a:pt x="1279" y="356"/>
                  </a:cubicBezTo>
                  <a:cubicBezTo>
                    <a:pt x="1277" y="355"/>
                    <a:pt x="1277" y="355"/>
                    <a:pt x="1277" y="355"/>
                  </a:cubicBezTo>
                  <a:cubicBezTo>
                    <a:pt x="1277" y="355"/>
                    <a:pt x="1277" y="355"/>
                    <a:pt x="1277" y="355"/>
                  </a:cubicBezTo>
                  <a:cubicBezTo>
                    <a:pt x="1275" y="353"/>
                    <a:pt x="1275" y="353"/>
                    <a:pt x="1275" y="353"/>
                  </a:cubicBezTo>
                  <a:cubicBezTo>
                    <a:pt x="1275" y="353"/>
                    <a:pt x="1275" y="353"/>
                    <a:pt x="1275" y="353"/>
                  </a:cubicBezTo>
                  <a:cubicBezTo>
                    <a:pt x="1269" y="353"/>
                    <a:pt x="1269" y="353"/>
                    <a:pt x="1269" y="353"/>
                  </a:cubicBezTo>
                  <a:cubicBezTo>
                    <a:pt x="1269" y="353"/>
                    <a:pt x="1269" y="353"/>
                    <a:pt x="1269" y="353"/>
                  </a:cubicBezTo>
                  <a:cubicBezTo>
                    <a:pt x="1265" y="353"/>
                    <a:pt x="1265" y="353"/>
                    <a:pt x="1265" y="353"/>
                  </a:cubicBezTo>
                  <a:cubicBezTo>
                    <a:pt x="1265" y="353"/>
                    <a:pt x="1265" y="353"/>
                    <a:pt x="1265" y="353"/>
                  </a:cubicBezTo>
                  <a:cubicBezTo>
                    <a:pt x="1260" y="352"/>
                    <a:pt x="1260" y="352"/>
                    <a:pt x="1260" y="352"/>
                  </a:cubicBezTo>
                  <a:cubicBezTo>
                    <a:pt x="1260" y="352"/>
                    <a:pt x="1260" y="352"/>
                    <a:pt x="1260" y="352"/>
                  </a:cubicBezTo>
                  <a:cubicBezTo>
                    <a:pt x="1256" y="351"/>
                    <a:pt x="1256" y="351"/>
                    <a:pt x="1256" y="351"/>
                  </a:cubicBezTo>
                  <a:cubicBezTo>
                    <a:pt x="1256" y="351"/>
                    <a:pt x="1256" y="351"/>
                    <a:pt x="1256" y="351"/>
                  </a:cubicBezTo>
                  <a:cubicBezTo>
                    <a:pt x="1251" y="352"/>
                    <a:pt x="1251" y="352"/>
                    <a:pt x="1251" y="352"/>
                  </a:cubicBezTo>
                  <a:cubicBezTo>
                    <a:pt x="1251" y="352"/>
                    <a:pt x="1251" y="352"/>
                    <a:pt x="1251" y="352"/>
                  </a:cubicBezTo>
                  <a:cubicBezTo>
                    <a:pt x="1248" y="352"/>
                    <a:pt x="1248" y="352"/>
                    <a:pt x="1248" y="352"/>
                  </a:cubicBezTo>
                  <a:cubicBezTo>
                    <a:pt x="1248" y="352"/>
                    <a:pt x="1248" y="352"/>
                    <a:pt x="1248" y="352"/>
                  </a:cubicBezTo>
                  <a:cubicBezTo>
                    <a:pt x="1242" y="353"/>
                    <a:pt x="1242" y="353"/>
                    <a:pt x="1242" y="353"/>
                  </a:cubicBezTo>
                  <a:cubicBezTo>
                    <a:pt x="1242" y="353"/>
                    <a:pt x="1242" y="353"/>
                    <a:pt x="1242" y="353"/>
                  </a:cubicBezTo>
                  <a:cubicBezTo>
                    <a:pt x="1239" y="353"/>
                    <a:pt x="1239" y="353"/>
                    <a:pt x="1239" y="353"/>
                  </a:cubicBezTo>
                  <a:cubicBezTo>
                    <a:pt x="1239" y="353"/>
                    <a:pt x="1239" y="353"/>
                    <a:pt x="1239" y="353"/>
                  </a:cubicBezTo>
                  <a:cubicBezTo>
                    <a:pt x="1239" y="359"/>
                    <a:pt x="1239" y="359"/>
                    <a:pt x="1239" y="359"/>
                  </a:cubicBezTo>
                  <a:cubicBezTo>
                    <a:pt x="1239" y="359"/>
                    <a:pt x="1239" y="359"/>
                    <a:pt x="1239" y="359"/>
                  </a:cubicBezTo>
                  <a:cubicBezTo>
                    <a:pt x="1244" y="363"/>
                    <a:pt x="1244" y="363"/>
                    <a:pt x="1244" y="363"/>
                  </a:cubicBezTo>
                  <a:cubicBezTo>
                    <a:pt x="1244" y="363"/>
                    <a:pt x="1244" y="363"/>
                    <a:pt x="1244" y="363"/>
                  </a:cubicBezTo>
                  <a:cubicBezTo>
                    <a:pt x="1251" y="366"/>
                    <a:pt x="1251" y="366"/>
                    <a:pt x="1251" y="366"/>
                  </a:cubicBezTo>
                  <a:cubicBezTo>
                    <a:pt x="1251" y="366"/>
                    <a:pt x="1251" y="366"/>
                    <a:pt x="1251" y="366"/>
                  </a:cubicBezTo>
                  <a:cubicBezTo>
                    <a:pt x="1256" y="369"/>
                    <a:pt x="1256" y="369"/>
                    <a:pt x="1256" y="369"/>
                  </a:cubicBezTo>
                  <a:cubicBezTo>
                    <a:pt x="1256" y="369"/>
                    <a:pt x="1256" y="369"/>
                    <a:pt x="1256" y="369"/>
                  </a:cubicBezTo>
                  <a:cubicBezTo>
                    <a:pt x="1261" y="373"/>
                    <a:pt x="1261" y="373"/>
                    <a:pt x="1261" y="373"/>
                  </a:cubicBezTo>
                  <a:cubicBezTo>
                    <a:pt x="1261" y="373"/>
                    <a:pt x="1261" y="373"/>
                    <a:pt x="1261" y="373"/>
                  </a:cubicBezTo>
                  <a:cubicBezTo>
                    <a:pt x="1265" y="378"/>
                    <a:pt x="1265" y="378"/>
                    <a:pt x="1265" y="378"/>
                  </a:cubicBezTo>
                  <a:cubicBezTo>
                    <a:pt x="1265" y="378"/>
                    <a:pt x="1265" y="378"/>
                    <a:pt x="1265" y="378"/>
                  </a:cubicBezTo>
                  <a:cubicBezTo>
                    <a:pt x="1269" y="382"/>
                    <a:pt x="1269" y="382"/>
                    <a:pt x="1269" y="382"/>
                  </a:cubicBezTo>
                  <a:cubicBezTo>
                    <a:pt x="1269" y="382"/>
                    <a:pt x="1269" y="382"/>
                    <a:pt x="1269" y="382"/>
                  </a:cubicBezTo>
                  <a:cubicBezTo>
                    <a:pt x="1274" y="388"/>
                    <a:pt x="1274" y="388"/>
                    <a:pt x="1274" y="388"/>
                  </a:cubicBezTo>
                  <a:cubicBezTo>
                    <a:pt x="1274" y="388"/>
                    <a:pt x="1274" y="388"/>
                    <a:pt x="1274" y="388"/>
                  </a:cubicBezTo>
                  <a:cubicBezTo>
                    <a:pt x="1278" y="393"/>
                    <a:pt x="1278" y="393"/>
                    <a:pt x="1278" y="393"/>
                  </a:cubicBezTo>
                  <a:close/>
                  <a:moveTo>
                    <a:pt x="1179" y="386"/>
                  </a:moveTo>
                  <a:cubicBezTo>
                    <a:pt x="1179" y="386"/>
                    <a:pt x="1179" y="386"/>
                    <a:pt x="1179" y="386"/>
                  </a:cubicBezTo>
                  <a:cubicBezTo>
                    <a:pt x="1179" y="386"/>
                    <a:pt x="1179" y="386"/>
                    <a:pt x="1179" y="386"/>
                  </a:cubicBezTo>
                  <a:cubicBezTo>
                    <a:pt x="1181" y="386"/>
                    <a:pt x="1181" y="386"/>
                    <a:pt x="1181" y="386"/>
                  </a:cubicBezTo>
                  <a:cubicBezTo>
                    <a:pt x="1181" y="386"/>
                    <a:pt x="1181" y="386"/>
                    <a:pt x="1181" y="386"/>
                  </a:cubicBezTo>
                  <a:cubicBezTo>
                    <a:pt x="1182" y="386"/>
                    <a:pt x="1182" y="386"/>
                    <a:pt x="1182" y="386"/>
                  </a:cubicBezTo>
                  <a:cubicBezTo>
                    <a:pt x="1182" y="386"/>
                    <a:pt x="1182" y="386"/>
                    <a:pt x="1182" y="386"/>
                  </a:cubicBezTo>
                  <a:cubicBezTo>
                    <a:pt x="1184" y="385"/>
                    <a:pt x="1184" y="385"/>
                    <a:pt x="1184" y="385"/>
                  </a:cubicBezTo>
                  <a:cubicBezTo>
                    <a:pt x="1184" y="385"/>
                    <a:pt x="1184" y="385"/>
                    <a:pt x="1184" y="385"/>
                  </a:cubicBezTo>
                  <a:cubicBezTo>
                    <a:pt x="1185" y="385"/>
                    <a:pt x="1185" y="385"/>
                    <a:pt x="1185" y="385"/>
                  </a:cubicBezTo>
                  <a:cubicBezTo>
                    <a:pt x="1185" y="385"/>
                    <a:pt x="1185" y="385"/>
                    <a:pt x="1185" y="385"/>
                  </a:cubicBezTo>
                  <a:cubicBezTo>
                    <a:pt x="1187" y="384"/>
                    <a:pt x="1187" y="384"/>
                    <a:pt x="1187" y="384"/>
                  </a:cubicBezTo>
                  <a:cubicBezTo>
                    <a:pt x="1187" y="384"/>
                    <a:pt x="1187" y="384"/>
                    <a:pt x="1187" y="384"/>
                  </a:cubicBezTo>
                  <a:cubicBezTo>
                    <a:pt x="1188" y="383"/>
                    <a:pt x="1188" y="383"/>
                    <a:pt x="1188" y="383"/>
                  </a:cubicBezTo>
                  <a:cubicBezTo>
                    <a:pt x="1188" y="383"/>
                    <a:pt x="1188" y="383"/>
                    <a:pt x="1188" y="383"/>
                  </a:cubicBezTo>
                  <a:cubicBezTo>
                    <a:pt x="1189" y="382"/>
                    <a:pt x="1189" y="382"/>
                    <a:pt x="1189" y="382"/>
                  </a:cubicBezTo>
                  <a:cubicBezTo>
                    <a:pt x="1189" y="382"/>
                    <a:pt x="1189" y="382"/>
                    <a:pt x="1189" y="382"/>
                  </a:cubicBezTo>
                  <a:cubicBezTo>
                    <a:pt x="1188" y="381"/>
                    <a:pt x="1188" y="381"/>
                    <a:pt x="1188" y="381"/>
                  </a:cubicBezTo>
                  <a:cubicBezTo>
                    <a:pt x="1188" y="381"/>
                    <a:pt x="1188" y="381"/>
                    <a:pt x="1188" y="381"/>
                  </a:cubicBezTo>
                  <a:cubicBezTo>
                    <a:pt x="1188" y="379"/>
                    <a:pt x="1188" y="379"/>
                    <a:pt x="1188" y="379"/>
                  </a:cubicBezTo>
                  <a:cubicBezTo>
                    <a:pt x="1188" y="379"/>
                    <a:pt x="1188" y="379"/>
                    <a:pt x="1188" y="379"/>
                  </a:cubicBezTo>
                  <a:cubicBezTo>
                    <a:pt x="1188" y="378"/>
                    <a:pt x="1188" y="378"/>
                    <a:pt x="1188" y="378"/>
                  </a:cubicBezTo>
                  <a:cubicBezTo>
                    <a:pt x="1188" y="378"/>
                    <a:pt x="1188" y="378"/>
                    <a:pt x="1188" y="378"/>
                  </a:cubicBezTo>
                  <a:cubicBezTo>
                    <a:pt x="1188" y="375"/>
                    <a:pt x="1188" y="375"/>
                    <a:pt x="1188" y="375"/>
                  </a:cubicBezTo>
                  <a:cubicBezTo>
                    <a:pt x="1188" y="375"/>
                    <a:pt x="1188" y="375"/>
                    <a:pt x="1188" y="375"/>
                  </a:cubicBezTo>
                  <a:cubicBezTo>
                    <a:pt x="1187" y="374"/>
                    <a:pt x="1187" y="374"/>
                    <a:pt x="1187" y="374"/>
                  </a:cubicBezTo>
                  <a:cubicBezTo>
                    <a:pt x="1187" y="374"/>
                    <a:pt x="1187" y="374"/>
                    <a:pt x="1187" y="374"/>
                  </a:cubicBezTo>
                  <a:cubicBezTo>
                    <a:pt x="1187" y="371"/>
                    <a:pt x="1187" y="371"/>
                    <a:pt x="1187" y="371"/>
                  </a:cubicBezTo>
                  <a:cubicBezTo>
                    <a:pt x="1187" y="371"/>
                    <a:pt x="1187" y="371"/>
                    <a:pt x="1187" y="371"/>
                  </a:cubicBezTo>
                  <a:cubicBezTo>
                    <a:pt x="1187" y="370"/>
                    <a:pt x="1187" y="370"/>
                    <a:pt x="1187" y="370"/>
                  </a:cubicBezTo>
                  <a:cubicBezTo>
                    <a:pt x="1187" y="370"/>
                    <a:pt x="1187" y="370"/>
                    <a:pt x="1187" y="370"/>
                  </a:cubicBezTo>
                  <a:cubicBezTo>
                    <a:pt x="1187" y="367"/>
                    <a:pt x="1187" y="367"/>
                    <a:pt x="1187" y="367"/>
                  </a:cubicBezTo>
                  <a:cubicBezTo>
                    <a:pt x="1187" y="367"/>
                    <a:pt x="1187" y="367"/>
                    <a:pt x="1187" y="367"/>
                  </a:cubicBezTo>
                  <a:cubicBezTo>
                    <a:pt x="1183" y="367"/>
                    <a:pt x="1183" y="367"/>
                    <a:pt x="1183" y="367"/>
                  </a:cubicBezTo>
                  <a:cubicBezTo>
                    <a:pt x="1183" y="367"/>
                    <a:pt x="1183" y="367"/>
                    <a:pt x="1183" y="367"/>
                  </a:cubicBezTo>
                  <a:cubicBezTo>
                    <a:pt x="1181" y="370"/>
                    <a:pt x="1181" y="370"/>
                    <a:pt x="1181" y="370"/>
                  </a:cubicBezTo>
                  <a:cubicBezTo>
                    <a:pt x="1181" y="370"/>
                    <a:pt x="1181" y="370"/>
                    <a:pt x="1181" y="370"/>
                  </a:cubicBezTo>
                  <a:cubicBezTo>
                    <a:pt x="1179" y="372"/>
                    <a:pt x="1179" y="372"/>
                    <a:pt x="1179" y="372"/>
                  </a:cubicBezTo>
                  <a:cubicBezTo>
                    <a:pt x="1179" y="372"/>
                    <a:pt x="1179" y="372"/>
                    <a:pt x="1179" y="372"/>
                  </a:cubicBezTo>
                  <a:cubicBezTo>
                    <a:pt x="1177" y="375"/>
                    <a:pt x="1177" y="375"/>
                    <a:pt x="1177" y="375"/>
                  </a:cubicBezTo>
                  <a:cubicBezTo>
                    <a:pt x="1177" y="375"/>
                    <a:pt x="1177" y="375"/>
                    <a:pt x="1177" y="375"/>
                  </a:cubicBezTo>
                  <a:cubicBezTo>
                    <a:pt x="1175" y="376"/>
                    <a:pt x="1175" y="376"/>
                    <a:pt x="1175" y="376"/>
                  </a:cubicBezTo>
                  <a:cubicBezTo>
                    <a:pt x="1175" y="376"/>
                    <a:pt x="1175" y="376"/>
                    <a:pt x="1175" y="376"/>
                  </a:cubicBezTo>
                  <a:cubicBezTo>
                    <a:pt x="1172" y="378"/>
                    <a:pt x="1172" y="378"/>
                    <a:pt x="1172" y="378"/>
                  </a:cubicBezTo>
                  <a:cubicBezTo>
                    <a:pt x="1172" y="378"/>
                    <a:pt x="1172" y="378"/>
                    <a:pt x="1172" y="378"/>
                  </a:cubicBezTo>
                  <a:cubicBezTo>
                    <a:pt x="1171" y="380"/>
                    <a:pt x="1171" y="380"/>
                    <a:pt x="1171" y="380"/>
                  </a:cubicBezTo>
                  <a:cubicBezTo>
                    <a:pt x="1171" y="380"/>
                    <a:pt x="1171" y="380"/>
                    <a:pt x="1171" y="380"/>
                  </a:cubicBezTo>
                  <a:cubicBezTo>
                    <a:pt x="1170" y="381"/>
                    <a:pt x="1170" y="381"/>
                    <a:pt x="1170" y="381"/>
                  </a:cubicBezTo>
                  <a:cubicBezTo>
                    <a:pt x="1170" y="381"/>
                    <a:pt x="1170" y="381"/>
                    <a:pt x="1170" y="381"/>
                  </a:cubicBezTo>
                  <a:cubicBezTo>
                    <a:pt x="1170" y="382"/>
                    <a:pt x="1170" y="382"/>
                    <a:pt x="1170" y="382"/>
                  </a:cubicBezTo>
                  <a:cubicBezTo>
                    <a:pt x="1170" y="382"/>
                    <a:pt x="1170" y="382"/>
                    <a:pt x="1170" y="382"/>
                  </a:cubicBezTo>
                  <a:cubicBezTo>
                    <a:pt x="1171" y="383"/>
                    <a:pt x="1171" y="383"/>
                    <a:pt x="1171" y="383"/>
                  </a:cubicBezTo>
                  <a:cubicBezTo>
                    <a:pt x="1171" y="383"/>
                    <a:pt x="1171" y="383"/>
                    <a:pt x="1171" y="383"/>
                  </a:cubicBezTo>
                  <a:cubicBezTo>
                    <a:pt x="1172" y="384"/>
                    <a:pt x="1172" y="384"/>
                    <a:pt x="1172" y="384"/>
                  </a:cubicBezTo>
                  <a:cubicBezTo>
                    <a:pt x="1172" y="384"/>
                    <a:pt x="1172" y="384"/>
                    <a:pt x="1172" y="384"/>
                  </a:cubicBezTo>
                  <a:cubicBezTo>
                    <a:pt x="1173" y="385"/>
                    <a:pt x="1173" y="385"/>
                    <a:pt x="1173" y="385"/>
                  </a:cubicBezTo>
                  <a:cubicBezTo>
                    <a:pt x="1173" y="385"/>
                    <a:pt x="1173" y="385"/>
                    <a:pt x="1173" y="385"/>
                  </a:cubicBezTo>
                  <a:cubicBezTo>
                    <a:pt x="1174" y="385"/>
                    <a:pt x="1174" y="385"/>
                    <a:pt x="1174" y="385"/>
                  </a:cubicBezTo>
                  <a:cubicBezTo>
                    <a:pt x="1174" y="385"/>
                    <a:pt x="1174" y="385"/>
                    <a:pt x="1174" y="385"/>
                  </a:cubicBezTo>
                  <a:cubicBezTo>
                    <a:pt x="1175" y="386"/>
                    <a:pt x="1175" y="386"/>
                    <a:pt x="1175" y="386"/>
                  </a:cubicBezTo>
                  <a:cubicBezTo>
                    <a:pt x="1175" y="386"/>
                    <a:pt x="1175" y="386"/>
                    <a:pt x="1175" y="386"/>
                  </a:cubicBezTo>
                  <a:cubicBezTo>
                    <a:pt x="1176" y="386"/>
                    <a:pt x="1176" y="386"/>
                    <a:pt x="1176" y="386"/>
                  </a:cubicBezTo>
                  <a:cubicBezTo>
                    <a:pt x="1176" y="386"/>
                    <a:pt x="1176" y="386"/>
                    <a:pt x="1176" y="386"/>
                  </a:cubicBezTo>
                  <a:cubicBezTo>
                    <a:pt x="1177" y="386"/>
                    <a:pt x="1177" y="386"/>
                    <a:pt x="1177" y="386"/>
                  </a:cubicBezTo>
                  <a:cubicBezTo>
                    <a:pt x="1177" y="386"/>
                    <a:pt x="1177" y="386"/>
                    <a:pt x="1177" y="386"/>
                  </a:cubicBezTo>
                  <a:cubicBezTo>
                    <a:pt x="1179" y="386"/>
                    <a:pt x="1179" y="386"/>
                    <a:pt x="1179" y="386"/>
                  </a:cubicBezTo>
                  <a:close/>
                  <a:moveTo>
                    <a:pt x="778" y="381"/>
                  </a:moveTo>
                  <a:cubicBezTo>
                    <a:pt x="728" y="357"/>
                    <a:pt x="728" y="357"/>
                    <a:pt x="728" y="357"/>
                  </a:cubicBezTo>
                  <a:cubicBezTo>
                    <a:pt x="728" y="357"/>
                    <a:pt x="728" y="357"/>
                    <a:pt x="728" y="357"/>
                  </a:cubicBezTo>
                  <a:cubicBezTo>
                    <a:pt x="726" y="357"/>
                    <a:pt x="726" y="357"/>
                    <a:pt x="726" y="357"/>
                  </a:cubicBezTo>
                  <a:cubicBezTo>
                    <a:pt x="726" y="357"/>
                    <a:pt x="726" y="357"/>
                    <a:pt x="726" y="357"/>
                  </a:cubicBezTo>
                  <a:cubicBezTo>
                    <a:pt x="726" y="355"/>
                    <a:pt x="726" y="355"/>
                    <a:pt x="726" y="355"/>
                  </a:cubicBezTo>
                  <a:cubicBezTo>
                    <a:pt x="726" y="355"/>
                    <a:pt x="726" y="355"/>
                    <a:pt x="726" y="355"/>
                  </a:cubicBezTo>
                  <a:cubicBezTo>
                    <a:pt x="726" y="355"/>
                    <a:pt x="726" y="355"/>
                    <a:pt x="726" y="355"/>
                  </a:cubicBezTo>
                  <a:cubicBezTo>
                    <a:pt x="726" y="355"/>
                    <a:pt x="726" y="355"/>
                    <a:pt x="726" y="355"/>
                  </a:cubicBezTo>
                  <a:cubicBezTo>
                    <a:pt x="727" y="353"/>
                    <a:pt x="727" y="353"/>
                    <a:pt x="727" y="353"/>
                  </a:cubicBezTo>
                  <a:cubicBezTo>
                    <a:pt x="727" y="353"/>
                    <a:pt x="727" y="353"/>
                    <a:pt x="727" y="353"/>
                  </a:cubicBezTo>
                  <a:cubicBezTo>
                    <a:pt x="727" y="353"/>
                    <a:pt x="727" y="353"/>
                    <a:pt x="727" y="353"/>
                  </a:cubicBezTo>
                  <a:cubicBezTo>
                    <a:pt x="727" y="353"/>
                    <a:pt x="727" y="353"/>
                    <a:pt x="727" y="353"/>
                  </a:cubicBezTo>
                  <a:cubicBezTo>
                    <a:pt x="728" y="351"/>
                    <a:pt x="728" y="351"/>
                    <a:pt x="728" y="351"/>
                  </a:cubicBezTo>
                  <a:cubicBezTo>
                    <a:pt x="728" y="351"/>
                    <a:pt x="728" y="351"/>
                    <a:pt x="728" y="351"/>
                  </a:cubicBezTo>
                  <a:cubicBezTo>
                    <a:pt x="728" y="350"/>
                    <a:pt x="728" y="350"/>
                    <a:pt x="728" y="350"/>
                  </a:cubicBezTo>
                  <a:cubicBezTo>
                    <a:pt x="728" y="350"/>
                    <a:pt x="728" y="350"/>
                    <a:pt x="728" y="350"/>
                  </a:cubicBezTo>
                  <a:cubicBezTo>
                    <a:pt x="729" y="348"/>
                    <a:pt x="729" y="348"/>
                    <a:pt x="729" y="348"/>
                  </a:cubicBezTo>
                  <a:cubicBezTo>
                    <a:pt x="729" y="348"/>
                    <a:pt x="729" y="348"/>
                    <a:pt x="729" y="348"/>
                  </a:cubicBezTo>
                  <a:cubicBezTo>
                    <a:pt x="731" y="348"/>
                    <a:pt x="731" y="348"/>
                    <a:pt x="731" y="348"/>
                  </a:cubicBezTo>
                  <a:cubicBezTo>
                    <a:pt x="731" y="348"/>
                    <a:pt x="731" y="348"/>
                    <a:pt x="731" y="348"/>
                  </a:cubicBezTo>
                  <a:cubicBezTo>
                    <a:pt x="733" y="347"/>
                    <a:pt x="733" y="347"/>
                    <a:pt x="733" y="347"/>
                  </a:cubicBezTo>
                  <a:cubicBezTo>
                    <a:pt x="733" y="347"/>
                    <a:pt x="733" y="347"/>
                    <a:pt x="733" y="347"/>
                  </a:cubicBezTo>
                  <a:cubicBezTo>
                    <a:pt x="736" y="346"/>
                    <a:pt x="736" y="346"/>
                    <a:pt x="736" y="346"/>
                  </a:cubicBezTo>
                  <a:cubicBezTo>
                    <a:pt x="736" y="346"/>
                    <a:pt x="736" y="346"/>
                    <a:pt x="736" y="346"/>
                  </a:cubicBezTo>
                  <a:cubicBezTo>
                    <a:pt x="739" y="345"/>
                    <a:pt x="739" y="345"/>
                    <a:pt x="739" y="345"/>
                  </a:cubicBezTo>
                  <a:cubicBezTo>
                    <a:pt x="739" y="345"/>
                    <a:pt x="739" y="345"/>
                    <a:pt x="739" y="345"/>
                  </a:cubicBezTo>
                  <a:cubicBezTo>
                    <a:pt x="741" y="345"/>
                    <a:pt x="741" y="345"/>
                    <a:pt x="741" y="345"/>
                  </a:cubicBezTo>
                  <a:cubicBezTo>
                    <a:pt x="741" y="345"/>
                    <a:pt x="741" y="345"/>
                    <a:pt x="741" y="345"/>
                  </a:cubicBezTo>
                  <a:cubicBezTo>
                    <a:pt x="743" y="345"/>
                    <a:pt x="743" y="345"/>
                    <a:pt x="743" y="345"/>
                  </a:cubicBezTo>
                  <a:cubicBezTo>
                    <a:pt x="743" y="345"/>
                    <a:pt x="743" y="345"/>
                    <a:pt x="743" y="345"/>
                  </a:cubicBezTo>
                  <a:cubicBezTo>
                    <a:pt x="745" y="346"/>
                    <a:pt x="745" y="346"/>
                    <a:pt x="745" y="346"/>
                  </a:cubicBezTo>
                  <a:cubicBezTo>
                    <a:pt x="745" y="346"/>
                    <a:pt x="745" y="346"/>
                    <a:pt x="745" y="346"/>
                  </a:cubicBezTo>
                  <a:cubicBezTo>
                    <a:pt x="748" y="346"/>
                    <a:pt x="748" y="346"/>
                    <a:pt x="748" y="346"/>
                  </a:cubicBezTo>
                  <a:cubicBezTo>
                    <a:pt x="748" y="346"/>
                    <a:pt x="748" y="346"/>
                    <a:pt x="748" y="346"/>
                  </a:cubicBezTo>
                  <a:cubicBezTo>
                    <a:pt x="748" y="347"/>
                    <a:pt x="748" y="347"/>
                    <a:pt x="748" y="347"/>
                  </a:cubicBezTo>
                  <a:cubicBezTo>
                    <a:pt x="748" y="347"/>
                    <a:pt x="748" y="347"/>
                    <a:pt x="748" y="347"/>
                  </a:cubicBezTo>
                  <a:cubicBezTo>
                    <a:pt x="749" y="347"/>
                    <a:pt x="749" y="347"/>
                    <a:pt x="749" y="347"/>
                  </a:cubicBezTo>
                  <a:cubicBezTo>
                    <a:pt x="749" y="347"/>
                    <a:pt x="749" y="347"/>
                    <a:pt x="749" y="347"/>
                  </a:cubicBezTo>
                  <a:cubicBezTo>
                    <a:pt x="750" y="347"/>
                    <a:pt x="750" y="347"/>
                    <a:pt x="750" y="347"/>
                  </a:cubicBezTo>
                  <a:cubicBezTo>
                    <a:pt x="750" y="347"/>
                    <a:pt x="750" y="347"/>
                    <a:pt x="750" y="347"/>
                  </a:cubicBezTo>
                  <a:cubicBezTo>
                    <a:pt x="752" y="347"/>
                    <a:pt x="752" y="347"/>
                    <a:pt x="752" y="347"/>
                  </a:cubicBezTo>
                  <a:cubicBezTo>
                    <a:pt x="752" y="347"/>
                    <a:pt x="752" y="347"/>
                    <a:pt x="752" y="347"/>
                  </a:cubicBezTo>
                  <a:cubicBezTo>
                    <a:pt x="753" y="347"/>
                    <a:pt x="753" y="347"/>
                    <a:pt x="753" y="347"/>
                  </a:cubicBezTo>
                  <a:cubicBezTo>
                    <a:pt x="753" y="347"/>
                    <a:pt x="753" y="347"/>
                    <a:pt x="753" y="347"/>
                  </a:cubicBezTo>
                  <a:cubicBezTo>
                    <a:pt x="754" y="346"/>
                    <a:pt x="754" y="346"/>
                    <a:pt x="754" y="346"/>
                  </a:cubicBezTo>
                  <a:cubicBezTo>
                    <a:pt x="754" y="346"/>
                    <a:pt x="754" y="346"/>
                    <a:pt x="754" y="346"/>
                  </a:cubicBezTo>
                  <a:cubicBezTo>
                    <a:pt x="755" y="346"/>
                    <a:pt x="755" y="346"/>
                    <a:pt x="755" y="346"/>
                  </a:cubicBezTo>
                  <a:cubicBezTo>
                    <a:pt x="755" y="346"/>
                    <a:pt x="755" y="346"/>
                    <a:pt x="755" y="346"/>
                  </a:cubicBezTo>
                  <a:cubicBezTo>
                    <a:pt x="758" y="344"/>
                    <a:pt x="758" y="344"/>
                    <a:pt x="758" y="344"/>
                  </a:cubicBezTo>
                  <a:cubicBezTo>
                    <a:pt x="758" y="344"/>
                    <a:pt x="758" y="344"/>
                    <a:pt x="758" y="344"/>
                  </a:cubicBezTo>
                  <a:cubicBezTo>
                    <a:pt x="758" y="344"/>
                    <a:pt x="758" y="344"/>
                    <a:pt x="758" y="344"/>
                  </a:cubicBezTo>
                  <a:cubicBezTo>
                    <a:pt x="758" y="344"/>
                    <a:pt x="758" y="344"/>
                    <a:pt x="758" y="344"/>
                  </a:cubicBezTo>
                  <a:cubicBezTo>
                    <a:pt x="759" y="344"/>
                    <a:pt x="759" y="344"/>
                    <a:pt x="759" y="344"/>
                  </a:cubicBezTo>
                  <a:cubicBezTo>
                    <a:pt x="759" y="344"/>
                    <a:pt x="759" y="344"/>
                    <a:pt x="759" y="344"/>
                  </a:cubicBezTo>
                  <a:cubicBezTo>
                    <a:pt x="760" y="344"/>
                    <a:pt x="760" y="344"/>
                    <a:pt x="760" y="344"/>
                  </a:cubicBezTo>
                  <a:cubicBezTo>
                    <a:pt x="760" y="344"/>
                    <a:pt x="760" y="344"/>
                    <a:pt x="760" y="344"/>
                  </a:cubicBezTo>
                  <a:cubicBezTo>
                    <a:pt x="762" y="344"/>
                    <a:pt x="762" y="344"/>
                    <a:pt x="762" y="344"/>
                  </a:cubicBezTo>
                  <a:cubicBezTo>
                    <a:pt x="762" y="344"/>
                    <a:pt x="762" y="344"/>
                    <a:pt x="762" y="344"/>
                  </a:cubicBezTo>
                  <a:cubicBezTo>
                    <a:pt x="763" y="345"/>
                    <a:pt x="763" y="345"/>
                    <a:pt x="763" y="345"/>
                  </a:cubicBezTo>
                  <a:cubicBezTo>
                    <a:pt x="763" y="345"/>
                    <a:pt x="763" y="345"/>
                    <a:pt x="763" y="345"/>
                  </a:cubicBezTo>
                  <a:cubicBezTo>
                    <a:pt x="764" y="345"/>
                    <a:pt x="764" y="345"/>
                    <a:pt x="764" y="345"/>
                  </a:cubicBezTo>
                  <a:cubicBezTo>
                    <a:pt x="764" y="345"/>
                    <a:pt x="764" y="345"/>
                    <a:pt x="764" y="345"/>
                  </a:cubicBezTo>
                  <a:cubicBezTo>
                    <a:pt x="765" y="346"/>
                    <a:pt x="765" y="346"/>
                    <a:pt x="765" y="346"/>
                  </a:cubicBezTo>
                  <a:cubicBezTo>
                    <a:pt x="765" y="346"/>
                    <a:pt x="765" y="346"/>
                    <a:pt x="765" y="346"/>
                  </a:cubicBezTo>
                  <a:cubicBezTo>
                    <a:pt x="767" y="346"/>
                    <a:pt x="767" y="346"/>
                    <a:pt x="767" y="346"/>
                  </a:cubicBezTo>
                  <a:cubicBezTo>
                    <a:pt x="767" y="346"/>
                    <a:pt x="767" y="346"/>
                    <a:pt x="767" y="346"/>
                  </a:cubicBezTo>
                  <a:cubicBezTo>
                    <a:pt x="779" y="345"/>
                    <a:pt x="779" y="345"/>
                    <a:pt x="779" y="345"/>
                  </a:cubicBezTo>
                  <a:cubicBezTo>
                    <a:pt x="779" y="345"/>
                    <a:pt x="779" y="345"/>
                    <a:pt x="779" y="345"/>
                  </a:cubicBezTo>
                  <a:cubicBezTo>
                    <a:pt x="792" y="342"/>
                    <a:pt x="792" y="342"/>
                    <a:pt x="792" y="342"/>
                  </a:cubicBezTo>
                  <a:cubicBezTo>
                    <a:pt x="792" y="342"/>
                    <a:pt x="792" y="342"/>
                    <a:pt x="792" y="342"/>
                  </a:cubicBezTo>
                  <a:cubicBezTo>
                    <a:pt x="805" y="340"/>
                    <a:pt x="805" y="340"/>
                    <a:pt x="805" y="340"/>
                  </a:cubicBezTo>
                  <a:cubicBezTo>
                    <a:pt x="805" y="340"/>
                    <a:pt x="805" y="340"/>
                    <a:pt x="805" y="340"/>
                  </a:cubicBezTo>
                  <a:cubicBezTo>
                    <a:pt x="820" y="336"/>
                    <a:pt x="820" y="336"/>
                    <a:pt x="820" y="336"/>
                  </a:cubicBezTo>
                  <a:cubicBezTo>
                    <a:pt x="820" y="336"/>
                    <a:pt x="820" y="336"/>
                    <a:pt x="820" y="336"/>
                  </a:cubicBezTo>
                  <a:cubicBezTo>
                    <a:pt x="831" y="332"/>
                    <a:pt x="831" y="332"/>
                    <a:pt x="831" y="332"/>
                  </a:cubicBezTo>
                  <a:cubicBezTo>
                    <a:pt x="831" y="332"/>
                    <a:pt x="831" y="332"/>
                    <a:pt x="831" y="332"/>
                  </a:cubicBezTo>
                  <a:cubicBezTo>
                    <a:pt x="844" y="325"/>
                    <a:pt x="844" y="325"/>
                    <a:pt x="844" y="325"/>
                  </a:cubicBezTo>
                  <a:cubicBezTo>
                    <a:pt x="844" y="325"/>
                    <a:pt x="844" y="325"/>
                    <a:pt x="844" y="325"/>
                  </a:cubicBezTo>
                  <a:cubicBezTo>
                    <a:pt x="855" y="318"/>
                    <a:pt x="855" y="318"/>
                    <a:pt x="855" y="318"/>
                  </a:cubicBezTo>
                  <a:cubicBezTo>
                    <a:pt x="855" y="318"/>
                    <a:pt x="855" y="318"/>
                    <a:pt x="855" y="318"/>
                  </a:cubicBezTo>
                  <a:cubicBezTo>
                    <a:pt x="866" y="308"/>
                    <a:pt x="866" y="308"/>
                    <a:pt x="866" y="308"/>
                  </a:cubicBezTo>
                  <a:cubicBezTo>
                    <a:pt x="866" y="308"/>
                    <a:pt x="866" y="308"/>
                    <a:pt x="866" y="308"/>
                  </a:cubicBezTo>
                  <a:cubicBezTo>
                    <a:pt x="900" y="268"/>
                    <a:pt x="900" y="268"/>
                    <a:pt x="900" y="268"/>
                  </a:cubicBezTo>
                  <a:cubicBezTo>
                    <a:pt x="900" y="268"/>
                    <a:pt x="900" y="268"/>
                    <a:pt x="900" y="268"/>
                  </a:cubicBezTo>
                  <a:cubicBezTo>
                    <a:pt x="901" y="268"/>
                    <a:pt x="901" y="268"/>
                    <a:pt x="901" y="268"/>
                  </a:cubicBezTo>
                  <a:cubicBezTo>
                    <a:pt x="901" y="268"/>
                    <a:pt x="901" y="268"/>
                    <a:pt x="901" y="268"/>
                  </a:cubicBezTo>
                  <a:cubicBezTo>
                    <a:pt x="903" y="266"/>
                    <a:pt x="903" y="266"/>
                    <a:pt x="903" y="266"/>
                  </a:cubicBezTo>
                  <a:cubicBezTo>
                    <a:pt x="903" y="266"/>
                    <a:pt x="903" y="266"/>
                    <a:pt x="903" y="266"/>
                  </a:cubicBezTo>
                  <a:cubicBezTo>
                    <a:pt x="905" y="264"/>
                    <a:pt x="905" y="264"/>
                    <a:pt x="905" y="264"/>
                  </a:cubicBezTo>
                  <a:cubicBezTo>
                    <a:pt x="905" y="264"/>
                    <a:pt x="905" y="264"/>
                    <a:pt x="905" y="264"/>
                  </a:cubicBezTo>
                  <a:cubicBezTo>
                    <a:pt x="907" y="261"/>
                    <a:pt x="907" y="261"/>
                    <a:pt x="907" y="261"/>
                  </a:cubicBezTo>
                  <a:cubicBezTo>
                    <a:pt x="907" y="261"/>
                    <a:pt x="907" y="261"/>
                    <a:pt x="907" y="261"/>
                  </a:cubicBezTo>
                  <a:cubicBezTo>
                    <a:pt x="908" y="259"/>
                    <a:pt x="908" y="259"/>
                    <a:pt x="908" y="259"/>
                  </a:cubicBezTo>
                  <a:cubicBezTo>
                    <a:pt x="908" y="259"/>
                    <a:pt x="908" y="259"/>
                    <a:pt x="908" y="259"/>
                  </a:cubicBezTo>
                  <a:cubicBezTo>
                    <a:pt x="911" y="257"/>
                    <a:pt x="911" y="257"/>
                    <a:pt x="911" y="257"/>
                  </a:cubicBezTo>
                  <a:cubicBezTo>
                    <a:pt x="911" y="257"/>
                    <a:pt x="911" y="257"/>
                    <a:pt x="911" y="257"/>
                  </a:cubicBezTo>
                  <a:cubicBezTo>
                    <a:pt x="913" y="256"/>
                    <a:pt x="913" y="256"/>
                    <a:pt x="913" y="256"/>
                  </a:cubicBezTo>
                  <a:cubicBezTo>
                    <a:pt x="913" y="256"/>
                    <a:pt x="913" y="256"/>
                    <a:pt x="913" y="256"/>
                  </a:cubicBezTo>
                  <a:cubicBezTo>
                    <a:pt x="916" y="253"/>
                    <a:pt x="916" y="253"/>
                    <a:pt x="916" y="253"/>
                  </a:cubicBezTo>
                  <a:cubicBezTo>
                    <a:pt x="916" y="253"/>
                    <a:pt x="916" y="253"/>
                    <a:pt x="916" y="253"/>
                  </a:cubicBezTo>
                  <a:cubicBezTo>
                    <a:pt x="922" y="247"/>
                    <a:pt x="922" y="247"/>
                    <a:pt x="922" y="247"/>
                  </a:cubicBezTo>
                  <a:cubicBezTo>
                    <a:pt x="922" y="247"/>
                    <a:pt x="922" y="247"/>
                    <a:pt x="922" y="247"/>
                  </a:cubicBezTo>
                  <a:cubicBezTo>
                    <a:pt x="928" y="242"/>
                    <a:pt x="928" y="242"/>
                    <a:pt x="928" y="242"/>
                  </a:cubicBezTo>
                  <a:cubicBezTo>
                    <a:pt x="928" y="242"/>
                    <a:pt x="928" y="242"/>
                    <a:pt x="928" y="242"/>
                  </a:cubicBezTo>
                  <a:cubicBezTo>
                    <a:pt x="934" y="235"/>
                    <a:pt x="934" y="235"/>
                    <a:pt x="934" y="235"/>
                  </a:cubicBezTo>
                  <a:cubicBezTo>
                    <a:pt x="934" y="235"/>
                    <a:pt x="934" y="235"/>
                    <a:pt x="934" y="235"/>
                  </a:cubicBezTo>
                  <a:cubicBezTo>
                    <a:pt x="941" y="229"/>
                    <a:pt x="941" y="229"/>
                    <a:pt x="941" y="229"/>
                  </a:cubicBezTo>
                  <a:cubicBezTo>
                    <a:pt x="941" y="229"/>
                    <a:pt x="941" y="229"/>
                    <a:pt x="941" y="229"/>
                  </a:cubicBezTo>
                  <a:cubicBezTo>
                    <a:pt x="946" y="223"/>
                    <a:pt x="946" y="223"/>
                    <a:pt x="946" y="223"/>
                  </a:cubicBezTo>
                  <a:cubicBezTo>
                    <a:pt x="946" y="223"/>
                    <a:pt x="946" y="223"/>
                    <a:pt x="946" y="223"/>
                  </a:cubicBezTo>
                  <a:cubicBezTo>
                    <a:pt x="951" y="215"/>
                    <a:pt x="951" y="215"/>
                    <a:pt x="951" y="215"/>
                  </a:cubicBezTo>
                  <a:cubicBezTo>
                    <a:pt x="951" y="215"/>
                    <a:pt x="951" y="215"/>
                    <a:pt x="951" y="215"/>
                  </a:cubicBezTo>
                  <a:cubicBezTo>
                    <a:pt x="956" y="208"/>
                    <a:pt x="956" y="208"/>
                    <a:pt x="956" y="208"/>
                  </a:cubicBezTo>
                  <a:cubicBezTo>
                    <a:pt x="956" y="208"/>
                    <a:pt x="956" y="208"/>
                    <a:pt x="956" y="208"/>
                  </a:cubicBezTo>
                  <a:cubicBezTo>
                    <a:pt x="961" y="200"/>
                    <a:pt x="961" y="200"/>
                    <a:pt x="961" y="200"/>
                  </a:cubicBezTo>
                  <a:cubicBezTo>
                    <a:pt x="961" y="200"/>
                    <a:pt x="961" y="200"/>
                    <a:pt x="961" y="200"/>
                  </a:cubicBezTo>
                  <a:cubicBezTo>
                    <a:pt x="959" y="198"/>
                    <a:pt x="959" y="198"/>
                    <a:pt x="959" y="198"/>
                  </a:cubicBezTo>
                  <a:cubicBezTo>
                    <a:pt x="959" y="198"/>
                    <a:pt x="959" y="198"/>
                    <a:pt x="959" y="198"/>
                  </a:cubicBezTo>
                  <a:cubicBezTo>
                    <a:pt x="956" y="196"/>
                    <a:pt x="956" y="196"/>
                    <a:pt x="956" y="196"/>
                  </a:cubicBezTo>
                  <a:cubicBezTo>
                    <a:pt x="956" y="196"/>
                    <a:pt x="956" y="196"/>
                    <a:pt x="956" y="196"/>
                  </a:cubicBezTo>
                  <a:cubicBezTo>
                    <a:pt x="953" y="195"/>
                    <a:pt x="953" y="195"/>
                    <a:pt x="953" y="195"/>
                  </a:cubicBezTo>
                  <a:cubicBezTo>
                    <a:pt x="953" y="195"/>
                    <a:pt x="953" y="195"/>
                    <a:pt x="953" y="195"/>
                  </a:cubicBezTo>
                  <a:cubicBezTo>
                    <a:pt x="950" y="194"/>
                    <a:pt x="950" y="194"/>
                    <a:pt x="950" y="194"/>
                  </a:cubicBezTo>
                  <a:cubicBezTo>
                    <a:pt x="950" y="194"/>
                    <a:pt x="950" y="194"/>
                    <a:pt x="950" y="194"/>
                  </a:cubicBezTo>
                  <a:cubicBezTo>
                    <a:pt x="946" y="194"/>
                    <a:pt x="946" y="194"/>
                    <a:pt x="946" y="194"/>
                  </a:cubicBezTo>
                  <a:cubicBezTo>
                    <a:pt x="946" y="194"/>
                    <a:pt x="946" y="194"/>
                    <a:pt x="946" y="194"/>
                  </a:cubicBezTo>
                  <a:cubicBezTo>
                    <a:pt x="943" y="194"/>
                    <a:pt x="943" y="194"/>
                    <a:pt x="943" y="194"/>
                  </a:cubicBezTo>
                  <a:cubicBezTo>
                    <a:pt x="943" y="194"/>
                    <a:pt x="943" y="194"/>
                    <a:pt x="943" y="194"/>
                  </a:cubicBezTo>
                  <a:cubicBezTo>
                    <a:pt x="939" y="194"/>
                    <a:pt x="939" y="194"/>
                    <a:pt x="939" y="194"/>
                  </a:cubicBezTo>
                  <a:cubicBezTo>
                    <a:pt x="939" y="194"/>
                    <a:pt x="939" y="194"/>
                    <a:pt x="939" y="194"/>
                  </a:cubicBezTo>
                  <a:cubicBezTo>
                    <a:pt x="936" y="194"/>
                    <a:pt x="936" y="194"/>
                    <a:pt x="936" y="194"/>
                  </a:cubicBezTo>
                  <a:cubicBezTo>
                    <a:pt x="936" y="194"/>
                    <a:pt x="936" y="194"/>
                    <a:pt x="936" y="194"/>
                  </a:cubicBezTo>
                  <a:cubicBezTo>
                    <a:pt x="927" y="198"/>
                    <a:pt x="927" y="198"/>
                    <a:pt x="927" y="198"/>
                  </a:cubicBezTo>
                  <a:cubicBezTo>
                    <a:pt x="927" y="198"/>
                    <a:pt x="927" y="198"/>
                    <a:pt x="927" y="198"/>
                  </a:cubicBezTo>
                  <a:cubicBezTo>
                    <a:pt x="918" y="200"/>
                    <a:pt x="918" y="200"/>
                    <a:pt x="918" y="200"/>
                  </a:cubicBezTo>
                  <a:cubicBezTo>
                    <a:pt x="918" y="200"/>
                    <a:pt x="918" y="200"/>
                    <a:pt x="918" y="200"/>
                  </a:cubicBezTo>
                  <a:cubicBezTo>
                    <a:pt x="910" y="202"/>
                    <a:pt x="910" y="202"/>
                    <a:pt x="910" y="202"/>
                  </a:cubicBezTo>
                  <a:cubicBezTo>
                    <a:pt x="910" y="202"/>
                    <a:pt x="910" y="202"/>
                    <a:pt x="910" y="202"/>
                  </a:cubicBezTo>
                  <a:cubicBezTo>
                    <a:pt x="901" y="203"/>
                    <a:pt x="901" y="203"/>
                    <a:pt x="901" y="203"/>
                  </a:cubicBezTo>
                  <a:cubicBezTo>
                    <a:pt x="901" y="203"/>
                    <a:pt x="901" y="203"/>
                    <a:pt x="901" y="203"/>
                  </a:cubicBezTo>
                  <a:cubicBezTo>
                    <a:pt x="892" y="205"/>
                    <a:pt x="892" y="205"/>
                    <a:pt x="892" y="205"/>
                  </a:cubicBezTo>
                  <a:cubicBezTo>
                    <a:pt x="892" y="205"/>
                    <a:pt x="892" y="205"/>
                    <a:pt x="892" y="205"/>
                  </a:cubicBezTo>
                  <a:cubicBezTo>
                    <a:pt x="884" y="206"/>
                    <a:pt x="884" y="206"/>
                    <a:pt x="884" y="206"/>
                  </a:cubicBezTo>
                  <a:cubicBezTo>
                    <a:pt x="884" y="206"/>
                    <a:pt x="884" y="206"/>
                    <a:pt x="884" y="206"/>
                  </a:cubicBezTo>
                  <a:cubicBezTo>
                    <a:pt x="875" y="207"/>
                    <a:pt x="875" y="207"/>
                    <a:pt x="875" y="207"/>
                  </a:cubicBezTo>
                  <a:cubicBezTo>
                    <a:pt x="875" y="207"/>
                    <a:pt x="875" y="207"/>
                    <a:pt x="875" y="207"/>
                  </a:cubicBezTo>
                  <a:cubicBezTo>
                    <a:pt x="867" y="207"/>
                    <a:pt x="867" y="207"/>
                    <a:pt x="867" y="207"/>
                  </a:cubicBezTo>
                  <a:cubicBezTo>
                    <a:pt x="867" y="207"/>
                    <a:pt x="867" y="207"/>
                    <a:pt x="867" y="207"/>
                  </a:cubicBezTo>
                  <a:cubicBezTo>
                    <a:pt x="865" y="207"/>
                    <a:pt x="865" y="207"/>
                    <a:pt x="865" y="207"/>
                  </a:cubicBezTo>
                  <a:cubicBezTo>
                    <a:pt x="865" y="207"/>
                    <a:pt x="865" y="207"/>
                    <a:pt x="865" y="207"/>
                  </a:cubicBezTo>
                  <a:cubicBezTo>
                    <a:pt x="863" y="207"/>
                    <a:pt x="863" y="207"/>
                    <a:pt x="863" y="207"/>
                  </a:cubicBezTo>
                  <a:cubicBezTo>
                    <a:pt x="863" y="207"/>
                    <a:pt x="863" y="207"/>
                    <a:pt x="863" y="207"/>
                  </a:cubicBezTo>
                  <a:cubicBezTo>
                    <a:pt x="861" y="207"/>
                    <a:pt x="861" y="207"/>
                    <a:pt x="861" y="207"/>
                  </a:cubicBezTo>
                  <a:cubicBezTo>
                    <a:pt x="861" y="207"/>
                    <a:pt x="861" y="207"/>
                    <a:pt x="861" y="207"/>
                  </a:cubicBezTo>
                  <a:cubicBezTo>
                    <a:pt x="859" y="207"/>
                    <a:pt x="859" y="207"/>
                    <a:pt x="859" y="207"/>
                  </a:cubicBezTo>
                  <a:cubicBezTo>
                    <a:pt x="859" y="207"/>
                    <a:pt x="859" y="207"/>
                    <a:pt x="859" y="207"/>
                  </a:cubicBezTo>
                  <a:cubicBezTo>
                    <a:pt x="857" y="207"/>
                    <a:pt x="857" y="207"/>
                    <a:pt x="857" y="207"/>
                  </a:cubicBezTo>
                  <a:cubicBezTo>
                    <a:pt x="857" y="207"/>
                    <a:pt x="857" y="207"/>
                    <a:pt x="857" y="207"/>
                  </a:cubicBezTo>
                  <a:cubicBezTo>
                    <a:pt x="855" y="207"/>
                    <a:pt x="855" y="207"/>
                    <a:pt x="855" y="207"/>
                  </a:cubicBezTo>
                  <a:cubicBezTo>
                    <a:pt x="855" y="207"/>
                    <a:pt x="855" y="207"/>
                    <a:pt x="855" y="207"/>
                  </a:cubicBezTo>
                  <a:cubicBezTo>
                    <a:pt x="853" y="206"/>
                    <a:pt x="853" y="206"/>
                    <a:pt x="853" y="206"/>
                  </a:cubicBezTo>
                  <a:cubicBezTo>
                    <a:pt x="853" y="206"/>
                    <a:pt x="853" y="206"/>
                    <a:pt x="853" y="206"/>
                  </a:cubicBezTo>
                  <a:cubicBezTo>
                    <a:pt x="852" y="204"/>
                    <a:pt x="852" y="204"/>
                    <a:pt x="852" y="204"/>
                  </a:cubicBezTo>
                  <a:cubicBezTo>
                    <a:pt x="852" y="204"/>
                    <a:pt x="852" y="204"/>
                    <a:pt x="852" y="204"/>
                  </a:cubicBezTo>
                  <a:cubicBezTo>
                    <a:pt x="849" y="203"/>
                    <a:pt x="849" y="203"/>
                    <a:pt x="849" y="203"/>
                  </a:cubicBezTo>
                  <a:cubicBezTo>
                    <a:pt x="849" y="203"/>
                    <a:pt x="849" y="203"/>
                    <a:pt x="849" y="203"/>
                  </a:cubicBezTo>
                  <a:cubicBezTo>
                    <a:pt x="847" y="200"/>
                    <a:pt x="847" y="200"/>
                    <a:pt x="847" y="200"/>
                  </a:cubicBezTo>
                  <a:cubicBezTo>
                    <a:pt x="847" y="200"/>
                    <a:pt x="847" y="200"/>
                    <a:pt x="847" y="200"/>
                  </a:cubicBezTo>
                  <a:cubicBezTo>
                    <a:pt x="844" y="199"/>
                    <a:pt x="844" y="199"/>
                    <a:pt x="844" y="199"/>
                  </a:cubicBezTo>
                  <a:cubicBezTo>
                    <a:pt x="844" y="199"/>
                    <a:pt x="844" y="199"/>
                    <a:pt x="844" y="199"/>
                  </a:cubicBezTo>
                  <a:cubicBezTo>
                    <a:pt x="842" y="196"/>
                    <a:pt x="842" y="196"/>
                    <a:pt x="842" y="196"/>
                  </a:cubicBezTo>
                  <a:cubicBezTo>
                    <a:pt x="842" y="196"/>
                    <a:pt x="842" y="196"/>
                    <a:pt x="842" y="196"/>
                  </a:cubicBezTo>
                  <a:cubicBezTo>
                    <a:pt x="839" y="194"/>
                    <a:pt x="839" y="194"/>
                    <a:pt x="839" y="194"/>
                  </a:cubicBezTo>
                  <a:cubicBezTo>
                    <a:pt x="839" y="194"/>
                    <a:pt x="839" y="194"/>
                    <a:pt x="839" y="194"/>
                  </a:cubicBezTo>
                  <a:cubicBezTo>
                    <a:pt x="838" y="191"/>
                    <a:pt x="838" y="191"/>
                    <a:pt x="838" y="191"/>
                  </a:cubicBezTo>
                  <a:cubicBezTo>
                    <a:pt x="838" y="191"/>
                    <a:pt x="838" y="191"/>
                    <a:pt x="838" y="191"/>
                  </a:cubicBezTo>
                  <a:cubicBezTo>
                    <a:pt x="836" y="188"/>
                    <a:pt x="836" y="188"/>
                    <a:pt x="836" y="188"/>
                  </a:cubicBezTo>
                  <a:cubicBezTo>
                    <a:pt x="836" y="188"/>
                    <a:pt x="836" y="188"/>
                    <a:pt x="836" y="188"/>
                  </a:cubicBezTo>
                  <a:cubicBezTo>
                    <a:pt x="836" y="184"/>
                    <a:pt x="836" y="184"/>
                    <a:pt x="836" y="184"/>
                  </a:cubicBezTo>
                  <a:cubicBezTo>
                    <a:pt x="836" y="184"/>
                    <a:pt x="836" y="184"/>
                    <a:pt x="836" y="184"/>
                  </a:cubicBezTo>
                  <a:cubicBezTo>
                    <a:pt x="836" y="183"/>
                    <a:pt x="836" y="183"/>
                    <a:pt x="836" y="183"/>
                  </a:cubicBezTo>
                  <a:cubicBezTo>
                    <a:pt x="836" y="183"/>
                    <a:pt x="836" y="183"/>
                    <a:pt x="836" y="183"/>
                  </a:cubicBezTo>
                  <a:cubicBezTo>
                    <a:pt x="838" y="182"/>
                    <a:pt x="838" y="182"/>
                    <a:pt x="838" y="182"/>
                  </a:cubicBezTo>
                  <a:cubicBezTo>
                    <a:pt x="838" y="182"/>
                    <a:pt x="838" y="182"/>
                    <a:pt x="838" y="182"/>
                  </a:cubicBezTo>
                  <a:cubicBezTo>
                    <a:pt x="839" y="181"/>
                    <a:pt x="839" y="181"/>
                    <a:pt x="839" y="181"/>
                  </a:cubicBezTo>
                  <a:cubicBezTo>
                    <a:pt x="839" y="181"/>
                    <a:pt x="839" y="181"/>
                    <a:pt x="839" y="181"/>
                  </a:cubicBezTo>
                  <a:cubicBezTo>
                    <a:pt x="840" y="179"/>
                    <a:pt x="840" y="179"/>
                    <a:pt x="840" y="179"/>
                  </a:cubicBezTo>
                  <a:cubicBezTo>
                    <a:pt x="840" y="179"/>
                    <a:pt x="840" y="179"/>
                    <a:pt x="840" y="179"/>
                  </a:cubicBezTo>
                  <a:cubicBezTo>
                    <a:pt x="840" y="178"/>
                    <a:pt x="840" y="178"/>
                    <a:pt x="840" y="178"/>
                  </a:cubicBezTo>
                  <a:cubicBezTo>
                    <a:pt x="840" y="178"/>
                    <a:pt x="840" y="178"/>
                    <a:pt x="840" y="178"/>
                  </a:cubicBezTo>
                  <a:cubicBezTo>
                    <a:pt x="842" y="177"/>
                    <a:pt x="842" y="177"/>
                    <a:pt x="842" y="177"/>
                  </a:cubicBezTo>
                  <a:cubicBezTo>
                    <a:pt x="842" y="177"/>
                    <a:pt x="842" y="177"/>
                    <a:pt x="842" y="177"/>
                  </a:cubicBezTo>
                  <a:cubicBezTo>
                    <a:pt x="843" y="176"/>
                    <a:pt x="843" y="176"/>
                    <a:pt x="843" y="176"/>
                  </a:cubicBezTo>
                  <a:cubicBezTo>
                    <a:pt x="843" y="176"/>
                    <a:pt x="843" y="176"/>
                    <a:pt x="843" y="176"/>
                  </a:cubicBezTo>
                  <a:cubicBezTo>
                    <a:pt x="845" y="174"/>
                    <a:pt x="845" y="174"/>
                    <a:pt x="845" y="174"/>
                  </a:cubicBezTo>
                  <a:cubicBezTo>
                    <a:pt x="845" y="174"/>
                    <a:pt x="845" y="174"/>
                    <a:pt x="845" y="174"/>
                  </a:cubicBezTo>
                  <a:cubicBezTo>
                    <a:pt x="847" y="177"/>
                    <a:pt x="847" y="177"/>
                    <a:pt x="847" y="177"/>
                  </a:cubicBezTo>
                  <a:cubicBezTo>
                    <a:pt x="847" y="177"/>
                    <a:pt x="847" y="177"/>
                    <a:pt x="847" y="177"/>
                  </a:cubicBezTo>
                  <a:cubicBezTo>
                    <a:pt x="850" y="178"/>
                    <a:pt x="850" y="178"/>
                    <a:pt x="850" y="178"/>
                  </a:cubicBezTo>
                  <a:cubicBezTo>
                    <a:pt x="850" y="178"/>
                    <a:pt x="850" y="178"/>
                    <a:pt x="850" y="178"/>
                  </a:cubicBezTo>
                  <a:cubicBezTo>
                    <a:pt x="854" y="179"/>
                    <a:pt x="854" y="179"/>
                    <a:pt x="854" y="179"/>
                  </a:cubicBezTo>
                  <a:cubicBezTo>
                    <a:pt x="854" y="179"/>
                    <a:pt x="854" y="179"/>
                    <a:pt x="854" y="179"/>
                  </a:cubicBezTo>
                  <a:cubicBezTo>
                    <a:pt x="858" y="179"/>
                    <a:pt x="858" y="179"/>
                    <a:pt x="858" y="179"/>
                  </a:cubicBezTo>
                  <a:cubicBezTo>
                    <a:pt x="858" y="179"/>
                    <a:pt x="858" y="179"/>
                    <a:pt x="858" y="179"/>
                  </a:cubicBezTo>
                  <a:cubicBezTo>
                    <a:pt x="862" y="180"/>
                    <a:pt x="862" y="180"/>
                    <a:pt x="862" y="180"/>
                  </a:cubicBezTo>
                  <a:cubicBezTo>
                    <a:pt x="862" y="180"/>
                    <a:pt x="862" y="180"/>
                    <a:pt x="862" y="180"/>
                  </a:cubicBezTo>
                  <a:cubicBezTo>
                    <a:pt x="866" y="180"/>
                    <a:pt x="866" y="180"/>
                    <a:pt x="866" y="180"/>
                  </a:cubicBezTo>
                  <a:cubicBezTo>
                    <a:pt x="866" y="180"/>
                    <a:pt x="866" y="180"/>
                    <a:pt x="866" y="180"/>
                  </a:cubicBezTo>
                  <a:cubicBezTo>
                    <a:pt x="870" y="181"/>
                    <a:pt x="870" y="181"/>
                    <a:pt x="870" y="181"/>
                  </a:cubicBezTo>
                  <a:cubicBezTo>
                    <a:pt x="870" y="181"/>
                    <a:pt x="870" y="181"/>
                    <a:pt x="870" y="181"/>
                  </a:cubicBezTo>
                  <a:cubicBezTo>
                    <a:pt x="874" y="181"/>
                    <a:pt x="874" y="181"/>
                    <a:pt x="874" y="181"/>
                  </a:cubicBezTo>
                  <a:cubicBezTo>
                    <a:pt x="874" y="181"/>
                    <a:pt x="874" y="181"/>
                    <a:pt x="874" y="181"/>
                  </a:cubicBezTo>
                  <a:cubicBezTo>
                    <a:pt x="941" y="179"/>
                    <a:pt x="941" y="179"/>
                    <a:pt x="941" y="179"/>
                  </a:cubicBezTo>
                  <a:cubicBezTo>
                    <a:pt x="941" y="179"/>
                    <a:pt x="941" y="179"/>
                    <a:pt x="941" y="179"/>
                  </a:cubicBezTo>
                  <a:cubicBezTo>
                    <a:pt x="976" y="176"/>
                    <a:pt x="976" y="176"/>
                    <a:pt x="976" y="176"/>
                  </a:cubicBezTo>
                  <a:cubicBezTo>
                    <a:pt x="976" y="176"/>
                    <a:pt x="976" y="176"/>
                    <a:pt x="976" y="176"/>
                  </a:cubicBezTo>
                  <a:cubicBezTo>
                    <a:pt x="979" y="180"/>
                    <a:pt x="979" y="180"/>
                    <a:pt x="979" y="180"/>
                  </a:cubicBezTo>
                  <a:cubicBezTo>
                    <a:pt x="979" y="180"/>
                    <a:pt x="979" y="180"/>
                    <a:pt x="979" y="180"/>
                  </a:cubicBezTo>
                  <a:cubicBezTo>
                    <a:pt x="983" y="183"/>
                    <a:pt x="983" y="183"/>
                    <a:pt x="983" y="183"/>
                  </a:cubicBezTo>
                  <a:cubicBezTo>
                    <a:pt x="983" y="183"/>
                    <a:pt x="983" y="183"/>
                    <a:pt x="983" y="183"/>
                  </a:cubicBezTo>
                  <a:cubicBezTo>
                    <a:pt x="985" y="186"/>
                    <a:pt x="985" y="186"/>
                    <a:pt x="985" y="186"/>
                  </a:cubicBezTo>
                  <a:cubicBezTo>
                    <a:pt x="985" y="186"/>
                    <a:pt x="985" y="186"/>
                    <a:pt x="985" y="186"/>
                  </a:cubicBezTo>
                  <a:cubicBezTo>
                    <a:pt x="988" y="190"/>
                    <a:pt x="988" y="190"/>
                    <a:pt x="988" y="190"/>
                  </a:cubicBezTo>
                  <a:cubicBezTo>
                    <a:pt x="988" y="190"/>
                    <a:pt x="988" y="190"/>
                    <a:pt x="988" y="190"/>
                  </a:cubicBezTo>
                  <a:cubicBezTo>
                    <a:pt x="988" y="195"/>
                    <a:pt x="988" y="195"/>
                    <a:pt x="988" y="195"/>
                  </a:cubicBezTo>
                  <a:cubicBezTo>
                    <a:pt x="988" y="195"/>
                    <a:pt x="988" y="195"/>
                    <a:pt x="988" y="195"/>
                  </a:cubicBezTo>
                  <a:cubicBezTo>
                    <a:pt x="989" y="200"/>
                    <a:pt x="989" y="200"/>
                    <a:pt x="989" y="200"/>
                  </a:cubicBezTo>
                  <a:cubicBezTo>
                    <a:pt x="989" y="200"/>
                    <a:pt x="989" y="200"/>
                    <a:pt x="989" y="200"/>
                  </a:cubicBezTo>
                  <a:cubicBezTo>
                    <a:pt x="989" y="204"/>
                    <a:pt x="989" y="204"/>
                    <a:pt x="989" y="204"/>
                  </a:cubicBezTo>
                  <a:cubicBezTo>
                    <a:pt x="989" y="204"/>
                    <a:pt x="989" y="204"/>
                    <a:pt x="989" y="204"/>
                  </a:cubicBezTo>
                  <a:cubicBezTo>
                    <a:pt x="989" y="208"/>
                    <a:pt x="989" y="208"/>
                    <a:pt x="989" y="208"/>
                  </a:cubicBezTo>
                  <a:cubicBezTo>
                    <a:pt x="989" y="208"/>
                    <a:pt x="989" y="208"/>
                    <a:pt x="989" y="208"/>
                  </a:cubicBezTo>
                  <a:cubicBezTo>
                    <a:pt x="987" y="212"/>
                    <a:pt x="987" y="212"/>
                    <a:pt x="987" y="212"/>
                  </a:cubicBezTo>
                  <a:cubicBezTo>
                    <a:pt x="987" y="212"/>
                    <a:pt x="987" y="212"/>
                    <a:pt x="987" y="212"/>
                  </a:cubicBezTo>
                  <a:cubicBezTo>
                    <a:pt x="986" y="214"/>
                    <a:pt x="986" y="214"/>
                    <a:pt x="986" y="214"/>
                  </a:cubicBezTo>
                  <a:cubicBezTo>
                    <a:pt x="986" y="214"/>
                    <a:pt x="986" y="214"/>
                    <a:pt x="986" y="214"/>
                  </a:cubicBezTo>
                  <a:cubicBezTo>
                    <a:pt x="984" y="215"/>
                    <a:pt x="984" y="215"/>
                    <a:pt x="984" y="215"/>
                  </a:cubicBezTo>
                  <a:cubicBezTo>
                    <a:pt x="984" y="215"/>
                    <a:pt x="984" y="215"/>
                    <a:pt x="984" y="215"/>
                  </a:cubicBezTo>
                  <a:cubicBezTo>
                    <a:pt x="983" y="216"/>
                    <a:pt x="983" y="216"/>
                    <a:pt x="983" y="216"/>
                  </a:cubicBezTo>
                  <a:cubicBezTo>
                    <a:pt x="983" y="216"/>
                    <a:pt x="983" y="216"/>
                    <a:pt x="983" y="216"/>
                  </a:cubicBezTo>
                  <a:cubicBezTo>
                    <a:pt x="979" y="219"/>
                    <a:pt x="979" y="219"/>
                    <a:pt x="979" y="219"/>
                  </a:cubicBezTo>
                  <a:cubicBezTo>
                    <a:pt x="979" y="219"/>
                    <a:pt x="979" y="219"/>
                    <a:pt x="979" y="219"/>
                  </a:cubicBezTo>
                  <a:cubicBezTo>
                    <a:pt x="977" y="221"/>
                    <a:pt x="977" y="221"/>
                    <a:pt x="977" y="221"/>
                  </a:cubicBezTo>
                  <a:cubicBezTo>
                    <a:pt x="977" y="221"/>
                    <a:pt x="977" y="221"/>
                    <a:pt x="977" y="221"/>
                  </a:cubicBezTo>
                  <a:cubicBezTo>
                    <a:pt x="975" y="223"/>
                    <a:pt x="975" y="223"/>
                    <a:pt x="975" y="223"/>
                  </a:cubicBezTo>
                  <a:cubicBezTo>
                    <a:pt x="975" y="223"/>
                    <a:pt x="975" y="223"/>
                    <a:pt x="975" y="223"/>
                  </a:cubicBezTo>
                  <a:cubicBezTo>
                    <a:pt x="975" y="225"/>
                    <a:pt x="975" y="225"/>
                    <a:pt x="975" y="225"/>
                  </a:cubicBezTo>
                  <a:cubicBezTo>
                    <a:pt x="975" y="225"/>
                    <a:pt x="975" y="225"/>
                    <a:pt x="975" y="225"/>
                  </a:cubicBezTo>
                  <a:cubicBezTo>
                    <a:pt x="969" y="231"/>
                    <a:pt x="969" y="231"/>
                    <a:pt x="969" y="231"/>
                  </a:cubicBezTo>
                  <a:cubicBezTo>
                    <a:pt x="969" y="231"/>
                    <a:pt x="969" y="231"/>
                    <a:pt x="969" y="231"/>
                  </a:cubicBezTo>
                  <a:cubicBezTo>
                    <a:pt x="964" y="237"/>
                    <a:pt x="964" y="237"/>
                    <a:pt x="964" y="237"/>
                  </a:cubicBezTo>
                  <a:cubicBezTo>
                    <a:pt x="964" y="237"/>
                    <a:pt x="964" y="237"/>
                    <a:pt x="964" y="237"/>
                  </a:cubicBezTo>
                  <a:cubicBezTo>
                    <a:pt x="957" y="243"/>
                    <a:pt x="957" y="243"/>
                    <a:pt x="957" y="243"/>
                  </a:cubicBezTo>
                  <a:cubicBezTo>
                    <a:pt x="957" y="243"/>
                    <a:pt x="957" y="243"/>
                    <a:pt x="957" y="243"/>
                  </a:cubicBezTo>
                  <a:cubicBezTo>
                    <a:pt x="953" y="249"/>
                    <a:pt x="953" y="249"/>
                    <a:pt x="953" y="249"/>
                  </a:cubicBezTo>
                  <a:cubicBezTo>
                    <a:pt x="953" y="249"/>
                    <a:pt x="953" y="249"/>
                    <a:pt x="953" y="249"/>
                  </a:cubicBezTo>
                  <a:cubicBezTo>
                    <a:pt x="947" y="256"/>
                    <a:pt x="947" y="256"/>
                    <a:pt x="947" y="256"/>
                  </a:cubicBezTo>
                  <a:cubicBezTo>
                    <a:pt x="947" y="256"/>
                    <a:pt x="947" y="256"/>
                    <a:pt x="947" y="256"/>
                  </a:cubicBezTo>
                  <a:cubicBezTo>
                    <a:pt x="942" y="261"/>
                    <a:pt x="942" y="261"/>
                    <a:pt x="942" y="261"/>
                  </a:cubicBezTo>
                  <a:cubicBezTo>
                    <a:pt x="942" y="261"/>
                    <a:pt x="942" y="261"/>
                    <a:pt x="942" y="261"/>
                  </a:cubicBezTo>
                  <a:cubicBezTo>
                    <a:pt x="935" y="266"/>
                    <a:pt x="935" y="266"/>
                    <a:pt x="935" y="266"/>
                  </a:cubicBezTo>
                  <a:cubicBezTo>
                    <a:pt x="935" y="266"/>
                    <a:pt x="935" y="266"/>
                    <a:pt x="935" y="266"/>
                  </a:cubicBezTo>
                  <a:cubicBezTo>
                    <a:pt x="929" y="269"/>
                    <a:pt x="929" y="269"/>
                    <a:pt x="929" y="269"/>
                  </a:cubicBezTo>
                  <a:cubicBezTo>
                    <a:pt x="929" y="269"/>
                    <a:pt x="929" y="269"/>
                    <a:pt x="929" y="269"/>
                  </a:cubicBezTo>
                  <a:cubicBezTo>
                    <a:pt x="906" y="308"/>
                    <a:pt x="906" y="308"/>
                    <a:pt x="906" y="308"/>
                  </a:cubicBezTo>
                  <a:cubicBezTo>
                    <a:pt x="906" y="308"/>
                    <a:pt x="906" y="308"/>
                    <a:pt x="906" y="308"/>
                  </a:cubicBezTo>
                  <a:cubicBezTo>
                    <a:pt x="908" y="313"/>
                    <a:pt x="908" y="313"/>
                    <a:pt x="908" y="313"/>
                  </a:cubicBezTo>
                  <a:cubicBezTo>
                    <a:pt x="908" y="313"/>
                    <a:pt x="908" y="313"/>
                    <a:pt x="908" y="313"/>
                  </a:cubicBezTo>
                  <a:cubicBezTo>
                    <a:pt x="914" y="315"/>
                    <a:pt x="914" y="315"/>
                    <a:pt x="914" y="315"/>
                  </a:cubicBezTo>
                  <a:cubicBezTo>
                    <a:pt x="914" y="315"/>
                    <a:pt x="914" y="315"/>
                    <a:pt x="914" y="315"/>
                  </a:cubicBezTo>
                  <a:cubicBezTo>
                    <a:pt x="921" y="314"/>
                    <a:pt x="921" y="314"/>
                    <a:pt x="921" y="314"/>
                  </a:cubicBezTo>
                  <a:cubicBezTo>
                    <a:pt x="921" y="314"/>
                    <a:pt x="921" y="314"/>
                    <a:pt x="921" y="314"/>
                  </a:cubicBezTo>
                  <a:cubicBezTo>
                    <a:pt x="927" y="312"/>
                    <a:pt x="927" y="312"/>
                    <a:pt x="927" y="312"/>
                  </a:cubicBezTo>
                  <a:cubicBezTo>
                    <a:pt x="927" y="312"/>
                    <a:pt x="927" y="312"/>
                    <a:pt x="927" y="312"/>
                  </a:cubicBezTo>
                  <a:cubicBezTo>
                    <a:pt x="934" y="310"/>
                    <a:pt x="934" y="310"/>
                    <a:pt x="934" y="310"/>
                  </a:cubicBezTo>
                  <a:cubicBezTo>
                    <a:pt x="934" y="310"/>
                    <a:pt x="934" y="310"/>
                    <a:pt x="934" y="310"/>
                  </a:cubicBezTo>
                  <a:cubicBezTo>
                    <a:pt x="941" y="307"/>
                    <a:pt x="941" y="307"/>
                    <a:pt x="941" y="307"/>
                  </a:cubicBezTo>
                  <a:cubicBezTo>
                    <a:pt x="941" y="307"/>
                    <a:pt x="941" y="307"/>
                    <a:pt x="941" y="307"/>
                  </a:cubicBezTo>
                  <a:cubicBezTo>
                    <a:pt x="947" y="304"/>
                    <a:pt x="947" y="304"/>
                    <a:pt x="947" y="304"/>
                  </a:cubicBezTo>
                  <a:cubicBezTo>
                    <a:pt x="947" y="304"/>
                    <a:pt x="947" y="304"/>
                    <a:pt x="947" y="304"/>
                  </a:cubicBezTo>
                  <a:cubicBezTo>
                    <a:pt x="953" y="302"/>
                    <a:pt x="953" y="302"/>
                    <a:pt x="953" y="302"/>
                  </a:cubicBezTo>
                  <a:cubicBezTo>
                    <a:pt x="953" y="302"/>
                    <a:pt x="953" y="302"/>
                    <a:pt x="953" y="302"/>
                  </a:cubicBezTo>
                  <a:cubicBezTo>
                    <a:pt x="960" y="299"/>
                    <a:pt x="960" y="299"/>
                    <a:pt x="960" y="299"/>
                  </a:cubicBezTo>
                  <a:cubicBezTo>
                    <a:pt x="960" y="299"/>
                    <a:pt x="960" y="299"/>
                    <a:pt x="960" y="299"/>
                  </a:cubicBezTo>
                  <a:cubicBezTo>
                    <a:pt x="960" y="301"/>
                    <a:pt x="960" y="301"/>
                    <a:pt x="960" y="301"/>
                  </a:cubicBezTo>
                  <a:cubicBezTo>
                    <a:pt x="960" y="301"/>
                    <a:pt x="960" y="301"/>
                    <a:pt x="960" y="301"/>
                  </a:cubicBezTo>
                  <a:cubicBezTo>
                    <a:pt x="963" y="303"/>
                    <a:pt x="963" y="303"/>
                    <a:pt x="963" y="303"/>
                  </a:cubicBezTo>
                  <a:cubicBezTo>
                    <a:pt x="963" y="303"/>
                    <a:pt x="963" y="303"/>
                    <a:pt x="963" y="303"/>
                  </a:cubicBezTo>
                  <a:cubicBezTo>
                    <a:pt x="963" y="305"/>
                    <a:pt x="963" y="305"/>
                    <a:pt x="963" y="305"/>
                  </a:cubicBezTo>
                  <a:cubicBezTo>
                    <a:pt x="963" y="305"/>
                    <a:pt x="963" y="305"/>
                    <a:pt x="963" y="305"/>
                  </a:cubicBezTo>
                  <a:cubicBezTo>
                    <a:pt x="965" y="307"/>
                    <a:pt x="965" y="307"/>
                    <a:pt x="965" y="307"/>
                  </a:cubicBezTo>
                  <a:cubicBezTo>
                    <a:pt x="965" y="307"/>
                    <a:pt x="965" y="307"/>
                    <a:pt x="965" y="307"/>
                  </a:cubicBezTo>
                  <a:cubicBezTo>
                    <a:pt x="965" y="310"/>
                    <a:pt x="965" y="310"/>
                    <a:pt x="965" y="310"/>
                  </a:cubicBezTo>
                  <a:cubicBezTo>
                    <a:pt x="965" y="310"/>
                    <a:pt x="965" y="310"/>
                    <a:pt x="965" y="310"/>
                  </a:cubicBezTo>
                  <a:cubicBezTo>
                    <a:pt x="965" y="311"/>
                    <a:pt x="965" y="311"/>
                    <a:pt x="965" y="311"/>
                  </a:cubicBezTo>
                  <a:cubicBezTo>
                    <a:pt x="965" y="311"/>
                    <a:pt x="965" y="311"/>
                    <a:pt x="965" y="311"/>
                  </a:cubicBezTo>
                  <a:cubicBezTo>
                    <a:pt x="965" y="313"/>
                    <a:pt x="965" y="313"/>
                    <a:pt x="965" y="313"/>
                  </a:cubicBezTo>
                  <a:cubicBezTo>
                    <a:pt x="965" y="313"/>
                    <a:pt x="965" y="313"/>
                    <a:pt x="965" y="313"/>
                  </a:cubicBezTo>
                  <a:cubicBezTo>
                    <a:pt x="966" y="315"/>
                    <a:pt x="966" y="315"/>
                    <a:pt x="966" y="315"/>
                  </a:cubicBezTo>
                  <a:cubicBezTo>
                    <a:pt x="966" y="315"/>
                    <a:pt x="966" y="315"/>
                    <a:pt x="966" y="315"/>
                  </a:cubicBezTo>
                  <a:cubicBezTo>
                    <a:pt x="964" y="317"/>
                    <a:pt x="964" y="317"/>
                    <a:pt x="964" y="317"/>
                  </a:cubicBezTo>
                  <a:cubicBezTo>
                    <a:pt x="964" y="317"/>
                    <a:pt x="964" y="317"/>
                    <a:pt x="964" y="317"/>
                  </a:cubicBezTo>
                  <a:cubicBezTo>
                    <a:pt x="961" y="318"/>
                    <a:pt x="961" y="318"/>
                    <a:pt x="961" y="318"/>
                  </a:cubicBezTo>
                  <a:cubicBezTo>
                    <a:pt x="961" y="318"/>
                    <a:pt x="961" y="318"/>
                    <a:pt x="961" y="318"/>
                  </a:cubicBezTo>
                  <a:cubicBezTo>
                    <a:pt x="960" y="318"/>
                    <a:pt x="960" y="318"/>
                    <a:pt x="960" y="318"/>
                  </a:cubicBezTo>
                  <a:cubicBezTo>
                    <a:pt x="960" y="318"/>
                    <a:pt x="960" y="318"/>
                    <a:pt x="960" y="318"/>
                  </a:cubicBezTo>
                  <a:cubicBezTo>
                    <a:pt x="959" y="318"/>
                    <a:pt x="959" y="318"/>
                    <a:pt x="959" y="318"/>
                  </a:cubicBezTo>
                  <a:cubicBezTo>
                    <a:pt x="959" y="318"/>
                    <a:pt x="959" y="318"/>
                    <a:pt x="959" y="318"/>
                  </a:cubicBezTo>
                  <a:cubicBezTo>
                    <a:pt x="956" y="319"/>
                    <a:pt x="956" y="319"/>
                    <a:pt x="956" y="319"/>
                  </a:cubicBezTo>
                  <a:cubicBezTo>
                    <a:pt x="956" y="319"/>
                    <a:pt x="956" y="319"/>
                    <a:pt x="956" y="319"/>
                  </a:cubicBezTo>
                  <a:cubicBezTo>
                    <a:pt x="955" y="319"/>
                    <a:pt x="955" y="319"/>
                    <a:pt x="955" y="319"/>
                  </a:cubicBezTo>
                  <a:cubicBezTo>
                    <a:pt x="955" y="319"/>
                    <a:pt x="955" y="319"/>
                    <a:pt x="955" y="319"/>
                  </a:cubicBezTo>
                  <a:cubicBezTo>
                    <a:pt x="953" y="320"/>
                    <a:pt x="953" y="320"/>
                    <a:pt x="953" y="320"/>
                  </a:cubicBezTo>
                  <a:cubicBezTo>
                    <a:pt x="953" y="320"/>
                    <a:pt x="953" y="320"/>
                    <a:pt x="953" y="320"/>
                  </a:cubicBezTo>
                  <a:cubicBezTo>
                    <a:pt x="953" y="321"/>
                    <a:pt x="953" y="321"/>
                    <a:pt x="953" y="321"/>
                  </a:cubicBezTo>
                  <a:cubicBezTo>
                    <a:pt x="953" y="321"/>
                    <a:pt x="953" y="321"/>
                    <a:pt x="953" y="321"/>
                  </a:cubicBezTo>
                  <a:cubicBezTo>
                    <a:pt x="882" y="341"/>
                    <a:pt x="882" y="341"/>
                    <a:pt x="882" y="341"/>
                  </a:cubicBezTo>
                  <a:cubicBezTo>
                    <a:pt x="882" y="341"/>
                    <a:pt x="882" y="341"/>
                    <a:pt x="882" y="341"/>
                  </a:cubicBezTo>
                  <a:cubicBezTo>
                    <a:pt x="881" y="342"/>
                    <a:pt x="881" y="342"/>
                    <a:pt x="881" y="342"/>
                  </a:cubicBezTo>
                  <a:cubicBezTo>
                    <a:pt x="881" y="342"/>
                    <a:pt x="881" y="342"/>
                    <a:pt x="881" y="342"/>
                  </a:cubicBezTo>
                  <a:cubicBezTo>
                    <a:pt x="880" y="343"/>
                    <a:pt x="880" y="343"/>
                    <a:pt x="880" y="343"/>
                  </a:cubicBezTo>
                  <a:cubicBezTo>
                    <a:pt x="880" y="343"/>
                    <a:pt x="880" y="343"/>
                    <a:pt x="880" y="343"/>
                  </a:cubicBezTo>
                  <a:cubicBezTo>
                    <a:pt x="878" y="344"/>
                    <a:pt x="878" y="344"/>
                    <a:pt x="878" y="344"/>
                  </a:cubicBezTo>
                  <a:cubicBezTo>
                    <a:pt x="878" y="344"/>
                    <a:pt x="878" y="344"/>
                    <a:pt x="878" y="344"/>
                  </a:cubicBezTo>
                  <a:cubicBezTo>
                    <a:pt x="878" y="344"/>
                    <a:pt x="878" y="344"/>
                    <a:pt x="878" y="344"/>
                  </a:cubicBezTo>
                  <a:cubicBezTo>
                    <a:pt x="878" y="344"/>
                    <a:pt x="878" y="344"/>
                    <a:pt x="878" y="344"/>
                  </a:cubicBezTo>
                  <a:cubicBezTo>
                    <a:pt x="877" y="345"/>
                    <a:pt x="877" y="345"/>
                    <a:pt x="877" y="345"/>
                  </a:cubicBezTo>
                  <a:cubicBezTo>
                    <a:pt x="877" y="345"/>
                    <a:pt x="877" y="345"/>
                    <a:pt x="877" y="345"/>
                  </a:cubicBezTo>
                  <a:cubicBezTo>
                    <a:pt x="876" y="346"/>
                    <a:pt x="876" y="346"/>
                    <a:pt x="876" y="346"/>
                  </a:cubicBezTo>
                  <a:cubicBezTo>
                    <a:pt x="876" y="346"/>
                    <a:pt x="876" y="346"/>
                    <a:pt x="876" y="346"/>
                  </a:cubicBezTo>
                  <a:cubicBezTo>
                    <a:pt x="875" y="347"/>
                    <a:pt x="875" y="347"/>
                    <a:pt x="875" y="347"/>
                  </a:cubicBezTo>
                  <a:cubicBezTo>
                    <a:pt x="875" y="347"/>
                    <a:pt x="875" y="347"/>
                    <a:pt x="875" y="347"/>
                  </a:cubicBezTo>
                  <a:cubicBezTo>
                    <a:pt x="875" y="347"/>
                    <a:pt x="875" y="347"/>
                    <a:pt x="875" y="347"/>
                  </a:cubicBezTo>
                  <a:cubicBezTo>
                    <a:pt x="875" y="347"/>
                    <a:pt x="875" y="347"/>
                    <a:pt x="875" y="347"/>
                  </a:cubicBezTo>
                  <a:cubicBezTo>
                    <a:pt x="871" y="348"/>
                    <a:pt x="871" y="348"/>
                    <a:pt x="871" y="348"/>
                  </a:cubicBezTo>
                  <a:cubicBezTo>
                    <a:pt x="871" y="348"/>
                    <a:pt x="871" y="348"/>
                    <a:pt x="871" y="348"/>
                  </a:cubicBezTo>
                  <a:cubicBezTo>
                    <a:pt x="868" y="348"/>
                    <a:pt x="868" y="348"/>
                    <a:pt x="868" y="348"/>
                  </a:cubicBezTo>
                  <a:cubicBezTo>
                    <a:pt x="868" y="348"/>
                    <a:pt x="868" y="348"/>
                    <a:pt x="868" y="348"/>
                  </a:cubicBezTo>
                  <a:cubicBezTo>
                    <a:pt x="866" y="349"/>
                    <a:pt x="866" y="349"/>
                    <a:pt x="866" y="349"/>
                  </a:cubicBezTo>
                  <a:cubicBezTo>
                    <a:pt x="866" y="349"/>
                    <a:pt x="866" y="349"/>
                    <a:pt x="866" y="349"/>
                  </a:cubicBezTo>
                  <a:cubicBezTo>
                    <a:pt x="865" y="349"/>
                    <a:pt x="864" y="349"/>
                    <a:pt x="864" y="350"/>
                  </a:cubicBezTo>
                  <a:cubicBezTo>
                    <a:pt x="864" y="350"/>
                    <a:pt x="864" y="350"/>
                    <a:pt x="864" y="350"/>
                  </a:cubicBezTo>
                  <a:cubicBezTo>
                    <a:pt x="860" y="352"/>
                    <a:pt x="859" y="351"/>
                    <a:pt x="855" y="353"/>
                  </a:cubicBezTo>
                  <a:cubicBezTo>
                    <a:pt x="855" y="353"/>
                    <a:pt x="855" y="353"/>
                    <a:pt x="855" y="353"/>
                  </a:cubicBezTo>
                  <a:cubicBezTo>
                    <a:pt x="855" y="353"/>
                    <a:pt x="854" y="353"/>
                    <a:pt x="853" y="353"/>
                  </a:cubicBezTo>
                  <a:cubicBezTo>
                    <a:pt x="853" y="354"/>
                    <a:pt x="852" y="355"/>
                    <a:pt x="851" y="355"/>
                  </a:cubicBezTo>
                  <a:cubicBezTo>
                    <a:pt x="850" y="356"/>
                    <a:pt x="850" y="357"/>
                    <a:pt x="849" y="358"/>
                  </a:cubicBezTo>
                  <a:cubicBezTo>
                    <a:pt x="849" y="358"/>
                    <a:pt x="849" y="358"/>
                    <a:pt x="849" y="358"/>
                  </a:cubicBezTo>
                  <a:cubicBezTo>
                    <a:pt x="848" y="358"/>
                    <a:pt x="848" y="358"/>
                    <a:pt x="847" y="358"/>
                  </a:cubicBezTo>
                  <a:cubicBezTo>
                    <a:pt x="847" y="358"/>
                    <a:pt x="847" y="358"/>
                    <a:pt x="847" y="358"/>
                  </a:cubicBezTo>
                  <a:cubicBezTo>
                    <a:pt x="844" y="359"/>
                    <a:pt x="842" y="359"/>
                    <a:pt x="839" y="360"/>
                  </a:cubicBezTo>
                  <a:cubicBezTo>
                    <a:pt x="839" y="360"/>
                    <a:pt x="839" y="360"/>
                    <a:pt x="839" y="360"/>
                  </a:cubicBezTo>
                  <a:cubicBezTo>
                    <a:pt x="838" y="360"/>
                    <a:pt x="836" y="360"/>
                    <a:pt x="835" y="360"/>
                  </a:cubicBezTo>
                  <a:cubicBezTo>
                    <a:pt x="835" y="360"/>
                    <a:pt x="835" y="360"/>
                    <a:pt x="835" y="360"/>
                  </a:cubicBezTo>
                  <a:cubicBezTo>
                    <a:pt x="835" y="360"/>
                    <a:pt x="834" y="361"/>
                    <a:pt x="833" y="361"/>
                  </a:cubicBezTo>
                  <a:cubicBezTo>
                    <a:pt x="833" y="361"/>
                    <a:pt x="833" y="361"/>
                    <a:pt x="833" y="361"/>
                  </a:cubicBezTo>
                  <a:cubicBezTo>
                    <a:pt x="833" y="361"/>
                    <a:pt x="833" y="361"/>
                    <a:pt x="832" y="362"/>
                  </a:cubicBezTo>
                  <a:cubicBezTo>
                    <a:pt x="832" y="362"/>
                    <a:pt x="832" y="362"/>
                    <a:pt x="832" y="362"/>
                  </a:cubicBezTo>
                  <a:cubicBezTo>
                    <a:pt x="831" y="362"/>
                    <a:pt x="830" y="363"/>
                    <a:pt x="829" y="364"/>
                  </a:cubicBezTo>
                  <a:cubicBezTo>
                    <a:pt x="829" y="364"/>
                    <a:pt x="829" y="364"/>
                    <a:pt x="829" y="364"/>
                  </a:cubicBezTo>
                  <a:cubicBezTo>
                    <a:pt x="829" y="364"/>
                    <a:pt x="828" y="364"/>
                    <a:pt x="828" y="364"/>
                  </a:cubicBezTo>
                  <a:cubicBezTo>
                    <a:pt x="828" y="364"/>
                    <a:pt x="828" y="364"/>
                    <a:pt x="828" y="364"/>
                  </a:cubicBezTo>
                  <a:cubicBezTo>
                    <a:pt x="825" y="364"/>
                    <a:pt x="822" y="365"/>
                    <a:pt x="820" y="365"/>
                  </a:cubicBezTo>
                  <a:cubicBezTo>
                    <a:pt x="820" y="365"/>
                    <a:pt x="820" y="365"/>
                    <a:pt x="820" y="365"/>
                  </a:cubicBezTo>
                  <a:cubicBezTo>
                    <a:pt x="816" y="366"/>
                    <a:pt x="816" y="366"/>
                    <a:pt x="816" y="366"/>
                  </a:cubicBezTo>
                  <a:cubicBezTo>
                    <a:pt x="816" y="366"/>
                    <a:pt x="816" y="366"/>
                    <a:pt x="816" y="366"/>
                  </a:cubicBezTo>
                  <a:cubicBezTo>
                    <a:pt x="815" y="366"/>
                    <a:pt x="815" y="366"/>
                    <a:pt x="815" y="366"/>
                  </a:cubicBezTo>
                  <a:cubicBezTo>
                    <a:pt x="815" y="366"/>
                    <a:pt x="815" y="366"/>
                    <a:pt x="815" y="366"/>
                  </a:cubicBezTo>
                  <a:cubicBezTo>
                    <a:pt x="811" y="369"/>
                    <a:pt x="811" y="369"/>
                    <a:pt x="811" y="369"/>
                  </a:cubicBezTo>
                  <a:cubicBezTo>
                    <a:pt x="811" y="369"/>
                    <a:pt x="811" y="369"/>
                    <a:pt x="811" y="369"/>
                  </a:cubicBezTo>
                  <a:cubicBezTo>
                    <a:pt x="808" y="372"/>
                    <a:pt x="808" y="372"/>
                    <a:pt x="808" y="372"/>
                  </a:cubicBezTo>
                  <a:cubicBezTo>
                    <a:pt x="808" y="372"/>
                    <a:pt x="808" y="372"/>
                    <a:pt x="808" y="372"/>
                  </a:cubicBezTo>
                  <a:cubicBezTo>
                    <a:pt x="804" y="375"/>
                    <a:pt x="804" y="375"/>
                    <a:pt x="804" y="375"/>
                  </a:cubicBezTo>
                  <a:cubicBezTo>
                    <a:pt x="804" y="375"/>
                    <a:pt x="804" y="375"/>
                    <a:pt x="804" y="375"/>
                  </a:cubicBezTo>
                  <a:cubicBezTo>
                    <a:pt x="800" y="377"/>
                    <a:pt x="800" y="377"/>
                    <a:pt x="800" y="377"/>
                  </a:cubicBezTo>
                  <a:cubicBezTo>
                    <a:pt x="800" y="377"/>
                    <a:pt x="800" y="377"/>
                    <a:pt x="800" y="377"/>
                  </a:cubicBezTo>
                  <a:cubicBezTo>
                    <a:pt x="794" y="380"/>
                    <a:pt x="794" y="380"/>
                    <a:pt x="794" y="380"/>
                  </a:cubicBezTo>
                  <a:cubicBezTo>
                    <a:pt x="794" y="380"/>
                    <a:pt x="794" y="380"/>
                    <a:pt x="794" y="380"/>
                  </a:cubicBezTo>
                  <a:cubicBezTo>
                    <a:pt x="790" y="381"/>
                    <a:pt x="790" y="381"/>
                    <a:pt x="790" y="381"/>
                  </a:cubicBezTo>
                  <a:cubicBezTo>
                    <a:pt x="790" y="381"/>
                    <a:pt x="790" y="381"/>
                    <a:pt x="790" y="381"/>
                  </a:cubicBezTo>
                  <a:cubicBezTo>
                    <a:pt x="785" y="381"/>
                    <a:pt x="785" y="381"/>
                    <a:pt x="785" y="381"/>
                  </a:cubicBezTo>
                  <a:cubicBezTo>
                    <a:pt x="785" y="381"/>
                    <a:pt x="785" y="381"/>
                    <a:pt x="785" y="381"/>
                  </a:cubicBezTo>
                  <a:cubicBezTo>
                    <a:pt x="781" y="381"/>
                    <a:pt x="781" y="381"/>
                    <a:pt x="781" y="381"/>
                  </a:cubicBezTo>
                  <a:lnTo>
                    <a:pt x="778" y="381"/>
                  </a:lnTo>
                  <a:close/>
                  <a:moveTo>
                    <a:pt x="200" y="359"/>
                  </a:moveTo>
                  <a:cubicBezTo>
                    <a:pt x="204" y="360"/>
                    <a:pt x="204" y="360"/>
                    <a:pt x="204" y="360"/>
                  </a:cubicBezTo>
                  <a:cubicBezTo>
                    <a:pt x="204" y="360"/>
                    <a:pt x="204" y="360"/>
                    <a:pt x="204" y="360"/>
                  </a:cubicBezTo>
                  <a:cubicBezTo>
                    <a:pt x="208" y="359"/>
                    <a:pt x="208" y="359"/>
                    <a:pt x="208" y="359"/>
                  </a:cubicBezTo>
                  <a:cubicBezTo>
                    <a:pt x="208" y="359"/>
                    <a:pt x="208" y="359"/>
                    <a:pt x="208" y="359"/>
                  </a:cubicBezTo>
                  <a:cubicBezTo>
                    <a:pt x="211" y="358"/>
                    <a:pt x="211" y="358"/>
                    <a:pt x="211" y="358"/>
                  </a:cubicBezTo>
                  <a:cubicBezTo>
                    <a:pt x="211" y="358"/>
                    <a:pt x="211" y="358"/>
                    <a:pt x="211" y="358"/>
                  </a:cubicBezTo>
                  <a:cubicBezTo>
                    <a:pt x="215" y="355"/>
                    <a:pt x="215" y="355"/>
                    <a:pt x="215" y="355"/>
                  </a:cubicBezTo>
                  <a:cubicBezTo>
                    <a:pt x="215" y="355"/>
                    <a:pt x="215" y="355"/>
                    <a:pt x="215" y="355"/>
                  </a:cubicBezTo>
                  <a:cubicBezTo>
                    <a:pt x="217" y="353"/>
                    <a:pt x="217" y="353"/>
                    <a:pt x="217" y="353"/>
                  </a:cubicBezTo>
                  <a:cubicBezTo>
                    <a:pt x="217" y="353"/>
                    <a:pt x="217" y="353"/>
                    <a:pt x="217" y="353"/>
                  </a:cubicBezTo>
                  <a:cubicBezTo>
                    <a:pt x="220" y="351"/>
                    <a:pt x="220" y="351"/>
                    <a:pt x="220" y="351"/>
                  </a:cubicBezTo>
                  <a:cubicBezTo>
                    <a:pt x="220" y="351"/>
                    <a:pt x="220" y="351"/>
                    <a:pt x="220" y="351"/>
                  </a:cubicBezTo>
                  <a:cubicBezTo>
                    <a:pt x="224" y="348"/>
                    <a:pt x="224" y="348"/>
                    <a:pt x="224" y="348"/>
                  </a:cubicBezTo>
                  <a:cubicBezTo>
                    <a:pt x="224" y="348"/>
                    <a:pt x="224" y="348"/>
                    <a:pt x="224" y="348"/>
                  </a:cubicBezTo>
                  <a:cubicBezTo>
                    <a:pt x="225" y="347"/>
                    <a:pt x="226" y="346"/>
                    <a:pt x="227" y="345"/>
                  </a:cubicBezTo>
                  <a:cubicBezTo>
                    <a:pt x="227" y="345"/>
                    <a:pt x="227" y="345"/>
                    <a:pt x="227" y="345"/>
                  </a:cubicBezTo>
                  <a:cubicBezTo>
                    <a:pt x="227" y="344"/>
                    <a:pt x="227" y="343"/>
                    <a:pt x="227" y="342"/>
                  </a:cubicBezTo>
                  <a:cubicBezTo>
                    <a:pt x="227" y="342"/>
                    <a:pt x="227" y="342"/>
                    <a:pt x="227" y="342"/>
                  </a:cubicBezTo>
                  <a:cubicBezTo>
                    <a:pt x="227" y="341"/>
                    <a:pt x="227" y="340"/>
                    <a:pt x="227" y="339"/>
                  </a:cubicBezTo>
                  <a:cubicBezTo>
                    <a:pt x="227" y="339"/>
                    <a:pt x="227" y="339"/>
                    <a:pt x="227" y="339"/>
                  </a:cubicBezTo>
                  <a:cubicBezTo>
                    <a:pt x="227" y="338"/>
                    <a:pt x="227" y="338"/>
                    <a:pt x="228" y="337"/>
                  </a:cubicBezTo>
                  <a:cubicBezTo>
                    <a:pt x="228" y="337"/>
                    <a:pt x="228" y="337"/>
                    <a:pt x="228" y="337"/>
                  </a:cubicBezTo>
                  <a:cubicBezTo>
                    <a:pt x="228" y="336"/>
                    <a:pt x="228" y="335"/>
                    <a:pt x="229" y="334"/>
                  </a:cubicBezTo>
                  <a:cubicBezTo>
                    <a:pt x="229" y="334"/>
                    <a:pt x="229" y="334"/>
                    <a:pt x="229" y="334"/>
                  </a:cubicBezTo>
                  <a:cubicBezTo>
                    <a:pt x="229" y="333"/>
                    <a:pt x="229" y="332"/>
                    <a:pt x="229" y="331"/>
                  </a:cubicBezTo>
                  <a:cubicBezTo>
                    <a:pt x="229" y="331"/>
                    <a:pt x="229" y="331"/>
                    <a:pt x="229" y="331"/>
                  </a:cubicBezTo>
                  <a:cubicBezTo>
                    <a:pt x="229" y="330"/>
                    <a:pt x="229" y="329"/>
                    <a:pt x="230" y="328"/>
                  </a:cubicBezTo>
                  <a:cubicBezTo>
                    <a:pt x="230" y="328"/>
                    <a:pt x="230" y="328"/>
                    <a:pt x="230" y="328"/>
                  </a:cubicBezTo>
                  <a:cubicBezTo>
                    <a:pt x="229" y="325"/>
                    <a:pt x="229" y="325"/>
                    <a:pt x="229" y="325"/>
                  </a:cubicBezTo>
                  <a:cubicBezTo>
                    <a:pt x="229" y="325"/>
                    <a:pt x="229" y="325"/>
                    <a:pt x="229" y="325"/>
                  </a:cubicBezTo>
                  <a:cubicBezTo>
                    <a:pt x="229" y="324"/>
                    <a:pt x="229" y="324"/>
                    <a:pt x="229" y="323"/>
                  </a:cubicBezTo>
                  <a:cubicBezTo>
                    <a:pt x="229" y="323"/>
                    <a:pt x="229" y="323"/>
                    <a:pt x="229" y="323"/>
                  </a:cubicBezTo>
                  <a:cubicBezTo>
                    <a:pt x="228" y="323"/>
                    <a:pt x="227" y="323"/>
                    <a:pt x="225" y="324"/>
                  </a:cubicBezTo>
                  <a:cubicBezTo>
                    <a:pt x="225" y="324"/>
                    <a:pt x="225" y="324"/>
                    <a:pt x="225" y="324"/>
                  </a:cubicBezTo>
                  <a:cubicBezTo>
                    <a:pt x="225" y="324"/>
                    <a:pt x="224" y="324"/>
                    <a:pt x="224" y="324"/>
                  </a:cubicBezTo>
                  <a:cubicBezTo>
                    <a:pt x="224" y="324"/>
                    <a:pt x="224" y="324"/>
                    <a:pt x="224" y="324"/>
                  </a:cubicBezTo>
                  <a:cubicBezTo>
                    <a:pt x="223" y="324"/>
                    <a:pt x="221" y="324"/>
                    <a:pt x="220" y="324"/>
                  </a:cubicBezTo>
                  <a:cubicBezTo>
                    <a:pt x="220" y="324"/>
                    <a:pt x="220" y="324"/>
                    <a:pt x="220" y="324"/>
                  </a:cubicBezTo>
                  <a:cubicBezTo>
                    <a:pt x="220" y="324"/>
                    <a:pt x="219" y="324"/>
                    <a:pt x="218" y="324"/>
                  </a:cubicBezTo>
                  <a:cubicBezTo>
                    <a:pt x="218" y="324"/>
                    <a:pt x="218" y="324"/>
                    <a:pt x="218" y="324"/>
                  </a:cubicBezTo>
                  <a:cubicBezTo>
                    <a:pt x="217" y="325"/>
                    <a:pt x="216" y="325"/>
                    <a:pt x="215" y="325"/>
                  </a:cubicBezTo>
                  <a:cubicBezTo>
                    <a:pt x="215" y="325"/>
                    <a:pt x="215" y="325"/>
                    <a:pt x="215" y="325"/>
                  </a:cubicBezTo>
                  <a:cubicBezTo>
                    <a:pt x="214" y="325"/>
                    <a:pt x="214" y="325"/>
                    <a:pt x="213" y="325"/>
                  </a:cubicBezTo>
                  <a:cubicBezTo>
                    <a:pt x="213" y="325"/>
                    <a:pt x="213" y="325"/>
                    <a:pt x="213" y="325"/>
                  </a:cubicBezTo>
                  <a:cubicBezTo>
                    <a:pt x="212" y="325"/>
                    <a:pt x="211" y="325"/>
                    <a:pt x="211" y="325"/>
                  </a:cubicBezTo>
                  <a:cubicBezTo>
                    <a:pt x="211" y="325"/>
                    <a:pt x="211" y="325"/>
                    <a:pt x="211" y="325"/>
                  </a:cubicBezTo>
                  <a:cubicBezTo>
                    <a:pt x="210" y="325"/>
                    <a:pt x="210" y="325"/>
                    <a:pt x="210" y="325"/>
                  </a:cubicBezTo>
                  <a:cubicBezTo>
                    <a:pt x="210" y="325"/>
                    <a:pt x="210" y="325"/>
                    <a:pt x="210" y="325"/>
                  </a:cubicBezTo>
                  <a:cubicBezTo>
                    <a:pt x="210" y="324"/>
                    <a:pt x="209" y="323"/>
                    <a:pt x="209" y="322"/>
                  </a:cubicBezTo>
                  <a:cubicBezTo>
                    <a:pt x="209" y="322"/>
                    <a:pt x="209" y="322"/>
                    <a:pt x="209" y="322"/>
                  </a:cubicBezTo>
                  <a:cubicBezTo>
                    <a:pt x="209" y="322"/>
                    <a:pt x="209" y="322"/>
                    <a:pt x="209" y="322"/>
                  </a:cubicBezTo>
                  <a:cubicBezTo>
                    <a:pt x="209" y="322"/>
                    <a:pt x="209" y="322"/>
                    <a:pt x="209" y="322"/>
                  </a:cubicBezTo>
                  <a:cubicBezTo>
                    <a:pt x="209" y="321"/>
                    <a:pt x="210" y="321"/>
                    <a:pt x="210" y="320"/>
                  </a:cubicBezTo>
                  <a:cubicBezTo>
                    <a:pt x="210" y="320"/>
                    <a:pt x="210" y="320"/>
                    <a:pt x="210" y="320"/>
                  </a:cubicBezTo>
                  <a:cubicBezTo>
                    <a:pt x="210" y="320"/>
                    <a:pt x="210" y="320"/>
                    <a:pt x="210" y="320"/>
                  </a:cubicBezTo>
                  <a:cubicBezTo>
                    <a:pt x="210" y="320"/>
                    <a:pt x="210" y="320"/>
                    <a:pt x="210" y="320"/>
                  </a:cubicBezTo>
                  <a:cubicBezTo>
                    <a:pt x="210" y="319"/>
                    <a:pt x="210" y="319"/>
                    <a:pt x="211" y="318"/>
                  </a:cubicBezTo>
                  <a:cubicBezTo>
                    <a:pt x="211" y="318"/>
                    <a:pt x="211" y="318"/>
                    <a:pt x="211" y="318"/>
                  </a:cubicBezTo>
                  <a:cubicBezTo>
                    <a:pt x="211" y="318"/>
                    <a:pt x="211" y="318"/>
                    <a:pt x="211" y="318"/>
                  </a:cubicBezTo>
                  <a:cubicBezTo>
                    <a:pt x="211" y="318"/>
                    <a:pt x="211" y="318"/>
                    <a:pt x="211" y="318"/>
                  </a:cubicBezTo>
                  <a:cubicBezTo>
                    <a:pt x="211" y="318"/>
                    <a:pt x="211" y="317"/>
                    <a:pt x="212" y="317"/>
                  </a:cubicBezTo>
                  <a:cubicBezTo>
                    <a:pt x="212" y="317"/>
                    <a:pt x="212" y="317"/>
                    <a:pt x="212" y="317"/>
                  </a:cubicBezTo>
                  <a:cubicBezTo>
                    <a:pt x="212" y="317"/>
                    <a:pt x="212" y="317"/>
                    <a:pt x="212" y="317"/>
                  </a:cubicBezTo>
                  <a:cubicBezTo>
                    <a:pt x="212" y="317"/>
                    <a:pt x="212" y="317"/>
                    <a:pt x="212" y="317"/>
                  </a:cubicBezTo>
                  <a:cubicBezTo>
                    <a:pt x="212" y="317"/>
                    <a:pt x="213" y="316"/>
                    <a:pt x="213" y="316"/>
                  </a:cubicBezTo>
                  <a:cubicBezTo>
                    <a:pt x="213" y="316"/>
                    <a:pt x="213" y="316"/>
                    <a:pt x="213" y="316"/>
                  </a:cubicBezTo>
                  <a:cubicBezTo>
                    <a:pt x="213" y="316"/>
                    <a:pt x="214" y="316"/>
                    <a:pt x="214" y="316"/>
                  </a:cubicBezTo>
                  <a:cubicBezTo>
                    <a:pt x="214" y="316"/>
                    <a:pt x="214" y="316"/>
                    <a:pt x="214" y="316"/>
                  </a:cubicBezTo>
                  <a:cubicBezTo>
                    <a:pt x="215" y="316"/>
                    <a:pt x="215" y="316"/>
                    <a:pt x="216" y="315"/>
                  </a:cubicBezTo>
                  <a:cubicBezTo>
                    <a:pt x="216" y="315"/>
                    <a:pt x="216" y="315"/>
                    <a:pt x="216" y="315"/>
                  </a:cubicBezTo>
                  <a:cubicBezTo>
                    <a:pt x="217" y="315"/>
                    <a:pt x="218" y="315"/>
                    <a:pt x="218" y="315"/>
                  </a:cubicBezTo>
                  <a:cubicBezTo>
                    <a:pt x="218" y="315"/>
                    <a:pt x="218" y="315"/>
                    <a:pt x="218" y="315"/>
                  </a:cubicBezTo>
                  <a:cubicBezTo>
                    <a:pt x="219" y="315"/>
                    <a:pt x="220" y="314"/>
                    <a:pt x="220" y="313"/>
                  </a:cubicBezTo>
                  <a:cubicBezTo>
                    <a:pt x="220" y="313"/>
                    <a:pt x="220" y="313"/>
                    <a:pt x="220" y="313"/>
                  </a:cubicBezTo>
                  <a:cubicBezTo>
                    <a:pt x="221" y="313"/>
                    <a:pt x="221" y="313"/>
                    <a:pt x="221" y="312"/>
                  </a:cubicBezTo>
                  <a:cubicBezTo>
                    <a:pt x="221" y="312"/>
                    <a:pt x="221" y="312"/>
                    <a:pt x="221" y="312"/>
                  </a:cubicBezTo>
                  <a:cubicBezTo>
                    <a:pt x="223" y="312"/>
                    <a:pt x="224" y="312"/>
                    <a:pt x="225" y="311"/>
                  </a:cubicBezTo>
                  <a:cubicBezTo>
                    <a:pt x="225" y="311"/>
                    <a:pt x="225" y="311"/>
                    <a:pt x="225" y="311"/>
                  </a:cubicBezTo>
                  <a:cubicBezTo>
                    <a:pt x="225" y="311"/>
                    <a:pt x="225" y="311"/>
                    <a:pt x="225" y="310"/>
                  </a:cubicBezTo>
                  <a:cubicBezTo>
                    <a:pt x="225" y="310"/>
                    <a:pt x="225" y="310"/>
                    <a:pt x="225" y="310"/>
                  </a:cubicBezTo>
                  <a:cubicBezTo>
                    <a:pt x="227" y="310"/>
                    <a:pt x="228" y="309"/>
                    <a:pt x="229" y="309"/>
                  </a:cubicBezTo>
                  <a:cubicBezTo>
                    <a:pt x="229" y="309"/>
                    <a:pt x="229" y="309"/>
                    <a:pt x="229" y="309"/>
                  </a:cubicBezTo>
                  <a:cubicBezTo>
                    <a:pt x="229" y="308"/>
                    <a:pt x="229" y="307"/>
                    <a:pt x="229" y="307"/>
                  </a:cubicBezTo>
                  <a:cubicBezTo>
                    <a:pt x="229" y="307"/>
                    <a:pt x="229" y="307"/>
                    <a:pt x="229" y="307"/>
                  </a:cubicBezTo>
                  <a:cubicBezTo>
                    <a:pt x="229" y="306"/>
                    <a:pt x="229" y="306"/>
                    <a:pt x="230" y="305"/>
                  </a:cubicBezTo>
                  <a:cubicBezTo>
                    <a:pt x="230" y="305"/>
                    <a:pt x="230" y="305"/>
                    <a:pt x="230" y="305"/>
                  </a:cubicBezTo>
                  <a:cubicBezTo>
                    <a:pt x="231" y="303"/>
                    <a:pt x="231" y="303"/>
                    <a:pt x="231" y="303"/>
                  </a:cubicBezTo>
                  <a:cubicBezTo>
                    <a:pt x="231" y="303"/>
                    <a:pt x="231" y="303"/>
                    <a:pt x="231" y="303"/>
                  </a:cubicBezTo>
                  <a:cubicBezTo>
                    <a:pt x="233" y="301"/>
                    <a:pt x="233" y="301"/>
                    <a:pt x="233" y="301"/>
                  </a:cubicBezTo>
                  <a:cubicBezTo>
                    <a:pt x="233" y="301"/>
                    <a:pt x="233" y="301"/>
                    <a:pt x="233" y="301"/>
                  </a:cubicBezTo>
                  <a:cubicBezTo>
                    <a:pt x="233" y="299"/>
                    <a:pt x="233" y="299"/>
                    <a:pt x="233" y="299"/>
                  </a:cubicBezTo>
                  <a:cubicBezTo>
                    <a:pt x="233" y="299"/>
                    <a:pt x="233" y="299"/>
                    <a:pt x="233" y="299"/>
                  </a:cubicBezTo>
                  <a:cubicBezTo>
                    <a:pt x="234" y="297"/>
                    <a:pt x="234" y="297"/>
                    <a:pt x="234" y="297"/>
                  </a:cubicBezTo>
                  <a:cubicBezTo>
                    <a:pt x="234" y="297"/>
                    <a:pt x="234" y="297"/>
                    <a:pt x="234" y="297"/>
                  </a:cubicBezTo>
                  <a:cubicBezTo>
                    <a:pt x="235" y="295"/>
                    <a:pt x="235" y="295"/>
                    <a:pt x="235" y="295"/>
                  </a:cubicBezTo>
                  <a:cubicBezTo>
                    <a:pt x="235" y="295"/>
                    <a:pt x="235" y="295"/>
                    <a:pt x="235" y="295"/>
                  </a:cubicBezTo>
                  <a:cubicBezTo>
                    <a:pt x="236" y="293"/>
                    <a:pt x="236" y="293"/>
                    <a:pt x="236" y="293"/>
                  </a:cubicBezTo>
                  <a:cubicBezTo>
                    <a:pt x="236" y="293"/>
                    <a:pt x="236" y="293"/>
                    <a:pt x="236" y="293"/>
                  </a:cubicBezTo>
                  <a:cubicBezTo>
                    <a:pt x="210" y="302"/>
                    <a:pt x="210" y="302"/>
                    <a:pt x="210" y="302"/>
                  </a:cubicBezTo>
                  <a:cubicBezTo>
                    <a:pt x="210" y="302"/>
                    <a:pt x="210" y="302"/>
                    <a:pt x="210" y="302"/>
                  </a:cubicBezTo>
                  <a:cubicBezTo>
                    <a:pt x="209" y="302"/>
                    <a:pt x="208" y="302"/>
                    <a:pt x="208" y="302"/>
                  </a:cubicBezTo>
                  <a:cubicBezTo>
                    <a:pt x="208" y="302"/>
                    <a:pt x="208" y="302"/>
                    <a:pt x="208" y="302"/>
                  </a:cubicBezTo>
                  <a:cubicBezTo>
                    <a:pt x="207" y="302"/>
                    <a:pt x="207" y="302"/>
                    <a:pt x="207" y="302"/>
                  </a:cubicBezTo>
                  <a:cubicBezTo>
                    <a:pt x="207" y="302"/>
                    <a:pt x="207" y="302"/>
                    <a:pt x="207" y="302"/>
                  </a:cubicBezTo>
                  <a:cubicBezTo>
                    <a:pt x="206" y="302"/>
                    <a:pt x="206" y="302"/>
                    <a:pt x="206" y="301"/>
                  </a:cubicBezTo>
                  <a:cubicBezTo>
                    <a:pt x="206" y="301"/>
                    <a:pt x="206" y="301"/>
                    <a:pt x="206" y="301"/>
                  </a:cubicBezTo>
                  <a:cubicBezTo>
                    <a:pt x="206" y="301"/>
                    <a:pt x="206" y="300"/>
                    <a:pt x="206" y="299"/>
                  </a:cubicBezTo>
                  <a:cubicBezTo>
                    <a:pt x="206" y="299"/>
                    <a:pt x="206" y="299"/>
                    <a:pt x="206" y="299"/>
                  </a:cubicBezTo>
                  <a:cubicBezTo>
                    <a:pt x="206" y="299"/>
                    <a:pt x="206" y="299"/>
                    <a:pt x="206" y="299"/>
                  </a:cubicBezTo>
                  <a:cubicBezTo>
                    <a:pt x="206" y="299"/>
                    <a:pt x="206" y="299"/>
                    <a:pt x="206" y="299"/>
                  </a:cubicBezTo>
                  <a:cubicBezTo>
                    <a:pt x="206" y="299"/>
                    <a:pt x="206" y="298"/>
                    <a:pt x="206" y="297"/>
                  </a:cubicBezTo>
                  <a:cubicBezTo>
                    <a:pt x="206" y="297"/>
                    <a:pt x="206" y="297"/>
                    <a:pt x="206" y="297"/>
                  </a:cubicBezTo>
                  <a:cubicBezTo>
                    <a:pt x="206" y="297"/>
                    <a:pt x="206" y="297"/>
                    <a:pt x="206" y="297"/>
                  </a:cubicBezTo>
                  <a:cubicBezTo>
                    <a:pt x="206" y="297"/>
                    <a:pt x="206" y="297"/>
                    <a:pt x="206" y="297"/>
                  </a:cubicBezTo>
                  <a:cubicBezTo>
                    <a:pt x="206" y="297"/>
                    <a:pt x="206" y="296"/>
                    <a:pt x="206" y="295"/>
                  </a:cubicBezTo>
                  <a:cubicBezTo>
                    <a:pt x="206" y="295"/>
                    <a:pt x="206" y="295"/>
                    <a:pt x="206" y="295"/>
                  </a:cubicBezTo>
                  <a:cubicBezTo>
                    <a:pt x="207" y="294"/>
                    <a:pt x="208" y="292"/>
                    <a:pt x="210" y="291"/>
                  </a:cubicBezTo>
                  <a:cubicBezTo>
                    <a:pt x="210" y="291"/>
                    <a:pt x="210" y="291"/>
                    <a:pt x="210" y="291"/>
                  </a:cubicBezTo>
                  <a:cubicBezTo>
                    <a:pt x="215" y="290"/>
                    <a:pt x="215" y="290"/>
                    <a:pt x="215" y="290"/>
                  </a:cubicBezTo>
                  <a:cubicBezTo>
                    <a:pt x="215" y="290"/>
                    <a:pt x="215" y="290"/>
                    <a:pt x="215" y="290"/>
                  </a:cubicBezTo>
                  <a:cubicBezTo>
                    <a:pt x="221" y="288"/>
                    <a:pt x="221" y="288"/>
                    <a:pt x="221" y="288"/>
                  </a:cubicBezTo>
                  <a:cubicBezTo>
                    <a:pt x="221" y="288"/>
                    <a:pt x="221" y="288"/>
                    <a:pt x="221" y="288"/>
                  </a:cubicBezTo>
                  <a:cubicBezTo>
                    <a:pt x="227" y="286"/>
                    <a:pt x="227" y="286"/>
                    <a:pt x="227" y="286"/>
                  </a:cubicBezTo>
                  <a:cubicBezTo>
                    <a:pt x="227" y="286"/>
                    <a:pt x="227" y="286"/>
                    <a:pt x="227" y="286"/>
                  </a:cubicBezTo>
                  <a:cubicBezTo>
                    <a:pt x="233" y="283"/>
                    <a:pt x="233" y="283"/>
                    <a:pt x="233" y="283"/>
                  </a:cubicBezTo>
                  <a:cubicBezTo>
                    <a:pt x="233" y="283"/>
                    <a:pt x="233" y="283"/>
                    <a:pt x="233" y="283"/>
                  </a:cubicBezTo>
                  <a:cubicBezTo>
                    <a:pt x="237" y="281"/>
                    <a:pt x="237" y="281"/>
                    <a:pt x="237" y="281"/>
                  </a:cubicBezTo>
                  <a:cubicBezTo>
                    <a:pt x="237" y="281"/>
                    <a:pt x="237" y="281"/>
                    <a:pt x="237" y="281"/>
                  </a:cubicBezTo>
                  <a:cubicBezTo>
                    <a:pt x="242" y="278"/>
                    <a:pt x="242" y="278"/>
                    <a:pt x="242" y="278"/>
                  </a:cubicBezTo>
                  <a:cubicBezTo>
                    <a:pt x="242" y="278"/>
                    <a:pt x="242" y="278"/>
                    <a:pt x="242" y="278"/>
                  </a:cubicBezTo>
                  <a:cubicBezTo>
                    <a:pt x="247" y="274"/>
                    <a:pt x="247" y="274"/>
                    <a:pt x="247" y="274"/>
                  </a:cubicBezTo>
                  <a:cubicBezTo>
                    <a:pt x="247" y="274"/>
                    <a:pt x="247" y="274"/>
                    <a:pt x="247" y="274"/>
                  </a:cubicBezTo>
                  <a:cubicBezTo>
                    <a:pt x="251" y="269"/>
                    <a:pt x="251" y="269"/>
                    <a:pt x="251" y="269"/>
                  </a:cubicBezTo>
                  <a:cubicBezTo>
                    <a:pt x="251" y="269"/>
                    <a:pt x="251" y="269"/>
                    <a:pt x="251" y="269"/>
                  </a:cubicBezTo>
                  <a:cubicBezTo>
                    <a:pt x="250" y="266"/>
                    <a:pt x="250" y="266"/>
                    <a:pt x="250" y="266"/>
                  </a:cubicBezTo>
                  <a:cubicBezTo>
                    <a:pt x="250" y="266"/>
                    <a:pt x="250" y="266"/>
                    <a:pt x="250" y="266"/>
                  </a:cubicBezTo>
                  <a:cubicBezTo>
                    <a:pt x="250" y="263"/>
                    <a:pt x="250" y="263"/>
                    <a:pt x="250" y="263"/>
                  </a:cubicBezTo>
                  <a:cubicBezTo>
                    <a:pt x="250" y="263"/>
                    <a:pt x="250" y="263"/>
                    <a:pt x="250" y="263"/>
                  </a:cubicBezTo>
                  <a:cubicBezTo>
                    <a:pt x="249" y="259"/>
                    <a:pt x="249" y="259"/>
                    <a:pt x="249" y="259"/>
                  </a:cubicBezTo>
                  <a:cubicBezTo>
                    <a:pt x="249" y="259"/>
                    <a:pt x="249" y="259"/>
                    <a:pt x="249" y="259"/>
                  </a:cubicBezTo>
                  <a:cubicBezTo>
                    <a:pt x="249" y="256"/>
                    <a:pt x="249" y="256"/>
                    <a:pt x="249" y="256"/>
                  </a:cubicBezTo>
                  <a:cubicBezTo>
                    <a:pt x="249" y="256"/>
                    <a:pt x="249" y="256"/>
                    <a:pt x="249" y="256"/>
                  </a:cubicBezTo>
                  <a:cubicBezTo>
                    <a:pt x="247" y="254"/>
                    <a:pt x="247" y="254"/>
                    <a:pt x="247" y="254"/>
                  </a:cubicBezTo>
                  <a:cubicBezTo>
                    <a:pt x="247" y="254"/>
                    <a:pt x="247" y="254"/>
                    <a:pt x="247" y="254"/>
                  </a:cubicBezTo>
                  <a:cubicBezTo>
                    <a:pt x="246" y="251"/>
                    <a:pt x="246" y="251"/>
                    <a:pt x="246" y="251"/>
                  </a:cubicBezTo>
                  <a:cubicBezTo>
                    <a:pt x="246" y="251"/>
                    <a:pt x="246" y="251"/>
                    <a:pt x="246" y="251"/>
                  </a:cubicBezTo>
                  <a:cubicBezTo>
                    <a:pt x="243" y="248"/>
                    <a:pt x="243" y="248"/>
                    <a:pt x="243" y="248"/>
                  </a:cubicBezTo>
                  <a:cubicBezTo>
                    <a:pt x="243" y="248"/>
                    <a:pt x="243" y="248"/>
                    <a:pt x="243" y="248"/>
                  </a:cubicBezTo>
                  <a:cubicBezTo>
                    <a:pt x="242" y="245"/>
                    <a:pt x="242" y="245"/>
                    <a:pt x="242" y="245"/>
                  </a:cubicBezTo>
                  <a:cubicBezTo>
                    <a:pt x="242" y="245"/>
                    <a:pt x="242" y="245"/>
                    <a:pt x="242" y="245"/>
                  </a:cubicBezTo>
                  <a:cubicBezTo>
                    <a:pt x="236" y="244"/>
                    <a:pt x="236" y="244"/>
                    <a:pt x="236" y="244"/>
                  </a:cubicBezTo>
                  <a:cubicBezTo>
                    <a:pt x="236" y="244"/>
                    <a:pt x="236" y="244"/>
                    <a:pt x="236" y="244"/>
                  </a:cubicBezTo>
                  <a:cubicBezTo>
                    <a:pt x="214" y="268"/>
                    <a:pt x="214" y="268"/>
                    <a:pt x="214" y="268"/>
                  </a:cubicBezTo>
                  <a:cubicBezTo>
                    <a:pt x="214" y="268"/>
                    <a:pt x="214" y="268"/>
                    <a:pt x="214" y="268"/>
                  </a:cubicBezTo>
                  <a:cubicBezTo>
                    <a:pt x="213" y="274"/>
                    <a:pt x="213" y="274"/>
                    <a:pt x="213" y="274"/>
                  </a:cubicBezTo>
                  <a:cubicBezTo>
                    <a:pt x="213" y="274"/>
                    <a:pt x="213" y="274"/>
                    <a:pt x="213" y="274"/>
                  </a:cubicBezTo>
                  <a:cubicBezTo>
                    <a:pt x="212" y="279"/>
                    <a:pt x="212" y="279"/>
                    <a:pt x="212" y="279"/>
                  </a:cubicBezTo>
                  <a:cubicBezTo>
                    <a:pt x="212" y="279"/>
                    <a:pt x="212" y="279"/>
                    <a:pt x="212" y="279"/>
                  </a:cubicBezTo>
                  <a:cubicBezTo>
                    <a:pt x="209" y="283"/>
                    <a:pt x="209" y="283"/>
                    <a:pt x="209" y="283"/>
                  </a:cubicBezTo>
                  <a:cubicBezTo>
                    <a:pt x="209" y="283"/>
                    <a:pt x="209" y="283"/>
                    <a:pt x="209" y="283"/>
                  </a:cubicBezTo>
                  <a:cubicBezTo>
                    <a:pt x="207" y="286"/>
                    <a:pt x="207" y="286"/>
                    <a:pt x="207" y="286"/>
                  </a:cubicBezTo>
                  <a:cubicBezTo>
                    <a:pt x="207" y="286"/>
                    <a:pt x="207" y="286"/>
                    <a:pt x="207" y="286"/>
                  </a:cubicBezTo>
                  <a:cubicBezTo>
                    <a:pt x="202" y="291"/>
                    <a:pt x="202" y="291"/>
                    <a:pt x="202" y="291"/>
                  </a:cubicBezTo>
                  <a:cubicBezTo>
                    <a:pt x="202" y="291"/>
                    <a:pt x="202" y="291"/>
                    <a:pt x="202" y="291"/>
                  </a:cubicBezTo>
                  <a:cubicBezTo>
                    <a:pt x="201" y="292"/>
                    <a:pt x="200" y="293"/>
                    <a:pt x="199" y="294"/>
                  </a:cubicBezTo>
                  <a:cubicBezTo>
                    <a:pt x="199" y="294"/>
                    <a:pt x="199" y="294"/>
                    <a:pt x="199" y="294"/>
                  </a:cubicBezTo>
                  <a:cubicBezTo>
                    <a:pt x="198" y="295"/>
                    <a:pt x="197" y="296"/>
                    <a:pt x="195" y="297"/>
                  </a:cubicBezTo>
                  <a:cubicBezTo>
                    <a:pt x="195" y="297"/>
                    <a:pt x="195" y="297"/>
                    <a:pt x="195" y="297"/>
                  </a:cubicBezTo>
                  <a:cubicBezTo>
                    <a:pt x="194" y="299"/>
                    <a:pt x="194" y="300"/>
                    <a:pt x="193" y="301"/>
                  </a:cubicBezTo>
                  <a:cubicBezTo>
                    <a:pt x="193" y="301"/>
                    <a:pt x="193" y="301"/>
                    <a:pt x="193" y="301"/>
                  </a:cubicBezTo>
                  <a:cubicBezTo>
                    <a:pt x="192" y="304"/>
                    <a:pt x="192" y="307"/>
                    <a:pt x="191" y="310"/>
                  </a:cubicBezTo>
                  <a:cubicBezTo>
                    <a:pt x="191" y="310"/>
                    <a:pt x="191" y="310"/>
                    <a:pt x="191" y="310"/>
                  </a:cubicBezTo>
                  <a:cubicBezTo>
                    <a:pt x="191" y="312"/>
                    <a:pt x="190" y="315"/>
                    <a:pt x="190" y="317"/>
                  </a:cubicBezTo>
                  <a:cubicBezTo>
                    <a:pt x="190" y="317"/>
                    <a:pt x="190" y="317"/>
                    <a:pt x="190" y="317"/>
                  </a:cubicBezTo>
                  <a:cubicBezTo>
                    <a:pt x="189" y="320"/>
                    <a:pt x="189" y="322"/>
                    <a:pt x="189" y="324"/>
                  </a:cubicBezTo>
                  <a:cubicBezTo>
                    <a:pt x="189" y="324"/>
                    <a:pt x="189" y="324"/>
                    <a:pt x="189" y="324"/>
                  </a:cubicBezTo>
                  <a:cubicBezTo>
                    <a:pt x="189" y="327"/>
                    <a:pt x="189" y="330"/>
                    <a:pt x="190" y="332"/>
                  </a:cubicBezTo>
                  <a:cubicBezTo>
                    <a:pt x="190" y="332"/>
                    <a:pt x="190" y="332"/>
                    <a:pt x="190" y="332"/>
                  </a:cubicBezTo>
                  <a:cubicBezTo>
                    <a:pt x="190" y="335"/>
                    <a:pt x="190" y="337"/>
                    <a:pt x="190" y="339"/>
                  </a:cubicBezTo>
                  <a:cubicBezTo>
                    <a:pt x="190" y="339"/>
                    <a:pt x="190" y="339"/>
                    <a:pt x="190" y="339"/>
                  </a:cubicBezTo>
                  <a:cubicBezTo>
                    <a:pt x="191" y="342"/>
                    <a:pt x="192" y="344"/>
                    <a:pt x="193" y="346"/>
                  </a:cubicBezTo>
                  <a:cubicBezTo>
                    <a:pt x="193" y="346"/>
                    <a:pt x="193" y="346"/>
                    <a:pt x="193" y="346"/>
                  </a:cubicBezTo>
                  <a:cubicBezTo>
                    <a:pt x="194" y="349"/>
                    <a:pt x="194" y="351"/>
                    <a:pt x="195" y="353"/>
                  </a:cubicBezTo>
                  <a:cubicBezTo>
                    <a:pt x="195" y="353"/>
                    <a:pt x="195" y="353"/>
                    <a:pt x="195" y="353"/>
                  </a:cubicBezTo>
                  <a:cubicBezTo>
                    <a:pt x="200" y="359"/>
                    <a:pt x="200" y="359"/>
                    <a:pt x="200" y="359"/>
                  </a:cubicBezTo>
                  <a:close/>
                  <a:moveTo>
                    <a:pt x="634" y="347"/>
                  </a:moveTo>
                  <a:cubicBezTo>
                    <a:pt x="633" y="347"/>
                    <a:pt x="633" y="347"/>
                    <a:pt x="633" y="347"/>
                  </a:cubicBezTo>
                  <a:cubicBezTo>
                    <a:pt x="633" y="347"/>
                    <a:pt x="633" y="347"/>
                    <a:pt x="633" y="347"/>
                  </a:cubicBezTo>
                  <a:cubicBezTo>
                    <a:pt x="633" y="346"/>
                    <a:pt x="633" y="346"/>
                    <a:pt x="633" y="346"/>
                  </a:cubicBezTo>
                  <a:cubicBezTo>
                    <a:pt x="633" y="346"/>
                    <a:pt x="633" y="346"/>
                    <a:pt x="633" y="346"/>
                  </a:cubicBezTo>
                  <a:cubicBezTo>
                    <a:pt x="631" y="345"/>
                    <a:pt x="631" y="345"/>
                    <a:pt x="631" y="345"/>
                  </a:cubicBezTo>
                  <a:cubicBezTo>
                    <a:pt x="631" y="345"/>
                    <a:pt x="631" y="345"/>
                    <a:pt x="631" y="345"/>
                  </a:cubicBezTo>
                  <a:cubicBezTo>
                    <a:pt x="631" y="344"/>
                    <a:pt x="631" y="344"/>
                    <a:pt x="631" y="344"/>
                  </a:cubicBezTo>
                  <a:cubicBezTo>
                    <a:pt x="631" y="344"/>
                    <a:pt x="631" y="344"/>
                    <a:pt x="631" y="344"/>
                  </a:cubicBezTo>
                  <a:cubicBezTo>
                    <a:pt x="630" y="344"/>
                    <a:pt x="630" y="344"/>
                    <a:pt x="630" y="344"/>
                  </a:cubicBezTo>
                  <a:cubicBezTo>
                    <a:pt x="630" y="344"/>
                    <a:pt x="630" y="344"/>
                    <a:pt x="630" y="344"/>
                  </a:cubicBezTo>
                  <a:cubicBezTo>
                    <a:pt x="630" y="343"/>
                    <a:pt x="630" y="343"/>
                    <a:pt x="630" y="343"/>
                  </a:cubicBezTo>
                  <a:cubicBezTo>
                    <a:pt x="630" y="343"/>
                    <a:pt x="630" y="343"/>
                    <a:pt x="630" y="343"/>
                  </a:cubicBezTo>
                  <a:cubicBezTo>
                    <a:pt x="629" y="342"/>
                    <a:pt x="629" y="342"/>
                    <a:pt x="629" y="342"/>
                  </a:cubicBezTo>
                  <a:cubicBezTo>
                    <a:pt x="629" y="342"/>
                    <a:pt x="629" y="342"/>
                    <a:pt x="629" y="342"/>
                  </a:cubicBezTo>
                  <a:cubicBezTo>
                    <a:pt x="629" y="340"/>
                    <a:pt x="629" y="340"/>
                    <a:pt x="629" y="340"/>
                  </a:cubicBezTo>
                  <a:cubicBezTo>
                    <a:pt x="629" y="340"/>
                    <a:pt x="629" y="340"/>
                    <a:pt x="629" y="340"/>
                  </a:cubicBezTo>
                  <a:cubicBezTo>
                    <a:pt x="629" y="338"/>
                    <a:pt x="629" y="338"/>
                    <a:pt x="629" y="338"/>
                  </a:cubicBezTo>
                  <a:cubicBezTo>
                    <a:pt x="629" y="338"/>
                    <a:pt x="629" y="338"/>
                    <a:pt x="629" y="338"/>
                  </a:cubicBezTo>
                  <a:cubicBezTo>
                    <a:pt x="630" y="333"/>
                    <a:pt x="630" y="333"/>
                    <a:pt x="630" y="333"/>
                  </a:cubicBezTo>
                  <a:cubicBezTo>
                    <a:pt x="630" y="333"/>
                    <a:pt x="630" y="333"/>
                    <a:pt x="630" y="333"/>
                  </a:cubicBezTo>
                  <a:cubicBezTo>
                    <a:pt x="629" y="330"/>
                    <a:pt x="629" y="330"/>
                    <a:pt x="629" y="330"/>
                  </a:cubicBezTo>
                  <a:cubicBezTo>
                    <a:pt x="629" y="330"/>
                    <a:pt x="629" y="330"/>
                    <a:pt x="629" y="330"/>
                  </a:cubicBezTo>
                  <a:cubicBezTo>
                    <a:pt x="628" y="325"/>
                    <a:pt x="628" y="325"/>
                    <a:pt x="628" y="325"/>
                  </a:cubicBezTo>
                  <a:cubicBezTo>
                    <a:pt x="628" y="325"/>
                    <a:pt x="628" y="325"/>
                    <a:pt x="628" y="325"/>
                  </a:cubicBezTo>
                  <a:cubicBezTo>
                    <a:pt x="625" y="323"/>
                    <a:pt x="625" y="323"/>
                    <a:pt x="625" y="323"/>
                  </a:cubicBezTo>
                  <a:cubicBezTo>
                    <a:pt x="625" y="323"/>
                    <a:pt x="625" y="323"/>
                    <a:pt x="625" y="323"/>
                  </a:cubicBezTo>
                  <a:cubicBezTo>
                    <a:pt x="623" y="318"/>
                    <a:pt x="623" y="318"/>
                    <a:pt x="623" y="318"/>
                  </a:cubicBezTo>
                  <a:cubicBezTo>
                    <a:pt x="623" y="318"/>
                    <a:pt x="623" y="318"/>
                    <a:pt x="623" y="318"/>
                  </a:cubicBezTo>
                  <a:cubicBezTo>
                    <a:pt x="620" y="315"/>
                    <a:pt x="620" y="315"/>
                    <a:pt x="620" y="315"/>
                  </a:cubicBezTo>
                  <a:cubicBezTo>
                    <a:pt x="620" y="315"/>
                    <a:pt x="620" y="315"/>
                    <a:pt x="620" y="315"/>
                  </a:cubicBezTo>
                  <a:cubicBezTo>
                    <a:pt x="618" y="310"/>
                    <a:pt x="618" y="310"/>
                    <a:pt x="618" y="310"/>
                  </a:cubicBezTo>
                  <a:cubicBezTo>
                    <a:pt x="618" y="310"/>
                    <a:pt x="618" y="310"/>
                    <a:pt x="618" y="310"/>
                  </a:cubicBezTo>
                  <a:cubicBezTo>
                    <a:pt x="616" y="310"/>
                    <a:pt x="616" y="310"/>
                    <a:pt x="616" y="310"/>
                  </a:cubicBezTo>
                  <a:cubicBezTo>
                    <a:pt x="616" y="310"/>
                    <a:pt x="616" y="310"/>
                    <a:pt x="616" y="310"/>
                  </a:cubicBezTo>
                  <a:cubicBezTo>
                    <a:pt x="615" y="310"/>
                    <a:pt x="615" y="310"/>
                    <a:pt x="615" y="310"/>
                  </a:cubicBezTo>
                  <a:cubicBezTo>
                    <a:pt x="615" y="310"/>
                    <a:pt x="615" y="310"/>
                    <a:pt x="615" y="310"/>
                  </a:cubicBezTo>
                  <a:cubicBezTo>
                    <a:pt x="612" y="310"/>
                    <a:pt x="612" y="310"/>
                    <a:pt x="612" y="310"/>
                  </a:cubicBezTo>
                  <a:cubicBezTo>
                    <a:pt x="612" y="310"/>
                    <a:pt x="612" y="310"/>
                    <a:pt x="612" y="310"/>
                  </a:cubicBezTo>
                  <a:cubicBezTo>
                    <a:pt x="611" y="309"/>
                    <a:pt x="611" y="309"/>
                    <a:pt x="611" y="309"/>
                  </a:cubicBezTo>
                  <a:cubicBezTo>
                    <a:pt x="611" y="309"/>
                    <a:pt x="611" y="309"/>
                    <a:pt x="611" y="309"/>
                  </a:cubicBezTo>
                  <a:cubicBezTo>
                    <a:pt x="609" y="309"/>
                    <a:pt x="609" y="309"/>
                    <a:pt x="609" y="309"/>
                  </a:cubicBezTo>
                  <a:cubicBezTo>
                    <a:pt x="609" y="309"/>
                    <a:pt x="609" y="309"/>
                    <a:pt x="609" y="309"/>
                  </a:cubicBezTo>
                  <a:cubicBezTo>
                    <a:pt x="608" y="307"/>
                    <a:pt x="608" y="307"/>
                    <a:pt x="608" y="307"/>
                  </a:cubicBezTo>
                  <a:cubicBezTo>
                    <a:pt x="608" y="307"/>
                    <a:pt x="608" y="307"/>
                    <a:pt x="608" y="307"/>
                  </a:cubicBezTo>
                  <a:cubicBezTo>
                    <a:pt x="607" y="306"/>
                    <a:pt x="607" y="306"/>
                    <a:pt x="607" y="306"/>
                  </a:cubicBezTo>
                  <a:cubicBezTo>
                    <a:pt x="607" y="306"/>
                    <a:pt x="607" y="306"/>
                    <a:pt x="607" y="306"/>
                  </a:cubicBezTo>
                  <a:cubicBezTo>
                    <a:pt x="607" y="304"/>
                    <a:pt x="607" y="304"/>
                    <a:pt x="607" y="304"/>
                  </a:cubicBezTo>
                  <a:cubicBezTo>
                    <a:pt x="607" y="304"/>
                    <a:pt x="607" y="304"/>
                    <a:pt x="607" y="304"/>
                  </a:cubicBezTo>
                  <a:cubicBezTo>
                    <a:pt x="614" y="305"/>
                    <a:pt x="614" y="305"/>
                    <a:pt x="614" y="305"/>
                  </a:cubicBezTo>
                  <a:cubicBezTo>
                    <a:pt x="614" y="305"/>
                    <a:pt x="614" y="305"/>
                    <a:pt x="614" y="305"/>
                  </a:cubicBezTo>
                  <a:cubicBezTo>
                    <a:pt x="620" y="307"/>
                    <a:pt x="620" y="307"/>
                    <a:pt x="620" y="307"/>
                  </a:cubicBezTo>
                  <a:cubicBezTo>
                    <a:pt x="620" y="307"/>
                    <a:pt x="620" y="307"/>
                    <a:pt x="620" y="307"/>
                  </a:cubicBezTo>
                  <a:cubicBezTo>
                    <a:pt x="627" y="310"/>
                    <a:pt x="627" y="310"/>
                    <a:pt x="627" y="310"/>
                  </a:cubicBezTo>
                  <a:cubicBezTo>
                    <a:pt x="627" y="310"/>
                    <a:pt x="627" y="310"/>
                    <a:pt x="627" y="310"/>
                  </a:cubicBezTo>
                  <a:cubicBezTo>
                    <a:pt x="635" y="311"/>
                    <a:pt x="635" y="311"/>
                    <a:pt x="635" y="311"/>
                  </a:cubicBezTo>
                  <a:cubicBezTo>
                    <a:pt x="635" y="311"/>
                    <a:pt x="635" y="311"/>
                    <a:pt x="635" y="311"/>
                  </a:cubicBezTo>
                  <a:cubicBezTo>
                    <a:pt x="641" y="316"/>
                    <a:pt x="641" y="316"/>
                    <a:pt x="641" y="316"/>
                  </a:cubicBezTo>
                  <a:cubicBezTo>
                    <a:pt x="641" y="316"/>
                    <a:pt x="641" y="316"/>
                    <a:pt x="641" y="316"/>
                  </a:cubicBezTo>
                  <a:cubicBezTo>
                    <a:pt x="647" y="320"/>
                    <a:pt x="647" y="320"/>
                    <a:pt x="647" y="320"/>
                  </a:cubicBezTo>
                  <a:cubicBezTo>
                    <a:pt x="647" y="320"/>
                    <a:pt x="647" y="320"/>
                    <a:pt x="647" y="320"/>
                  </a:cubicBezTo>
                  <a:cubicBezTo>
                    <a:pt x="653" y="324"/>
                    <a:pt x="653" y="324"/>
                    <a:pt x="653" y="324"/>
                  </a:cubicBezTo>
                  <a:cubicBezTo>
                    <a:pt x="653" y="324"/>
                    <a:pt x="653" y="324"/>
                    <a:pt x="653" y="324"/>
                  </a:cubicBezTo>
                  <a:cubicBezTo>
                    <a:pt x="660" y="327"/>
                    <a:pt x="660" y="327"/>
                    <a:pt x="660" y="327"/>
                  </a:cubicBezTo>
                  <a:cubicBezTo>
                    <a:pt x="660" y="327"/>
                    <a:pt x="660" y="327"/>
                    <a:pt x="660" y="327"/>
                  </a:cubicBezTo>
                  <a:cubicBezTo>
                    <a:pt x="660" y="334"/>
                    <a:pt x="660" y="334"/>
                    <a:pt x="660" y="334"/>
                  </a:cubicBezTo>
                  <a:cubicBezTo>
                    <a:pt x="660" y="334"/>
                    <a:pt x="660" y="334"/>
                    <a:pt x="660" y="334"/>
                  </a:cubicBezTo>
                  <a:cubicBezTo>
                    <a:pt x="657" y="337"/>
                    <a:pt x="657" y="337"/>
                    <a:pt x="657" y="337"/>
                  </a:cubicBezTo>
                  <a:cubicBezTo>
                    <a:pt x="657" y="337"/>
                    <a:pt x="657" y="337"/>
                    <a:pt x="657" y="337"/>
                  </a:cubicBezTo>
                  <a:cubicBezTo>
                    <a:pt x="654" y="338"/>
                    <a:pt x="654" y="338"/>
                    <a:pt x="654" y="338"/>
                  </a:cubicBezTo>
                  <a:cubicBezTo>
                    <a:pt x="654" y="338"/>
                    <a:pt x="654" y="338"/>
                    <a:pt x="654" y="338"/>
                  </a:cubicBezTo>
                  <a:cubicBezTo>
                    <a:pt x="651" y="339"/>
                    <a:pt x="651" y="339"/>
                    <a:pt x="651" y="339"/>
                  </a:cubicBezTo>
                  <a:cubicBezTo>
                    <a:pt x="651" y="339"/>
                    <a:pt x="651" y="339"/>
                    <a:pt x="651" y="339"/>
                  </a:cubicBezTo>
                  <a:cubicBezTo>
                    <a:pt x="649" y="339"/>
                    <a:pt x="649" y="339"/>
                    <a:pt x="649" y="339"/>
                  </a:cubicBezTo>
                  <a:cubicBezTo>
                    <a:pt x="649" y="339"/>
                    <a:pt x="649" y="339"/>
                    <a:pt x="649" y="339"/>
                  </a:cubicBezTo>
                  <a:cubicBezTo>
                    <a:pt x="646" y="341"/>
                    <a:pt x="646" y="341"/>
                    <a:pt x="646" y="341"/>
                  </a:cubicBezTo>
                  <a:cubicBezTo>
                    <a:pt x="646" y="341"/>
                    <a:pt x="646" y="341"/>
                    <a:pt x="646" y="341"/>
                  </a:cubicBezTo>
                  <a:cubicBezTo>
                    <a:pt x="643" y="341"/>
                    <a:pt x="643" y="341"/>
                    <a:pt x="643" y="341"/>
                  </a:cubicBezTo>
                  <a:cubicBezTo>
                    <a:pt x="643" y="341"/>
                    <a:pt x="643" y="341"/>
                    <a:pt x="643" y="341"/>
                  </a:cubicBezTo>
                  <a:cubicBezTo>
                    <a:pt x="640" y="342"/>
                    <a:pt x="640" y="342"/>
                    <a:pt x="640" y="342"/>
                  </a:cubicBezTo>
                  <a:cubicBezTo>
                    <a:pt x="640" y="342"/>
                    <a:pt x="640" y="342"/>
                    <a:pt x="640" y="342"/>
                  </a:cubicBezTo>
                  <a:cubicBezTo>
                    <a:pt x="638" y="342"/>
                    <a:pt x="638" y="342"/>
                    <a:pt x="638" y="342"/>
                  </a:cubicBezTo>
                  <a:cubicBezTo>
                    <a:pt x="638" y="342"/>
                    <a:pt x="638" y="342"/>
                    <a:pt x="638" y="342"/>
                  </a:cubicBezTo>
                  <a:cubicBezTo>
                    <a:pt x="635" y="347"/>
                    <a:pt x="635" y="347"/>
                    <a:pt x="635" y="347"/>
                  </a:cubicBezTo>
                  <a:lnTo>
                    <a:pt x="634" y="347"/>
                  </a:lnTo>
                  <a:close/>
                  <a:moveTo>
                    <a:pt x="137" y="267"/>
                  </a:moveTo>
                  <a:cubicBezTo>
                    <a:pt x="181" y="255"/>
                    <a:pt x="181" y="255"/>
                    <a:pt x="181" y="255"/>
                  </a:cubicBezTo>
                  <a:cubicBezTo>
                    <a:pt x="181" y="255"/>
                    <a:pt x="181" y="255"/>
                    <a:pt x="181" y="255"/>
                  </a:cubicBezTo>
                  <a:cubicBezTo>
                    <a:pt x="186" y="253"/>
                    <a:pt x="191" y="251"/>
                    <a:pt x="196" y="250"/>
                  </a:cubicBezTo>
                  <a:cubicBezTo>
                    <a:pt x="196" y="250"/>
                    <a:pt x="196" y="250"/>
                    <a:pt x="196" y="250"/>
                  </a:cubicBezTo>
                  <a:cubicBezTo>
                    <a:pt x="211" y="243"/>
                    <a:pt x="211" y="243"/>
                    <a:pt x="211" y="243"/>
                  </a:cubicBezTo>
                  <a:cubicBezTo>
                    <a:pt x="211" y="243"/>
                    <a:pt x="211" y="243"/>
                    <a:pt x="211" y="243"/>
                  </a:cubicBezTo>
                  <a:cubicBezTo>
                    <a:pt x="224" y="235"/>
                    <a:pt x="224" y="235"/>
                    <a:pt x="224" y="235"/>
                  </a:cubicBezTo>
                  <a:cubicBezTo>
                    <a:pt x="224" y="235"/>
                    <a:pt x="224" y="235"/>
                    <a:pt x="224" y="235"/>
                  </a:cubicBezTo>
                  <a:cubicBezTo>
                    <a:pt x="237" y="226"/>
                    <a:pt x="237" y="226"/>
                    <a:pt x="237" y="226"/>
                  </a:cubicBezTo>
                  <a:cubicBezTo>
                    <a:pt x="237" y="226"/>
                    <a:pt x="237" y="226"/>
                    <a:pt x="237" y="226"/>
                  </a:cubicBezTo>
                  <a:cubicBezTo>
                    <a:pt x="249" y="216"/>
                    <a:pt x="249" y="216"/>
                    <a:pt x="249" y="216"/>
                  </a:cubicBezTo>
                  <a:cubicBezTo>
                    <a:pt x="249" y="216"/>
                    <a:pt x="249" y="216"/>
                    <a:pt x="249" y="216"/>
                  </a:cubicBezTo>
                  <a:cubicBezTo>
                    <a:pt x="259" y="205"/>
                    <a:pt x="259" y="205"/>
                    <a:pt x="259" y="205"/>
                  </a:cubicBezTo>
                  <a:cubicBezTo>
                    <a:pt x="259" y="205"/>
                    <a:pt x="259" y="205"/>
                    <a:pt x="259" y="205"/>
                  </a:cubicBezTo>
                  <a:cubicBezTo>
                    <a:pt x="268" y="193"/>
                    <a:pt x="268" y="193"/>
                    <a:pt x="268" y="193"/>
                  </a:cubicBezTo>
                  <a:cubicBezTo>
                    <a:pt x="268" y="193"/>
                    <a:pt x="268" y="193"/>
                    <a:pt x="268" y="193"/>
                  </a:cubicBezTo>
                  <a:cubicBezTo>
                    <a:pt x="275" y="178"/>
                    <a:pt x="275" y="178"/>
                    <a:pt x="275" y="178"/>
                  </a:cubicBezTo>
                  <a:cubicBezTo>
                    <a:pt x="275" y="178"/>
                    <a:pt x="275" y="178"/>
                    <a:pt x="275" y="178"/>
                  </a:cubicBezTo>
                  <a:cubicBezTo>
                    <a:pt x="274" y="176"/>
                    <a:pt x="274" y="176"/>
                    <a:pt x="274" y="176"/>
                  </a:cubicBezTo>
                  <a:cubicBezTo>
                    <a:pt x="274" y="176"/>
                    <a:pt x="274" y="176"/>
                    <a:pt x="274" y="176"/>
                  </a:cubicBezTo>
                  <a:cubicBezTo>
                    <a:pt x="233" y="197"/>
                    <a:pt x="233" y="197"/>
                    <a:pt x="233" y="197"/>
                  </a:cubicBezTo>
                  <a:cubicBezTo>
                    <a:pt x="233" y="197"/>
                    <a:pt x="233" y="197"/>
                    <a:pt x="233" y="197"/>
                  </a:cubicBezTo>
                  <a:cubicBezTo>
                    <a:pt x="232" y="200"/>
                    <a:pt x="232" y="200"/>
                    <a:pt x="232" y="200"/>
                  </a:cubicBezTo>
                  <a:cubicBezTo>
                    <a:pt x="232" y="200"/>
                    <a:pt x="232" y="200"/>
                    <a:pt x="232" y="200"/>
                  </a:cubicBezTo>
                  <a:cubicBezTo>
                    <a:pt x="232" y="201"/>
                    <a:pt x="232" y="201"/>
                    <a:pt x="232" y="201"/>
                  </a:cubicBezTo>
                  <a:cubicBezTo>
                    <a:pt x="232" y="201"/>
                    <a:pt x="232" y="201"/>
                    <a:pt x="232" y="201"/>
                  </a:cubicBezTo>
                  <a:cubicBezTo>
                    <a:pt x="232" y="203"/>
                    <a:pt x="232" y="203"/>
                    <a:pt x="232" y="203"/>
                  </a:cubicBezTo>
                  <a:cubicBezTo>
                    <a:pt x="232" y="203"/>
                    <a:pt x="232" y="203"/>
                    <a:pt x="232" y="203"/>
                  </a:cubicBezTo>
                  <a:cubicBezTo>
                    <a:pt x="232" y="205"/>
                    <a:pt x="232" y="205"/>
                    <a:pt x="232" y="205"/>
                  </a:cubicBezTo>
                  <a:cubicBezTo>
                    <a:pt x="232" y="205"/>
                    <a:pt x="232" y="205"/>
                    <a:pt x="232" y="205"/>
                  </a:cubicBezTo>
                  <a:cubicBezTo>
                    <a:pt x="231" y="208"/>
                    <a:pt x="231" y="208"/>
                    <a:pt x="231" y="208"/>
                  </a:cubicBezTo>
                  <a:cubicBezTo>
                    <a:pt x="231" y="208"/>
                    <a:pt x="231" y="208"/>
                    <a:pt x="231" y="208"/>
                  </a:cubicBezTo>
                  <a:cubicBezTo>
                    <a:pt x="231" y="210"/>
                    <a:pt x="231" y="210"/>
                    <a:pt x="231" y="210"/>
                  </a:cubicBezTo>
                  <a:cubicBezTo>
                    <a:pt x="231" y="210"/>
                    <a:pt x="231" y="210"/>
                    <a:pt x="231" y="210"/>
                  </a:cubicBezTo>
                  <a:cubicBezTo>
                    <a:pt x="231" y="212"/>
                    <a:pt x="231" y="212"/>
                    <a:pt x="231" y="212"/>
                  </a:cubicBezTo>
                  <a:cubicBezTo>
                    <a:pt x="231" y="212"/>
                    <a:pt x="231" y="212"/>
                    <a:pt x="231" y="212"/>
                  </a:cubicBezTo>
                  <a:cubicBezTo>
                    <a:pt x="231" y="213"/>
                    <a:pt x="231" y="213"/>
                    <a:pt x="231" y="213"/>
                  </a:cubicBezTo>
                  <a:cubicBezTo>
                    <a:pt x="231" y="213"/>
                    <a:pt x="231" y="213"/>
                    <a:pt x="231" y="213"/>
                  </a:cubicBezTo>
                  <a:cubicBezTo>
                    <a:pt x="225" y="213"/>
                    <a:pt x="225" y="213"/>
                    <a:pt x="225" y="213"/>
                  </a:cubicBezTo>
                  <a:cubicBezTo>
                    <a:pt x="225" y="213"/>
                    <a:pt x="225" y="213"/>
                    <a:pt x="225" y="213"/>
                  </a:cubicBezTo>
                  <a:cubicBezTo>
                    <a:pt x="223" y="212"/>
                    <a:pt x="223" y="212"/>
                    <a:pt x="223" y="212"/>
                  </a:cubicBezTo>
                  <a:cubicBezTo>
                    <a:pt x="223" y="212"/>
                    <a:pt x="223" y="212"/>
                    <a:pt x="223" y="212"/>
                  </a:cubicBezTo>
                  <a:cubicBezTo>
                    <a:pt x="221" y="211"/>
                    <a:pt x="221" y="211"/>
                    <a:pt x="221" y="211"/>
                  </a:cubicBezTo>
                  <a:cubicBezTo>
                    <a:pt x="221" y="211"/>
                    <a:pt x="221" y="211"/>
                    <a:pt x="221" y="211"/>
                  </a:cubicBezTo>
                  <a:cubicBezTo>
                    <a:pt x="220" y="210"/>
                    <a:pt x="220" y="210"/>
                    <a:pt x="220" y="210"/>
                  </a:cubicBezTo>
                  <a:cubicBezTo>
                    <a:pt x="220" y="210"/>
                    <a:pt x="220" y="210"/>
                    <a:pt x="220" y="210"/>
                  </a:cubicBezTo>
                  <a:cubicBezTo>
                    <a:pt x="219" y="208"/>
                    <a:pt x="219" y="208"/>
                    <a:pt x="219" y="208"/>
                  </a:cubicBezTo>
                  <a:cubicBezTo>
                    <a:pt x="219" y="208"/>
                    <a:pt x="219" y="208"/>
                    <a:pt x="219" y="208"/>
                  </a:cubicBezTo>
                  <a:cubicBezTo>
                    <a:pt x="217" y="208"/>
                    <a:pt x="217" y="208"/>
                    <a:pt x="217" y="208"/>
                  </a:cubicBezTo>
                  <a:cubicBezTo>
                    <a:pt x="217" y="208"/>
                    <a:pt x="217" y="208"/>
                    <a:pt x="217" y="208"/>
                  </a:cubicBezTo>
                  <a:cubicBezTo>
                    <a:pt x="216" y="207"/>
                    <a:pt x="216" y="207"/>
                    <a:pt x="216" y="207"/>
                  </a:cubicBezTo>
                  <a:cubicBezTo>
                    <a:pt x="216" y="207"/>
                    <a:pt x="216" y="207"/>
                    <a:pt x="216" y="207"/>
                  </a:cubicBezTo>
                  <a:cubicBezTo>
                    <a:pt x="214" y="207"/>
                    <a:pt x="214" y="207"/>
                    <a:pt x="214" y="207"/>
                  </a:cubicBezTo>
                  <a:cubicBezTo>
                    <a:pt x="214" y="207"/>
                    <a:pt x="214" y="207"/>
                    <a:pt x="214" y="207"/>
                  </a:cubicBezTo>
                  <a:cubicBezTo>
                    <a:pt x="214" y="206"/>
                    <a:pt x="214" y="206"/>
                    <a:pt x="214" y="206"/>
                  </a:cubicBezTo>
                  <a:cubicBezTo>
                    <a:pt x="214" y="206"/>
                    <a:pt x="214" y="206"/>
                    <a:pt x="214" y="206"/>
                  </a:cubicBezTo>
                  <a:cubicBezTo>
                    <a:pt x="210" y="210"/>
                    <a:pt x="210" y="210"/>
                    <a:pt x="210" y="210"/>
                  </a:cubicBezTo>
                  <a:cubicBezTo>
                    <a:pt x="210" y="210"/>
                    <a:pt x="210" y="210"/>
                    <a:pt x="210" y="210"/>
                  </a:cubicBezTo>
                  <a:cubicBezTo>
                    <a:pt x="166" y="232"/>
                    <a:pt x="166" y="232"/>
                    <a:pt x="166" y="232"/>
                  </a:cubicBezTo>
                  <a:cubicBezTo>
                    <a:pt x="166" y="232"/>
                    <a:pt x="166" y="232"/>
                    <a:pt x="166" y="232"/>
                  </a:cubicBezTo>
                  <a:cubicBezTo>
                    <a:pt x="160" y="238"/>
                    <a:pt x="160" y="238"/>
                    <a:pt x="160" y="238"/>
                  </a:cubicBezTo>
                  <a:cubicBezTo>
                    <a:pt x="160" y="238"/>
                    <a:pt x="160" y="238"/>
                    <a:pt x="160" y="238"/>
                  </a:cubicBezTo>
                  <a:cubicBezTo>
                    <a:pt x="155" y="241"/>
                    <a:pt x="155" y="241"/>
                    <a:pt x="155" y="241"/>
                  </a:cubicBezTo>
                  <a:cubicBezTo>
                    <a:pt x="155" y="241"/>
                    <a:pt x="155" y="241"/>
                    <a:pt x="155" y="241"/>
                  </a:cubicBezTo>
                  <a:cubicBezTo>
                    <a:pt x="149" y="244"/>
                    <a:pt x="149" y="244"/>
                    <a:pt x="149" y="244"/>
                  </a:cubicBezTo>
                  <a:cubicBezTo>
                    <a:pt x="149" y="244"/>
                    <a:pt x="149" y="244"/>
                    <a:pt x="149" y="244"/>
                  </a:cubicBezTo>
                  <a:cubicBezTo>
                    <a:pt x="145" y="247"/>
                    <a:pt x="145" y="247"/>
                    <a:pt x="145" y="247"/>
                  </a:cubicBezTo>
                  <a:cubicBezTo>
                    <a:pt x="145" y="247"/>
                    <a:pt x="145" y="247"/>
                    <a:pt x="145" y="247"/>
                  </a:cubicBezTo>
                  <a:cubicBezTo>
                    <a:pt x="138" y="251"/>
                    <a:pt x="138" y="251"/>
                    <a:pt x="138" y="251"/>
                  </a:cubicBezTo>
                  <a:cubicBezTo>
                    <a:pt x="138" y="251"/>
                    <a:pt x="138" y="251"/>
                    <a:pt x="138" y="251"/>
                  </a:cubicBezTo>
                  <a:cubicBezTo>
                    <a:pt x="135" y="255"/>
                    <a:pt x="135" y="255"/>
                    <a:pt x="135" y="255"/>
                  </a:cubicBezTo>
                  <a:cubicBezTo>
                    <a:pt x="135" y="255"/>
                    <a:pt x="135" y="255"/>
                    <a:pt x="135" y="255"/>
                  </a:cubicBezTo>
                  <a:cubicBezTo>
                    <a:pt x="134" y="256"/>
                    <a:pt x="133" y="258"/>
                    <a:pt x="132" y="260"/>
                  </a:cubicBezTo>
                  <a:cubicBezTo>
                    <a:pt x="132" y="260"/>
                    <a:pt x="132" y="260"/>
                    <a:pt x="132" y="260"/>
                  </a:cubicBezTo>
                  <a:cubicBezTo>
                    <a:pt x="132" y="262"/>
                    <a:pt x="131" y="263"/>
                    <a:pt x="131" y="265"/>
                  </a:cubicBezTo>
                  <a:cubicBezTo>
                    <a:pt x="131" y="265"/>
                    <a:pt x="131" y="265"/>
                    <a:pt x="131" y="265"/>
                  </a:cubicBezTo>
                  <a:cubicBezTo>
                    <a:pt x="133" y="265"/>
                    <a:pt x="135" y="266"/>
                    <a:pt x="137" y="267"/>
                  </a:cubicBezTo>
                  <a:close/>
                  <a:moveTo>
                    <a:pt x="576" y="207"/>
                  </a:moveTo>
                  <a:cubicBezTo>
                    <a:pt x="581" y="167"/>
                    <a:pt x="581" y="167"/>
                    <a:pt x="581" y="167"/>
                  </a:cubicBezTo>
                  <a:cubicBezTo>
                    <a:pt x="581" y="167"/>
                    <a:pt x="581" y="167"/>
                    <a:pt x="581" y="167"/>
                  </a:cubicBezTo>
                  <a:cubicBezTo>
                    <a:pt x="627" y="138"/>
                    <a:pt x="627" y="138"/>
                    <a:pt x="627" y="138"/>
                  </a:cubicBezTo>
                  <a:cubicBezTo>
                    <a:pt x="627" y="138"/>
                    <a:pt x="627" y="138"/>
                    <a:pt x="627" y="138"/>
                  </a:cubicBezTo>
                  <a:cubicBezTo>
                    <a:pt x="633" y="141"/>
                    <a:pt x="633" y="141"/>
                    <a:pt x="633" y="141"/>
                  </a:cubicBezTo>
                  <a:cubicBezTo>
                    <a:pt x="633" y="141"/>
                    <a:pt x="633" y="141"/>
                    <a:pt x="633" y="141"/>
                  </a:cubicBezTo>
                  <a:cubicBezTo>
                    <a:pt x="630" y="149"/>
                    <a:pt x="630" y="149"/>
                    <a:pt x="630" y="149"/>
                  </a:cubicBezTo>
                  <a:cubicBezTo>
                    <a:pt x="630" y="149"/>
                    <a:pt x="630" y="149"/>
                    <a:pt x="630" y="149"/>
                  </a:cubicBezTo>
                  <a:cubicBezTo>
                    <a:pt x="628" y="157"/>
                    <a:pt x="628" y="157"/>
                    <a:pt x="628" y="157"/>
                  </a:cubicBezTo>
                  <a:cubicBezTo>
                    <a:pt x="628" y="157"/>
                    <a:pt x="628" y="157"/>
                    <a:pt x="628" y="157"/>
                  </a:cubicBezTo>
                  <a:cubicBezTo>
                    <a:pt x="623" y="163"/>
                    <a:pt x="623" y="163"/>
                    <a:pt x="623" y="163"/>
                  </a:cubicBezTo>
                  <a:cubicBezTo>
                    <a:pt x="623" y="163"/>
                    <a:pt x="623" y="163"/>
                    <a:pt x="623" y="163"/>
                  </a:cubicBezTo>
                  <a:cubicBezTo>
                    <a:pt x="619" y="169"/>
                    <a:pt x="619" y="169"/>
                    <a:pt x="619" y="169"/>
                  </a:cubicBezTo>
                  <a:cubicBezTo>
                    <a:pt x="619" y="169"/>
                    <a:pt x="619" y="169"/>
                    <a:pt x="619" y="169"/>
                  </a:cubicBezTo>
                  <a:cubicBezTo>
                    <a:pt x="612" y="175"/>
                    <a:pt x="612" y="175"/>
                    <a:pt x="612" y="175"/>
                  </a:cubicBezTo>
                  <a:cubicBezTo>
                    <a:pt x="612" y="175"/>
                    <a:pt x="612" y="175"/>
                    <a:pt x="612" y="175"/>
                  </a:cubicBezTo>
                  <a:cubicBezTo>
                    <a:pt x="607" y="181"/>
                    <a:pt x="607" y="181"/>
                    <a:pt x="607" y="181"/>
                  </a:cubicBezTo>
                  <a:cubicBezTo>
                    <a:pt x="607" y="181"/>
                    <a:pt x="607" y="181"/>
                    <a:pt x="607" y="181"/>
                  </a:cubicBezTo>
                  <a:cubicBezTo>
                    <a:pt x="601" y="187"/>
                    <a:pt x="601" y="187"/>
                    <a:pt x="601" y="187"/>
                  </a:cubicBezTo>
                  <a:cubicBezTo>
                    <a:pt x="601" y="187"/>
                    <a:pt x="601" y="187"/>
                    <a:pt x="601" y="187"/>
                  </a:cubicBezTo>
                  <a:cubicBezTo>
                    <a:pt x="597" y="193"/>
                    <a:pt x="597" y="193"/>
                    <a:pt x="597" y="193"/>
                  </a:cubicBezTo>
                  <a:cubicBezTo>
                    <a:pt x="597" y="193"/>
                    <a:pt x="597" y="193"/>
                    <a:pt x="597" y="193"/>
                  </a:cubicBezTo>
                  <a:cubicBezTo>
                    <a:pt x="593" y="196"/>
                    <a:pt x="593" y="196"/>
                    <a:pt x="593" y="196"/>
                  </a:cubicBezTo>
                  <a:cubicBezTo>
                    <a:pt x="593" y="196"/>
                    <a:pt x="593" y="196"/>
                    <a:pt x="593" y="196"/>
                  </a:cubicBezTo>
                  <a:cubicBezTo>
                    <a:pt x="592" y="198"/>
                    <a:pt x="592" y="198"/>
                    <a:pt x="592" y="198"/>
                  </a:cubicBezTo>
                  <a:cubicBezTo>
                    <a:pt x="592" y="198"/>
                    <a:pt x="592" y="198"/>
                    <a:pt x="592" y="198"/>
                  </a:cubicBezTo>
                  <a:cubicBezTo>
                    <a:pt x="589" y="200"/>
                    <a:pt x="589" y="200"/>
                    <a:pt x="589" y="200"/>
                  </a:cubicBezTo>
                  <a:cubicBezTo>
                    <a:pt x="589" y="200"/>
                    <a:pt x="589" y="200"/>
                    <a:pt x="589" y="200"/>
                  </a:cubicBezTo>
                  <a:cubicBezTo>
                    <a:pt x="587" y="201"/>
                    <a:pt x="587" y="201"/>
                    <a:pt x="587" y="201"/>
                  </a:cubicBezTo>
                  <a:cubicBezTo>
                    <a:pt x="587" y="201"/>
                    <a:pt x="587" y="201"/>
                    <a:pt x="587" y="201"/>
                  </a:cubicBezTo>
                  <a:cubicBezTo>
                    <a:pt x="584" y="204"/>
                    <a:pt x="584" y="204"/>
                    <a:pt x="584" y="204"/>
                  </a:cubicBezTo>
                  <a:cubicBezTo>
                    <a:pt x="584" y="204"/>
                    <a:pt x="584" y="204"/>
                    <a:pt x="584" y="204"/>
                  </a:cubicBezTo>
                  <a:cubicBezTo>
                    <a:pt x="582" y="206"/>
                    <a:pt x="582" y="206"/>
                    <a:pt x="582" y="206"/>
                  </a:cubicBezTo>
                  <a:cubicBezTo>
                    <a:pt x="582" y="206"/>
                    <a:pt x="582" y="206"/>
                    <a:pt x="582" y="206"/>
                  </a:cubicBezTo>
                  <a:cubicBezTo>
                    <a:pt x="579" y="207"/>
                    <a:pt x="579" y="207"/>
                    <a:pt x="579" y="207"/>
                  </a:cubicBezTo>
                  <a:cubicBezTo>
                    <a:pt x="579" y="207"/>
                    <a:pt x="579" y="207"/>
                    <a:pt x="579" y="207"/>
                  </a:cubicBezTo>
                  <a:cubicBezTo>
                    <a:pt x="576" y="207"/>
                    <a:pt x="576" y="207"/>
                    <a:pt x="576" y="207"/>
                  </a:cubicBezTo>
                  <a:close/>
                  <a:moveTo>
                    <a:pt x="1844" y="194"/>
                  </a:moveTo>
                  <a:cubicBezTo>
                    <a:pt x="1845" y="193"/>
                    <a:pt x="1845" y="193"/>
                    <a:pt x="1845" y="193"/>
                  </a:cubicBezTo>
                  <a:cubicBezTo>
                    <a:pt x="1845" y="193"/>
                    <a:pt x="1845" y="193"/>
                    <a:pt x="1845" y="193"/>
                  </a:cubicBezTo>
                  <a:cubicBezTo>
                    <a:pt x="1847" y="192"/>
                    <a:pt x="1847" y="192"/>
                    <a:pt x="1847" y="192"/>
                  </a:cubicBezTo>
                  <a:cubicBezTo>
                    <a:pt x="1847" y="192"/>
                    <a:pt x="1847" y="192"/>
                    <a:pt x="1847" y="192"/>
                  </a:cubicBezTo>
                  <a:cubicBezTo>
                    <a:pt x="1849" y="191"/>
                    <a:pt x="1849" y="191"/>
                    <a:pt x="1849" y="191"/>
                  </a:cubicBezTo>
                  <a:cubicBezTo>
                    <a:pt x="1849" y="191"/>
                    <a:pt x="1849" y="191"/>
                    <a:pt x="1849" y="191"/>
                  </a:cubicBezTo>
                  <a:cubicBezTo>
                    <a:pt x="1851" y="189"/>
                    <a:pt x="1851" y="189"/>
                    <a:pt x="1851" y="189"/>
                  </a:cubicBezTo>
                  <a:cubicBezTo>
                    <a:pt x="1851" y="189"/>
                    <a:pt x="1851" y="189"/>
                    <a:pt x="1851" y="189"/>
                  </a:cubicBezTo>
                  <a:cubicBezTo>
                    <a:pt x="1852" y="188"/>
                    <a:pt x="1852" y="188"/>
                    <a:pt x="1852" y="188"/>
                  </a:cubicBezTo>
                  <a:cubicBezTo>
                    <a:pt x="1852" y="188"/>
                    <a:pt x="1852" y="188"/>
                    <a:pt x="1852" y="188"/>
                  </a:cubicBezTo>
                  <a:cubicBezTo>
                    <a:pt x="1853" y="186"/>
                    <a:pt x="1853" y="186"/>
                    <a:pt x="1853" y="186"/>
                  </a:cubicBezTo>
                  <a:cubicBezTo>
                    <a:pt x="1853" y="186"/>
                    <a:pt x="1853" y="186"/>
                    <a:pt x="1853" y="186"/>
                  </a:cubicBezTo>
                  <a:cubicBezTo>
                    <a:pt x="1854" y="185"/>
                    <a:pt x="1854" y="185"/>
                    <a:pt x="1854" y="185"/>
                  </a:cubicBezTo>
                  <a:cubicBezTo>
                    <a:pt x="1854" y="185"/>
                    <a:pt x="1854" y="185"/>
                    <a:pt x="1854" y="185"/>
                  </a:cubicBezTo>
                  <a:cubicBezTo>
                    <a:pt x="1855" y="183"/>
                    <a:pt x="1855" y="183"/>
                    <a:pt x="1855" y="183"/>
                  </a:cubicBezTo>
                  <a:cubicBezTo>
                    <a:pt x="1855" y="183"/>
                    <a:pt x="1855" y="183"/>
                    <a:pt x="1855" y="183"/>
                  </a:cubicBezTo>
                  <a:cubicBezTo>
                    <a:pt x="1853" y="182"/>
                    <a:pt x="1853" y="182"/>
                    <a:pt x="1853" y="182"/>
                  </a:cubicBezTo>
                  <a:cubicBezTo>
                    <a:pt x="1853" y="182"/>
                    <a:pt x="1853" y="182"/>
                    <a:pt x="1853" y="182"/>
                  </a:cubicBezTo>
                  <a:cubicBezTo>
                    <a:pt x="1852" y="180"/>
                    <a:pt x="1852" y="180"/>
                    <a:pt x="1852" y="180"/>
                  </a:cubicBezTo>
                  <a:cubicBezTo>
                    <a:pt x="1852" y="180"/>
                    <a:pt x="1852" y="180"/>
                    <a:pt x="1852" y="180"/>
                  </a:cubicBezTo>
                  <a:cubicBezTo>
                    <a:pt x="1850" y="179"/>
                    <a:pt x="1850" y="179"/>
                    <a:pt x="1850" y="179"/>
                  </a:cubicBezTo>
                  <a:cubicBezTo>
                    <a:pt x="1850" y="179"/>
                    <a:pt x="1850" y="179"/>
                    <a:pt x="1850" y="179"/>
                  </a:cubicBezTo>
                  <a:cubicBezTo>
                    <a:pt x="1850" y="177"/>
                    <a:pt x="1850" y="177"/>
                    <a:pt x="1850" y="177"/>
                  </a:cubicBezTo>
                  <a:cubicBezTo>
                    <a:pt x="1850" y="177"/>
                    <a:pt x="1850" y="177"/>
                    <a:pt x="1850" y="177"/>
                  </a:cubicBezTo>
                  <a:cubicBezTo>
                    <a:pt x="1848" y="176"/>
                    <a:pt x="1848" y="176"/>
                    <a:pt x="1848" y="176"/>
                  </a:cubicBezTo>
                  <a:cubicBezTo>
                    <a:pt x="1848" y="176"/>
                    <a:pt x="1848" y="176"/>
                    <a:pt x="1848" y="176"/>
                  </a:cubicBezTo>
                  <a:cubicBezTo>
                    <a:pt x="1847" y="174"/>
                    <a:pt x="1847" y="174"/>
                    <a:pt x="1847" y="174"/>
                  </a:cubicBezTo>
                  <a:cubicBezTo>
                    <a:pt x="1847" y="174"/>
                    <a:pt x="1847" y="174"/>
                    <a:pt x="1847" y="174"/>
                  </a:cubicBezTo>
                  <a:cubicBezTo>
                    <a:pt x="1847" y="173"/>
                    <a:pt x="1847" y="173"/>
                    <a:pt x="1847" y="173"/>
                  </a:cubicBezTo>
                  <a:cubicBezTo>
                    <a:pt x="1847" y="173"/>
                    <a:pt x="1847" y="173"/>
                    <a:pt x="1847" y="173"/>
                  </a:cubicBezTo>
                  <a:cubicBezTo>
                    <a:pt x="1847" y="171"/>
                    <a:pt x="1847" y="171"/>
                    <a:pt x="1847" y="171"/>
                  </a:cubicBezTo>
                  <a:cubicBezTo>
                    <a:pt x="1847" y="171"/>
                    <a:pt x="1847" y="171"/>
                    <a:pt x="1847" y="171"/>
                  </a:cubicBezTo>
                  <a:cubicBezTo>
                    <a:pt x="1845" y="171"/>
                    <a:pt x="1845" y="171"/>
                    <a:pt x="1845" y="171"/>
                  </a:cubicBezTo>
                  <a:cubicBezTo>
                    <a:pt x="1845" y="171"/>
                    <a:pt x="1845" y="171"/>
                    <a:pt x="1845" y="171"/>
                  </a:cubicBezTo>
                  <a:cubicBezTo>
                    <a:pt x="1844" y="171"/>
                    <a:pt x="1844" y="171"/>
                    <a:pt x="1844" y="171"/>
                  </a:cubicBezTo>
                  <a:cubicBezTo>
                    <a:pt x="1844" y="171"/>
                    <a:pt x="1844" y="171"/>
                    <a:pt x="1844" y="171"/>
                  </a:cubicBezTo>
                  <a:cubicBezTo>
                    <a:pt x="1842" y="171"/>
                    <a:pt x="1842" y="171"/>
                    <a:pt x="1842" y="171"/>
                  </a:cubicBezTo>
                  <a:cubicBezTo>
                    <a:pt x="1842" y="171"/>
                    <a:pt x="1842" y="171"/>
                    <a:pt x="1842" y="171"/>
                  </a:cubicBezTo>
                  <a:cubicBezTo>
                    <a:pt x="1842" y="171"/>
                    <a:pt x="1842" y="171"/>
                    <a:pt x="1842" y="171"/>
                  </a:cubicBezTo>
                  <a:cubicBezTo>
                    <a:pt x="1842" y="171"/>
                    <a:pt x="1842" y="171"/>
                    <a:pt x="1842" y="171"/>
                  </a:cubicBezTo>
                  <a:cubicBezTo>
                    <a:pt x="1840" y="172"/>
                    <a:pt x="1840" y="172"/>
                    <a:pt x="1840" y="172"/>
                  </a:cubicBezTo>
                  <a:cubicBezTo>
                    <a:pt x="1840" y="172"/>
                    <a:pt x="1840" y="172"/>
                    <a:pt x="1840" y="172"/>
                  </a:cubicBezTo>
                  <a:cubicBezTo>
                    <a:pt x="1838" y="173"/>
                    <a:pt x="1838" y="173"/>
                    <a:pt x="1838" y="173"/>
                  </a:cubicBezTo>
                  <a:cubicBezTo>
                    <a:pt x="1838" y="173"/>
                    <a:pt x="1838" y="173"/>
                    <a:pt x="1838" y="173"/>
                  </a:cubicBezTo>
                  <a:cubicBezTo>
                    <a:pt x="1838" y="173"/>
                    <a:pt x="1838" y="173"/>
                    <a:pt x="1838" y="173"/>
                  </a:cubicBezTo>
                  <a:cubicBezTo>
                    <a:pt x="1838" y="173"/>
                    <a:pt x="1838" y="173"/>
                    <a:pt x="1838" y="173"/>
                  </a:cubicBezTo>
                  <a:cubicBezTo>
                    <a:pt x="1838" y="176"/>
                    <a:pt x="1838" y="176"/>
                    <a:pt x="1838" y="176"/>
                  </a:cubicBezTo>
                  <a:cubicBezTo>
                    <a:pt x="1838" y="176"/>
                    <a:pt x="1838" y="176"/>
                    <a:pt x="1838" y="176"/>
                  </a:cubicBezTo>
                  <a:cubicBezTo>
                    <a:pt x="1838" y="179"/>
                    <a:pt x="1838" y="179"/>
                    <a:pt x="1838" y="179"/>
                  </a:cubicBezTo>
                  <a:cubicBezTo>
                    <a:pt x="1838" y="179"/>
                    <a:pt x="1838" y="179"/>
                    <a:pt x="1838" y="179"/>
                  </a:cubicBezTo>
                  <a:cubicBezTo>
                    <a:pt x="1838" y="182"/>
                    <a:pt x="1838" y="182"/>
                    <a:pt x="1838" y="182"/>
                  </a:cubicBezTo>
                  <a:cubicBezTo>
                    <a:pt x="1838" y="182"/>
                    <a:pt x="1838" y="182"/>
                    <a:pt x="1838" y="182"/>
                  </a:cubicBezTo>
                  <a:cubicBezTo>
                    <a:pt x="1840" y="185"/>
                    <a:pt x="1840" y="185"/>
                    <a:pt x="1840" y="185"/>
                  </a:cubicBezTo>
                  <a:cubicBezTo>
                    <a:pt x="1840" y="185"/>
                    <a:pt x="1840" y="185"/>
                    <a:pt x="1840" y="185"/>
                  </a:cubicBezTo>
                  <a:cubicBezTo>
                    <a:pt x="1840" y="187"/>
                    <a:pt x="1840" y="187"/>
                    <a:pt x="1840" y="187"/>
                  </a:cubicBezTo>
                  <a:cubicBezTo>
                    <a:pt x="1840" y="187"/>
                    <a:pt x="1840" y="187"/>
                    <a:pt x="1840" y="187"/>
                  </a:cubicBezTo>
                  <a:cubicBezTo>
                    <a:pt x="1841" y="189"/>
                    <a:pt x="1841" y="189"/>
                    <a:pt x="1841" y="189"/>
                  </a:cubicBezTo>
                  <a:cubicBezTo>
                    <a:pt x="1841" y="189"/>
                    <a:pt x="1841" y="189"/>
                    <a:pt x="1841" y="189"/>
                  </a:cubicBezTo>
                  <a:cubicBezTo>
                    <a:pt x="1841" y="192"/>
                    <a:pt x="1841" y="192"/>
                    <a:pt x="1841" y="192"/>
                  </a:cubicBezTo>
                  <a:cubicBezTo>
                    <a:pt x="1841" y="192"/>
                    <a:pt x="1841" y="192"/>
                    <a:pt x="1841" y="192"/>
                  </a:cubicBezTo>
                  <a:cubicBezTo>
                    <a:pt x="1842" y="194"/>
                    <a:pt x="1842" y="194"/>
                    <a:pt x="1842" y="194"/>
                  </a:cubicBezTo>
                  <a:lnTo>
                    <a:pt x="1844" y="194"/>
                  </a:lnTo>
                  <a:close/>
                  <a:moveTo>
                    <a:pt x="1916" y="194"/>
                  </a:moveTo>
                  <a:cubicBezTo>
                    <a:pt x="1918" y="191"/>
                    <a:pt x="1918" y="191"/>
                    <a:pt x="1918" y="191"/>
                  </a:cubicBezTo>
                  <a:cubicBezTo>
                    <a:pt x="1918" y="191"/>
                    <a:pt x="1918" y="191"/>
                    <a:pt x="1918" y="191"/>
                  </a:cubicBezTo>
                  <a:cubicBezTo>
                    <a:pt x="1921" y="186"/>
                    <a:pt x="1921" y="186"/>
                    <a:pt x="1921" y="186"/>
                  </a:cubicBezTo>
                  <a:cubicBezTo>
                    <a:pt x="1921" y="186"/>
                    <a:pt x="1921" y="186"/>
                    <a:pt x="1921" y="186"/>
                  </a:cubicBezTo>
                  <a:cubicBezTo>
                    <a:pt x="1923" y="183"/>
                    <a:pt x="1923" y="183"/>
                    <a:pt x="1923" y="183"/>
                  </a:cubicBezTo>
                  <a:cubicBezTo>
                    <a:pt x="1923" y="183"/>
                    <a:pt x="1923" y="183"/>
                    <a:pt x="1923" y="183"/>
                  </a:cubicBezTo>
                  <a:cubicBezTo>
                    <a:pt x="1924" y="177"/>
                    <a:pt x="1924" y="177"/>
                    <a:pt x="1924" y="177"/>
                  </a:cubicBezTo>
                  <a:cubicBezTo>
                    <a:pt x="1924" y="177"/>
                    <a:pt x="1924" y="177"/>
                    <a:pt x="1924" y="177"/>
                  </a:cubicBezTo>
                  <a:cubicBezTo>
                    <a:pt x="1924" y="173"/>
                    <a:pt x="1924" y="173"/>
                    <a:pt x="1924" y="173"/>
                  </a:cubicBezTo>
                  <a:cubicBezTo>
                    <a:pt x="1924" y="173"/>
                    <a:pt x="1924" y="173"/>
                    <a:pt x="1924" y="173"/>
                  </a:cubicBezTo>
                  <a:cubicBezTo>
                    <a:pt x="1924" y="169"/>
                    <a:pt x="1924" y="169"/>
                    <a:pt x="1924" y="169"/>
                  </a:cubicBezTo>
                  <a:cubicBezTo>
                    <a:pt x="1924" y="169"/>
                    <a:pt x="1924" y="169"/>
                    <a:pt x="1924" y="169"/>
                  </a:cubicBezTo>
                  <a:cubicBezTo>
                    <a:pt x="1921" y="165"/>
                    <a:pt x="1921" y="165"/>
                    <a:pt x="1921" y="165"/>
                  </a:cubicBezTo>
                  <a:cubicBezTo>
                    <a:pt x="1921" y="165"/>
                    <a:pt x="1921" y="165"/>
                    <a:pt x="1921" y="165"/>
                  </a:cubicBezTo>
                  <a:cubicBezTo>
                    <a:pt x="1920" y="160"/>
                    <a:pt x="1920" y="160"/>
                    <a:pt x="1920" y="160"/>
                  </a:cubicBezTo>
                  <a:cubicBezTo>
                    <a:pt x="1920" y="160"/>
                    <a:pt x="1920" y="160"/>
                    <a:pt x="1920" y="160"/>
                  </a:cubicBezTo>
                  <a:cubicBezTo>
                    <a:pt x="1914" y="158"/>
                    <a:pt x="1914" y="158"/>
                    <a:pt x="1914" y="158"/>
                  </a:cubicBezTo>
                  <a:cubicBezTo>
                    <a:pt x="1914" y="158"/>
                    <a:pt x="1914" y="158"/>
                    <a:pt x="1914" y="158"/>
                  </a:cubicBezTo>
                  <a:cubicBezTo>
                    <a:pt x="1908" y="159"/>
                    <a:pt x="1908" y="159"/>
                    <a:pt x="1908" y="159"/>
                  </a:cubicBezTo>
                  <a:cubicBezTo>
                    <a:pt x="1908" y="159"/>
                    <a:pt x="1908" y="159"/>
                    <a:pt x="1908" y="159"/>
                  </a:cubicBezTo>
                  <a:cubicBezTo>
                    <a:pt x="1907" y="163"/>
                    <a:pt x="1907" y="163"/>
                    <a:pt x="1907" y="163"/>
                  </a:cubicBezTo>
                  <a:cubicBezTo>
                    <a:pt x="1907" y="163"/>
                    <a:pt x="1907" y="163"/>
                    <a:pt x="1907" y="163"/>
                  </a:cubicBezTo>
                  <a:cubicBezTo>
                    <a:pt x="1907" y="166"/>
                    <a:pt x="1907" y="166"/>
                    <a:pt x="1907" y="166"/>
                  </a:cubicBezTo>
                  <a:cubicBezTo>
                    <a:pt x="1907" y="166"/>
                    <a:pt x="1907" y="166"/>
                    <a:pt x="1907" y="166"/>
                  </a:cubicBezTo>
                  <a:cubicBezTo>
                    <a:pt x="1907" y="169"/>
                    <a:pt x="1907" y="169"/>
                    <a:pt x="1907" y="169"/>
                  </a:cubicBezTo>
                  <a:cubicBezTo>
                    <a:pt x="1907" y="169"/>
                    <a:pt x="1907" y="169"/>
                    <a:pt x="1907" y="169"/>
                  </a:cubicBezTo>
                  <a:cubicBezTo>
                    <a:pt x="1908" y="171"/>
                    <a:pt x="1908" y="171"/>
                    <a:pt x="1908" y="171"/>
                  </a:cubicBezTo>
                  <a:cubicBezTo>
                    <a:pt x="1908" y="171"/>
                    <a:pt x="1908" y="171"/>
                    <a:pt x="1908" y="171"/>
                  </a:cubicBezTo>
                  <a:cubicBezTo>
                    <a:pt x="1907" y="174"/>
                    <a:pt x="1907" y="174"/>
                    <a:pt x="1907" y="174"/>
                  </a:cubicBezTo>
                  <a:cubicBezTo>
                    <a:pt x="1907" y="174"/>
                    <a:pt x="1907" y="174"/>
                    <a:pt x="1907" y="174"/>
                  </a:cubicBezTo>
                  <a:cubicBezTo>
                    <a:pt x="1907" y="177"/>
                    <a:pt x="1907" y="177"/>
                    <a:pt x="1907" y="177"/>
                  </a:cubicBezTo>
                  <a:cubicBezTo>
                    <a:pt x="1907" y="177"/>
                    <a:pt x="1907" y="177"/>
                    <a:pt x="1907" y="177"/>
                  </a:cubicBezTo>
                  <a:cubicBezTo>
                    <a:pt x="1906" y="180"/>
                    <a:pt x="1906" y="180"/>
                    <a:pt x="1906" y="180"/>
                  </a:cubicBezTo>
                  <a:cubicBezTo>
                    <a:pt x="1906" y="180"/>
                    <a:pt x="1906" y="180"/>
                    <a:pt x="1906" y="180"/>
                  </a:cubicBezTo>
                  <a:cubicBezTo>
                    <a:pt x="1905" y="183"/>
                    <a:pt x="1905" y="183"/>
                    <a:pt x="1905" y="183"/>
                  </a:cubicBezTo>
                  <a:cubicBezTo>
                    <a:pt x="1905" y="183"/>
                    <a:pt x="1905" y="183"/>
                    <a:pt x="1905" y="183"/>
                  </a:cubicBezTo>
                  <a:cubicBezTo>
                    <a:pt x="1905" y="185"/>
                    <a:pt x="1905" y="185"/>
                    <a:pt x="1905" y="185"/>
                  </a:cubicBezTo>
                  <a:cubicBezTo>
                    <a:pt x="1905" y="185"/>
                    <a:pt x="1905" y="185"/>
                    <a:pt x="1905" y="185"/>
                  </a:cubicBezTo>
                  <a:cubicBezTo>
                    <a:pt x="1906" y="187"/>
                    <a:pt x="1906" y="187"/>
                    <a:pt x="1906" y="187"/>
                  </a:cubicBezTo>
                  <a:cubicBezTo>
                    <a:pt x="1906" y="187"/>
                    <a:pt x="1906" y="187"/>
                    <a:pt x="1906" y="187"/>
                  </a:cubicBezTo>
                  <a:cubicBezTo>
                    <a:pt x="1907" y="189"/>
                    <a:pt x="1907" y="189"/>
                    <a:pt x="1907" y="189"/>
                  </a:cubicBezTo>
                  <a:cubicBezTo>
                    <a:pt x="1907" y="189"/>
                    <a:pt x="1907" y="189"/>
                    <a:pt x="1907" y="189"/>
                  </a:cubicBezTo>
                  <a:cubicBezTo>
                    <a:pt x="1908" y="190"/>
                    <a:pt x="1908" y="190"/>
                    <a:pt x="1908" y="190"/>
                  </a:cubicBezTo>
                  <a:cubicBezTo>
                    <a:pt x="1908" y="190"/>
                    <a:pt x="1908" y="190"/>
                    <a:pt x="1908" y="190"/>
                  </a:cubicBezTo>
                  <a:cubicBezTo>
                    <a:pt x="1909" y="192"/>
                    <a:pt x="1909" y="192"/>
                    <a:pt x="1909" y="192"/>
                  </a:cubicBezTo>
                  <a:cubicBezTo>
                    <a:pt x="1909" y="192"/>
                    <a:pt x="1909" y="192"/>
                    <a:pt x="1909" y="192"/>
                  </a:cubicBezTo>
                  <a:cubicBezTo>
                    <a:pt x="1910" y="193"/>
                    <a:pt x="1910" y="193"/>
                    <a:pt x="1910" y="193"/>
                  </a:cubicBezTo>
                  <a:cubicBezTo>
                    <a:pt x="1910" y="193"/>
                    <a:pt x="1910" y="193"/>
                    <a:pt x="1910" y="193"/>
                  </a:cubicBezTo>
                  <a:cubicBezTo>
                    <a:pt x="1911" y="194"/>
                    <a:pt x="1911" y="194"/>
                    <a:pt x="1911" y="194"/>
                  </a:cubicBezTo>
                  <a:cubicBezTo>
                    <a:pt x="1911" y="194"/>
                    <a:pt x="1911" y="194"/>
                    <a:pt x="1911" y="194"/>
                  </a:cubicBezTo>
                  <a:cubicBezTo>
                    <a:pt x="1914" y="194"/>
                    <a:pt x="1914" y="194"/>
                    <a:pt x="1914" y="194"/>
                  </a:cubicBezTo>
                  <a:lnTo>
                    <a:pt x="1916" y="194"/>
                  </a:lnTo>
                  <a:close/>
                  <a:moveTo>
                    <a:pt x="1879" y="168"/>
                  </a:moveTo>
                  <a:cubicBezTo>
                    <a:pt x="1881" y="168"/>
                    <a:pt x="1881" y="168"/>
                    <a:pt x="1881" y="168"/>
                  </a:cubicBezTo>
                  <a:cubicBezTo>
                    <a:pt x="1881" y="168"/>
                    <a:pt x="1881" y="168"/>
                    <a:pt x="1881" y="168"/>
                  </a:cubicBezTo>
                  <a:cubicBezTo>
                    <a:pt x="1882" y="168"/>
                    <a:pt x="1882" y="168"/>
                    <a:pt x="1882" y="168"/>
                  </a:cubicBezTo>
                  <a:cubicBezTo>
                    <a:pt x="1882" y="168"/>
                    <a:pt x="1882" y="168"/>
                    <a:pt x="1882" y="168"/>
                  </a:cubicBezTo>
                  <a:cubicBezTo>
                    <a:pt x="1883" y="167"/>
                    <a:pt x="1883" y="167"/>
                    <a:pt x="1883" y="167"/>
                  </a:cubicBezTo>
                  <a:cubicBezTo>
                    <a:pt x="1883" y="167"/>
                    <a:pt x="1883" y="167"/>
                    <a:pt x="1883" y="167"/>
                  </a:cubicBezTo>
                  <a:cubicBezTo>
                    <a:pt x="1885" y="165"/>
                    <a:pt x="1885" y="165"/>
                    <a:pt x="1885" y="165"/>
                  </a:cubicBezTo>
                  <a:cubicBezTo>
                    <a:pt x="1885" y="165"/>
                    <a:pt x="1885" y="165"/>
                    <a:pt x="1885" y="165"/>
                  </a:cubicBezTo>
                  <a:cubicBezTo>
                    <a:pt x="1886" y="165"/>
                    <a:pt x="1886" y="165"/>
                    <a:pt x="1886" y="165"/>
                  </a:cubicBezTo>
                  <a:cubicBezTo>
                    <a:pt x="1886" y="165"/>
                    <a:pt x="1886" y="165"/>
                    <a:pt x="1886" y="165"/>
                  </a:cubicBezTo>
                  <a:cubicBezTo>
                    <a:pt x="1887" y="164"/>
                    <a:pt x="1887" y="164"/>
                    <a:pt x="1887" y="164"/>
                  </a:cubicBezTo>
                  <a:cubicBezTo>
                    <a:pt x="1887" y="164"/>
                    <a:pt x="1887" y="164"/>
                    <a:pt x="1887" y="164"/>
                  </a:cubicBezTo>
                  <a:cubicBezTo>
                    <a:pt x="1888" y="163"/>
                    <a:pt x="1888" y="163"/>
                    <a:pt x="1888" y="163"/>
                  </a:cubicBezTo>
                  <a:cubicBezTo>
                    <a:pt x="1888" y="163"/>
                    <a:pt x="1888" y="163"/>
                    <a:pt x="1888" y="163"/>
                  </a:cubicBezTo>
                  <a:cubicBezTo>
                    <a:pt x="1891" y="162"/>
                    <a:pt x="1891" y="162"/>
                    <a:pt x="1891" y="162"/>
                  </a:cubicBezTo>
                  <a:cubicBezTo>
                    <a:pt x="1891" y="162"/>
                    <a:pt x="1891" y="162"/>
                    <a:pt x="1891" y="162"/>
                  </a:cubicBezTo>
                  <a:cubicBezTo>
                    <a:pt x="1890" y="159"/>
                    <a:pt x="1890" y="159"/>
                    <a:pt x="1890" y="159"/>
                  </a:cubicBezTo>
                  <a:cubicBezTo>
                    <a:pt x="1890" y="159"/>
                    <a:pt x="1890" y="159"/>
                    <a:pt x="1890" y="159"/>
                  </a:cubicBezTo>
                  <a:cubicBezTo>
                    <a:pt x="1890" y="157"/>
                    <a:pt x="1890" y="157"/>
                    <a:pt x="1890" y="157"/>
                  </a:cubicBezTo>
                  <a:cubicBezTo>
                    <a:pt x="1890" y="157"/>
                    <a:pt x="1890" y="157"/>
                    <a:pt x="1890" y="157"/>
                  </a:cubicBezTo>
                  <a:cubicBezTo>
                    <a:pt x="1888" y="154"/>
                    <a:pt x="1888" y="154"/>
                    <a:pt x="1888" y="154"/>
                  </a:cubicBezTo>
                  <a:cubicBezTo>
                    <a:pt x="1888" y="154"/>
                    <a:pt x="1888" y="154"/>
                    <a:pt x="1888" y="154"/>
                  </a:cubicBezTo>
                  <a:cubicBezTo>
                    <a:pt x="1886" y="150"/>
                    <a:pt x="1886" y="150"/>
                    <a:pt x="1886" y="150"/>
                  </a:cubicBezTo>
                  <a:cubicBezTo>
                    <a:pt x="1886" y="150"/>
                    <a:pt x="1886" y="150"/>
                    <a:pt x="1886" y="150"/>
                  </a:cubicBezTo>
                  <a:cubicBezTo>
                    <a:pt x="1882" y="148"/>
                    <a:pt x="1882" y="148"/>
                    <a:pt x="1882" y="148"/>
                  </a:cubicBezTo>
                  <a:cubicBezTo>
                    <a:pt x="1882" y="148"/>
                    <a:pt x="1882" y="148"/>
                    <a:pt x="1882" y="148"/>
                  </a:cubicBezTo>
                  <a:cubicBezTo>
                    <a:pt x="1878" y="145"/>
                    <a:pt x="1878" y="145"/>
                    <a:pt x="1878" y="145"/>
                  </a:cubicBezTo>
                  <a:cubicBezTo>
                    <a:pt x="1878" y="145"/>
                    <a:pt x="1878" y="145"/>
                    <a:pt x="1878" y="145"/>
                  </a:cubicBezTo>
                  <a:cubicBezTo>
                    <a:pt x="1875" y="144"/>
                    <a:pt x="1875" y="144"/>
                    <a:pt x="1875" y="144"/>
                  </a:cubicBezTo>
                  <a:cubicBezTo>
                    <a:pt x="1875" y="144"/>
                    <a:pt x="1875" y="144"/>
                    <a:pt x="1875" y="144"/>
                  </a:cubicBezTo>
                  <a:cubicBezTo>
                    <a:pt x="1872" y="143"/>
                    <a:pt x="1872" y="143"/>
                    <a:pt x="1872" y="143"/>
                  </a:cubicBezTo>
                  <a:cubicBezTo>
                    <a:pt x="1872" y="143"/>
                    <a:pt x="1872" y="143"/>
                    <a:pt x="1872" y="143"/>
                  </a:cubicBezTo>
                  <a:cubicBezTo>
                    <a:pt x="1870" y="145"/>
                    <a:pt x="1870" y="145"/>
                    <a:pt x="1870" y="145"/>
                  </a:cubicBezTo>
                  <a:cubicBezTo>
                    <a:pt x="1870" y="145"/>
                    <a:pt x="1870" y="145"/>
                    <a:pt x="1870" y="145"/>
                  </a:cubicBezTo>
                  <a:cubicBezTo>
                    <a:pt x="1869" y="147"/>
                    <a:pt x="1869" y="147"/>
                    <a:pt x="1869" y="147"/>
                  </a:cubicBezTo>
                  <a:cubicBezTo>
                    <a:pt x="1869" y="147"/>
                    <a:pt x="1869" y="147"/>
                    <a:pt x="1869" y="147"/>
                  </a:cubicBezTo>
                  <a:cubicBezTo>
                    <a:pt x="1867" y="149"/>
                    <a:pt x="1867" y="149"/>
                    <a:pt x="1867" y="149"/>
                  </a:cubicBezTo>
                  <a:cubicBezTo>
                    <a:pt x="1867" y="149"/>
                    <a:pt x="1867" y="149"/>
                    <a:pt x="1867" y="149"/>
                  </a:cubicBezTo>
                  <a:cubicBezTo>
                    <a:pt x="1866" y="150"/>
                    <a:pt x="1866" y="150"/>
                    <a:pt x="1866" y="150"/>
                  </a:cubicBezTo>
                  <a:cubicBezTo>
                    <a:pt x="1866" y="150"/>
                    <a:pt x="1866" y="150"/>
                    <a:pt x="1866" y="150"/>
                  </a:cubicBezTo>
                  <a:cubicBezTo>
                    <a:pt x="1864" y="152"/>
                    <a:pt x="1864" y="152"/>
                    <a:pt x="1864" y="152"/>
                  </a:cubicBezTo>
                  <a:cubicBezTo>
                    <a:pt x="1864" y="152"/>
                    <a:pt x="1864" y="152"/>
                    <a:pt x="1864" y="152"/>
                  </a:cubicBezTo>
                  <a:cubicBezTo>
                    <a:pt x="1863" y="153"/>
                    <a:pt x="1863" y="153"/>
                    <a:pt x="1863" y="153"/>
                  </a:cubicBezTo>
                  <a:cubicBezTo>
                    <a:pt x="1863" y="153"/>
                    <a:pt x="1863" y="153"/>
                    <a:pt x="1863" y="153"/>
                  </a:cubicBezTo>
                  <a:cubicBezTo>
                    <a:pt x="1860" y="155"/>
                    <a:pt x="1860" y="155"/>
                    <a:pt x="1860" y="155"/>
                  </a:cubicBezTo>
                  <a:cubicBezTo>
                    <a:pt x="1860" y="155"/>
                    <a:pt x="1860" y="155"/>
                    <a:pt x="1860" y="155"/>
                  </a:cubicBezTo>
                  <a:cubicBezTo>
                    <a:pt x="1859" y="155"/>
                    <a:pt x="1859" y="155"/>
                    <a:pt x="1859" y="155"/>
                  </a:cubicBezTo>
                  <a:cubicBezTo>
                    <a:pt x="1859" y="155"/>
                    <a:pt x="1859" y="155"/>
                    <a:pt x="1859" y="155"/>
                  </a:cubicBezTo>
                  <a:cubicBezTo>
                    <a:pt x="1859" y="159"/>
                    <a:pt x="1859" y="159"/>
                    <a:pt x="1859" y="159"/>
                  </a:cubicBezTo>
                  <a:cubicBezTo>
                    <a:pt x="1859" y="159"/>
                    <a:pt x="1859" y="159"/>
                    <a:pt x="1859" y="159"/>
                  </a:cubicBezTo>
                  <a:cubicBezTo>
                    <a:pt x="1860" y="162"/>
                    <a:pt x="1860" y="162"/>
                    <a:pt x="1860" y="162"/>
                  </a:cubicBezTo>
                  <a:cubicBezTo>
                    <a:pt x="1860" y="162"/>
                    <a:pt x="1860" y="162"/>
                    <a:pt x="1860" y="162"/>
                  </a:cubicBezTo>
                  <a:cubicBezTo>
                    <a:pt x="1863" y="163"/>
                    <a:pt x="1863" y="163"/>
                    <a:pt x="1863" y="163"/>
                  </a:cubicBezTo>
                  <a:cubicBezTo>
                    <a:pt x="1863" y="163"/>
                    <a:pt x="1863" y="163"/>
                    <a:pt x="1863" y="163"/>
                  </a:cubicBezTo>
                  <a:cubicBezTo>
                    <a:pt x="1865" y="164"/>
                    <a:pt x="1865" y="164"/>
                    <a:pt x="1865" y="164"/>
                  </a:cubicBezTo>
                  <a:cubicBezTo>
                    <a:pt x="1865" y="164"/>
                    <a:pt x="1865" y="164"/>
                    <a:pt x="1865" y="164"/>
                  </a:cubicBezTo>
                  <a:cubicBezTo>
                    <a:pt x="1868" y="165"/>
                    <a:pt x="1868" y="165"/>
                    <a:pt x="1868" y="165"/>
                  </a:cubicBezTo>
                  <a:cubicBezTo>
                    <a:pt x="1868" y="165"/>
                    <a:pt x="1868" y="165"/>
                    <a:pt x="1868" y="165"/>
                  </a:cubicBezTo>
                  <a:cubicBezTo>
                    <a:pt x="1870" y="166"/>
                    <a:pt x="1870" y="166"/>
                    <a:pt x="1870" y="166"/>
                  </a:cubicBezTo>
                  <a:cubicBezTo>
                    <a:pt x="1870" y="166"/>
                    <a:pt x="1870" y="166"/>
                    <a:pt x="1870" y="166"/>
                  </a:cubicBezTo>
                  <a:cubicBezTo>
                    <a:pt x="1872" y="167"/>
                    <a:pt x="1872" y="167"/>
                    <a:pt x="1872" y="167"/>
                  </a:cubicBezTo>
                  <a:cubicBezTo>
                    <a:pt x="1872" y="167"/>
                    <a:pt x="1872" y="167"/>
                    <a:pt x="1872" y="167"/>
                  </a:cubicBezTo>
                  <a:cubicBezTo>
                    <a:pt x="1874" y="168"/>
                    <a:pt x="1874" y="168"/>
                    <a:pt x="1874" y="168"/>
                  </a:cubicBezTo>
                  <a:cubicBezTo>
                    <a:pt x="1874" y="168"/>
                    <a:pt x="1874" y="168"/>
                    <a:pt x="1874" y="168"/>
                  </a:cubicBezTo>
                  <a:cubicBezTo>
                    <a:pt x="1877" y="168"/>
                    <a:pt x="1877" y="168"/>
                    <a:pt x="1877" y="168"/>
                  </a:cubicBezTo>
                  <a:lnTo>
                    <a:pt x="1879" y="168"/>
                  </a:lnTo>
                  <a:close/>
                  <a:moveTo>
                    <a:pt x="583" y="131"/>
                  </a:moveTo>
                  <a:cubicBezTo>
                    <a:pt x="583" y="130"/>
                    <a:pt x="583" y="130"/>
                    <a:pt x="583" y="130"/>
                  </a:cubicBezTo>
                  <a:cubicBezTo>
                    <a:pt x="583" y="130"/>
                    <a:pt x="583" y="130"/>
                    <a:pt x="583" y="130"/>
                  </a:cubicBezTo>
                  <a:cubicBezTo>
                    <a:pt x="583" y="128"/>
                    <a:pt x="583" y="128"/>
                    <a:pt x="583" y="128"/>
                  </a:cubicBezTo>
                  <a:cubicBezTo>
                    <a:pt x="583" y="128"/>
                    <a:pt x="583" y="128"/>
                    <a:pt x="583" y="128"/>
                  </a:cubicBezTo>
                  <a:cubicBezTo>
                    <a:pt x="583" y="128"/>
                    <a:pt x="583" y="128"/>
                    <a:pt x="583" y="128"/>
                  </a:cubicBezTo>
                  <a:cubicBezTo>
                    <a:pt x="583" y="128"/>
                    <a:pt x="583" y="128"/>
                    <a:pt x="583" y="128"/>
                  </a:cubicBezTo>
                  <a:cubicBezTo>
                    <a:pt x="583" y="126"/>
                    <a:pt x="583" y="126"/>
                    <a:pt x="583" y="126"/>
                  </a:cubicBezTo>
                  <a:cubicBezTo>
                    <a:pt x="583" y="126"/>
                    <a:pt x="583" y="126"/>
                    <a:pt x="583" y="126"/>
                  </a:cubicBezTo>
                  <a:cubicBezTo>
                    <a:pt x="583" y="125"/>
                    <a:pt x="583" y="125"/>
                    <a:pt x="583" y="125"/>
                  </a:cubicBezTo>
                  <a:cubicBezTo>
                    <a:pt x="583" y="125"/>
                    <a:pt x="583" y="125"/>
                    <a:pt x="583" y="125"/>
                  </a:cubicBezTo>
                  <a:cubicBezTo>
                    <a:pt x="583" y="123"/>
                    <a:pt x="583" y="123"/>
                    <a:pt x="583" y="123"/>
                  </a:cubicBezTo>
                  <a:cubicBezTo>
                    <a:pt x="583" y="123"/>
                    <a:pt x="583" y="123"/>
                    <a:pt x="583" y="123"/>
                  </a:cubicBezTo>
                  <a:cubicBezTo>
                    <a:pt x="583" y="122"/>
                    <a:pt x="583" y="122"/>
                    <a:pt x="583" y="122"/>
                  </a:cubicBezTo>
                  <a:cubicBezTo>
                    <a:pt x="583" y="122"/>
                    <a:pt x="583" y="122"/>
                    <a:pt x="583" y="122"/>
                  </a:cubicBezTo>
                  <a:cubicBezTo>
                    <a:pt x="583" y="119"/>
                    <a:pt x="583" y="119"/>
                    <a:pt x="583" y="119"/>
                  </a:cubicBezTo>
                  <a:cubicBezTo>
                    <a:pt x="583" y="119"/>
                    <a:pt x="583" y="119"/>
                    <a:pt x="583" y="119"/>
                  </a:cubicBezTo>
                  <a:cubicBezTo>
                    <a:pt x="607" y="111"/>
                    <a:pt x="607" y="111"/>
                    <a:pt x="607" y="111"/>
                  </a:cubicBezTo>
                  <a:cubicBezTo>
                    <a:pt x="607" y="111"/>
                    <a:pt x="607" y="111"/>
                    <a:pt x="607" y="111"/>
                  </a:cubicBezTo>
                  <a:cubicBezTo>
                    <a:pt x="604" y="114"/>
                    <a:pt x="604" y="114"/>
                    <a:pt x="604" y="114"/>
                  </a:cubicBezTo>
                  <a:cubicBezTo>
                    <a:pt x="604" y="114"/>
                    <a:pt x="604" y="114"/>
                    <a:pt x="604" y="114"/>
                  </a:cubicBezTo>
                  <a:cubicBezTo>
                    <a:pt x="602" y="117"/>
                    <a:pt x="602" y="117"/>
                    <a:pt x="602" y="117"/>
                  </a:cubicBezTo>
                  <a:cubicBezTo>
                    <a:pt x="602" y="117"/>
                    <a:pt x="602" y="117"/>
                    <a:pt x="602" y="117"/>
                  </a:cubicBezTo>
                  <a:cubicBezTo>
                    <a:pt x="599" y="120"/>
                    <a:pt x="599" y="120"/>
                    <a:pt x="599" y="120"/>
                  </a:cubicBezTo>
                  <a:cubicBezTo>
                    <a:pt x="599" y="120"/>
                    <a:pt x="599" y="120"/>
                    <a:pt x="599" y="120"/>
                  </a:cubicBezTo>
                  <a:cubicBezTo>
                    <a:pt x="597" y="123"/>
                    <a:pt x="597" y="123"/>
                    <a:pt x="597" y="123"/>
                  </a:cubicBezTo>
                  <a:cubicBezTo>
                    <a:pt x="597" y="123"/>
                    <a:pt x="597" y="123"/>
                    <a:pt x="597" y="123"/>
                  </a:cubicBezTo>
                  <a:cubicBezTo>
                    <a:pt x="593" y="126"/>
                    <a:pt x="593" y="126"/>
                    <a:pt x="593" y="126"/>
                  </a:cubicBezTo>
                  <a:cubicBezTo>
                    <a:pt x="593" y="126"/>
                    <a:pt x="593" y="126"/>
                    <a:pt x="593" y="126"/>
                  </a:cubicBezTo>
                  <a:cubicBezTo>
                    <a:pt x="591" y="128"/>
                    <a:pt x="591" y="128"/>
                    <a:pt x="591" y="128"/>
                  </a:cubicBezTo>
                  <a:cubicBezTo>
                    <a:pt x="591" y="128"/>
                    <a:pt x="591" y="128"/>
                    <a:pt x="591" y="128"/>
                  </a:cubicBezTo>
                  <a:cubicBezTo>
                    <a:pt x="587" y="130"/>
                    <a:pt x="587" y="130"/>
                    <a:pt x="587" y="130"/>
                  </a:cubicBezTo>
                  <a:cubicBezTo>
                    <a:pt x="587" y="130"/>
                    <a:pt x="587" y="130"/>
                    <a:pt x="587" y="130"/>
                  </a:cubicBezTo>
                  <a:cubicBezTo>
                    <a:pt x="584" y="131"/>
                    <a:pt x="584" y="131"/>
                    <a:pt x="584" y="131"/>
                  </a:cubicBezTo>
                  <a:lnTo>
                    <a:pt x="583" y="131"/>
                  </a:lnTo>
                  <a:close/>
                  <a:moveTo>
                    <a:pt x="1853" y="121"/>
                  </a:moveTo>
                  <a:cubicBezTo>
                    <a:pt x="1854" y="121"/>
                    <a:pt x="1854" y="121"/>
                    <a:pt x="1854" y="121"/>
                  </a:cubicBezTo>
                  <a:lnTo>
                    <a:pt x="1853" y="121"/>
                  </a:lnTo>
                  <a:close/>
                  <a:moveTo>
                    <a:pt x="196" y="69"/>
                  </a:moveTo>
                  <a:cubicBezTo>
                    <a:pt x="202" y="68"/>
                    <a:pt x="202" y="68"/>
                    <a:pt x="202" y="68"/>
                  </a:cubicBezTo>
                  <a:cubicBezTo>
                    <a:pt x="202" y="68"/>
                    <a:pt x="202" y="68"/>
                    <a:pt x="202" y="68"/>
                  </a:cubicBezTo>
                  <a:cubicBezTo>
                    <a:pt x="211" y="67"/>
                    <a:pt x="211" y="67"/>
                    <a:pt x="211" y="67"/>
                  </a:cubicBezTo>
                  <a:cubicBezTo>
                    <a:pt x="211" y="67"/>
                    <a:pt x="211" y="67"/>
                    <a:pt x="211" y="67"/>
                  </a:cubicBezTo>
                  <a:cubicBezTo>
                    <a:pt x="219" y="67"/>
                    <a:pt x="219" y="67"/>
                    <a:pt x="219" y="67"/>
                  </a:cubicBezTo>
                  <a:cubicBezTo>
                    <a:pt x="219" y="67"/>
                    <a:pt x="219" y="67"/>
                    <a:pt x="219" y="67"/>
                  </a:cubicBezTo>
                  <a:cubicBezTo>
                    <a:pt x="228" y="67"/>
                    <a:pt x="228" y="67"/>
                    <a:pt x="228" y="67"/>
                  </a:cubicBezTo>
                  <a:cubicBezTo>
                    <a:pt x="228" y="67"/>
                    <a:pt x="228" y="67"/>
                    <a:pt x="228" y="67"/>
                  </a:cubicBezTo>
                  <a:cubicBezTo>
                    <a:pt x="234" y="67"/>
                    <a:pt x="234" y="67"/>
                    <a:pt x="234" y="67"/>
                  </a:cubicBezTo>
                  <a:cubicBezTo>
                    <a:pt x="234" y="67"/>
                    <a:pt x="234" y="67"/>
                    <a:pt x="234" y="67"/>
                  </a:cubicBezTo>
                  <a:cubicBezTo>
                    <a:pt x="241" y="66"/>
                    <a:pt x="241" y="66"/>
                    <a:pt x="241" y="66"/>
                  </a:cubicBezTo>
                  <a:cubicBezTo>
                    <a:pt x="241" y="66"/>
                    <a:pt x="241" y="66"/>
                    <a:pt x="241" y="66"/>
                  </a:cubicBezTo>
                  <a:cubicBezTo>
                    <a:pt x="248" y="64"/>
                    <a:pt x="248" y="64"/>
                    <a:pt x="248" y="64"/>
                  </a:cubicBezTo>
                  <a:cubicBezTo>
                    <a:pt x="248" y="64"/>
                    <a:pt x="248" y="64"/>
                    <a:pt x="248" y="64"/>
                  </a:cubicBezTo>
                  <a:cubicBezTo>
                    <a:pt x="253" y="59"/>
                    <a:pt x="253" y="59"/>
                    <a:pt x="253" y="59"/>
                  </a:cubicBezTo>
                  <a:cubicBezTo>
                    <a:pt x="253" y="59"/>
                    <a:pt x="253" y="59"/>
                    <a:pt x="253" y="59"/>
                  </a:cubicBezTo>
                  <a:cubicBezTo>
                    <a:pt x="252" y="57"/>
                    <a:pt x="252" y="57"/>
                    <a:pt x="252" y="57"/>
                  </a:cubicBezTo>
                  <a:cubicBezTo>
                    <a:pt x="252" y="57"/>
                    <a:pt x="252" y="57"/>
                    <a:pt x="252" y="57"/>
                  </a:cubicBezTo>
                  <a:cubicBezTo>
                    <a:pt x="252" y="54"/>
                    <a:pt x="252" y="54"/>
                    <a:pt x="252" y="54"/>
                  </a:cubicBezTo>
                  <a:cubicBezTo>
                    <a:pt x="252" y="54"/>
                    <a:pt x="252" y="54"/>
                    <a:pt x="252" y="54"/>
                  </a:cubicBezTo>
                  <a:cubicBezTo>
                    <a:pt x="251" y="52"/>
                    <a:pt x="251" y="52"/>
                    <a:pt x="251" y="52"/>
                  </a:cubicBezTo>
                  <a:cubicBezTo>
                    <a:pt x="251" y="52"/>
                    <a:pt x="251" y="52"/>
                    <a:pt x="251" y="52"/>
                  </a:cubicBezTo>
                  <a:cubicBezTo>
                    <a:pt x="250" y="49"/>
                    <a:pt x="250" y="49"/>
                    <a:pt x="250" y="49"/>
                  </a:cubicBezTo>
                  <a:cubicBezTo>
                    <a:pt x="250" y="49"/>
                    <a:pt x="250" y="49"/>
                    <a:pt x="250" y="49"/>
                  </a:cubicBezTo>
                  <a:cubicBezTo>
                    <a:pt x="248" y="47"/>
                    <a:pt x="248" y="47"/>
                    <a:pt x="248" y="47"/>
                  </a:cubicBezTo>
                  <a:cubicBezTo>
                    <a:pt x="248" y="47"/>
                    <a:pt x="248" y="47"/>
                    <a:pt x="248" y="47"/>
                  </a:cubicBezTo>
                  <a:cubicBezTo>
                    <a:pt x="247" y="46"/>
                    <a:pt x="247" y="46"/>
                    <a:pt x="247" y="46"/>
                  </a:cubicBezTo>
                  <a:cubicBezTo>
                    <a:pt x="247" y="46"/>
                    <a:pt x="247" y="46"/>
                    <a:pt x="247" y="46"/>
                  </a:cubicBezTo>
                  <a:cubicBezTo>
                    <a:pt x="244" y="44"/>
                    <a:pt x="244" y="44"/>
                    <a:pt x="244" y="44"/>
                  </a:cubicBezTo>
                  <a:cubicBezTo>
                    <a:pt x="244" y="44"/>
                    <a:pt x="244" y="44"/>
                    <a:pt x="244" y="44"/>
                  </a:cubicBezTo>
                  <a:cubicBezTo>
                    <a:pt x="244" y="41"/>
                    <a:pt x="244" y="41"/>
                    <a:pt x="244" y="41"/>
                  </a:cubicBezTo>
                  <a:cubicBezTo>
                    <a:pt x="244" y="41"/>
                    <a:pt x="244" y="41"/>
                    <a:pt x="244" y="41"/>
                  </a:cubicBezTo>
                  <a:cubicBezTo>
                    <a:pt x="235" y="35"/>
                    <a:pt x="235" y="35"/>
                    <a:pt x="235" y="35"/>
                  </a:cubicBezTo>
                  <a:cubicBezTo>
                    <a:pt x="235" y="35"/>
                    <a:pt x="235" y="35"/>
                    <a:pt x="235" y="35"/>
                  </a:cubicBezTo>
                  <a:cubicBezTo>
                    <a:pt x="227" y="29"/>
                    <a:pt x="227" y="29"/>
                    <a:pt x="227" y="29"/>
                  </a:cubicBezTo>
                  <a:cubicBezTo>
                    <a:pt x="227" y="29"/>
                    <a:pt x="227" y="29"/>
                    <a:pt x="227" y="29"/>
                  </a:cubicBezTo>
                  <a:cubicBezTo>
                    <a:pt x="217" y="24"/>
                    <a:pt x="217" y="24"/>
                    <a:pt x="217" y="24"/>
                  </a:cubicBezTo>
                  <a:cubicBezTo>
                    <a:pt x="217" y="24"/>
                    <a:pt x="217" y="24"/>
                    <a:pt x="217" y="24"/>
                  </a:cubicBezTo>
                  <a:cubicBezTo>
                    <a:pt x="209" y="19"/>
                    <a:pt x="209" y="19"/>
                    <a:pt x="209" y="19"/>
                  </a:cubicBezTo>
                  <a:cubicBezTo>
                    <a:pt x="209" y="19"/>
                    <a:pt x="209" y="19"/>
                    <a:pt x="209" y="19"/>
                  </a:cubicBezTo>
                  <a:cubicBezTo>
                    <a:pt x="198" y="18"/>
                    <a:pt x="198" y="18"/>
                    <a:pt x="198" y="18"/>
                  </a:cubicBezTo>
                  <a:cubicBezTo>
                    <a:pt x="198" y="18"/>
                    <a:pt x="198" y="18"/>
                    <a:pt x="198" y="18"/>
                  </a:cubicBezTo>
                  <a:cubicBezTo>
                    <a:pt x="189" y="15"/>
                    <a:pt x="189" y="15"/>
                    <a:pt x="189" y="15"/>
                  </a:cubicBezTo>
                  <a:cubicBezTo>
                    <a:pt x="189" y="15"/>
                    <a:pt x="189" y="15"/>
                    <a:pt x="189" y="15"/>
                  </a:cubicBezTo>
                  <a:cubicBezTo>
                    <a:pt x="178" y="14"/>
                    <a:pt x="178" y="14"/>
                    <a:pt x="178" y="14"/>
                  </a:cubicBezTo>
                  <a:cubicBezTo>
                    <a:pt x="178" y="14"/>
                    <a:pt x="178" y="14"/>
                    <a:pt x="178" y="14"/>
                  </a:cubicBezTo>
                  <a:cubicBezTo>
                    <a:pt x="168" y="14"/>
                    <a:pt x="168" y="14"/>
                    <a:pt x="168" y="14"/>
                  </a:cubicBezTo>
                  <a:cubicBezTo>
                    <a:pt x="168" y="14"/>
                    <a:pt x="168" y="14"/>
                    <a:pt x="168" y="14"/>
                  </a:cubicBezTo>
                  <a:cubicBezTo>
                    <a:pt x="167" y="16"/>
                    <a:pt x="167" y="16"/>
                    <a:pt x="167" y="16"/>
                  </a:cubicBezTo>
                  <a:cubicBezTo>
                    <a:pt x="167" y="16"/>
                    <a:pt x="167" y="16"/>
                    <a:pt x="167" y="16"/>
                  </a:cubicBezTo>
                  <a:cubicBezTo>
                    <a:pt x="166" y="17"/>
                    <a:pt x="166" y="17"/>
                    <a:pt x="166" y="17"/>
                  </a:cubicBezTo>
                  <a:cubicBezTo>
                    <a:pt x="166" y="17"/>
                    <a:pt x="166" y="17"/>
                    <a:pt x="166" y="17"/>
                  </a:cubicBezTo>
                  <a:cubicBezTo>
                    <a:pt x="166" y="18"/>
                    <a:pt x="166" y="18"/>
                    <a:pt x="166" y="18"/>
                  </a:cubicBezTo>
                  <a:cubicBezTo>
                    <a:pt x="166" y="18"/>
                    <a:pt x="166" y="18"/>
                    <a:pt x="166" y="18"/>
                  </a:cubicBezTo>
                  <a:cubicBezTo>
                    <a:pt x="167" y="19"/>
                    <a:pt x="167" y="19"/>
                    <a:pt x="167" y="19"/>
                  </a:cubicBezTo>
                  <a:cubicBezTo>
                    <a:pt x="167" y="19"/>
                    <a:pt x="167" y="19"/>
                    <a:pt x="167" y="19"/>
                  </a:cubicBezTo>
                  <a:cubicBezTo>
                    <a:pt x="167" y="21"/>
                    <a:pt x="167" y="21"/>
                    <a:pt x="167" y="21"/>
                  </a:cubicBezTo>
                  <a:cubicBezTo>
                    <a:pt x="167" y="21"/>
                    <a:pt x="167" y="21"/>
                    <a:pt x="167" y="21"/>
                  </a:cubicBezTo>
                  <a:cubicBezTo>
                    <a:pt x="167" y="22"/>
                    <a:pt x="167" y="22"/>
                    <a:pt x="167" y="22"/>
                  </a:cubicBezTo>
                  <a:cubicBezTo>
                    <a:pt x="167" y="22"/>
                    <a:pt x="167" y="22"/>
                    <a:pt x="167" y="22"/>
                  </a:cubicBezTo>
                  <a:cubicBezTo>
                    <a:pt x="168" y="22"/>
                    <a:pt x="168" y="22"/>
                    <a:pt x="168" y="22"/>
                  </a:cubicBezTo>
                  <a:cubicBezTo>
                    <a:pt x="168" y="22"/>
                    <a:pt x="168" y="22"/>
                    <a:pt x="168" y="22"/>
                  </a:cubicBezTo>
                  <a:cubicBezTo>
                    <a:pt x="169" y="22"/>
                    <a:pt x="169" y="22"/>
                    <a:pt x="169" y="22"/>
                  </a:cubicBezTo>
                  <a:cubicBezTo>
                    <a:pt x="169" y="22"/>
                    <a:pt x="169" y="22"/>
                    <a:pt x="169" y="22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1" y="41"/>
                    <a:pt x="191" y="41"/>
                    <a:pt x="191" y="41"/>
                  </a:cubicBezTo>
                  <a:cubicBezTo>
                    <a:pt x="191" y="41"/>
                    <a:pt x="191" y="41"/>
                    <a:pt x="191" y="41"/>
                  </a:cubicBezTo>
                  <a:cubicBezTo>
                    <a:pt x="192" y="43"/>
                    <a:pt x="192" y="43"/>
                    <a:pt x="192" y="43"/>
                  </a:cubicBezTo>
                  <a:cubicBezTo>
                    <a:pt x="192" y="43"/>
                    <a:pt x="192" y="43"/>
                    <a:pt x="192" y="43"/>
                  </a:cubicBezTo>
                  <a:cubicBezTo>
                    <a:pt x="193" y="46"/>
                    <a:pt x="193" y="46"/>
                    <a:pt x="193" y="46"/>
                  </a:cubicBezTo>
                  <a:cubicBezTo>
                    <a:pt x="193" y="46"/>
                    <a:pt x="193" y="46"/>
                    <a:pt x="193" y="46"/>
                  </a:cubicBezTo>
                  <a:cubicBezTo>
                    <a:pt x="195" y="47"/>
                    <a:pt x="195" y="47"/>
                    <a:pt x="195" y="47"/>
                  </a:cubicBezTo>
                  <a:cubicBezTo>
                    <a:pt x="195" y="47"/>
                    <a:pt x="195" y="47"/>
                    <a:pt x="195" y="47"/>
                  </a:cubicBezTo>
                  <a:cubicBezTo>
                    <a:pt x="196" y="48"/>
                    <a:pt x="196" y="48"/>
                    <a:pt x="196" y="48"/>
                  </a:cubicBezTo>
                  <a:cubicBezTo>
                    <a:pt x="196" y="48"/>
                    <a:pt x="196" y="48"/>
                    <a:pt x="196" y="48"/>
                  </a:cubicBezTo>
                  <a:cubicBezTo>
                    <a:pt x="197" y="49"/>
                    <a:pt x="197" y="49"/>
                    <a:pt x="197" y="49"/>
                  </a:cubicBezTo>
                  <a:cubicBezTo>
                    <a:pt x="197" y="49"/>
                    <a:pt x="197" y="49"/>
                    <a:pt x="197" y="49"/>
                  </a:cubicBezTo>
                  <a:cubicBezTo>
                    <a:pt x="198" y="50"/>
                    <a:pt x="198" y="50"/>
                    <a:pt x="198" y="50"/>
                  </a:cubicBezTo>
                  <a:cubicBezTo>
                    <a:pt x="198" y="50"/>
                    <a:pt x="198" y="50"/>
                    <a:pt x="198" y="50"/>
                  </a:cubicBezTo>
                  <a:cubicBezTo>
                    <a:pt x="200" y="51"/>
                    <a:pt x="200" y="51"/>
                    <a:pt x="200" y="51"/>
                  </a:cubicBezTo>
                  <a:cubicBezTo>
                    <a:pt x="200" y="51"/>
                    <a:pt x="200" y="51"/>
                    <a:pt x="200" y="51"/>
                  </a:cubicBezTo>
                  <a:cubicBezTo>
                    <a:pt x="200" y="54"/>
                    <a:pt x="200" y="54"/>
                    <a:pt x="200" y="54"/>
                  </a:cubicBezTo>
                  <a:cubicBezTo>
                    <a:pt x="200" y="54"/>
                    <a:pt x="200" y="54"/>
                    <a:pt x="200" y="54"/>
                  </a:cubicBezTo>
                  <a:cubicBezTo>
                    <a:pt x="200" y="57"/>
                    <a:pt x="200" y="57"/>
                    <a:pt x="200" y="57"/>
                  </a:cubicBezTo>
                  <a:cubicBezTo>
                    <a:pt x="200" y="57"/>
                    <a:pt x="200" y="57"/>
                    <a:pt x="200" y="57"/>
                  </a:cubicBezTo>
                  <a:cubicBezTo>
                    <a:pt x="199" y="60"/>
                    <a:pt x="199" y="60"/>
                    <a:pt x="199" y="60"/>
                  </a:cubicBezTo>
                  <a:cubicBezTo>
                    <a:pt x="199" y="60"/>
                    <a:pt x="199" y="60"/>
                    <a:pt x="199" y="60"/>
                  </a:cubicBezTo>
                  <a:cubicBezTo>
                    <a:pt x="198" y="61"/>
                    <a:pt x="198" y="61"/>
                    <a:pt x="198" y="61"/>
                  </a:cubicBezTo>
                  <a:cubicBezTo>
                    <a:pt x="198" y="61"/>
                    <a:pt x="198" y="61"/>
                    <a:pt x="198" y="61"/>
                  </a:cubicBezTo>
                  <a:cubicBezTo>
                    <a:pt x="197" y="64"/>
                    <a:pt x="197" y="64"/>
                    <a:pt x="197" y="64"/>
                  </a:cubicBezTo>
                  <a:cubicBezTo>
                    <a:pt x="197" y="64"/>
                    <a:pt x="197" y="64"/>
                    <a:pt x="197" y="64"/>
                  </a:cubicBezTo>
                  <a:cubicBezTo>
                    <a:pt x="196" y="65"/>
                    <a:pt x="196" y="65"/>
                    <a:pt x="196" y="65"/>
                  </a:cubicBezTo>
                  <a:cubicBezTo>
                    <a:pt x="196" y="65"/>
                    <a:pt x="196" y="65"/>
                    <a:pt x="196" y="65"/>
                  </a:cubicBezTo>
                  <a:cubicBezTo>
                    <a:pt x="196" y="68"/>
                    <a:pt x="196" y="68"/>
                    <a:pt x="196" y="68"/>
                  </a:cubicBezTo>
                  <a:cubicBezTo>
                    <a:pt x="196" y="68"/>
                    <a:pt x="196" y="68"/>
                    <a:pt x="196" y="68"/>
                  </a:cubicBezTo>
                  <a:lnTo>
                    <a:pt x="196" y="69"/>
                  </a:lnTo>
                  <a:close/>
                </a:path>
              </a:pathLst>
            </a:custGeom>
            <a:solidFill>
              <a:srgbClr val="B600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9" name="íṧlíḓê"/>
            <p:cNvSpPr/>
            <p:nvPr userDrawn="1"/>
          </p:nvSpPr>
          <p:spPr bwMode="auto">
            <a:xfrm>
              <a:off x="4816081" y="4076932"/>
              <a:ext cx="4728471" cy="131499"/>
            </a:xfrm>
            <a:custGeom>
              <a:avLst/>
              <a:gdLst>
                <a:gd name="T0" fmla="*/ 28 w 2078"/>
                <a:gd name="T1" fmla="*/ 9 h 58"/>
                <a:gd name="T2" fmla="*/ 38 w 2078"/>
                <a:gd name="T3" fmla="*/ 57 h 58"/>
                <a:gd name="T4" fmla="*/ 111 w 2078"/>
                <a:gd name="T5" fmla="*/ 2 h 58"/>
                <a:gd name="T6" fmla="*/ 87 w 2078"/>
                <a:gd name="T7" fmla="*/ 2 h 58"/>
                <a:gd name="T8" fmla="*/ 111 w 2078"/>
                <a:gd name="T9" fmla="*/ 2 h 58"/>
                <a:gd name="T10" fmla="*/ 176 w 2078"/>
                <a:gd name="T11" fmla="*/ 2 h 58"/>
                <a:gd name="T12" fmla="*/ 169 w 2078"/>
                <a:gd name="T13" fmla="*/ 12 h 58"/>
                <a:gd name="T14" fmla="*/ 253 w 2078"/>
                <a:gd name="T15" fmla="*/ 45 h 58"/>
                <a:gd name="T16" fmla="*/ 226 w 2078"/>
                <a:gd name="T17" fmla="*/ 11 h 58"/>
                <a:gd name="T18" fmla="*/ 324 w 2078"/>
                <a:gd name="T19" fmla="*/ 48 h 58"/>
                <a:gd name="T20" fmla="*/ 311 w 2078"/>
                <a:gd name="T21" fmla="*/ 0 h 58"/>
                <a:gd name="T22" fmla="*/ 314 w 2078"/>
                <a:gd name="T23" fmla="*/ 27 h 58"/>
                <a:gd name="T24" fmla="*/ 395 w 2078"/>
                <a:gd name="T25" fmla="*/ 48 h 58"/>
                <a:gd name="T26" fmla="*/ 396 w 2078"/>
                <a:gd name="T27" fmla="*/ 2 h 58"/>
                <a:gd name="T28" fmla="*/ 443 w 2078"/>
                <a:gd name="T29" fmla="*/ 30 h 58"/>
                <a:gd name="T30" fmla="*/ 470 w 2078"/>
                <a:gd name="T31" fmla="*/ 9 h 58"/>
                <a:gd name="T32" fmla="*/ 535 w 2078"/>
                <a:gd name="T33" fmla="*/ 2 h 58"/>
                <a:gd name="T34" fmla="*/ 550 w 2078"/>
                <a:gd name="T35" fmla="*/ 57 h 58"/>
                <a:gd name="T36" fmla="*/ 600 w 2078"/>
                <a:gd name="T37" fmla="*/ 30 h 58"/>
                <a:gd name="T38" fmla="*/ 614 w 2078"/>
                <a:gd name="T39" fmla="*/ 58 h 58"/>
                <a:gd name="T40" fmla="*/ 627 w 2078"/>
                <a:gd name="T41" fmla="*/ 37 h 58"/>
                <a:gd name="T42" fmla="*/ 692 w 2078"/>
                <a:gd name="T43" fmla="*/ 32 h 58"/>
                <a:gd name="T44" fmla="*/ 728 w 2078"/>
                <a:gd name="T45" fmla="*/ 2 h 58"/>
                <a:gd name="T46" fmla="*/ 790 w 2078"/>
                <a:gd name="T47" fmla="*/ 45 h 58"/>
                <a:gd name="T48" fmla="*/ 763 w 2078"/>
                <a:gd name="T49" fmla="*/ 11 h 58"/>
                <a:gd name="T50" fmla="*/ 836 w 2078"/>
                <a:gd name="T51" fmla="*/ 57 h 58"/>
                <a:gd name="T52" fmla="*/ 882 w 2078"/>
                <a:gd name="T53" fmla="*/ 45 h 58"/>
                <a:gd name="T54" fmla="*/ 964 w 2078"/>
                <a:gd name="T55" fmla="*/ 57 h 58"/>
                <a:gd name="T56" fmla="*/ 939 w 2078"/>
                <a:gd name="T57" fmla="*/ 24 h 58"/>
                <a:gd name="T58" fmla="*/ 998 w 2078"/>
                <a:gd name="T59" fmla="*/ 11 h 58"/>
                <a:gd name="T60" fmla="*/ 998 w 2078"/>
                <a:gd name="T61" fmla="*/ 35 h 58"/>
                <a:gd name="T62" fmla="*/ 1027 w 2078"/>
                <a:gd name="T63" fmla="*/ 42 h 58"/>
                <a:gd name="T64" fmla="*/ 987 w 2078"/>
                <a:gd name="T65" fmla="*/ 57 h 58"/>
                <a:gd name="T66" fmla="*/ 1068 w 2078"/>
                <a:gd name="T67" fmla="*/ 34 h 58"/>
                <a:gd name="T68" fmla="*/ 1070 w 2078"/>
                <a:gd name="T69" fmla="*/ 58 h 58"/>
                <a:gd name="T70" fmla="*/ 1080 w 2078"/>
                <a:gd name="T71" fmla="*/ 18 h 58"/>
                <a:gd name="T72" fmla="*/ 1127 w 2078"/>
                <a:gd name="T73" fmla="*/ 2 h 58"/>
                <a:gd name="T74" fmla="*/ 1190 w 2078"/>
                <a:gd name="T75" fmla="*/ 11 h 58"/>
                <a:gd name="T76" fmla="*/ 1236 w 2078"/>
                <a:gd name="T77" fmla="*/ 39 h 58"/>
                <a:gd name="T78" fmla="*/ 1224 w 2078"/>
                <a:gd name="T79" fmla="*/ 39 h 58"/>
                <a:gd name="T80" fmla="*/ 1315 w 2078"/>
                <a:gd name="T81" fmla="*/ 58 h 58"/>
                <a:gd name="T82" fmla="*/ 1375 w 2078"/>
                <a:gd name="T83" fmla="*/ 57 h 58"/>
                <a:gd name="T84" fmla="*/ 1399 w 2078"/>
                <a:gd name="T85" fmla="*/ 11 h 58"/>
                <a:gd name="T86" fmla="*/ 1448 w 2078"/>
                <a:gd name="T87" fmla="*/ 11 h 58"/>
                <a:gd name="T88" fmla="*/ 1431 w 2078"/>
                <a:gd name="T89" fmla="*/ 2 h 58"/>
                <a:gd name="T90" fmla="*/ 1507 w 2078"/>
                <a:gd name="T91" fmla="*/ 33 h 58"/>
                <a:gd name="T92" fmla="*/ 1531 w 2078"/>
                <a:gd name="T93" fmla="*/ 2 h 58"/>
                <a:gd name="T94" fmla="*/ 1576 w 2078"/>
                <a:gd name="T95" fmla="*/ 58 h 58"/>
                <a:gd name="T96" fmla="*/ 1586 w 2078"/>
                <a:gd name="T97" fmla="*/ 20 h 58"/>
                <a:gd name="T98" fmla="*/ 1664 w 2078"/>
                <a:gd name="T99" fmla="*/ 57 h 58"/>
                <a:gd name="T100" fmla="*/ 1620 w 2078"/>
                <a:gd name="T101" fmla="*/ 2 h 58"/>
                <a:gd name="T102" fmla="*/ 1726 w 2078"/>
                <a:gd name="T103" fmla="*/ 45 h 58"/>
                <a:gd name="T104" fmla="*/ 1698 w 2078"/>
                <a:gd name="T105" fmla="*/ 11 h 58"/>
                <a:gd name="T106" fmla="*/ 1784 w 2078"/>
                <a:gd name="T107" fmla="*/ 0 h 58"/>
                <a:gd name="T108" fmla="*/ 1771 w 2078"/>
                <a:gd name="T109" fmla="*/ 30 h 58"/>
                <a:gd name="T110" fmla="*/ 1833 w 2078"/>
                <a:gd name="T111" fmla="*/ 2 h 58"/>
                <a:gd name="T112" fmla="*/ 1886 w 2078"/>
                <a:gd name="T113" fmla="*/ 30 h 58"/>
                <a:gd name="T114" fmla="*/ 1913 w 2078"/>
                <a:gd name="T115" fmla="*/ 9 h 58"/>
                <a:gd name="T116" fmla="*/ 1986 w 2078"/>
                <a:gd name="T117" fmla="*/ 9 h 58"/>
                <a:gd name="T118" fmla="*/ 1997 w 2078"/>
                <a:gd name="T119" fmla="*/ 57 h 58"/>
                <a:gd name="T120" fmla="*/ 2048 w 2078"/>
                <a:gd name="T121" fmla="*/ 57 h 58"/>
                <a:gd name="T122" fmla="*/ 2043 w 2078"/>
                <a:gd name="T123" fmla="*/ 2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078" h="58">
                  <a:moveTo>
                    <a:pt x="38" y="37"/>
                  </a:moveTo>
                  <a:cubicBezTo>
                    <a:pt x="38" y="48"/>
                    <a:pt x="38" y="48"/>
                    <a:pt x="38" y="48"/>
                  </a:cubicBezTo>
                  <a:cubicBezTo>
                    <a:pt x="38" y="49"/>
                    <a:pt x="38" y="49"/>
                    <a:pt x="38" y="48"/>
                  </a:cubicBezTo>
                  <a:cubicBezTo>
                    <a:pt x="34" y="49"/>
                    <a:pt x="30" y="50"/>
                    <a:pt x="28" y="50"/>
                  </a:cubicBezTo>
                  <a:cubicBezTo>
                    <a:pt x="18" y="49"/>
                    <a:pt x="12" y="43"/>
                    <a:pt x="12" y="30"/>
                  </a:cubicBezTo>
                  <a:cubicBezTo>
                    <a:pt x="12" y="16"/>
                    <a:pt x="18" y="9"/>
                    <a:pt x="28" y="9"/>
                  </a:cubicBezTo>
                  <a:cubicBezTo>
                    <a:pt x="35" y="9"/>
                    <a:pt x="38" y="12"/>
                    <a:pt x="38" y="18"/>
                  </a:cubicBezTo>
                  <a:cubicBezTo>
                    <a:pt x="51" y="18"/>
                    <a:pt x="51" y="18"/>
                    <a:pt x="51" y="18"/>
                  </a:cubicBezTo>
                  <a:cubicBezTo>
                    <a:pt x="51" y="6"/>
                    <a:pt x="43" y="0"/>
                    <a:pt x="25" y="0"/>
                  </a:cubicBezTo>
                  <a:cubicBezTo>
                    <a:pt x="9" y="2"/>
                    <a:pt x="0" y="11"/>
                    <a:pt x="0" y="30"/>
                  </a:cubicBezTo>
                  <a:cubicBezTo>
                    <a:pt x="0" y="47"/>
                    <a:pt x="9" y="57"/>
                    <a:pt x="25" y="58"/>
                  </a:cubicBezTo>
                  <a:cubicBezTo>
                    <a:pt x="31" y="58"/>
                    <a:pt x="35" y="58"/>
                    <a:pt x="38" y="57"/>
                  </a:cubicBezTo>
                  <a:cubicBezTo>
                    <a:pt x="42" y="57"/>
                    <a:pt x="46" y="57"/>
                    <a:pt x="50" y="55"/>
                  </a:cubicBezTo>
                  <a:cubicBezTo>
                    <a:pt x="50" y="27"/>
                    <a:pt x="50" y="27"/>
                    <a:pt x="50" y="27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8" y="37"/>
                    <a:pt x="28" y="37"/>
                    <a:pt x="28" y="37"/>
                  </a:cubicBezTo>
                  <a:cubicBezTo>
                    <a:pt x="38" y="37"/>
                    <a:pt x="38" y="37"/>
                    <a:pt x="38" y="37"/>
                  </a:cubicBezTo>
                  <a:close/>
                  <a:moveTo>
                    <a:pt x="111" y="2"/>
                  </a:moveTo>
                  <a:cubicBezTo>
                    <a:pt x="111" y="32"/>
                    <a:pt x="111" y="32"/>
                    <a:pt x="111" y="32"/>
                  </a:cubicBezTo>
                  <a:cubicBezTo>
                    <a:pt x="111" y="39"/>
                    <a:pt x="110" y="43"/>
                    <a:pt x="108" y="45"/>
                  </a:cubicBezTo>
                  <a:cubicBezTo>
                    <a:pt x="107" y="48"/>
                    <a:pt x="103" y="50"/>
                    <a:pt x="99" y="50"/>
                  </a:cubicBezTo>
                  <a:cubicBezTo>
                    <a:pt x="94" y="50"/>
                    <a:pt x="91" y="48"/>
                    <a:pt x="89" y="45"/>
                  </a:cubicBezTo>
                  <a:cubicBezTo>
                    <a:pt x="87" y="43"/>
                    <a:pt x="87" y="39"/>
                    <a:pt x="87" y="32"/>
                  </a:cubicBezTo>
                  <a:cubicBezTo>
                    <a:pt x="87" y="2"/>
                    <a:pt x="87" y="2"/>
                    <a:pt x="87" y="2"/>
                  </a:cubicBezTo>
                  <a:cubicBezTo>
                    <a:pt x="75" y="2"/>
                    <a:pt x="75" y="2"/>
                    <a:pt x="75" y="2"/>
                  </a:cubicBezTo>
                  <a:cubicBezTo>
                    <a:pt x="75" y="36"/>
                    <a:pt x="75" y="36"/>
                    <a:pt x="75" y="36"/>
                  </a:cubicBezTo>
                  <a:cubicBezTo>
                    <a:pt x="75" y="50"/>
                    <a:pt x="83" y="57"/>
                    <a:pt x="99" y="58"/>
                  </a:cubicBezTo>
                  <a:cubicBezTo>
                    <a:pt x="114" y="57"/>
                    <a:pt x="122" y="50"/>
                    <a:pt x="123" y="36"/>
                  </a:cubicBezTo>
                  <a:cubicBezTo>
                    <a:pt x="123" y="2"/>
                    <a:pt x="123" y="2"/>
                    <a:pt x="123" y="2"/>
                  </a:cubicBezTo>
                  <a:cubicBezTo>
                    <a:pt x="111" y="2"/>
                    <a:pt x="111" y="2"/>
                    <a:pt x="111" y="2"/>
                  </a:cubicBezTo>
                  <a:close/>
                  <a:moveTo>
                    <a:pt x="154" y="57"/>
                  </a:moveTo>
                  <a:cubicBezTo>
                    <a:pt x="158" y="45"/>
                    <a:pt x="158" y="45"/>
                    <a:pt x="158" y="45"/>
                  </a:cubicBezTo>
                  <a:cubicBezTo>
                    <a:pt x="180" y="45"/>
                    <a:pt x="180" y="45"/>
                    <a:pt x="180" y="45"/>
                  </a:cubicBezTo>
                  <a:cubicBezTo>
                    <a:pt x="184" y="57"/>
                    <a:pt x="184" y="57"/>
                    <a:pt x="184" y="57"/>
                  </a:cubicBezTo>
                  <a:cubicBezTo>
                    <a:pt x="196" y="57"/>
                    <a:pt x="196" y="57"/>
                    <a:pt x="196" y="57"/>
                  </a:cubicBezTo>
                  <a:cubicBezTo>
                    <a:pt x="176" y="2"/>
                    <a:pt x="176" y="2"/>
                    <a:pt x="176" y="2"/>
                  </a:cubicBezTo>
                  <a:cubicBezTo>
                    <a:pt x="163" y="2"/>
                    <a:pt x="163" y="2"/>
                    <a:pt x="163" y="2"/>
                  </a:cubicBezTo>
                  <a:cubicBezTo>
                    <a:pt x="143" y="57"/>
                    <a:pt x="143" y="57"/>
                    <a:pt x="143" y="57"/>
                  </a:cubicBezTo>
                  <a:cubicBezTo>
                    <a:pt x="154" y="57"/>
                    <a:pt x="154" y="57"/>
                    <a:pt x="154" y="57"/>
                  </a:cubicBezTo>
                  <a:close/>
                  <a:moveTo>
                    <a:pt x="161" y="36"/>
                  </a:moveTo>
                  <a:cubicBezTo>
                    <a:pt x="169" y="12"/>
                    <a:pt x="169" y="12"/>
                    <a:pt x="169" y="12"/>
                  </a:cubicBezTo>
                  <a:cubicBezTo>
                    <a:pt x="169" y="12"/>
                    <a:pt x="169" y="12"/>
                    <a:pt x="169" y="12"/>
                  </a:cubicBezTo>
                  <a:cubicBezTo>
                    <a:pt x="177" y="36"/>
                    <a:pt x="177" y="36"/>
                    <a:pt x="177" y="36"/>
                  </a:cubicBezTo>
                  <a:cubicBezTo>
                    <a:pt x="161" y="36"/>
                    <a:pt x="161" y="36"/>
                    <a:pt x="161" y="36"/>
                  </a:cubicBezTo>
                  <a:close/>
                  <a:moveTo>
                    <a:pt x="264" y="57"/>
                  </a:moveTo>
                  <a:cubicBezTo>
                    <a:pt x="264" y="2"/>
                    <a:pt x="264" y="2"/>
                    <a:pt x="264" y="2"/>
                  </a:cubicBezTo>
                  <a:cubicBezTo>
                    <a:pt x="253" y="2"/>
                    <a:pt x="253" y="2"/>
                    <a:pt x="253" y="2"/>
                  </a:cubicBezTo>
                  <a:cubicBezTo>
                    <a:pt x="253" y="45"/>
                    <a:pt x="253" y="45"/>
                    <a:pt x="253" y="45"/>
                  </a:cubicBezTo>
                  <a:cubicBezTo>
                    <a:pt x="253" y="45"/>
                    <a:pt x="253" y="45"/>
                    <a:pt x="253" y="45"/>
                  </a:cubicBezTo>
                  <a:cubicBezTo>
                    <a:pt x="232" y="2"/>
                    <a:pt x="232" y="2"/>
                    <a:pt x="232" y="2"/>
                  </a:cubicBezTo>
                  <a:cubicBezTo>
                    <a:pt x="215" y="2"/>
                    <a:pt x="215" y="2"/>
                    <a:pt x="215" y="2"/>
                  </a:cubicBezTo>
                  <a:cubicBezTo>
                    <a:pt x="215" y="57"/>
                    <a:pt x="215" y="57"/>
                    <a:pt x="215" y="57"/>
                  </a:cubicBezTo>
                  <a:cubicBezTo>
                    <a:pt x="226" y="57"/>
                    <a:pt x="226" y="57"/>
                    <a:pt x="226" y="57"/>
                  </a:cubicBezTo>
                  <a:cubicBezTo>
                    <a:pt x="226" y="11"/>
                    <a:pt x="226" y="11"/>
                    <a:pt x="226" y="11"/>
                  </a:cubicBezTo>
                  <a:cubicBezTo>
                    <a:pt x="226" y="11"/>
                    <a:pt x="226" y="11"/>
                    <a:pt x="226" y="11"/>
                  </a:cubicBezTo>
                  <a:cubicBezTo>
                    <a:pt x="248" y="57"/>
                    <a:pt x="248" y="57"/>
                    <a:pt x="248" y="57"/>
                  </a:cubicBezTo>
                  <a:cubicBezTo>
                    <a:pt x="264" y="57"/>
                    <a:pt x="264" y="57"/>
                    <a:pt x="264" y="57"/>
                  </a:cubicBezTo>
                  <a:close/>
                  <a:moveTo>
                    <a:pt x="324" y="37"/>
                  </a:moveTo>
                  <a:cubicBezTo>
                    <a:pt x="324" y="48"/>
                    <a:pt x="324" y="48"/>
                    <a:pt x="324" y="48"/>
                  </a:cubicBezTo>
                  <a:cubicBezTo>
                    <a:pt x="324" y="49"/>
                    <a:pt x="323" y="49"/>
                    <a:pt x="324" y="48"/>
                  </a:cubicBezTo>
                  <a:cubicBezTo>
                    <a:pt x="320" y="49"/>
                    <a:pt x="316" y="50"/>
                    <a:pt x="313" y="50"/>
                  </a:cubicBezTo>
                  <a:cubicBezTo>
                    <a:pt x="303" y="49"/>
                    <a:pt x="298" y="43"/>
                    <a:pt x="298" y="30"/>
                  </a:cubicBezTo>
                  <a:cubicBezTo>
                    <a:pt x="298" y="16"/>
                    <a:pt x="303" y="9"/>
                    <a:pt x="313" y="9"/>
                  </a:cubicBezTo>
                  <a:cubicBezTo>
                    <a:pt x="321" y="9"/>
                    <a:pt x="324" y="12"/>
                    <a:pt x="324" y="18"/>
                  </a:cubicBezTo>
                  <a:cubicBezTo>
                    <a:pt x="337" y="18"/>
                    <a:pt x="337" y="18"/>
                    <a:pt x="337" y="18"/>
                  </a:cubicBezTo>
                  <a:cubicBezTo>
                    <a:pt x="337" y="6"/>
                    <a:pt x="328" y="0"/>
                    <a:pt x="311" y="0"/>
                  </a:cubicBezTo>
                  <a:cubicBezTo>
                    <a:pt x="294" y="2"/>
                    <a:pt x="286" y="11"/>
                    <a:pt x="286" y="30"/>
                  </a:cubicBezTo>
                  <a:cubicBezTo>
                    <a:pt x="286" y="47"/>
                    <a:pt x="294" y="57"/>
                    <a:pt x="311" y="58"/>
                  </a:cubicBezTo>
                  <a:cubicBezTo>
                    <a:pt x="316" y="58"/>
                    <a:pt x="320" y="58"/>
                    <a:pt x="324" y="57"/>
                  </a:cubicBezTo>
                  <a:cubicBezTo>
                    <a:pt x="328" y="57"/>
                    <a:pt x="332" y="57"/>
                    <a:pt x="336" y="55"/>
                  </a:cubicBezTo>
                  <a:cubicBezTo>
                    <a:pt x="336" y="27"/>
                    <a:pt x="336" y="27"/>
                    <a:pt x="336" y="27"/>
                  </a:cubicBezTo>
                  <a:cubicBezTo>
                    <a:pt x="314" y="27"/>
                    <a:pt x="314" y="27"/>
                    <a:pt x="314" y="27"/>
                  </a:cubicBezTo>
                  <a:cubicBezTo>
                    <a:pt x="314" y="37"/>
                    <a:pt x="314" y="37"/>
                    <a:pt x="314" y="37"/>
                  </a:cubicBezTo>
                  <a:cubicBezTo>
                    <a:pt x="324" y="37"/>
                    <a:pt x="324" y="37"/>
                    <a:pt x="324" y="37"/>
                  </a:cubicBezTo>
                  <a:close/>
                  <a:moveTo>
                    <a:pt x="388" y="11"/>
                  </a:moveTo>
                  <a:cubicBezTo>
                    <a:pt x="395" y="11"/>
                    <a:pt x="395" y="11"/>
                    <a:pt x="395" y="11"/>
                  </a:cubicBezTo>
                  <a:cubicBezTo>
                    <a:pt x="405" y="11"/>
                    <a:pt x="411" y="17"/>
                    <a:pt x="411" y="30"/>
                  </a:cubicBezTo>
                  <a:cubicBezTo>
                    <a:pt x="411" y="42"/>
                    <a:pt x="405" y="48"/>
                    <a:pt x="395" y="48"/>
                  </a:cubicBezTo>
                  <a:cubicBezTo>
                    <a:pt x="388" y="48"/>
                    <a:pt x="388" y="48"/>
                    <a:pt x="388" y="48"/>
                  </a:cubicBezTo>
                  <a:cubicBezTo>
                    <a:pt x="388" y="11"/>
                    <a:pt x="388" y="11"/>
                    <a:pt x="388" y="11"/>
                  </a:cubicBezTo>
                  <a:close/>
                  <a:moveTo>
                    <a:pt x="377" y="57"/>
                  </a:moveTo>
                  <a:cubicBezTo>
                    <a:pt x="396" y="57"/>
                    <a:pt x="396" y="57"/>
                    <a:pt x="396" y="57"/>
                  </a:cubicBezTo>
                  <a:cubicBezTo>
                    <a:pt x="414" y="57"/>
                    <a:pt x="423" y="48"/>
                    <a:pt x="423" y="30"/>
                  </a:cubicBezTo>
                  <a:cubicBezTo>
                    <a:pt x="423" y="11"/>
                    <a:pt x="414" y="2"/>
                    <a:pt x="396" y="2"/>
                  </a:cubicBezTo>
                  <a:cubicBezTo>
                    <a:pt x="377" y="2"/>
                    <a:pt x="377" y="2"/>
                    <a:pt x="377" y="2"/>
                  </a:cubicBezTo>
                  <a:cubicBezTo>
                    <a:pt x="377" y="57"/>
                    <a:pt x="377" y="57"/>
                    <a:pt x="377" y="57"/>
                  </a:cubicBezTo>
                  <a:close/>
                  <a:moveTo>
                    <a:pt x="470" y="58"/>
                  </a:moveTo>
                  <a:cubicBezTo>
                    <a:pt x="486" y="57"/>
                    <a:pt x="495" y="48"/>
                    <a:pt x="495" y="30"/>
                  </a:cubicBezTo>
                  <a:cubicBezTo>
                    <a:pt x="495" y="11"/>
                    <a:pt x="486" y="1"/>
                    <a:pt x="470" y="0"/>
                  </a:cubicBezTo>
                  <a:cubicBezTo>
                    <a:pt x="453" y="1"/>
                    <a:pt x="444" y="11"/>
                    <a:pt x="443" y="30"/>
                  </a:cubicBezTo>
                  <a:cubicBezTo>
                    <a:pt x="444" y="48"/>
                    <a:pt x="452" y="57"/>
                    <a:pt x="470" y="58"/>
                  </a:cubicBezTo>
                  <a:close/>
                  <a:moveTo>
                    <a:pt x="470" y="9"/>
                  </a:moveTo>
                  <a:cubicBezTo>
                    <a:pt x="479" y="9"/>
                    <a:pt x="483" y="16"/>
                    <a:pt x="483" y="30"/>
                  </a:cubicBezTo>
                  <a:cubicBezTo>
                    <a:pt x="483" y="43"/>
                    <a:pt x="479" y="50"/>
                    <a:pt x="470" y="50"/>
                  </a:cubicBezTo>
                  <a:cubicBezTo>
                    <a:pt x="460" y="50"/>
                    <a:pt x="456" y="43"/>
                    <a:pt x="456" y="30"/>
                  </a:cubicBezTo>
                  <a:cubicBezTo>
                    <a:pt x="456" y="16"/>
                    <a:pt x="460" y="9"/>
                    <a:pt x="470" y="9"/>
                  </a:cubicBezTo>
                  <a:close/>
                  <a:moveTo>
                    <a:pt x="567" y="57"/>
                  </a:moveTo>
                  <a:cubicBezTo>
                    <a:pt x="567" y="2"/>
                    <a:pt x="567" y="2"/>
                    <a:pt x="567" y="2"/>
                  </a:cubicBezTo>
                  <a:cubicBezTo>
                    <a:pt x="556" y="2"/>
                    <a:pt x="556" y="2"/>
                    <a:pt x="556" y="2"/>
                  </a:cubicBezTo>
                  <a:cubicBezTo>
                    <a:pt x="556" y="45"/>
                    <a:pt x="556" y="45"/>
                    <a:pt x="556" y="45"/>
                  </a:cubicBezTo>
                  <a:cubicBezTo>
                    <a:pt x="556" y="45"/>
                    <a:pt x="556" y="45"/>
                    <a:pt x="556" y="45"/>
                  </a:cubicBezTo>
                  <a:cubicBezTo>
                    <a:pt x="535" y="2"/>
                    <a:pt x="535" y="2"/>
                    <a:pt x="535" y="2"/>
                  </a:cubicBezTo>
                  <a:cubicBezTo>
                    <a:pt x="518" y="2"/>
                    <a:pt x="518" y="2"/>
                    <a:pt x="518" y="2"/>
                  </a:cubicBezTo>
                  <a:cubicBezTo>
                    <a:pt x="518" y="57"/>
                    <a:pt x="518" y="57"/>
                    <a:pt x="518" y="57"/>
                  </a:cubicBezTo>
                  <a:cubicBezTo>
                    <a:pt x="528" y="57"/>
                    <a:pt x="528" y="57"/>
                    <a:pt x="528" y="57"/>
                  </a:cubicBezTo>
                  <a:cubicBezTo>
                    <a:pt x="528" y="11"/>
                    <a:pt x="528" y="11"/>
                    <a:pt x="528" y="11"/>
                  </a:cubicBezTo>
                  <a:cubicBezTo>
                    <a:pt x="529" y="11"/>
                    <a:pt x="529" y="11"/>
                    <a:pt x="529" y="11"/>
                  </a:cubicBezTo>
                  <a:cubicBezTo>
                    <a:pt x="550" y="57"/>
                    <a:pt x="550" y="57"/>
                    <a:pt x="550" y="57"/>
                  </a:cubicBezTo>
                  <a:cubicBezTo>
                    <a:pt x="567" y="57"/>
                    <a:pt x="567" y="57"/>
                    <a:pt x="567" y="57"/>
                  </a:cubicBezTo>
                  <a:close/>
                  <a:moveTo>
                    <a:pt x="627" y="37"/>
                  </a:moveTo>
                  <a:cubicBezTo>
                    <a:pt x="627" y="48"/>
                    <a:pt x="627" y="48"/>
                    <a:pt x="627" y="48"/>
                  </a:cubicBezTo>
                  <a:cubicBezTo>
                    <a:pt x="626" y="49"/>
                    <a:pt x="626" y="49"/>
                    <a:pt x="626" y="48"/>
                  </a:cubicBezTo>
                  <a:cubicBezTo>
                    <a:pt x="622" y="49"/>
                    <a:pt x="619" y="50"/>
                    <a:pt x="616" y="50"/>
                  </a:cubicBezTo>
                  <a:cubicBezTo>
                    <a:pt x="606" y="49"/>
                    <a:pt x="601" y="43"/>
                    <a:pt x="600" y="30"/>
                  </a:cubicBezTo>
                  <a:cubicBezTo>
                    <a:pt x="601" y="16"/>
                    <a:pt x="606" y="9"/>
                    <a:pt x="616" y="9"/>
                  </a:cubicBezTo>
                  <a:cubicBezTo>
                    <a:pt x="623" y="9"/>
                    <a:pt x="627" y="12"/>
                    <a:pt x="627" y="18"/>
                  </a:cubicBezTo>
                  <a:cubicBezTo>
                    <a:pt x="639" y="18"/>
                    <a:pt x="639" y="18"/>
                    <a:pt x="639" y="18"/>
                  </a:cubicBezTo>
                  <a:cubicBezTo>
                    <a:pt x="639" y="6"/>
                    <a:pt x="631" y="0"/>
                    <a:pt x="614" y="0"/>
                  </a:cubicBezTo>
                  <a:cubicBezTo>
                    <a:pt x="597" y="2"/>
                    <a:pt x="588" y="11"/>
                    <a:pt x="588" y="30"/>
                  </a:cubicBezTo>
                  <a:cubicBezTo>
                    <a:pt x="588" y="47"/>
                    <a:pt x="597" y="57"/>
                    <a:pt x="614" y="58"/>
                  </a:cubicBezTo>
                  <a:cubicBezTo>
                    <a:pt x="619" y="58"/>
                    <a:pt x="623" y="58"/>
                    <a:pt x="626" y="57"/>
                  </a:cubicBezTo>
                  <a:cubicBezTo>
                    <a:pt x="630" y="57"/>
                    <a:pt x="634" y="57"/>
                    <a:pt x="638" y="55"/>
                  </a:cubicBezTo>
                  <a:cubicBezTo>
                    <a:pt x="638" y="27"/>
                    <a:pt x="638" y="27"/>
                    <a:pt x="638" y="27"/>
                  </a:cubicBezTo>
                  <a:cubicBezTo>
                    <a:pt x="616" y="27"/>
                    <a:pt x="616" y="27"/>
                    <a:pt x="616" y="27"/>
                  </a:cubicBezTo>
                  <a:cubicBezTo>
                    <a:pt x="616" y="37"/>
                    <a:pt x="616" y="37"/>
                    <a:pt x="616" y="37"/>
                  </a:cubicBezTo>
                  <a:cubicBezTo>
                    <a:pt x="627" y="37"/>
                    <a:pt x="627" y="37"/>
                    <a:pt x="627" y="37"/>
                  </a:cubicBezTo>
                  <a:close/>
                  <a:moveTo>
                    <a:pt x="716" y="2"/>
                  </a:moveTo>
                  <a:cubicBezTo>
                    <a:pt x="716" y="32"/>
                    <a:pt x="716" y="32"/>
                    <a:pt x="716" y="32"/>
                  </a:cubicBezTo>
                  <a:cubicBezTo>
                    <a:pt x="716" y="39"/>
                    <a:pt x="715" y="43"/>
                    <a:pt x="713" y="45"/>
                  </a:cubicBezTo>
                  <a:cubicBezTo>
                    <a:pt x="712" y="48"/>
                    <a:pt x="708" y="50"/>
                    <a:pt x="704" y="50"/>
                  </a:cubicBezTo>
                  <a:cubicBezTo>
                    <a:pt x="699" y="50"/>
                    <a:pt x="696" y="48"/>
                    <a:pt x="694" y="45"/>
                  </a:cubicBezTo>
                  <a:cubicBezTo>
                    <a:pt x="692" y="43"/>
                    <a:pt x="692" y="39"/>
                    <a:pt x="692" y="32"/>
                  </a:cubicBezTo>
                  <a:cubicBezTo>
                    <a:pt x="692" y="2"/>
                    <a:pt x="692" y="2"/>
                    <a:pt x="692" y="2"/>
                  </a:cubicBezTo>
                  <a:cubicBezTo>
                    <a:pt x="680" y="2"/>
                    <a:pt x="680" y="2"/>
                    <a:pt x="680" y="2"/>
                  </a:cubicBezTo>
                  <a:cubicBezTo>
                    <a:pt x="680" y="36"/>
                    <a:pt x="680" y="36"/>
                    <a:pt x="680" y="36"/>
                  </a:cubicBezTo>
                  <a:cubicBezTo>
                    <a:pt x="680" y="50"/>
                    <a:pt x="688" y="57"/>
                    <a:pt x="704" y="58"/>
                  </a:cubicBezTo>
                  <a:cubicBezTo>
                    <a:pt x="719" y="57"/>
                    <a:pt x="727" y="50"/>
                    <a:pt x="728" y="36"/>
                  </a:cubicBezTo>
                  <a:cubicBezTo>
                    <a:pt x="728" y="2"/>
                    <a:pt x="728" y="2"/>
                    <a:pt x="728" y="2"/>
                  </a:cubicBezTo>
                  <a:cubicBezTo>
                    <a:pt x="716" y="2"/>
                    <a:pt x="716" y="2"/>
                    <a:pt x="716" y="2"/>
                  </a:cubicBezTo>
                  <a:close/>
                  <a:moveTo>
                    <a:pt x="801" y="57"/>
                  </a:moveTo>
                  <a:cubicBezTo>
                    <a:pt x="801" y="2"/>
                    <a:pt x="801" y="2"/>
                    <a:pt x="801" y="2"/>
                  </a:cubicBezTo>
                  <a:cubicBezTo>
                    <a:pt x="790" y="2"/>
                    <a:pt x="790" y="2"/>
                    <a:pt x="790" y="2"/>
                  </a:cubicBezTo>
                  <a:cubicBezTo>
                    <a:pt x="790" y="45"/>
                    <a:pt x="790" y="45"/>
                    <a:pt x="790" y="45"/>
                  </a:cubicBezTo>
                  <a:cubicBezTo>
                    <a:pt x="790" y="45"/>
                    <a:pt x="790" y="45"/>
                    <a:pt x="790" y="45"/>
                  </a:cubicBezTo>
                  <a:cubicBezTo>
                    <a:pt x="769" y="2"/>
                    <a:pt x="769" y="2"/>
                    <a:pt x="769" y="2"/>
                  </a:cubicBezTo>
                  <a:cubicBezTo>
                    <a:pt x="752" y="2"/>
                    <a:pt x="752" y="2"/>
                    <a:pt x="752" y="2"/>
                  </a:cubicBezTo>
                  <a:cubicBezTo>
                    <a:pt x="752" y="57"/>
                    <a:pt x="752" y="57"/>
                    <a:pt x="752" y="57"/>
                  </a:cubicBezTo>
                  <a:cubicBezTo>
                    <a:pt x="763" y="57"/>
                    <a:pt x="763" y="57"/>
                    <a:pt x="763" y="57"/>
                  </a:cubicBezTo>
                  <a:cubicBezTo>
                    <a:pt x="763" y="11"/>
                    <a:pt x="763" y="11"/>
                    <a:pt x="763" y="11"/>
                  </a:cubicBezTo>
                  <a:cubicBezTo>
                    <a:pt x="763" y="11"/>
                    <a:pt x="763" y="11"/>
                    <a:pt x="763" y="11"/>
                  </a:cubicBezTo>
                  <a:cubicBezTo>
                    <a:pt x="784" y="57"/>
                    <a:pt x="784" y="57"/>
                    <a:pt x="784" y="57"/>
                  </a:cubicBezTo>
                  <a:cubicBezTo>
                    <a:pt x="801" y="57"/>
                    <a:pt x="801" y="57"/>
                    <a:pt x="801" y="57"/>
                  </a:cubicBezTo>
                  <a:close/>
                  <a:moveTo>
                    <a:pt x="836" y="2"/>
                  </a:moveTo>
                  <a:cubicBezTo>
                    <a:pt x="824" y="2"/>
                    <a:pt x="824" y="2"/>
                    <a:pt x="824" y="2"/>
                  </a:cubicBezTo>
                  <a:cubicBezTo>
                    <a:pt x="824" y="57"/>
                    <a:pt x="824" y="57"/>
                    <a:pt x="824" y="57"/>
                  </a:cubicBezTo>
                  <a:cubicBezTo>
                    <a:pt x="836" y="57"/>
                    <a:pt x="836" y="57"/>
                    <a:pt x="836" y="57"/>
                  </a:cubicBezTo>
                  <a:cubicBezTo>
                    <a:pt x="836" y="2"/>
                    <a:pt x="836" y="2"/>
                    <a:pt x="836" y="2"/>
                  </a:cubicBezTo>
                  <a:close/>
                  <a:moveTo>
                    <a:pt x="875" y="57"/>
                  </a:moveTo>
                  <a:cubicBezTo>
                    <a:pt x="888" y="57"/>
                    <a:pt x="888" y="57"/>
                    <a:pt x="888" y="57"/>
                  </a:cubicBezTo>
                  <a:cubicBezTo>
                    <a:pt x="908" y="2"/>
                    <a:pt x="908" y="2"/>
                    <a:pt x="908" y="2"/>
                  </a:cubicBezTo>
                  <a:cubicBezTo>
                    <a:pt x="896" y="2"/>
                    <a:pt x="896" y="2"/>
                    <a:pt x="896" y="2"/>
                  </a:cubicBezTo>
                  <a:cubicBezTo>
                    <a:pt x="882" y="45"/>
                    <a:pt x="882" y="45"/>
                    <a:pt x="882" y="45"/>
                  </a:cubicBezTo>
                  <a:cubicBezTo>
                    <a:pt x="882" y="45"/>
                    <a:pt x="882" y="45"/>
                    <a:pt x="882" y="45"/>
                  </a:cubicBezTo>
                  <a:cubicBezTo>
                    <a:pt x="868" y="2"/>
                    <a:pt x="868" y="2"/>
                    <a:pt x="868" y="2"/>
                  </a:cubicBezTo>
                  <a:cubicBezTo>
                    <a:pt x="855" y="2"/>
                    <a:pt x="855" y="2"/>
                    <a:pt x="855" y="2"/>
                  </a:cubicBezTo>
                  <a:cubicBezTo>
                    <a:pt x="875" y="57"/>
                    <a:pt x="875" y="57"/>
                    <a:pt x="875" y="57"/>
                  </a:cubicBezTo>
                  <a:close/>
                  <a:moveTo>
                    <a:pt x="927" y="57"/>
                  </a:moveTo>
                  <a:cubicBezTo>
                    <a:pt x="964" y="57"/>
                    <a:pt x="964" y="57"/>
                    <a:pt x="964" y="57"/>
                  </a:cubicBezTo>
                  <a:cubicBezTo>
                    <a:pt x="964" y="48"/>
                    <a:pt x="964" y="48"/>
                    <a:pt x="964" y="48"/>
                  </a:cubicBezTo>
                  <a:cubicBezTo>
                    <a:pt x="939" y="48"/>
                    <a:pt x="939" y="48"/>
                    <a:pt x="939" y="48"/>
                  </a:cubicBezTo>
                  <a:cubicBezTo>
                    <a:pt x="939" y="33"/>
                    <a:pt x="939" y="33"/>
                    <a:pt x="939" y="33"/>
                  </a:cubicBezTo>
                  <a:cubicBezTo>
                    <a:pt x="962" y="33"/>
                    <a:pt x="962" y="33"/>
                    <a:pt x="962" y="33"/>
                  </a:cubicBezTo>
                  <a:cubicBezTo>
                    <a:pt x="962" y="24"/>
                    <a:pt x="962" y="24"/>
                    <a:pt x="962" y="24"/>
                  </a:cubicBezTo>
                  <a:cubicBezTo>
                    <a:pt x="939" y="24"/>
                    <a:pt x="939" y="24"/>
                    <a:pt x="939" y="24"/>
                  </a:cubicBezTo>
                  <a:cubicBezTo>
                    <a:pt x="939" y="11"/>
                    <a:pt x="939" y="11"/>
                    <a:pt x="939" y="11"/>
                  </a:cubicBezTo>
                  <a:cubicBezTo>
                    <a:pt x="963" y="11"/>
                    <a:pt x="963" y="11"/>
                    <a:pt x="963" y="11"/>
                  </a:cubicBezTo>
                  <a:cubicBezTo>
                    <a:pt x="963" y="2"/>
                    <a:pt x="963" y="2"/>
                    <a:pt x="963" y="2"/>
                  </a:cubicBezTo>
                  <a:cubicBezTo>
                    <a:pt x="927" y="2"/>
                    <a:pt x="927" y="2"/>
                    <a:pt x="927" y="2"/>
                  </a:cubicBezTo>
                  <a:cubicBezTo>
                    <a:pt x="927" y="57"/>
                    <a:pt x="927" y="57"/>
                    <a:pt x="927" y="57"/>
                  </a:cubicBezTo>
                  <a:close/>
                  <a:moveTo>
                    <a:pt x="998" y="11"/>
                  </a:moveTo>
                  <a:cubicBezTo>
                    <a:pt x="1008" y="11"/>
                    <a:pt x="1008" y="11"/>
                    <a:pt x="1008" y="11"/>
                  </a:cubicBezTo>
                  <a:cubicBezTo>
                    <a:pt x="1014" y="11"/>
                    <a:pt x="1016" y="13"/>
                    <a:pt x="1016" y="18"/>
                  </a:cubicBezTo>
                  <a:cubicBezTo>
                    <a:pt x="1016" y="23"/>
                    <a:pt x="1014" y="26"/>
                    <a:pt x="1008" y="26"/>
                  </a:cubicBezTo>
                  <a:cubicBezTo>
                    <a:pt x="998" y="26"/>
                    <a:pt x="998" y="26"/>
                    <a:pt x="998" y="26"/>
                  </a:cubicBezTo>
                  <a:cubicBezTo>
                    <a:pt x="998" y="11"/>
                    <a:pt x="998" y="11"/>
                    <a:pt x="998" y="11"/>
                  </a:cubicBezTo>
                  <a:close/>
                  <a:moveTo>
                    <a:pt x="998" y="35"/>
                  </a:moveTo>
                  <a:cubicBezTo>
                    <a:pt x="1011" y="35"/>
                    <a:pt x="1011" y="35"/>
                    <a:pt x="1011" y="35"/>
                  </a:cubicBezTo>
                  <a:cubicBezTo>
                    <a:pt x="1014" y="35"/>
                    <a:pt x="1015" y="37"/>
                    <a:pt x="1016" y="42"/>
                  </a:cubicBezTo>
                  <a:cubicBezTo>
                    <a:pt x="1016" y="47"/>
                    <a:pt x="1017" y="52"/>
                    <a:pt x="1018" y="57"/>
                  </a:cubicBezTo>
                  <a:cubicBezTo>
                    <a:pt x="1031" y="57"/>
                    <a:pt x="1031" y="57"/>
                    <a:pt x="1031" y="57"/>
                  </a:cubicBezTo>
                  <a:cubicBezTo>
                    <a:pt x="1029" y="55"/>
                    <a:pt x="1028" y="51"/>
                    <a:pt x="1028" y="44"/>
                  </a:cubicBezTo>
                  <a:cubicBezTo>
                    <a:pt x="1028" y="44"/>
                    <a:pt x="1028" y="43"/>
                    <a:pt x="1027" y="42"/>
                  </a:cubicBezTo>
                  <a:cubicBezTo>
                    <a:pt x="1027" y="34"/>
                    <a:pt x="1024" y="30"/>
                    <a:pt x="1018" y="30"/>
                  </a:cubicBezTo>
                  <a:cubicBezTo>
                    <a:pt x="1018" y="30"/>
                    <a:pt x="1018" y="30"/>
                    <a:pt x="1018" y="30"/>
                  </a:cubicBezTo>
                  <a:cubicBezTo>
                    <a:pt x="1025" y="28"/>
                    <a:pt x="1029" y="23"/>
                    <a:pt x="1029" y="16"/>
                  </a:cubicBezTo>
                  <a:cubicBezTo>
                    <a:pt x="1029" y="7"/>
                    <a:pt x="1022" y="2"/>
                    <a:pt x="1010" y="2"/>
                  </a:cubicBezTo>
                  <a:cubicBezTo>
                    <a:pt x="987" y="2"/>
                    <a:pt x="987" y="2"/>
                    <a:pt x="987" y="2"/>
                  </a:cubicBezTo>
                  <a:cubicBezTo>
                    <a:pt x="987" y="57"/>
                    <a:pt x="987" y="57"/>
                    <a:pt x="987" y="57"/>
                  </a:cubicBezTo>
                  <a:cubicBezTo>
                    <a:pt x="998" y="57"/>
                    <a:pt x="998" y="57"/>
                    <a:pt x="998" y="57"/>
                  </a:cubicBezTo>
                  <a:cubicBezTo>
                    <a:pt x="998" y="35"/>
                    <a:pt x="998" y="35"/>
                    <a:pt x="998" y="35"/>
                  </a:cubicBezTo>
                  <a:close/>
                  <a:moveTo>
                    <a:pt x="1092" y="18"/>
                  </a:moveTo>
                  <a:cubicBezTo>
                    <a:pt x="1091" y="7"/>
                    <a:pt x="1085" y="1"/>
                    <a:pt x="1073" y="0"/>
                  </a:cubicBezTo>
                  <a:cubicBezTo>
                    <a:pt x="1059" y="1"/>
                    <a:pt x="1051" y="7"/>
                    <a:pt x="1050" y="19"/>
                  </a:cubicBezTo>
                  <a:cubicBezTo>
                    <a:pt x="1050" y="26"/>
                    <a:pt x="1056" y="31"/>
                    <a:pt x="1068" y="34"/>
                  </a:cubicBezTo>
                  <a:cubicBezTo>
                    <a:pt x="1069" y="34"/>
                    <a:pt x="1069" y="34"/>
                    <a:pt x="1070" y="35"/>
                  </a:cubicBezTo>
                  <a:cubicBezTo>
                    <a:pt x="1077" y="36"/>
                    <a:pt x="1081" y="39"/>
                    <a:pt x="1081" y="42"/>
                  </a:cubicBezTo>
                  <a:cubicBezTo>
                    <a:pt x="1081" y="47"/>
                    <a:pt x="1077" y="49"/>
                    <a:pt x="1070" y="50"/>
                  </a:cubicBezTo>
                  <a:cubicBezTo>
                    <a:pt x="1064" y="49"/>
                    <a:pt x="1061" y="46"/>
                    <a:pt x="1061" y="39"/>
                  </a:cubicBezTo>
                  <a:cubicBezTo>
                    <a:pt x="1049" y="39"/>
                    <a:pt x="1049" y="39"/>
                    <a:pt x="1049" y="39"/>
                  </a:cubicBezTo>
                  <a:cubicBezTo>
                    <a:pt x="1049" y="52"/>
                    <a:pt x="1056" y="58"/>
                    <a:pt x="1070" y="58"/>
                  </a:cubicBezTo>
                  <a:cubicBezTo>
                    <a:pt x="1085" y="57"/>
                    <a:pt x="1093" y="51"/>
                    <a:pt x="1093" y="40"/>
                  </a:cubicBezTo>
                  <a:cubicBezTo>
                    <a:pt x="1093" y="32"/>
                    <a:pt x="1087" y="27"/>
                    <a:pt x="1074" y="24"/>
                  </a:cubicBezTo>
                  <a:cubicBezTo>
                    <a:pt x="1073" y="24"/>
                    <a:pt x="1073" y="24"/>
                    <a:pt x="1073" y="24"/>
                  </a:cubicBezTo>
                  <a:cubicBezTo>
                    <a:pt x="1066" y="23"/>
                    <a:pt x="1062" y="21"/>
                    <a:pt x="1063" y="16"/>
                  </a:cubicBezTo>
                  <a:cubicBezTo>
                    <a:pt x="1063" y="12"/>
                    <a:pt x="1066" y="10"/>
                    <a:pt x="1072" y="9"/>
                  </a:cubicBezTo>
                  <a:cubicBezTo>
                    <a:pt x="1077" y="9"/>
                    <a:pt x="1080" y="12"/>
                    <a:pt x="1080" y="18"/>
                  </a:cubicBezTo>
                  <a:cubicBezTo>
                    <a:pt x="1092" y="18"/>
                    <a:pt x="1092" y="18"/>
                    <a:pt x="1092" y="18"/>
                  </a:cubicBezTo>
                  <a:close/>
                  <a:moveTo>
                    <a:pt x="1127" y="2"/>
                  </a:moveTo>
                  <a:cubicBezTo>
                    <a:pt x="1115" y="2"/>
                    <a:pt x="1115" y="2"/>
                    <a:pt x="1115" y="2"/>
                  </a:cubicBezTo>
                  <a:cubicBezTo>
                    <a:pt x="1115" y="57"/>
                    <a:pt x="1115" y="57"/>
                    <a:pt x="1115" y="57"/>
                  </a:cubicBezTo>
                  <a:cubicBezTo>
                    <a:pt x="1127" y="57"/>
                    <a:pt x="1127" y="57"/>
                    <a:pt x="1127" y="57"/>
                  </a:cubicBezTo>
                  <a:cubicBezTo>
                    <a:pt x="1127" y="2"/>
                    <a:pt x="1127" y="2"/>
                    <a:pt x="1127" y="2"/>
                  </a:cubicBezTo>
                  <a:close/>
                  <a:moveTo>
                    <a:pt x="1146" y="11"/>
                  </a:moveTo>
                  <a:cubicBezTo>
                    <a:pt x="1162" y="11"/>
                    <a:pt x="1162" y="11"/>
                    <a:pt x="1162" y="11"/>
                  </a:cubicBezTo>
                  <a:cubicBezTo>
                    <a:pt x="1162" y="57"/>
                    <a:pt x="1162" y="57"/>
                    <a:pt x="1162" y="57"/>
                  </a:cubicBezTo>
                  <a:cubicBezTo>
                    <a:pt x="1174" y="57"/>
                    <a:pt x="1174" y="57"/>
                    <a:pt x="1174" y="57"/>
                  </a:cubicBezTo>
                  <a:cubicBezTo>
                    <a:pt x="1174" y="11"/>
                    <a:pt x="1174" y="11"/>
                    <a:pt x="1174" y="11"/>
                  </a:cubicBezTo>
                  <a:cubicBezTo>
                    <a:pt x="1190" y="11"/>
                    <a:pt x="1190" y="11"/>
                    <a:pt x="1190" y="11"/>
                  </a:cubicBezTo>
                  <a:cubicBezTo>
                    <a:pt x="1190" y="2"/>
                    <a:pt x="1190" y="2"/>
                    <a:pt x="1190" y="2"/>
                  </a:cubicBezTo>
                  <a:cubicBezTo>
                    <a:pt x="1146" y="2"/>
                    <a:pt x="1146" y="2"/>
                    <a:pt x="1146" y="2"/>
                  </a:cubicBezTo>
                  <a:cubicBezTo>
                    <a:pt x="1146" y="11"/>
                    <a:pt x="1146" y="11"/>
                    <a:pt x="1146" y="11"/>
                  </a:cubicBezTo>
                  <a:close/>
                  <a:moveTo>
                    <a:pt x="1224" y="57"/>
                  </a:moveTo>
                  <a:cubicBezTo>
                    <a:pt x="1236" y="57"/>
                    <a:pt x="1236" y="57"/>
                    <a:pt x="1236" y="57"/>
                  </a:cubicBezTo>
                  <a:cubicBezTo>
                    <a:pt x="1236" y="39"/>
                    <a:pt x="1236" y="39"/>
                    <a:pt x="1236" y="39"/>
                  </a:cubicBezTo>
                  <a:cubicBezTo>
                    <a:pt x="1254" y="2"/>
                    <a:pt x="1254" y="2"/>
                    <a:pt x="1254" y="2"/>
                  </a:cubicBezTo>
                  <a:cubicBezTo>
                    <a:pt x="1242" y="2"/>
                    <a:pt x="1242" y="2"/>
                    <a:pt x="1242" y="2"/>
                  </a:cubicBezTo>
                  <a:cubicBezTo>
                    <a:pt x="1231" y="27"/>
                    <a:pt x="1231" y="27"/>
                    <a:pt x="1231" y="27"/>
                  </a:cubicBezTo>
                  <a:cubicBezTo>
                    <a:pt x="1220" y="2"/>
                    <a:pt x="1220" y="2"/>
                    <a:pt x="1220" y="2"/>
                  </a:cubicBezTo>
                  <a:cubicBezTo>
                    <a:pt x="1206" y="2"/>
                    <a:pt x="1206" y="2"/>
                    <a:pt x="1206" y="2"/>
                  </a:cubicBezTo>
                  <a:cubicBezTo>
                    <a:pt x="1224" y="39"/>
                    <a:pt x="1224" y="39"/>
                    <a:pt x="1224" y="39"/>
                  </a:cubicBezTo>
                  <a:cubicBezTo>
                    <a:pt x="1224" y="57"/>
                    <a:pt x="1224" y="57"/>
                    <a:pt x="1224" y="57"/>
                  </a:cubicBezTo>
                  <a:close/>
                  <a:moveTo>
                    <a:pt x="1315" y="58"/>
                  </a:moveTo>
                  <a:cubicBezTo>
                    <a:pt x="1332" y="57"/>
                    <a:pt x="1340" y="48"/>
                    <a:pt x="1341" y="30"/>
                  </a:cubicBezTo>
                  <a:cubicBezTo>
                    <a:pt x="1340" y="11"/>
                    <a:pt x="1332" y="1"/>
                    <a:pt x="1315" y="0"/>
                  </a:cubicBezTo>
                  <a:cubicBezTo>
                    <a:pt x="1298" y="1"/>
                    <a:pt x="1289" y="11"/>
                    <a:pt x="1289" y="30"/>
                  </a:cubicBezTo>
                  <a:cubicBezTo>
                    <a:pt x="1289" y="48"/>
                    <a:pt x="1298" y="57"/>
                    <a:pt x="1315" y="58"/>
                  </a:cubicBezTo>
                  <a:close/>
                  <a:moveTo>
                    <a:pt x="1315" y="9"/>
                  </a:moveTo>
                  <a:cubicBezTo>
                    <a:pt x="1324" y="9"/>
                    <a:pt x="1329" y="16"/>
                    <a:pt x="1329" y="30"/>
                  </a:cubicBezTo>
                  <a:cubicBezTo>
                    <a:pt x="1329" y="43"/>
                    <a:pt x="1324" y="50"/>
                    <a:pt x="1315" y="50"/>
                  </a:cubicBezTo>
                  <a:cubicBezTo>
                    <a:pt x="1306" y="50"/>
                    <a:pt x="1301" y="43"/>
                    <a:pt x="1301" y="30"/>
                  </a:cubicBezTo>
                  <a:cubicBezTo>
                    <a:pt x="1301" y="16"/>
                    <a:pt x="1306" y="9"/>
                    <a:pt x="1315" y="9"/>
                  </a:cubicBezTo>
                  <a:close/>
                  <a:moveTo>
                    <a:pt x="1375" y="57"/>
                  </a:moveTo>
                  <a:cubicBezTo>
                    <a:pt x="1375" y="33"/>
                    <a:pt x="1375" y="33"/>
                    <a:pt x="1375" y="33"/>
                  </a:cubicBezTo>
                  <a:cubicBezTo>
                    <a:pt x="1397" y="33"/>
                    <a:pt x="1397" y="33"/>
                    <a:pt x="1397" y="33"/>
                  </a:cubicBezTo>
                  <a:cubicBezTo>
                    <a:pt x="1397" y="24"/>
                    <a:pt x="1397" y="24"/>
                    <a:pt x="1397" y="24"/>
                  </a:cubicBezTo>
                  <a:cubicBezTo>
                    <a:pt x="1375" y="24"/>
                    <a:pt x="1375" y="24"/>
                    <a:pt x="1375" y="24"/>
                  </a:cubicBezTo>
                  <a:cubicBezTo>
                    <a:pt x="1375" y="11"/>
                    <a:pt x="1375" y="11"/>
                    <a:pt x="1375" y="11"/>
                  </a:cubicBezTo>
                  <a:cubicBezTo>
                    <a:pt x="1399" y="11"/>
                    <a:pt x="1399" y="11"/>
                    <a:pt x="1399" y="11"/>
                  </a:cubicBezTo>
                  <a:cubicBezTo>
                    <a:pt x="1399" y="2"/>
                    <a:pt x="1399" y="2"/>
                    <a:pt x="1399" y="2"/>
                  </a:cubicBezTo>
                  <a:cubicBezTo>
                    <a:pt x="1363" y="2"/>
                    <a:pt x="1363" y="2"/>
                    <a:pt x="1363" y="2"/>
                  </a:cubicBezTo>
                  <a:cubicBezTo>
                    <a:pt x="1363" y="57"/>
                    <a:pt x="1363" y="57"/>
                    <a:pt x="1363" y="57"/>
                  </a:cubicBezTo>
                  <a:cubicBezTo>
                    <a:pt x="1375" y="57"/>
                    <a:pt x="1375" y="57"/>
                    <a:pt x="1375" y="57"/>
                  </a:cubicBezTo>
                  <a:close/>
                  <a:moveTo>
                    <a:pt x="1431" y="11"/>
                  </a:moveTo>
                  <a:cubicBezTo>
                    <a:pt x="1448" y="11"/>
                    <a:pt x="1448" y="11"/>
                    <a:pt x="1448" y="11"/>
                  </a:cubicBezTo>
                  <a:cubicBezTo>
                    <a:pt x="1448" y="57"/>
                    <a:pt x="1448" y="57"/>
                    <a:pt x="1448" y="57"/>
                  </a:cubicBezTo>
                  <a:cubicBezTo>
                    <a:pt x="1459" y="57"/>
                    <a:pt x="1459" y="57"/>
                    <a:pt x="1459" y="57"/>
                  </a:cubicBezTo>
                  <a:cubicBezTo>
                    <a:pt x="1459" y="11"/>
                    <a:pt x="1459" y="11"/>
                    <a:pt x="1459" y="11"/>
                  </a:cubicBezTo>
                  <a:cubicBezTo>
                    <a:pt x="1476" y="11"/>
                    <a:pt x="1476" y="11"/>
                    <a:pt x="1476" y="11"/>
                  </a:cubicBezTo>
                  <a:cubicBezTo>
                    <a:pt x="1476" y="2"/>
                    <a:pt x="1476" y="2"/>
                    <a:pt x="1476" y="2"/>
                  </a:cubicBezTo>
                  <a:cubicBezTo>
                    <a:pt x="1431" y="2"/>
                    <a:pt x="1431" y="2"/>
                    <a:pt x="1431" y="2"/>
                  </a:cubicBezTo>
                  <a:cubicBezTo>
                    <a:pt x="1431" y="11"/>
                    <a:pt x="1431" y="11"/>
                    <a:pt x="1431" y="11"/>
                  </a:cubicBezTo>
                  <a:close/>
                  <a:moveTo>
                    <a:pt x="1495" y="57"/>
                  </a:moveTo>
                  <a:cubicBezTo>
                    <a:pt x="1532" y="57"/>
                    <a:pt x="1532" y="57"/>
                    <a:pt x="1532" y="57"/>
                  </a:cubicBezTo>
                  <a:cubicBezTo>
                    <a:pt x="1532" y="48"/>
                    <a:pt x="1532" y="48"/>
                    <a:pt x="1532" y="48"/>
                  </a:cubicBezTo>
                  <a:cubicBezTo>
                    <a:pt x="1507" y="48"/>
                    <a:pt x="1507" y="48"/>
                    <a:pt x="1507" y="48"/>
                  </a:cubicBezTo>
                  <a:cubicBezTo>
                    <a:pt x="1507" y="33"/>
                    <a:pt x="1507" y="33"/>
                    <a:pt x="1507" y="33"/>
                  </a:cubicBezTo>
                  <a:cubicBezTo>
                    <a:pt x="1530" y="33"/>
                    <a:pt x="1530" y="33"/>
                    <a:pt x="1530" y="33"/>
                  </a:cubicBezTo>
                  <a:cubicBezTo>
                    <a:pt x="1530" y="24"/>
                    <a:pt x="1530" y="24"/>
                    <a:pt x="1530" y="24"/>
                  </a:cubicBezTo>
                  <a:cubicBezTo>
                    <a:pt x="1507" y="24"/>
                    <a:pt x="1507" y="24"/>
                    <a:pt x="1507" y="24"/>
                  </a:cubicBezTo>
                  <a:cubicBezTo>
                    <a:pt x="1507" y="11"/>
                    <a:pt x="1507" y="11"/>
                    <a:pt x="1507" y="11"/>
                  </a:cubicBezTo>
                  <a:cubicBezTo>
                    <a:pt x="1531" y="11"/>
                    <a:pt x="1531" y="11"/>
                    <a:pt x="1531" y="11"/>
                  </a:cubicBezTo>
                  <a:cubicBezTo>
                    <a:pt x="1531" y="2"/>
                    <a:pt x="1531" y="2"/>
                    <a:pt x="1531" y="2"/>
                  </a:cubicBezTo>
                  <a:cubicBezTo>
                    <a:pt x="1495" y="2"/>
                    <a:pt x="1495" y="2"/>
                    <a:pt x="1495" y="2"/>
                  </a:cubicBezTo>
                  <a:cubicBezTo>
                    <a:pt x="1495" y="57"/>
                    <a:pt x="1495" y="57"/>
                    <a:pt x="1495" y="57"/>
                  </a:cubicBezTo>
                  <a:close/>
                  <a:moveTo>
                    <a:pt x="1599" y="20"/>
                  </a:moveTo>
                  <a:cubicBezTo>
                    <a:pt x="1598" y="7"/>
                    <a:pt x="1590" y="1"/>
                    <a:pt x="1576" y="0"/>
                  </a:cubicBezTo>
                  <a:cubicBezTo>
                    <a:pt x="1561" y="1"/>
                    <a:pt x="1553" y="11"/>
                    <a:pt x="1553" y="30"/>
                  </a:cubicBezTo>
                  <a:cubicBezTo>
                    <a:pt x="1553" y="48"/>
                    <a:pt x="1561" y="57"/>
                    <a:pt x="1576" y="58"/>
                  </a:cubicBezTo>
                  <a:cubicBezTo>
                    <a:pt x="1590" y="58"/>
                    <a:pt x="1598" y="51"/>
                    <a:pt x="1599" y="39"/>
                  </a:cubicBezTo>
                  <a:cubicBezTo>
                    <a:pt x="1586" y="39"/>
                    <a:pt x="1586" y="39"/>
                    <a:pt x="1586" y="39"/>
                  </a:cubicBezTo>
                  <a:cubicBezTo>
                    <a:pt x="1586" y="46"/>
                    <a:pt x="1583" y="49"/>
                    <a:pt x="1576" y="50"/>
                  </a:cubicBezTo>
                  <a:cubicBezTo>
                    <a:pt x="1569" y="49"/>
                    <a:pt x="1566" y="43"/>
                    <a:pt x="1565" y="30"/>
                  </a:cubicBezTo>
                  <a:cubicBezTo>
                    <a:pt x="1566" y="16"/>
                    <a:pt x="1569" y="10"/>
                    <a:pt x="1576" y="9"/>
                  </a:cubicBezTo>
                  <a:cubicBezTo>
                    <a:pt x="1582" y="9"/>
                    <a:pt x="1586" y="13"/>
                    <a:pt x="1586" y="20"/>
                  </a:cubicBezTo>
                  <a:cubicBezTo>
                    <a:pt x="1599" y="20"/>
                    <a:pt x="1599" y="20"/>
                    <a:pt x="1599" y="20"/>
                  </a:cubicBezTo>
                  <a:close/>
                  <a:moveTo>
                    <a:pt x="1631" y="57"/>
                  </a:moveTo>
                  <a:cubicBezTo>
                    <a:pt x="1631" y="33"/>
                    <a:pt x="1631" y="33"/>
                    <a:pt x="1631" y="33"/>
                  </a:cubicBezTo>
                  <a:cubicBezTo>
                    <a:pt x="1652" y="33"/>
                    <a:pt x="1652" y="33"/>
                    <a:pt x="1652" y="33"/>
                  </a:cubicBezTo>
                  <a:cubicBezTo>
                    <a:pt x="1652" y="57"/>
                    <a:pt x="1652" y="57"/>
                    <a:pt x="1652" y="57"/>
                  </a:cubicBezTo>
                  <a:cubicBezTo>
                    <a:pt x="1664" y="57"/>
                    <a:pt x="1664" y="57"/>
                    <a:pt x="1664" y="57"/>
                  </a:cubicBezTo>
                  <a:cubicBezTo>
                    <a:pt x="1664" y="2"/>
                    <a:pt x="1664" y="2"/>
                    <a:pt x="1664" y="2"/>
                  </a:cubicBezTo>
                  <a:cubicBezTo>
                    <a:pt x="1652" y="2"/>
                    <a:pt x="1652" y="2"/>
                    <a:pt x="1652" y="2"/>
                  </a:cubicBezTo>
                  <a:cubicBezTo>
                    <a:pt x="1652" y="24"/>
                    <a:pt x="1652" y="24"/>
                    <a:pt x="1652" y="24"/>
                  </a:cubicBezTo>
                  <a:cubicBezTo>
                    <a:pt x="1631" y="24"/>
                    <a:pt x="1631" y="24"/>
                    <a:pt x="1631" y="24"/>
                  </a:cubicBezTo>
                  <a:cubicBezTo>
                    <a:pt x="1631" y="2"/>
                    <a:pt x="1631" y="2"/>
                    <a:pt x="1631" y="2"/>
                  </a:cubicBezTo>
                  <a:cubicBezTo>
                    <a:pt x="1620" y="2"/>
                    <a:pt x="1620" y="2"/>
                    <a:pt x="1620" y="2"/>
                  </a:cubicBezTo>
                  <a:cubicBezTo>
                    <a:pt x="1620" y="57"/>
                    <a:pt x="1620" y="57"/>
                    <a:pt x="1620" y="57"/>
                  </a:cubicBezTo>
                  <a:cubicBezTo>
                    <a:pt x="1631" y="57"/>
                    <a:pt x="1631" y="57"/>
                    <a:pt x="1631" y="57"/>
                  </a:cubicBezTo>
                  <a:close/>
                  <a:moveTo>
                    <a:pt x="1737" y="57"/>
                  </a:moveTo>
                  <a:cubicBezTo>
                    <a:pt x="1737" y="2"/>
                    <a:pt x="1737" y="2"/>
                    <a:pt x="1737" y="2"/>
                  </a:cubicBezTo>
                  <a:cubicBezTo>
                    <a:pt x="1726" y="2"/>
                    <a:pt x="1726" y="2"/>
                    <a:pt x="1726" y="2"/>
                  </a:cubicBezTo>
                  <a:cubicBezTo>
                    <a:pt x="1726" y="45"/>
                    <a:pt x="1726" y="45"/>
                    <a:pt x="1726" y="45"/>
                  </a:cubicBezTo>
                  <a:cubicBezTo>
                    <a:pt x="1725" y="45"/>
                    <a:pt x="1725" y="45"/>
                    <a:pt x="1725" y="45"/>
                  </a:cubicBezTo>
                  <a:cubicBezTo>
                    <a:pt x="1705" y="2"/>
                    <a:pt x="1705" y="2"/>
                    <a:pt x="1705" y="2"/>
                  </a:cubicBezTo>
                  <a:cubicBezTo>
                    <a:pt x="1687" y="2"/>
                    <a:pt x="1687" y="2"/>
                    <a:pt x="1687" y="2"/>
                  </a:cubicBezTo>
                  <a:cubicBezTo>
                    <a:pt x="1687" y="57"/>
                    <a:pt x="1687" y="57"/>
                    <a:pt x="1687" y="57"/>
                  </a:cubicBezTo>
                  <a:cubicBezTo>
                    <a:pt x="1698" y="57"/>
                    <a:pt x="1698" y="57"/>
                    <a:pt x="1698" y="57"/>
                  </a:cubicBezTo>
                  <a:cubicBezTo>
                    <a:pt x="1698" y="11"/>
                    <a:pt x="1698" y="11"/>
                    <a:pt x="1698" y="11"/>
                  </a:cubicBezTo>
                  <a:cubicBezTo>
                    <a:pt x="1699" y="11"/>
                    <a:pt x="1699" y="11"/>
                    <a:pt x="1699" y="11"/>
                  </a:cubicBezTo>
                  <a:cubicBezTo>
                    <a:pt x="1720" y="57"/>
                    <a:pt x="1720" y="57"/>
                    <a:pt x="1720" y="57"/>
                  </a:cubicBezTo>
                  <a:cubicBezTo>
                    <a:pt x="1737" y="57"/>
                    <a:pt x="1737" y="57"/>
                    <a:pt x="1737" y="57"/>
                  </a:cubicBezTo>
                  <a:close/>
                  <a:moveTo>
                    <a:pt x="1784" y="58"/>
                  </a:moveTo>
                  <a:cubicBezTo>
                    <a:pt x="1801" y="57"/>
                    <a:pt x="1810" y="48"/>
                    <a:pt x="1810" y="30"/>
                  </a:cubicBezTo>
                  <a:cubicBezTo>
                    <a:pt x="1810" y="11"/>
                    <a:pt x="1801" y="1"/>
                    <a:pt x="1784" y="0"/>
                  </a:cubicBezTo>
                  <a:cubicBezTo>
                    <a:pt x="1767" y="1"/>
                    <a:pt x="1759" y="11"/>
                    <a:pt x="1758" y="30"/>
                  </a:cubicBezTo>
                  <a:cubicBezTo>
                    <a:pt x="1759" y="48"/>
                    <a:pt x="1767" y="57"/>
                    <a:pt x="1784" y="58"/>
                  </a:cubicBezTo>
                  <a:close/>
                  <a:moveTo>
                    <a:pt x="1784" y="9"/>
                  </a:moveTo>
                  <a:cubicBezTo>
                    <a:pt x="1793" y="9"/>
                    <a:pt x="1798" y="16"/>
                    <a:pt x="1798" y="30"/>
                  </a:cubicBezTo>
                  <a:cubicBezTo>
                    <a:pt x="1798" y="43"/>
                    <a:pt x="1793" y="50"/>
                    <a:pt x="1784" y="50"/>
                  </a:cubicBezTo>
                  <a:cubicBezTo>
                    <a:pt x="1775" y="50"/>
                    <a:pt x="1771" y="43"/>
                    <a:pt x="1771" y="30"/>
                  </a:cubicBezTo>
                  <a:cubicBezTo>
                    <a:pt x="1771" y="16"/>
                    <a:pt x="1775" y="9"/>
                    <a:pt x="1784" y="9"/>
                  </a:cubicBezTo>
                  <a:close/>
                  <a:moveTo>
                    <a:pt x="1868" y="57"/>
                  </a:moveTo>
                  <a:cubicBezTo>
                    <a:pt x="1868" y="48"/>
                    <a:pt x="1868" y="48"/>
                    <a:pt x="1868" y="48"/>
                  </a:cubicBezTo>
                  <a:cubicBezTo>
                    <a:pt x="1844" y="48"/>
                    <a:pt x="1844" y="48"/>
                    <a:pt x="1844" y="48"/>
                  </a:cubicBezTo>
                  <a:cubicBezTo>
                    <a:pt x="1844" y="2"/>
                    <a:pt x="1844" y="2"/>
                    <a:pt x="1844" y="2"/>
                  </a:cubicBezTo>
                  <a:cubicBezTo>
                    <a:pt x="1833" y="2"/>
                    <a:pt x="1833" y="2"/>
                    <a:pt x="1833" y="2"/>
                  </a:cubicBezTo>
                  <a:cubicBezTo>
                    <a:pt x="1833" y="57"/>
                    <a:pt x="1833" y="57"/>
                    <a:pt x="1833" y="57"/>
                  </a:cubicBezTo>
                  <a:cubicBezTo>
                    <a:pt x="1868" y="57"/>
                    <a:pt x="1868" y="57"/>
                    <a:pt x="1868" y="57"/>
                  </a:cubicBezTo>
                  <a:close/>
                  <a:moveTo>
                    <a:pt x="1913" y="58"/>
                  </a:moveTo>
                  <a:cubicBezTo>
                    <a:pt x="1929" y="57"/>
                    <a:pt x="1938" y="48"/>
                    <a:pt x="1939" y="30"/>
                  </a:cubicBezTo>
                  <a:cubicBezTo>
                    <a:pt x="1938" y="11"/>
                    <a:pt x="1929" y="1"/>
                    <a:pt x="1913" y="0"/>
                  </a:cubicBezTo>
                  <a:cubicBezTo>
                    <a:pt x="1896" y="1"/>
                    <a:pt x="1887" y="11"/>
                    <a:pt x="1886" y="30"/>
                  </a:cubicBezTo>
                  <a:cubicBezTo>
                    <a:pt x="1887" y="48"/>
                    <a:pt x="1896" y="57"/>
                    <a:pt x="1913" y="58"/>
                  </a:cubicBezTo>
                  <a:close/>
                  <a:moveTo>
                    <a:pt x="1913" y="9"/>
                  </a:moveTo>
                  <a:cubicBezTo>
                    <a:pt x="1922" y="9"/>
                    <a:pt x="1926" y="16"/>
                    <a:pt x="1926" y="30"/>
                  </a:cubicBezTo>
                  <a:cubicBezTo>
                    <a:pt x="1926" y="43"/>
                    <a:pt x="1922" y="50"/>
                    <a:pt x="1913" y="50"/>
                  </a:cubicBezTo>
                  <a:cubicBezTo>
                    <a:pt x="1903" y="50"/>
                    <a:pt x="1899" y="43"/>
                    <a:pt x="1899" y="30"/>
                  </a:cubicBezTo>
                  <a:cubicBezTo>
                    <a:pt x="1899" y="16"/>
                    <a:pt x="1903" y="9"/>
                    <a:pt x="1913" y="9"/>
                  </a:cubicBezTo>
                  <a:close/>
                  <a:moveTo>
                    <a:pt x="1997" y="37"/>
                  </a:moveTo>
                  <a:cubicBezTo>
                    <a:pt x="1997" y="48"/>
                    <a:pt x="1997" y="48"/>
                    <a:pt x="1997" y="48"/>
                  </a:cubicBezTo>
                  <a:cubicBezTo>
                    <a:pt x="1997" y="49"/>
                    <a:pt x="1997" y="49"/>
                    <a:pt x="1997" y="48"/>
                  </a:cubicBezTo>
                  <a:cubicBezTo>
                    <a:pt x="1993" y="49"/>
                    <a:pt x="1989" y="50"/>
                    <a:pt x="1986" y="50"/>
                  </a:cubicBezTo>
                  <a:cubicBezTo>
                    <a:pt x="1976" y="49"/>
                    <a:pt x="1971" y="43"/>
                    <a:pt x="1971" y="30"/>
                  </a:cubicBezTo>
                  <a:cubicBezTo>
                    <a:pt x="1971" y="16"/>
                    <a:pt x="1976" y="9"/>
                    <a:pt x="1986" y="9"/>
                  </a:cubicBezTo>
                  <a:cubicBezTo>
                    <a:pt x="1994" y="9"/>
                    <a:pt x="1997" y="12"/>
                    <a:pt x="1997" y="18"/>
                  </a:cubicBezTo>
                  <a:cubicBezTo>
                    <a:pt x="2010" y="18"/>
                    <a:pt x="2010" y="18"/>
                    <a:pt x="2010" y="18"/>
                  </a:cubicBezTo>
                  <a:cubicBezTo>
                    <a:pt x="2010" y="6"/>
                    <a:pt x="2001" y="0"/>
                    <a:pt x="1984" y="0"/>
                  </a:cubicBezTo>
                  <a:cubicBezTo>
                    <a:pt x="1968" y="2"/>
                    <a:pt x="1959" y="11"/>
                    <a:pt x="1959" y="30"/>
                  </a:cubicBezTo>
                  <a:cubicBezTo>
                    <a:pt x="1959" y="47"/>
                    <a:pt x="1968" y="57"/>
                    <a:pt x="1984" y="58"/>
                  </a:cubicBezTo>
                  <a:cubicBezTo>
                    <a:pt x="1989" y="58"/>
                    <a:pt x="1994" y="58"/>
                    <a:pt x="1997" y="57"/>
                  </a:cubicBezTo>
                  <a:cubicBezTo>
                    <a:pt x="2001" y="57"/>
                    <a:pt x="2005" y="57"/>
                    <a:pt x="2009" y="55"/>
                  </a:cubicBezTo>
                  <a:cubicBezTo>
                    <a:pt x="2009" y="27"/>
                    <a:pt x="2009" y="27"/>
                    <a:pt x="2009" y="27"/>
                  </a:cubicBezTo>
                  <a:cubicBezTo>
                    <a:pt x="1987" y="27"/>
                    <a:pt x="1987" y="27"/>
                    <a:pt x="1987" y="27"/>
                  </a:cubicBezTo>
                  <a:cubicBezTo>
                    <a:pt x="1987" y="37"/>
                    <a:pt x="1987" y="37"/>
                    <a:pt x="1987" y="37"/>
                  </a:cubicBezTo>
                  <a:cubicBezTo>
                    <a:pt x="1997" y="37"/>
                    <a:pt x="1997" y="37"/>
                    <a:pt x="1997" y="37"/>
                  </a:cubicBezTo>
                  <a:close/>
                  <a:moveTo>
                    <a:pt x="2048" y="57"/>
                  </a:moveTo>
                  <a:cubicBezTo>
                    <a:pt x="2059" y="57"/>
                    <a:pt x="2059" y="57"/>
                    <a:pt x="2059" y="57"/>
                  </a:cubicBezTo>
                  <a:cubicBezTo>
                    <a:pt x="2059" y="39"/>
                    <a:pt x="2059" y="39"/>
                    <a:pt x="2059" y="39"/>
                  </a:cubicBezTo>
                  <a:cubicBezTo>
                    <a:pt x="2078" y="2"/>
                    <a:pt x="2078" y="2"/>
                    <a:pt x="2078" y="2"/>
                  </a:cubicBezTo>
                  <a:cubicBezTo>
                    <a:pt x="2066" y="2"/>
                    <a:pt x="2066" y="2"/>
                    <a:pt x="2066" y="2"/>
                  </a:cubicBezTo>
                  <a:cubicBezTo>
                    <a:pt x="2054" y="27"/>
                    <a:pt x="2054" y="27"/>
                    <a:pt x="2054" y="27"/>
                  </a:cubicBezTo>
                  <a:cubicBezTo>
                    <a:pt x="2043" y="2"/>
                    <a:pt x="2043" y="2"/>
                    <a:pt x="2043" y="2"/>
                  </a:cubicBezTo>
                  <a:cubicBezTo>
                    <a:pt x="2029" y="2"/>
                    <a:pt x="2029" y="2"/>
                    <a:pt x="2029" y="2"/>
                  </a:cubicBezTo>
                  <a:cubicBezTo>
                    <a:pt x="2048" y="39"/>
                    <a:pt x="2048" y="39"/>
                    <a:pt x="2048" y="39"/>
                  </a:cubicBezTo>
                  <a:lnTo>
                    <a:pt x="2048" y="57"/>
                  </a:lnTo>
                  <a:close/>
                </a:path>
              </a:pathLst>
            </a:custGeom>
            <a:solidFill>
              <a:srgbClr val="B600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  <p:sp>
          <p:nvSpPr>
            <p:cNvPr id="10" name="îṩḻïḓé"/>
            <p:cNvSpPr/>
            <p:nvPr userDrawn="1"/>
          </p:nvSpPr>
          <p:spPr bwMode="auto">
            <a:xfrm>
              <a:off x="2647449" y="2492374"/>
              <a:ext cx="1838789" cy="1871663"/>
            </a:xfrm>
            <a:custGeom>
              <a:avLst/>
              <a:gdLst>
                <a:gd name="T0" fmla="*/ 606 w 808"/>
                <a:gd name="T1" fmla="*/ 701 h 821"/>
                <a:gd name="T2" fmla="*/ 597 w 808"/>
                <a:gd name="T3" fmla="*/ 703 h 821"/>
                <a:gd name="T4" fmla="*/ 597 w 808"/>
                <a:gd name="T5" fmla="*/ 684 h 821"/>
                <a:gd name="T6" fmla="*/ 620 w 808"/>
                <a:gd name="T7" fmla="*/ 651 h 821"/>
                <a:gd name="T8" fmla="*/ 606 w 808"/>
                <a:gd name="T9" fmla="*/ 661 h 821"/>
                <a:gd name="T10" fmla="*/ 584 w 808"/>
                <a:gd name="T11" fmla="*/ 659 h 821"/>
                <a:gd name="T12" fmla="*/ 591 w 808"/>
                <a:gd name="T13" fmla="*/ 642 h 821"/>
                <a:gd name="T14" fmla="*/ 597 w 808"/>
                <a:gd name="T15" fmla="*/ 649 h 821"/>
                <a:gd name="T16" fmla="*/ 620 w 808"/>
                <a:gd name="T17" fmla="*/ 619 h 821"/>
                <a:gd name="T18" fmla="*/ 636 w 808"/>
                <a:gd name="T19" fmla="*/ 634 h 821"/>
                <a:gd name="T20" fmla="*/ 623 w 808"/>
                <a:gd name="T21" fmla="*/ 679 h 821"/>
                <a:gd name="T22" fmla="*/ 620 w 808"/>
                <a:gd name="T23" fmla="*/ 692 h 821"/>
                <a:gd name="T24" fmla="*/ 177 w 808"/>
                <a:gd name="T25" fmla="*/ 710 h 821"/>
                <a:gd name="T26" fmla="*/ 216 w 808"/>
                <a:gd name="T27" fmla="*/ 643 h 821"/>
                <a:gd name="T28" fmla="*/ 233 w 808"/>
                <a:gd name="T29" fmla="*/ 632 h 821"/>
                <a:gd name="T30" fmla="*/ 209 w 808"/>
                <a:gd name="T31" fmla="*/ 667 h 821"/>
                <a:gd name="T32" fmla="*/ 245 w 808"/>
                <a:gd name="T33" fmla="*/ 647 h 821"/>
                <a:gd name="T34" fmla="*/ 246 w 808"/>
                <a:gd name="T35" fmla="*/ 676 h 821"/>
                <a:gd name="T36" fmla="*/ 228 w 808"/>
                <a:gd name="T37" fmla="*/ 694 h 821"/>
                <a:gd name="T38" fmla="*/ 203 w 808"/>
                <a:gd name="T39" fmla="*/ 719 h 821"/>
                <a:gd name="T40" fmla="*/ 207 w 808"/>
                <a:gd name="T41" fmla="*/ 683 h 821"/>
                <a:gd name="T42" fmla="*/ 446 w 808"/>
                <a:gd name="T43" fmla="*/ 698 h 821"/>
                <a:gd name="T44" fmla="*/ 444 w 808"/>
                <a:gd name="T45" fmla="*/ 686 h 821"/>
                <a:gd name="T46" fmla="*/ 445 w 808"/>
                <a:gd name="T47" fmla="*/ 674 h 821"/>
                <a:gd name="T48" fmla="*/ 434 w 808"/>
                <a:gd name="T49" fmla="*/ 668 h 821"/>
                <a:gd name="T50" fmla="*/ 438 w 808"/>
                <a:gd name="T51" fmla="*/ 651 h 821"/>
                <a:gd name="T52" fmla="*/ 456 w 808"/>
                <a:gd name="T53" fmla="*/ 644 h 821"/>
                <a:gd name="T54" fmla="*/ 465 w 808"/>
                <a:gd name="T55" fmla="*/ 643 h 821"/>
                <a:gd name="T56" fmla="*/ 457 w 808"/>
                <a:gd name="T57" fmla="*/ 675 h 821"/>
                <a:gd name="T58" fmla="*/ 455 w 808"/>
                <a:gd name="T59" fmla="*/ 690 h 821"/>
                <a:gd name="T60" fmla="*/ 265 w 808"/>
                <a:gd name="T61" fmla="*/ 713 h 821"/>
                <a:gd name="T62" fmla="*/ 562 w 808"/>
                <a:gd name="T63" fmla="*/ 715 h 821"/>
                <a:gd name="T64" fmla="*/ 292 w 808"/>
                <a:gd name="T65" fmla="*/ 705 h 821"/>
                <a:gd name="T66" fmla="*/ 300 w 808"/>
                <a:gd name="T67" fmla="*/ 666 h 821"/>
                <a:gd name="T68" fmla="*/ 285 w 808"/>
                <a:gd name="T69" fmla="*/ 672 h 821"/>
                <a:gd name="T70" fmla="*/ 302 w 808"/>
                <a:gd name="T71" fmla="*/ 650 h 821"/>
                <a:gd name="T72" fmla="*/ 307 w 808"/>
                <a:gd name="T73" fmla="*/ 637 h 821"/>
                <a:gd name="T74" fmla="*/ 319 w 808"/>
                <a:gd name="T75" fmla="*/ 648 h 821"/>
                <a:gd name="T76" fmla="*/ 305 w 808"/>
                <a:gd name="T77" fmla="*/ 696 h 821"/>
                <a:gd name="T78" fmla="*/ 511 w 808"/>
                <a:gd name="T79" fmla="*/ 689 h 821"/>
                <a:gd name="T80" fmla="*/ 538 w 808"/>
                <a:gd name="T81" fmla="*/ 638 h 821"/>
                <a:gd name="T82" fmla="*/ 529 w 808"/>
                <a:gd name="T83" fmla="*/ 700 h 821"/>
                <a:gd name="T84" fmla="*/ 241 w 808"/>
                <a:gd name="T85" fmla="*/ 701 h 821"/>
                <a:gd name="T86" fmla="*/ 469 w 808"/>
                <a:gd name="T87" fmla="*/ 701 h 821"/>
                <a:gd name="T88" fmla="*/ 447 w 808"/>
                <a:gd name="T89" fmla="*/ 705 h 821"/>
                <a:gd name="T90" fmla="*/ 349 w 808"/>
                <a:gd name="T91" fmla="*/ 697 h 821"/>
                <a:gd name="T92" fmla="*/ 371 w 808"/>
                <a:gd name="T93" fmla="*/ 665 h 821"/>
                <a:gd name="T94" fmla="*/ 400 w 808"/>
                <a:gd name="T95" fmla="*/ 667 h 821"/>
                <a:gd name="T96" fmla="*/ 375 w 808"/>
                <a:gd name="T97" fmla="*/ 697 h 821"/>
                <a:gd name="T98" fmla="*/ 220 w 808"/>
                <a:gd name="T99" fmla="*/ 683 h 821"/>
                <a:gd name="T100" fmla="*/ 223 w 808"/>
                <a:gd name="T101" fmla="*/ 690 h 821"/>
                <a:gd name="T102" fmla="*/ 318 w 808"/>
                <a:gd name="T103" fmla="*/ 697 h 821"/>
                <a:gd name="T104" fmla="*/ 206 w 808"/>
                <a:gd name="T105" fmla="*/ 674 h 821"/>
                <a:gd name="T106" fmla="*/ 311 w 808"/>
                <a:gd name="T107" fmla="*/ 660 h 821"/>
                <a:gd name="T108" fmla="*/ 614 w 808"/>
                <a:gd name="T109" fmla="*/ 661 h 821"/>
                <a:gd name="T110" fmla="*/ 607 w 808"/>
                <a:gd name="T111" fmla="*/ 650 h 821"/>
                <a:gd name="T112" fmla="*/ 217 w 808"/>
                <a:gd name="T113" fmla="*/ 627 h 821"/>
                <a:gd name="T114" fmla="*/ 161 w 808"/>
                <a:gd name="T115" fmla="*/ 585 h 821"/>
                <a:gd name="T116" fmla="*/ 114 w 808"/>
                <a:gd name="T117" fmla="*/ 372 h 821"/>
                <a:gd name="T118" fmla="*/ 243 w 808"/>
                <a:gd name="T119" fmla="*/ 205 h 821"/>
                <a:gd name="T120" fmla="*/ 433 w 808"/>
                <a:gd name="T121" fmla="*/ 152 h 821"/>
                <a:gd name="T122" fmla="*/ 653 w 808"/>
                <a:gd name="T123" fmla="*/ 325 h 821"/>
                <a:gd name="T124" fmla="*/ 664 w 808"/>
                <a:gd name="T125" fmla="*/ 501 h 8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808" h="821">
                  <a:moveTo>
                    <a:pt x="404" y="821"/>
                  </a:moveTo>
                  <a:cubicBezTo>
                    <a:pt x="626" y="821"/>
                    <a:pt x="808" y="637"/>
                    <a:pt x="808" y="411"/>
                  </a:cubicBezTo>
                  <a:cubicBezTo>
                    <a:pt x="808" y="185"/>
                    <a:pt x="626" y="0"/>
                    <a:pt x="404" y="0"/>
                  </a:cubicBezTo>
                  <a:cubicBezTo>
                    <a:pt x="181" y="0"/>
                    <a:pt x="0" y="185"/>
                    <a:pt x="0" y="411"/>
                  </a:cubicBezTo>
                  <a:cubicBezTo>
                    <a:pt x="0" y="637"/>
                    <a:pt x="181" y="821"/>
                    <a:pt x="404" y="821"/>
                  </a:cubicBezTo>
                  <a:close/>
                  <a:moveTo>
                    <a:pt x="404" y="3"/>
                  </a:moveTo>
                  <a:cubicBezTo>
                    <a:pt x="474" y="48"/>
                    <a:pt x="616" y="90"/>
                    <a:pt x="583" y="158"/>
                  </a:cubicBezTo>
                  <a:cubicBezTo>
                    <a:pt x="638" y="106"/>
                    <a:pt x="721" y="230"/>
                    <a:pt x="785" y="285"/>
                  </a:cubicBezTo>
                  <a:cubicBezTo>
                    <a:pt x="765" y="362"/>
                    <a:pt x="769" y="520"/>
                    <a:pt x="693" y="507"/>
                  </a:cubicBezTo>
                  <a:cubicBezTo>
                    <a:pt x="761" y="544"/>
                    <a:pt x="669" y="666"/>
                    <a:pt x="644" y="734"/>
                  </a:cubicBezTo>
                  <a:cubicBezTo>
                    <a:pt x="567" y="740"/>
                    <a:pt x="412" y="799"/>
                    <a:pt x="405" y="723"/>
                  </a:cubicBezTo>
                  <a:cubicBezTo>
                    <a:pt x="392" y="797"/>
                    <a:pt x="241" y="737"/>
                    <a:pt x="161" y="732"/>
                  </a:cubicBezTo>
                  <a:cubicBezTo>
                    <a:pt x="134" y="658"/>
                    <a:pt x="46" y="545"/>
                    <a:pt x="113" y="509"/>
                  </a:cubicBezTo>
                  <a:cubicBezTo>
                    <a:pt x="35" y="520"/>
                    <a:pt x="47" y="364"/>
                    <a:pt x="23" y="284"/>
                  </a:cubicBezTo>
                  <a:cubicBezTo>
                    <a:pt x="90" y="245"/>
                    <a:pt x="172" y="105"/>
                    <a:pt x="229" y="159"/>
                  </a:cubicBezTo>
                  <a:cubicBezTo>
                    <a:pt x="197" y="85"/>
                    <a:pt x="340" y="46"/>
                    <a:pt x="404" y="3"/>
                  </a:cubicBezTo>
                  <a:close/>
                  <a:moveTo>
                    <a:pt x="609" y="729"/>
                  </a:moveTo>
                  <a:cubicBezTo>
                    <a:pt x="601" y="725"/>
                    <a:pt x="601" y="725"/>
                    <a:pt x="601" y="725"/>
                  </a:cubicBezTo>
                  <a:cubicBezTo>
                    <a:pt x="601" y="725"/>
                    <a:pt x="601" y="725"/>
                    <a:pt x="601" y="725"/>
                  </a:cubicBezTo>
                  <a:cubicBezTo>
                    <a:pt x="601" y="725"/>
                    <a:pt x="601" y="725"/>
                    <a:pt x="601" y="725"/>
                  </a:cubicBezTo>
                  <a:cubicBezTo>
                    <a:pt x="601" y="725"/>
                    <a:pt x="601" y="725"/>
                    <a:pt x="601" y="725"/>
                  </a:cubicBezTo>
                  <a:cubicBezTo>
                    <a:pt x="600" y="725"/>
                    <a:pt x="600" y="725"/>
                    <a:pt x="600" y="725"/>
                  </a:cubicBezTo>
                  <a:cubicBezTo>
                    <a:pt x="600" y="725"/>
                    <a:pt x="600" y="725"/>
                    <a:pt x="600" y="725"/>
                  </a:cubicBezTo>
                  <a:cubicBezTo>
                    <a:pt x="599" y="725"/>
                    <a:pt x="599" y="725"/>
                    <a:pt x="599" y="725"/>
                  </a:cubicBezTo>
                  <a:cubicBezTo>
                    <a:pt x="599" y="725"/>
                    <a:pt x="599" y="725"/>
                    <a:pt x="599" y="725"/>
                  </a:cubicBezTo>
                  <a:cubicBezTo>
                    <a:pt x="599" y="725"/>
                    <a:pt x="599" y="725"/>
                    <a:pt x="599" y="725"/>
                  </a:cubicBezTo>
                  <a:cubicBezTo>
                    <a:pt x="599" y="725"/>
                    <a:pt x="599" y="725"/>
                    <a:pt x="599" y="725"/>
                  </a:cubicBezTo>
                  <a:cubicBezTo>
                    <a:pt x="598" y="725"/>
                    <a:pt x="598" y="725"/>
                    <a:pt x="598" y="725"/>
                  </a:cubicBezTo>
                  <a:cubicBezTo>
                    <a:pt x="598" y="725"/>
                    <a:pt x="598" y="725"/>
                    <a:pt x="598" y="725"/>
                  </a:cubicBezTo>
                  <a:cubicBezTo>
                    <a:pt x="598" y="725"/>
                    <a:pt x="598" y="725"/>
                    <a:pt x="598" y="725"/>
                  </a:cubicBezTo>
                  <a:cubicBezTo>
                    <a:pt x="598" y="725"/>
                    <a:pt x="598" y="725"/>
                    <a:pt x="598" y="725"/>
                  </a:cubicBezTo>
                  <a:cubicBezTo>
                    <a:pt x="597" y="725"/>
                    <a:pt x="597" y="725"/>
                    <a:pt x="597" y="725"/>
                  </a:cubicBezTo>
                  <a:cubicBezTo>
                    <a:pt x="597" y="725"/>
                    <a:pt x="597" y="725"/>
                    <a:pt x="597" y="725"/>
                  </a:cubicBezTo>
                  <a:cubicBezTo>
                    <a:pt x="596" y="725"/>
                    <a:pt x="596" y="725"/>
                    <a:pt x="596" y="725"/>
                  </a:cubicBezTo>
                  <a:cubicBezTo>
                    <a:pt x="596" y="725"/>
                    <a:pt x="596" y="725"/>
                    <a:pt x="596" y="725"/>
                  </a:cubicBezTo>
                  <a:cubicBezTo>
                    <a:pt x="595" y="724"/>
                    <a:pt x="595" y="724"/>
                    <a:pt x="595" y="724"/>
                  </a:cubicBezTo>
                  <a:cubicBezTo>
                    <a:pt x="595" y="724"/>
                    <a:pt x="595" y="724"/>
                    <a:pt x="595" y="724"/>
                  </a:cubicBezTo>
                  <a:cubicBezTo>
                    <a:pt x="595" y="724"/>
                    <a:pt x="595" y="724"/>
                    <a:pt x="595" y="724"/>
                  </a:cubicBezTo>
                  <a:cubicBezTo>
                    <a:pt x="595" y="724"/>
                    <a:pt x="595" y="724"/>
                    <a:pt x="595" y="724"/>
                  </a:cubicBezTo>
                  <a:cubicBezTo>
                    <a:pt x="595" y="724"/>
                    <a:pt x="595" y="724"/>
                    <a:pt x="595" y="724"/>
                  </a:cubicBezTo>
                  <a:cubicBezTo>
                    <a:pt x="595" y="724"/>
                    <a:pt x="595" y="724"/>
                    <a:pt x="595" y="724"/>
                  </a:cubicBezTo>
                  <a:cubicBezTo>
                    <a:pt x="595" y="724"/>
                    <a:pt x="595" y="724"/>
                    <a:pt x="595" y="724"/>
                  </a:cubicBezTo>
                  <a:cubicBezTo>
                    <a:pt x="595" y="724"/>
                    <a:pt x="595" y="724"/>
                    <a:pt x="595" y="724"/>
                  </a:cubicBezTo>
                  <a:cubicBezTo>
                    <a:pt x="595" y="724"/>
                    <a:pt x="595" y="724"/>
                    <a:pt x="595" y="724"/>
                  </a:cubicBezTo>
                  <a:cubicBezTo>
                    <a:pt x="595" y="724"/>
                    <a:pt x="595" y="724"/>
                    <a:pt x="595" y="724"/>
                  </a:cubicBezTo>
                  <a:cubicBezTo>
                    <a:pt x="595" y="723"/>
                    <a:pt x="595" y="723"/>
                    <a:pt x="595" y="723"/>
                  </a:cubicBezTo>
                  <a:cubicBezTo>
                    <a:pt x="595" y="723"/>
                    <a:pt x="595" y="723"/>
                    <a:pt x="595" y="723"/>
                  </a:cubicBezTo>
                  <a:cubicBezTo>
                    <a:pt x="595" y="723"/>
                    <a:pt x="595" y="723"/>
                    <a:pt x="595" y="723"/>
                  </a:cubicBezTo>
                  <a:cubicBezTo>
                    <a:pt x="595" y="723"/>
                    <a:pt x="595" y="723"/>
                    <a:pt x="595" y="723"/>
                  </a:cubicBezTo>
                  <a:cubicBezTo>
                    <a:pt x="595" y="723"/>
                    <a:pt x="595" y="723"/>
                    <a:pt x="595" y="723"/>
                  </a:cubicBezTo>
                  <a:cubicBezTo>
                    <a:pt x="595" y="723"/>
                    <a:pt x="595" y="723"/>
                    <a:pt x="595" y="723"/>
                  </a:cubicBezTo>
                  <a:cubicBezTo>
                    <a:pt x="595" y="722"/>
                    <a:pt x="595" y="722"/>
                    <a:pt x="595" y="722"/>
                  </a:cubicBezTo>
                  <a:cubicBezTo>
                    <a:pt x="595" y="722"/>
                    <a:pt x="595" y="722"/>
                    <a:pt x="595" y="722"/>
                  </a:cubicBezTo>
                  <a:cubicBezTo>
                    <a:pt x="596" y="722"/>
                    <a:pt x="596" y="722"/>
                    <a:pt x="596" y="722"/>
                  </a:cubicBezTo>
                  <a:cubicBezTo>
                    <a:pt x="596" y="722"/>
                    <a:pt x="596" y="722"/>
                    <a:pt x="596" y="722"/>
                  </a:cubicBezTo>
                  <a:cubicBezTo>
                    <a:pt x="598" y="722"/>
                    <a:pt x="598" y="722"/>
                    <a:pt x="598" y="722"/>
                  </a:cubicBezTo>
                  <a:cubicBezTo>
                    <a:pt x="598" y="722"/>
                    <a:pt x="598" y="722"/>
                    <a:pt x="598" y="722"/>
                  </a:cubicBezTo>
                  <a:cubicBezTo>
                    <a:pt x="600" y="722"/>
                    <a:pt x="600" y="722"/>
                    <a:pt x="600" y="722"/>
                  </a:cubicBezTo>
                  <a:cubicBezTo>
                    <a:pt x="600" y="722"/>
                    <a:pt x="600" y="722"/>
                    <a:pt x="600" y="722"/>
                  </a:cubicBezTo>
                  <a:cubicBezTo>
                    <a:pt x="602" y="722"/>
                    <a:pt x="602" y="722"/>
                    <a:pt x="602" y="722"/>
                  </a:cubicBezTo>
                  <a:cubicBezTo>
                    <a:pt x="602" y="722"/>
                    <a:pt x="602" y="722"/>
                    <a:pt x="602" y="722"/>
                  </a:cubicBezTo>
                  <a:cubicBezTo>
                    <a:pt x="603" y="722"/>
                    <a:pt x="603" y="722"/>
                    <a:pt x="603" y="722"/>
                  </a:cubicBezTo>
                  <a:cubicBezTo>
                    <a:pt x="603" y="722"/>
                    <a:pt x="603" y="722"/>
                    <a:pt x="603" y="722"/>
                  </a:cubicBezTo>
                  <a:cubicBezTo>
                    <a:pt x="605" y="722"/>
                    <a:pt x="605" y="722"/>
                    <a:pt x="605" y="722"/>
                  </a:cubicBezTo>
                  <a:cubicBezTo>
                    <a:pt x="605" y="722"/>
                    <a:pt x="605" y="722"/>
                    <a:pt x="605" y="722"/>
                  </a:cubicBezTo>
                  <a:cubicBezTo>
                    <a:pt x="606" y="721"/>
                    <a:pt x="606" y="721"/>
                    <a:pt x="606" y="721"/>
                  </a:cubicBezTo>
                  <a:cubicBezTo>
                    <a:pt x="606" y="721"/>
                    <a:pt x="606" y="721"/>
                    <a:pt x="606" y="721"/>
                  </a:cubicBezTo>
                  <a:cubicBezTo>
                    <a:pt x="608" y="719"/>
                    <a:pt x="608" y="719"/>
                    <a:pt x="608" y="719"/>
                  </a:cubicBezTo>
                  <a:cubicBezTo>
                    <a:pt x="608" y="719"/>
                    <a:pt x="608" y="719"/>
                    <a:pt x="608" y="719"/>
                  </a:cubicBezTo>
                  <a:cubicBezTo>
                    <a:pt x="608" y="717"/>
                    <a:pt x="608" y="717"/>
                    <a:pt x="608" y="717"/>
                  </a:cubicBezTo>
                  <a:cubicBezTo>
                    <a:pt x="608" y="717"/>
                    <a:pt x="608" y="717"/>
                    <a:pt x="608" y="717"/>
                  </a:cubicBezTo>
                  <a:cubicBezTo>
                    <a:pt x="608" y="715"/>
                    <a:pt x="608" y="715"/>
                    <a:pt x="608" y="715"/>
                  </a:cubicBezTo>
                  <a:cubicBezTo>
                    <a:pt x="608" y="715"/>
                    <a:pt x="608" y="715"/>
                    <a:pt x="608" y="715"/>
                  </a:cubicBezTo>
                  <a:cubicBezTo>
                    <a:pt x="608" y="712"/>
                    <a:pt x="608" y="712"/>
                    <a:pt x="608" y="712"/>
                  </a:cubicBezTo>
                  <a:cubicBezTo>
                    <a:pt x="608" y="712"/>
                    <a:pt x="608" y="712"/>
                    <a:pt x="608" y="712"/>
                  </a:cubicBezTo>
                  <a:cubicBezTo>
                    <a:pt x="608" y="710"/>
                    <a:pt x="608" y="710"/>
                    <a:pt x="608" y="710"/>
                  </a:cubicBezTo>
                  <a:cubicBezTo>
                    <a:pt x="608" y="710"/>
                    <a:pt x="608" y="710"/>
                    <a:pt x="608" y="710"/>
                  </a:cubicBezTo>
                  <a:cubicBezTo>
                    <a:pt x="608" y="707"/>
                    <a:pt x="608" y="707"/>
                    <a:pt x="608" y="707"/>
                  </a:cubicBezTo>
                  <a:cubicBezTo>
                    <a:pt x="608" y="707"/>
                    <a:pt x="608" y="707"/>
                    <a:pt x="608" y="707"/>
                  </a:cubicBezTo>
                  <a:cubicBezTo>
                    <a:pt x="608" y="705"/>
                    <a:pt x="608" y="705"/>
                    <a:pt x="608" y="705"/>
                  </a:cubicBezTo>
                  <a:cubicBezTo>
                    <a:pt x="608" y="705"/>
                    <a:pt x="608" y="705"/>
                    <a:pt x="608" y="705"/>
                  </a:cubicBezTo>
                  <a:cubicBezTo>
                    <a:pt x="608" y="702"/>
                    <a:pt x="608" y="702"/>
                    <a:pt x="608" y="702"/>
                  </a:cubicBezTo>
                  <a:cubicBezTo>
                    <a:pt x="608" y="702"/>
                    <a:pt x="608" y="702"/>
                    <a:pt x="608" y="702"/>
                  </a:cubicBezTo>
                  <a:cubicBezTo>
                    <a:pt x="608" y="700"/>
                    <a:pt x="608" y="700"/>
                    <a:pt x="608" y="700"/>
                  </a:cubicBezTo>
                  <a:cubicBezTo>
                    <a:pt x="608" y="700"/>
                    <a:pt x="608" y="700"/>
                    <a:pt x="608" y="700"/>
                  </a:cubicBezTo>
                  <a:cubicBezTo>
                    <a:pt x="606" y="701"/>
                    <a:pt x="606" y="701"/>
                    <a:pt x="606" y="701"/>
                  </a:cubicBezTo>
                  <a:cubicBezTo>
                    <a:pt x="606" y="701"/>
                    <a:pt x="606" y="701"/>
                    <a:pt x="606" y="701"/>
                  </a:cubicBezTo>
                  <a:cubicBezTo>
                    <a:pt x="604" y="702"/>
                    <a:pt x="604" y="702"/>
                    <a:pt x="604" y="702"/>
                  </a:cubicBezTo>
                  <a:cubicBezTo>
                    <a:pt x="604" y="702"/>
                    <a:pt x="604" y="702"/>
                    <a:pt x="604" y="702"/>
                  </a:cubicBezTo>
                  <a:cubicBezTo>
                    <a:pt x="603" y="703"/>
                    <a:pt x="603" y="703"/>
                    <a:pt x="603" y="703"/>
                  </a:cubicBezTo>
                  <a:cubicBezTo>
                    <a:pt x="603" y="703"/>
                    <a:pt x="603" y="703"/>
                    <a:pt x="603" y="703"/>
                  </a:cubicBezTo>
                  <a:cubicBezTo>
                    <a:pt x="601" y="704"/>
                    <a:pt x="601" y="704"/>
                    <a:pt x="601" y="704"/>
                  </a:cubicBezTo>
                  <a:cubicBezTo>
                    <a:pt x="601" y="704"/>
                    <a:pt x="601" y="704"/>
                    <a:pt x="601" y="704"/>
                  </a:cubicBezTo>
                  <a:cubicBezTo>
                    <a:pt x="599" y="705"/>
                    <a:pt x="599" y="705"/>
                    <a:pt x="599" y="705"/>
                  </a:cubicBezTo>
                  <a:cubicBezTo>
                    <a:pt x="599" y="705"/>
                    <a:pt x="599" y="705"/>
                    <a:pt x="599" y="705"/>
                  </a:cubicBezTo>
                  <a:cubicBezTo>
                    <a:pt x="598" y="706"/>
                    <a:pt x="598" y="706"/>
                    <a:pt x="598" y="706"/>
                  </a:cubicBezTo>
                  <a:cubicBezTo>
                    <a:pt x="598" y="706"/>
                    <a:pt x="598" y="706"/>
                    <a:pt x="598" y="706"/>
                  </a:cubicBezTo>
                  <a:cubicBezTo>
                    <a:pt x="596" y="708"/>
                    <a:pt x="596" y="708"/>
                    <a:pt x="596" y="708"/>
                  </a:cubicBezTo>
                  <a:cubicBezTo>
                    <a:pt x="596" y="708"/>
                    <a:pt x="596" y="708"/>
                    <a:pt x="596" y="708"/>
                  </a:cubicBezTo>
                  <a:cubicBezTo>
                    <a:pt x="594" y="708"/>
                    <a:pt x="594" y="708"/>
                    <a:pt x="594" y="708"/>
                  </a:cubicBezTo>
                  <a:cubicBezTo>
                    <a:pt x="594" y="708"/>
                    <a:pt x="594" y="708"/>
                    <a:pt x="594" y="708"/>
                  </a:cubicBezTo>
                  <a:cubicBezTo>
                    <a:pt x="593" y="709"/>
                    <a:pt x="593" y="709"/>
                    <a:pt x="593" y="709"/>
                  </a:cubicBezTo>
                  <a:cubicBezTo>
                    <a:pt x="593" y="709"/>
                    <a:pt x="593" y="709"/>
                    <a:pt x="593" y="709"/>
                  </a:cubicBezTo>
                  <a:cubicBezTo>
                    <a:pt x="592" y="710"/>
                    <a:pt x="592" y="710"/>
                    <a:pt x="592" y="710"/>
                  </a:cubicBezTo>
                  <a:cubicBezTo>
                    <a:pt x="592" y="710"/>
                    <a:pt x="592" y="710"/>
                    <a:pt x="592" y="710"/>
                  </a:cubicBezTo>
                  <a:cubicBezTo>
                    <a:pt x="590" y="710"/>
                    <a:pt x="590" y="710"/>
                    <a:pt x="590" y="710"/>
                  </a:cubicBezTo>
                  <a:cubicBezTo>
                    <a:pt x="590" y="710"/>
                    <a:pt x="590" y="710"/>
                    <a:pt x="590" y="710"/>
                  </a:cubicBezTo>
                  <a:cubicBezTo>
                    <a:pt x="589" y="711"/>
                    <a:pt x="589" y="711"/>
                    <a:pt x="589" y="711"/>
                  </a:cubicBezTo>
                  <a:cubicBezTo>
                    <a:pt x="589" y="711"/>
                    <a:pt x="589" y="711"/>
                    <a:pt x="589" y="711"/>
                  </a:cubicBezTo>
                  <a:cubicBezTo>
                    <a:pt x="588" y="712"/>
                    <a:pt x="588" y="712"/>
                    <a:pt x="588" y="712"/>
                  </a:cubicBezTo>
                  <a:cubicBezTo>
                    <a:pt x="588" y="712"/>
                    <a:pt x="588" y="712"/>
                    <a:pt x="588" y="712"/>
                  </a:cubicBezTo>
                  <a:cubicBezTo>
                    <a:pt x="587" y="712"/>
                    <a:pt x="587" y="712"/>
                    <a:pt x="587" y="712"/>
                  </a:cubicBezTo>
                  <a:cubicBezTo>
                    <a:pt x="587" y="712"/>
                    <a:pt x="587" y="712"/>
                    <a:pt x="587" y="712"/>
                  </a:cubicBezTo>
                  <a:cubicBezTo>
                    <a:pt x="585" y="712"/>
                    <a:pt x="585" y="712"/>
                    <a:pt x="585" y="712"/>
                  </a:cubicBezTo>
                  <a:cubicBezTo>
                    <a:pt x="585" y="712"/>
                    <a:pt x="585" y="712"/>
                    <a:pt x="585" y="712"/>
                  </a:cubicBezTo>
                  <a:cubicBezTo>
                    <a:pt x="584" y="711"/>
                    <a:pt x="584" y="711"/>
                    <a:pt x="584" y="711"/>
                  </a:cubicBezTo>
                  <a:cubicBezTo>
                    <a:pt x="584" y="711"/>
                    <a:pt x="584" y="711"/>
                    <a:pt x="584" y="711"/>
                  </a:cubicBezTo>
                  <a:cubicBezTo>
                    <a:pt x="584" y="712"/>
                    <a:pt x="584" y="712"/>
                    <a:pt x="584" y="712"/>
                  </a:cubicBezTo>
                  <a:cubicBezTo>
                    <a:pt x="584" y="712"/>
                    <a:pt x="584" y="712"/>
                    <a:pt x="584" y="712"/>
                  </a:cubicBezTo>
                  <a:cubicBezTo>
                    <a:pt x="583" y="712"/>
                    <a:pt x="583" y="712"/>
                    <a:pt x="583" y="712"/>
                  </a:cubicBezTo>
                  <a:cubicBezTo>
                    <a:pt x="583" y="712"/>
                    <a:pt x="583" y="712"/>
                    <a:pt x="583" y="712"/>
                  </a:cubicBezTo>
                  <a:cubicBezTo>
                    <a:pt x="582" y="712"/>
                    <a:pt x="582" y="712"/>
                    <a:pt x="582" y="712"/>
                  </a:cubicBezTo>
                  <a:cubicBezTo>
                    <a:pt x="582" y="712"/>
                    <a:pt x="582" y="712"/>
                    <a:pt x="582" y="712"/>
                  </a:cubicBezTo>
                  <a:cubicBezTo>
                    <a:pt x="582" y="711"/>
                    <a:pt x="582" y="711"/>
                    <a:pt x="582" y="711"/>
                  </a:cubicBezTo>
                  <a:cubicBezTo>
                    <a:pt x="582" y="711"/>
                    <a:pt x="582" y="711"/>
                    <a:pt x="582" y="711"/>
                  </a:cubicBezTo>
                  <a:cubicBezTo>
                    <a:pt x="581" y="711"/>
                    <a:pt x="581" y="711"/>
                    <a:pt x="581" y="711"/>
                  </a:cubicBezTo>
                  <a:cubicBezTo>
                    <a:pt x="581" y="711"/>
                    <a:pt x="581" y="711"/>
                    <a:pt x="581" y="711"/>
                  </a:cubicBezTo>
                  <a:cubicBezTo>
                    <a:pt x="581" y="711"/>
                    <a:pt x="581" y="711"/>
                    <a:pt x="581" y="711"/>
                  </a:cubicBezTo>
                  <a:cubicBezTo>
                    <a:pt x="581" y="711"/>
                    <a:pt x="581" y="711"/>
                    <a:pt x="581" y="711"/>
                  </a:cubicBezTo>
                  <a:cubicBezTo>
                    <a:pt x="580" y="711"/>
                    <a:pt x="580" y="711"/>
                    <a:pt x="580" y="711"/>
                  </a:cubicBezTo>
                  <a:cubicBezTo>
                    <a:pt x="580" y="711"/>
                    <a:pt x="580" y="711"/>
                    <a:pt x="580" y="711"/>
                  </a:cubicBezTo>
                  <a:cubicBezTo>
                    <a:pt x="580" y="710"/>
                    <a:pt x="580" y="710"/>
                    <a:pt x="580" y="710"/>
                  </a:cubicBezTo>
                  <a:cubicBezTo>
                    <a:pt x="580" y="710"/>
                    <a:pt x="580" y="710"/>
                    <a:pt x="580" y="710"/>
                  </a:cubicBezTo>
                  <a:cubicBezTo>
                    <a:pt x="579" y="709"/>
                    <a:pt x="579" y="709"/>
                    <a:pt x="579" y="709"/>
                  </a:cubicBezTo>
                  <a:cubicBezTo>
                    <a:pt x="579" y="709"/>
                    <a:pt x="579" y="709"/>
                    <a:pt x="579" y="709"/>
                  </a:cubicBezTo>
                  <a:cubicBezTo>
                    <a:pt x="580" y="709"/>
                    <a:pt x="580" y="709"/>
                    <a:pt x="580" y="709"/>
                  </a:cubicBezTo>
                  <a:cubicBezTo>
                    <a:pt x="580" y="709"/>
                    <a:pt x="580" y="709"/>
                    <a:pt x="580" y="709"/>
                  </a:cubicBezTo>
                  <a:cubicBezTo>
                    <a:pt x="592" y="704"/>
                    <a:pt x="592" y="704"/>
                    <a:pt x="592" y="704"/>
                  </a:cubicBezTo>
                  <a:cubicBezTo>
                    <a:pt x="592" y="704"/>
                    <a:pt x="592" y="704"/>
                    <a:pt x="592" y="704"/>
                  </a:cubicBezTo>
                  <a:cubicBezTo>
                    <a:pt x="592" y="705"/>
                    <a:pt x="592" y="705"/>
                    <a:pt x="592" y="705"/>
                  </a:cubicBezTo>
                  <a:cubicBezTo>
                    <a:pt x="592" y="705"/>
                    <a:pt x="592" y="705"/>
                    <a:pt x="592" y="705"/>
                  </a:cubicBezTo>
                  <a:cubicBezTo>
                    <a:pt x="593" y="705"/>
                    <a:pt x="593" y="705"/>
                    <a:pt x="593" y="705"/>
                  </a:cubicBezTo>
                  <a:cubicBezTo>
                    <a:pt x="593" y="705"/>
                    <a:pt x="593" y="705"/>
                    <a:pt x="593" y="705"/>
                  </a:cubicBezTo>
                  <a:cubicBezTo>
                    <a:pt x="593" y="705"/>
                    <a:pt x="593" y="705"/>
                    <a:pt x="593" y="705"/>
                  </a:cubicBezTo>
                  <a:cubicBezTo>
                    <a:pt x="593" y="705"/>
                    <a:pt x="593" y="705"/>
                    <a:pt x="593" y="705"/>
                  </a:cubicBezTo>
                  <a:cubicBezTo>
                    <a:pt x="593" y="705"/>
                    <a:pt x="593" y="705"/>
                    <a:pt x="593" y="705"/>
                  </a:cubicBezTo>
                  <a:cubicBezTo>
                    <a:pt x="593" y="705"/>
                    <a:pt x="593" y="705"/>
                    <a:pt x="593" y="705"/>
                  </a:cubicBezTo>
                  <a:cubicBezTo>
                    <a:pt x="593" y="705"/>
                    <a:pt x="593" y="705"/>
                    <a:pt x="593" y="705"/>
                  </a:cubicBezTo>
                  <a:cubicBezTo>
                    <a:pt x="593" y="705"/>
                    <a:pt x="593" y="705"/>
                    <a:pt x="593" y="705"/>
                  </a:cubicBezTo>
                  <a:cubicBezTo>
                    <a:pt x="594" y="704"/>
                    <a:pt x="594" y="704"/>
                    <a:pt x="594" y="704"/>
                  </a:cubicBezTo>
                  <a:cubicBezTo>
                    <a:pt x="594" y="704"/>
                    <a:pt x="594" y="704"/>
                    <a:pt x="594" y="704"/>
                  </a:cubicBezTo>
                  <a:cubicBezTo>
                    <a:pt x="594" y="704"/>
                    <a:pt x="594" y="704"/>
                    <a:pt x="594" y="704"/>
                  </a:cubicBezTo>
                  <a:cubicBezTo>
                    <a:pt x="594" y="704"/>
                    <a:pt x="594" y="704"/>
                    <a:pt x="594" y="704"/>
                  </a:cubicBezTo>
                  <a:cubicBezTo>
                    <a:pt x="594" y="704"/>
                    <a:pt x="594" y="704"/>
                    <a:pt x="594" y="704"/>
                  </a:cubicBezTo>
                  <a:cubicBezTo>
                    <a:pt x="594" y="704"/>
                    <a:pt x="594" y="704"/>
                    <a:pt x="594" y="704"/>
                  </a:cubicBezTo>
                  <a:cubicBezTo>
                    <a:pt x="594" y="704"/>
                    <a:pt x="594" y="704"/>
                    <a:pt x="594" y="704"/>
                  </a:cubicBezTo>
                  <a:cubicBezTo>
                    <a:pt x="594" y="704"/>
                    <a:pt x="594" y="704"/>
                    <a:pt x="594" y="704"/>
                  </a:cubicBezTo>
                  <a:cubicBezTo>
                    <a:pt x="595" y="704"/>
                    <a:pt x="595" y="704"/>
                    <a:pt x="595" y="704"/>
                  </a:cubicBezTo>
                  <a:cubicBezTo>
                    <a:pt x="595" y="704"/>
                    <a:pt x="595" y="704"/>
                    <a:pt x="595" y="704"/>
                  </a:cubicBezTo>
                  <a:cubicBezTo>
                    <a:pt x="595" y="704"/>
                    <a:pt x="595" y="704"/>
                    <a:pt x="595" y="704"/>
                  </a:cubicBezTo>
                  <a:cubicBezTo>
                    <a:pt x="595" y="704"/>
                    <a:pt x="595" y="704"/>
                    <a:pt x="595" y="704"/>
                  </a:cubicBezTo>
                  <a:cubicBezTo>
                    <a:pt x="595" y="704"/>
                    <a:pt x="595" y="704"/>
                    <a:pt x="595" y="704"/>
                  </a:cubicBezTo>
                  <a:cubicBezTo>
                    <a:pt x="595" y="704"/>
                    <a:pt x="595" y="704"/>
                    <a:pt x="595" y="704"/>
                  </a:cubicBezTo>
                  <a:cubicBezTo>
                    <a:pt x="595" y="704"/>
                    <a:pt x="595" y="704"/>
                    <a:pt x="595" y="704"/>
                  </a:cubicBezTo>
                  <a:cubicBezTo>
                    <a:pt x="595" y="704"/>
                    <a:pt x="595" y="704"/>
                    <a:pt x="595" y="704"/>
                  </a:cubicBezTo>
                  <a:cubicBezTo>
                    <a:pt x="596" y="703"/>
                    <a:pt x="596" y="703"/>
                    <a:pt x="596" y="703"/>
                  </a:cubicBezTo>
                  <a:cubicBezTo>
                    <a:pt x="596" y="703"/>
                    <a:pt x="596" y="703"/>
                    <a:pt x="596" y="703"/>
                  </a:cubicBezTo>
                  <a:cubicBezTo>
                    <a:pt x="596" y="703"/>
                    <a:pt x="596" y="703"/>
                    <a:pt x="596" y="703"/>
                  </a:cubicBezTo>
                  <a:cubicBezTo>
                    <a:pt x="596" y="703"/>
                    <a:pt x="596" y="703"/>
                    <a:pt x="596" y="703"/>
                  </a:cubicBezTo>
                  <a:cubicBezTo>
                    <a:pt x="597" y="703"/>
                    <a:pt x="597" y="703"/>
                    <a:pt x="597" y="703"/>
                  </a:cubicBezTo>
                  <a:cubicBezTo>
                    <a:pt x="597" y="703"/>
                    <a:pt x="597" y="703"/>
                    <a:pt x="597" y="703"/>
                  </a:cubicBezTo>
                  <a:cubicBezTo>
                    <a:pt x="597" y="703"/>
                    <a:pt x="597" y="703"/>
                    <a:pt x="597" y="703"/>
                  </a:cubicBezTo>
                  <a:cubicBezTo>
                    <a:pt x="597" y="703"/>
                    <a:pt x="597" y="703"/>
                    <a:pt x="597" y="703"/>
                  </a:cubicBezTo>
                  <a:cubicBezTo>
                    <a:pt x="598" y="702"/>
                    <a:pt x="598" y="702"/>
                    <a:pt x="598" y="702"/>
                  </a:cubicBezTo>
                  <a:cubicBezTo>
                    <a:pt x="598" y="702"/>
                    <a:pt x="598" y="702"/>
                    <a:pt x="598" y="702"/>
                  </a:cubicBezTo>
                  <a:cubicBezTo>
                    <a:pt x="599" y="702"/>
                    <a:pt x="599" y="702"/>
                    <a:pt x="599" y="702"/>
                  </a:cubicBezTo>
                  <a:cubicBezTo>
                    <a:pt x="599" y="702"/>
                    <a:pt x="599" y="702"/>
                    <a:pt x="599" y="702"/>
                  </a:cubicBezTo>
                  <a:cubicBezTo>
                    <a:pt x="599" y="701"/>
                    <a:pt x="599" y="701"/>
                    <a:pt x="599" y="701"/>
                  </a:cubicBezTo>
                  <a:cubicBezTo>
                    <a:pt x="599" y="701"/>
                    <a:pt x="599" y="701"/>
                    <a:pt x="599" y="701"/>
                  </a:cubicBezTo>
                  <a:cubicBezTo>
                    <a:pt x="600" y="701"/>
                    <a:pt x="600" y="701"/>
                    <a:pt x="600" y="701"/>
                  </a:cubicBezTo>
                  <a:cubicBezTo>
                    <a:pt x="600" y="701"/>
                    <a:pt x="600" y="701"/>
                    <a:pt x="600" y="701"/>
                  </a:cubicBezTo>
                  <a:cubicBezTo>
                    <a:pt x="601" y="701"/>
                    <a:pt x="601" y="701"/>
                    <a:pt x="601" y="701"/>
                  </a:cubicBezTo>
                  <a:cubicBezTo>
                    <a:pt x="601" y="701"/>
                    <a:pt x="601" y="701"/>
                    <a:pt x="601" y="701"/>
                  </a:cubicBezTo>
                  <a:cubicBezTo>
                    <a:pt x="601" y="700"/>
                    <a:pt x="601" y="700"/>
                    <a:pt x="601" y="700"/>
                  </a:cubicBezTo>
                  <a:cubicBezTo>
                    <a:pt x="601" y="700"/>
                    <a:pt x="601" y="700"/>
                    <a:pt x="601" y="700"/>
                  </a:cubicBezTo>
                  <a:cubicBezTo>
                    <a:pt x="602" y="699"/>
                    <a:pt x="602" y="699"/>
                    <a:pt x="602" y="699"/>
                  </a:cubicBezTo>
                  <a:cubicBezTo>
                    <a:pt x="602" y="699"/>
                    <a:pt x="602" y="699"/>
                    <a:pt x="602" y="699"/>
                  </a:cubicBezTo>
                  <a:cubicBezTo>
                    <a:pt x="602" y="699"/>
                    <a:pt x="602" y="699"/>
                    <a:pt x="602" y="699"/>
                  </a:cubicBezTo>
                  <a:cubicBezTo>
                    <a:pt x="602" y="699"/>
                    <a:pt x="602" y="699"/>
                    <a:pt x="602" y="699"/>
                  </a:cubicBezTo>
                  <a:cubicBezTo>
                    <a:pt x="603" y="698"/>
                    <a:pt x="603" y="698"/>
                    <a:pt x="603" y="698"/>
                  </a:cubicBezTo>
                  <a:cubicBezTo>
                    <a:pt x="603" y="698"/>
                    <a:pt x="603" y="698"/>
                    <a:pt x="603" y="698"/>
                  </a:cubicBezTo>
                  <a:cubicBezTo>
                    <a:pt x="603" y="697"/>
                    <a:pt x="603" y="697"/>
                    <a:pt x="603" y="697"/>
                  </a:cubicBezTo>
                  <a:cubicBezTo>
                    <a:pt x="603" y="697"/>
                    <a:pt x="603" y="697"/>
                    <a:pt x="603" y="697"/>
                  </a:cubicBezTo>
                  <a:cubicBezTo>
                    <a:pt x="604" y="697"/>
                    <a:pt x="604" y="697"/>
                    <a:pt x="604" y="697"/>
                  </a:cubicBezTo>
                  <a:cubicBezTo>
                    <a:pt x="604" y="697"/>
                    <a:pt x="604" y="697"/>
                    <a:pt x="604" y="697"/>
                  </a:cubicBezTo>
                  <a:cubicBezTo>
                    <a:pt x="604" y="696"/>
                    <a:pt x="604" y="696"/>
                    <a:pt x="604" y="696"/>
                  </a:cubicBezTo>
                  <a:cubicBezTo>
                    <a:pt x="604" y="696"/>
                    <a:pt x="604" y="696"/>
                    <a:pt x="604" y="696"/>
                  </a:cubicBezTo>
                  <a:cubicBezTo>
                    <a:pt x="605" y="696"/>
                    <a:pt x="605" y="696"/>
                    <a:pt x="605" y="696"/>
                  </a:cubicBezTo>
                  <a:cubicBezTo>
                    <a:pt x="605" y="696"/>
                    <a:pt x="605" y="696"/>
                    <a:pt x="605" y="696"/>
                  </a:cubicBezTo>
                  <a:cubicBezTo>
                    <a:pt x="606" y="695"/>
                    <a:pt x="606" y="695"/>
                    <a:pt x="606" y="695"/>
                  </a:cubicBezTo>
                  <a:cubicBezTo>
                    <a:pt x="606" y="695"/>
                    <a:pt x="606" y="695"/>
                    <a:pt x="606" y="695"/>
                  </a:cubicBezTo>
                  <a:cubicBezTo>
                    <a:pt x="607" y="695"/>
                    <a:pt x="607" y="695"/>
                    <a:pt x="607" y="695"/>
                  </a:cubicBezTo>
                  <a:cubicBezTo>
                    <a:pt x="607" y="695"/>
                    <a:pt x="607" y="695"/>
                    <a:pt x="607" y="695"/>
                  </a:cubicBezTo>
                  <a:cubicBezTo>
                    <a:pt x="607" y="695"/>
                    <a:pt x="607" y="695"/>
                    <a:pt x="607" y="695"/>
                  </a:cubicBezTo>
                  <a:cubicBezTo>
                    <a:pt x="607" y="695"/>
                    <a:pt x="607" y="695"/>
                    <a:pt x="607" y="695"/>
                  </a:cubicBezTo>
                  <a:cubicBezTo>
                    <a:pt x="607" y="694"/>
                    <a:pt x="607" y="694"/>
                    <a:pt x="607" y="694"/>
                  </a:cubicBezTo>
                  <a:cubicBezTo>
                    <a:pt x="607" y="694"/>
                    <a:pt x="607" y="694"/>
                    <a:pt x="607" y="694"/>
                  </a:cubicBezTo>
                  <a:cubicBezTo>
                    <a:pt x="607" y="694"/>
                    <a:pt x="607" y="694"/>
                    <a:pt x="607" y="694"/>
                  </a:cubicBezTo>
                  <a:cubicBezTo>
                    <a:pt x="607" y="694"/>
                    <a:pt x="607" y="694"/>
                    <a:pt x="607" y="694"/>
                  </a:cubicBezTo>
                  <a:cubicBezTo>
                    <a:pt x="607" y="693"/>
                    <a:pt x="607" y="693"/>
                    <a:pt x="607" y="693"/>
                  </a:cubicBezTo>
                  <a:cubicBezTo>
                    <a:pt x="607" y="693"/>
                    <a:pt x="607" y="693"/>
                    <a:pt x="607" y="693"/>
                  </a:cubicBezTo>
                  <a:cubicBezTo>
                    <a:pt x="606" y="693"/>
                    <a:pt x="606" y="693"/>
                    <a:pt x="606" y="693"/>
                  </a:cubicBezTo>
                  <a:cubicBezTo>
                    <a:pt x="606" y="693"/>
                    <a:pt x="606" y="693"/>
                    <a:pt x="606" y="693"/>
                  </a:cubicBezTo>
                  <a:cubicBezTo>
                    <a:pt x="606" y="692"/>
                    <a:pt x="606" y="692"/>
                    <a:pt x="606" y="692"/>
                  </a:cubicBezTo>
                  <a:cubicBezTo>
                    <a:pt x="606" y="692"/>
                    <a:pt x="606" y="692"/>
                    <a:pt x="606" y="692"/>
                  </a:cubicBezTo>
                  <a:cubicBezTo>
                    <a:pt x="606" y="692"/>
                    <a:pt x="606" y="692"/>
                    <a:pt x="606" y="692"/>
                  </a:cubicBezTo>
                  <a:cubicBezTo>
                    <a:pt x="606" y="692"/>
                    <a:pt x="606" y="692"/>
                    <a:pt x="606" y="692"/>
                  </a:cubicBezTo>
                  <a:cubicBezTo>
                    <a:pt x="607" y="691"/>
                    <a:pt x="607" y="691"/>
                    <a:pt x="607" y="691"/>
                  </a:cubicBezTo>
                  <a:cubicBezTo>
                    <a:pt x="607" y="691"/>
                    <a:pt x="607" y="691"/>
                    <a:pt x="607" y="691"/>
                  </a:cubicBezTo>
                  <a:cubicBezTo>
                    <a:pt x="611" y="685"/>
                    <a:pt x="611" y="685"/>
                    <a:pt x="611" y="685"/>
                  </a:cubicBezTo>
                  <a:cubicBezTo>
                    <a:pt x="611" y="685"/>
                    <a:pt x="611" y="685"/>
                    <a:pt x="611" y="685"/>
                  </a:cubicBezTo>
                  <a:cubicBezTo>
                    <a:pt x="611" y="685"/>
                    <a:pt x="611" y="685"/>
                    <a:pt x="611" y="685"/>
                  </a:cubicBezTo>
                  <a:cubicBezTo>
                    <a:pt x="611" y="685"/>
                    <a:pt x="611" y="685"/>
                    <a:pt x="611" y="685"/>
                  </a:cubicBezTo>
                  <a:cubicBezTo>
                    <a:pt x="612" y="685"/>
                    <a:pt x="612" y="685"/>
                    <a:pt x="612" y="685"/>
                  </a:cubicBezTo>
                  <a:cubicBezTo>
                    <a:pt x="612" y="685"/>
                    <a:pt x="612" y="685"/>
                    <a:pt x="612" y="685"/>
                  </a:cubicBezTo>
                  <a:cubicBezTo>
                    <a:pt x="612" y="685"/>
                    <a:pt x="612" y="685"/>
                    <a:pt x="612" y="685"/>
                  </a:cubicBezTo>
                  <a:cubicBezTo>
                    <a:pt x="612" y="685"/>
                    <a:pt x="612" y="685"/>
                    <a:pt x="612" y="685"/>
                  </a:cubicBezTo>
                  <a:cubicBezTo>
                    <a:pt x="612" y="685"/>
                    <a:pt x="612" y="685"/>
                    <a:pt x="612" y="685"/>
                  </a:cubicBezTo>
                  <a:cubicBezTo>
                    <a:pt x="612" y="685"/>
                    <a:pt x="612" y="685"/>
                    <a:pt x="612" y="685"/>
                  </a:cubicBezTo>
                  <a:cubicBezTo>
                    <a:pt x="612" y="685"/>
                    <a:pt x="612" y="685"/>
                    <a:pt x="612" y="685"/>
                  </a:cubicBezTo>
                  <a:cubicBezTo>
                    <a:pt x="612" y="685"/>
                    <a:pt x="612" y="685"/>
                    <a:pt x="612" y="685"/>
                  </a:cubicBezTo>
                  <a:cubicBezTo>
                    <a:pt x="612" y="685"/>
                    <a:pt x="612" y="685"/>
                    <a:pt x="612" y="685"/>
                  </a:cubicBezTo>
                  <a:cubicBezTo>
                    <a:pt x="612" y="685"/>
                    <a:pt x="612" y="685"/>
                    <a:pt x="612" y="685"/>
                  </a:cubicBezTo>
                  <a:cubicBezTo>
                    <a:pt x="613" y="685"/>
                    <a:pt x="613" y="685"/>
                    <a:pt x="613" y="685"/>
                  </a:cubicBezTo>
                  <a:cubicBezTo>
                    <a:pt x="613" y="685"/>
                    <a:pt x="613" y="685"/>
                    <a:pt x="613" y="685"/>
                  </a:cubicBezTo>
                  <a:cubicBezTo>
                    <a:pt x="613" y="685"/>
                    <a:pt x="613" y="685"/>
                    <a:pt x="613" y="685"/>
                  </a:cubicBezTo>
                  <a:cubicBezTo>
                    <a:pt x="613" y="685"/>
                    <a:pt x="613" y="685"/>
                    <a:pt x="613" y="685"/>
                  </a:cubicBezTo>
                  <a:cubicBezTo>
                    <a:pt x="619" y="677"/>
                    <a:pt x="619" y="677"/>
                    <a:pt x="619" y="677"/>
                  </a:cubicBezTo>
                  <a:cubicBezTo>
                    <a:pt x="619" y="677"/>
                    <a:pt x="619" y="677"/>
                    <a:pt x="619" y="677"/>
                  </a:cubicBezTo>
                  <a:cubicBezTo>
                    <a:pt x="619" y="677"/>
                    <a:pt x="619" y="677"/>
                    <a:pt x="619" y="677"/>
                  </a:cubicBezTo>
                  <a:cubicBezTo>
                    <a:pt x="619" y="677"/>
                    <a:pt x="619" y="677"/>
                    <a:pt x="619" y="677"/>
                  </a:cubicBezTo>
                  <a:cubicBezTo>
                    <a:pt x="619" y="677"/>
                    <a:pt x="619" y="677"/>
                    <a:pt x="619" y="677"/>
                  </a:cubicBezTo>
                  <a:cubicBezTo>
                    <a:pt x="619" y="677"/>
                    <a:pt x="619" y="677"/>
                    <a:pt x="619" y="677"/>
                  </a:cubicBezTo>
                  <a:cubicBezTo>
                    <a:pt x="619" y="677"/>
                    <a:pt x="619" y="677"/>
                    <a:pt x="619" y="677"/>
                  </a:cubicBezTo>
                  <a:cubicBezTo>
                    <a:pt x="619" y="677"/>
                    <a:pt x="619" y="677"/>
                    <a:pt x="619" y="677"/>
                  </a:cubicBezTo>
                  <a:cubicBezTo>
                    <a:pt x="619" y="676"/>
                    <a:pt x="619" y="676"/>
                    <a:pt x="619" y="676"/>
                  </a:cubicBezTo>
                  <a:cubicBezTo>
                    <a:pt x="619" y="676"/>
                    <a:pt x="619" y="676"/>
                    <a:pt x="619" y="676"/>
                  </a:cubicBezTo>
                  <a:cubicBezTo>
                    <a:pt x="619" y="676"/>
                    <a:pt x="619" y="676"/>
                    <a:pt x="619" y="676"/>
                  </a:cubicBezTo>
                  <a:cubicBezTo>
                    <a:pt x="619" y="676"/>
                    <a:pt x="619" y="676"/>
                    <a:pt x="619" y="676"/>
                  </a:cubicBezTo>
                  <a:cubicBezTo>
                    <a:pt x="619" y="676"/>
                    <a:pt x="619" y="676"/>
                    <a:pt x="619" y="676"/>
                  </a:cubicBezTo>
                  <a:cubicBezTo>
                    <a:pt x="619" y="676"/>
                    <a:pt x="619" y="676"/>
                    <a:pt x="619" y="676"/>
                  </a:cubicBezTo>
                  <a:cubicBezTo>
                    <a:pt x="619" y="675"/>
                    <a:pt x="619" y="675"/>
                    <a:pt x="619" y="675"/>
                  </a:cubicBezTo>
                  <a:cubicBezTo>
                    <a:pt x="619" y="675"/>
                    <a:pt x="619" y="675"/>
                    <a:pt x="619" y="675"/>
                  </a:cubicBezTo>
                  <a:cubicBezTo>
                    <a:pt x="619" y="675"/>
                    <a:pt x="619" y="675"/>
                    <a:pt x="619" y="675"/>
                  </a:cubicBezTo>
                  <a:cubicBezTo>
                    <a:pt x="619" y="675"/>
                    <a:pt x="619" y="675"/>
                    <a:pt x="619" y="675"/>
                  </a:cubicBezTo>
                  <a:cubicBezTo>
                    <a:pt x="598" y="684"/>
                    <a:pt x="598" y="684"/>
                    <a:pt x="598" y="684"/>
                  </a:cubicBezTo>
                  <a:cubicBezTo>
                    <a:pt x="598" y="684"/>
                    <a:pt x="598" y="684"/>
                    <a:pt x="598" y="684"/>
                  </a:cubicBezTo>
                  <a:cubicBezTo>
                    <a:pt x="597" y="684"/>
                    <a:pt x="597" y="684"/>
                    <a:pt x="597" y="684"/>
                  </a:cubicBezTo>
                  <a:cubicBezTo>
                    <a:pt x="597" y="684"/>
                    <a:pt x="597" y="684"/>
                    <a:pt x="597" y="684"/>
                  </a:cubicBezTo>
                  <a:cubicBezTo>
                    <a:pt x="597" y="684"/>
                    <a:pt x="597" y="684"/>
                    <a:pt x="597" y="684"/>
                  </a:cubicBezTo>
                  <a:cubicBezTo>
                    <a:pt x="597" y="684"/>
                    <a:pt x="597" y="684"/>
                    <a:pt x="597" y="684"/>
                  </a:cubicBezTo>
                  <a:cubicBezTo>
                    <a:pt x="597" y="684"/>
                    <a:pt x="597" y="684"/>
                    <a:pt x="597" y="684"/>
                  </a:cubicBezTo>
                  <a:cubicBezTo>
                    <a:pt x="597" y="684"/>
                    <a:pt x="597" y="684"/>
                    <a:pt x="597" y="684"/>
                  </a:cubicBezTo>
                  <a:cubicBezTo>
                    <a:pt x="597" y="684"/>
                    <a:pt x="597" y="684"/>
                    <a:pt x="597" y="684"/>
                  </a:cubicBezTo>
                  <a:cubicBezTo>
                    <a:pt x="597" y="684"/>
                    <a:pt x="597" y="684"/>
                    <a:pt x="597" y="684"/>
                  </a:cubicBezTo>
                  <a:cubicBezTo>
                    <a:pt x="596" y="684"/>
                    <a:pt x="596" y="684"/>
                    <a:pt x="596" y="684"/>
                  </a:cubicBezTo>
                  <a:cubicBezTo>
                    <a:pt x="596" y="684"/>
                    <a:pt x="596" y="684"/>
                    <a:pt x="596" y="684"/>
                  </a:cubicBezTo>
                  <a:cubicBezTo>
                    <a:pt x="596" y="683"/>
                    <a:pt x="596" y="683"/>
                    <a:pt x="596" y="683"/>
                  </a:cubicBezTo>
                  <a:cubicBezTo>
                    <a:pt x="596" y="683"/>
                    <a:pt x="596" y="683"/>
                    <a:pt x="596" y="683"/>
                  </a:cubicBezTo>
                  <a:cubicBezTo>
                    <a:pt x="596" y="683"/>
                    <a:pt x="596" y="683"/>
                    <a:pt x="596" y="683"/>
                  </a:cubicBezTo>
                  <a:cubicBezTo>
                    <a:pt x="596" y="683"/>
                    <a:pt x="596" y="683"/>
                    <a:pt x="596" y="683"/>
                  </a:cubicBezTo>
                  <a:cubicBezTo>
                    <a:pt x="596" y="683"/>
                    <a:pt x="596" y="683"/>
                    <a:pt x="596" y="683"/>
                  </a:cubicBezTo>
                  <a:cubicBezTo>
                    <a:pt x="596" y="683"/>
                    <a:pt x="596" y="683"/>
                    <a:pt x="596" y="683"/>
                  </a:cubicBezTo>
                  <a:cubicBezTo>
                    <a:pt x="597" y="681"/>
                    <a:pt x="597" y="681"/>
                    <a:pt x="597" y="681"/>
                  </a:cubicBezTo>
                  <a:cubicBezTo>
                    <a:pt x="597" y="681"/>
                    <a:pt x="597" y="681"/>
                    <a:pt x="597" y="681"/>
                  </a:cubicBezTo>
                  <a:cubicBezTo>
                    <a:pt x="620" y="670"/>
                    <a:pt x="620" y="670"/>
                    <a:pt x="620" y="670"/>
                  </a:cubicBezTo>
                  <a:cubicBezTo>
                    <a:pt x="620" y="670"/>
                    <a:pt x="620" y="670"/>
                    <a:pt x="620" y="670"/>
                  </a:cubicBezTo>
                  <a:cubicBezTo>
                    <a:pt x="621" y="668"/>
                    <a:pt x="621" y="668"/>
                    <a:pt x="621" y="668"/>
                  </a:cubicBezTo>
                  <a:cubicBezTo>
                    <a:pt x="621" y="668"/>
                    <a:pt x="621" y="668"/>
                    <a:pt x="621" y="668"/>
                  </a:cubicBezTo>
                  <a:cubicBezTo>
                    <a:pt x="622" y="665"/>
                    <a:pt x="622" y="665"/>
                    <a:pt x="622" y="665"/>
                  </a:cubicBezTo>
                  <a:cubicBezTo>
                    <a:pt x="622" y="665"/>
                    <a:pt x="622" y="665"/>
                    <a:pt x="622" y="665"/>
                  </a:cubicBezTo>
                  <a:cubicBezTo>
                    <a:pt x="624" y="663"/>
                    <a:pt x="624" y="663"/>
                    <a:pt x="624" y="663"/>
                  </a:cubicBezTo>
                  <a:cubicBezTo>
                    <a:pt x="624" y="663"/>
                    <a:pt x="624" y="663"/>
                    <a:pt x="624" y="663"/>
                  </a:cubicBezTo>
                  <a:cubicBezTo>
                    <a:pt x="626" y="660"/>
                    <a:pt x="626" y="660"/>
                    <a:pt x="626" y="660"/>
                  </a:cubicBezTo>
                  <a:cubicBezTo>
                    <a:pt x="626" y="660"/>
                    <a:pt x="626" y="660"/>
                    <a:pt x="626" y="660"/>
                  </a:cubicBezTo>
                  <a:cubicBezTo>
                    <a:pt x="627" y="658"/>
                    <a:pt x="627" y="658"/>
                    <a:pt x="627" y="658"/>
                  </a:cubicBezTo>
                  <a:cubicBezTo>
                    <a:pt x="627" y="658"/>
                    <a:pt x="627" y="658"/>
                    <a:pt x="627" y="658"/>
                  </a:cubicBezTo>
                  <a:cubicBezTo>
                    <a:pt x="628" y="655"/>
                    <a:pt x="628" y="655"/>
                    <a:pt x="628" y="655"/>
                  </a:cubicBezTo>
                  <a:cubicBezTo>
                    <a:pt x="628" y="655"/>
                    <a:pt x="628" y="655"/>
                    <a:pt x="628" y="655"/>
                  </a:cubicBezTo>
                  <a:cubicBezTo>
                    <a:pt x="630" y="653"/>
                    <a:pt x="630" y="653"/>
                    <a:pt x="630" y="653"/>
                  </a:cubicBezTo>
                  <a:cubicBezTo>
                    <a:pt x="630" y="653"/>
                    <a:pt x="630" y="653"/>
                    <a:pt x="630" y="653"/>
                  </a:cubicBezTo>
                  <a:cubicBezTo>
                    <a:pt x="631" y="650"/>
                    <a:pt x="631" y="650"/>
                    <a:pt x="631" y="650"/>
                  </a:cubicBezTo>
                  <a:cubicBezTo>
                    <a:pt x="631" y="650"/>
                    <a:pt x="631" y="650"/>
                    <a:pt x="631" y="650"/>
                  </a:cubicBezTo>
                  <a:cubicBezTo>
                    <a:pt x="634" y="644"/>
                    <a:pt x="634" y="644"/>
                    <a:pt x="634" y="644"/>
                  </a:cubicBezTo>
                  <a:cubicBezTo>
                    <a:pt x="634" y="644"/>
                    <a:pt x="634" y="644"/>
                    <a:pt x="634" y="644"/>
                  </a:cubicBezTo>
                  <a:cubicBezTo>
                    <a:pt x="634" y="644"/>
                    <a:pt x="634" y="644"/>
                    <a:pt x="634" y="644"/>
                  </a:cubicBezTo>
                  <a:cubicBezTo>
                    <a:pt x="634" y="644"/>
                    <a:pt x="634" y="644"/>
                    <a:pt x="634" y="644"/>
                  </a:cubicBezTo>
                  <a:cubicBezTo>
                    <a:pt x="634" y="644"/>
                    <a:pt x="634" y="644"/>
                    <a:pt x="634" y="644"/>
                  </a:cubicBezTo>
                  <a:cubicBezTo>
                    <a:pt x="634" y="644"/>
                    <a:pt x="634" y="644"/>
                    <a:pt x="634" y="644"/>
                  </a:cubicBezTo>
                  <a:cubicBezTo>
                    <a:pt x="633" y="643"/>
                    <a:pt x="633" y="643"/>
                    <a:pt x="633" y="643"/>
                  </a:cubicBezTo>
                  <a:cubicBezTo>
                    <a:pt x="633" y="643"/>
                    <a:pt x="633" y="643"/>
                    <a:pt x="633" y="643"/>
                  </a:cubicBezTo>
                  <a:cubicBezTo>
                    <a:pt x="633" y="643"/>
                    <a:pt x="633" y="643"/>
                    <a:pt x="633" y="643"/>
                  </a:cubicBezTo>
                  <a:cubicBezTo>
                    <a:pt x="633" y="643"/>
                    <a:pt x="633" y="643"/>
                    <a:pt x="633" y="643"/>
                  </a:cubicBezTo>
                  <a:cubicBezTo>
                    <a:pt x="633" y="643"/>
                    <a:pt x="633" y="643"/>
                    <a:pt x="633" y="643"/>
                  </a:cubicBezTo>
                  <a:cubicBezTo>
                    <a:pt x="633" y="643"/>
                    <a:pt x="633" y="643"/>
                    <a:pt x="633" y="643"/>
                  </a:cubicBezTo>
                  <a:cubicBezTo>
                    <a:pt x="633" y="643"/>
                    <a:pt x="633" y="643"/>
                    <a:pt x="633" y="643"/>
                  </a:cubicBezTo>
                  <a:cubicBezTo>
                    <a:pt x="633" y="643"/>
                    <a:pt x="633" y="643"/>
                    <a:pt x="633" y="643"/>
                  </a:cubicBezTo>
                  <a:cubicBezTo>
                    <a:pt x="633" y="643"/>
                    <a:pt x="633" y="643"/>
                    <a:pt x="633" y="643"/>
                  </a:cubicBezTo>
                  <a:cubicBezTo>
                    <a:pt x="633" y="643"/>
                    <a:pt x="633" y="643"/>
                    <a:pt x="633" y="643"/>
                  </a:cubicBezTo>
                  <a:cubicBezTo>
                    <a:pt x="633" y="642"/>
                    <a:pt x="633" y="642"/>
                    <a:pt x="633" y="642"/>
                  </a:cubicBezTo>
                  <a:cubicBezTo>
                    <a:pt x="633" y="642"/>
                    <a:pt x="633" y="642"/>
                    <a:pt x="633" y="642"/>
                  </a:cubicBezTo>
                  <a:cubicBezTo>
                    <a:pt x="632" y="642"/>
                    <a:pt x="632" y="642"/>
                    <a:pt x="632" y="642"/>
                  </a:cubicBezTo>
                  <a:cubicBezTo>
                    <a:pt x="632" y="642"/>
                    <a:pt x="632" y="642"/>
                    <a:pt x="632" y="642"/>
                  </a:cubicBezTo>
                  <a:cubicBezTo>
                    <a:pt x="631" y="642"/>
                    <a:pt x="631" y="642"/>
                    <a:pt x="631" y="642"/>
                  </a:cubicBezTo>
                  <a:cubicBezTo>
                    <a:pt x="631" y="642"/>
                    <a:pt x="631" y="642"/>
                    <a:pt x="631" y="642"/>
                  </a:cubicBezTo>
                  <a:cubicBezTo>
                    <a:pt x="629" y="643"/>
                    <a:pt x="629" y="643"/>
                    <a:pt x="629" y="643"/>
                  </a:cubicBezTo>
                  <a:cubicBezTo>
                    <a:pt x="629" y="643"/>
                    <a:pt x="629" y="643"/>
                    <a:pt x="629" y="643"/>
                  </a:cubicBezTo>
                  <a:cubicBezTo>
                    <a:pt x="628" y="643"/>
                    <a:pt x="628" y="643"/>
                    <a:pt x="628" y="643"/>
                  </a:cubicBezTo>
                  <a:cubicBezTo>
                    <a:pt x="628" y="643"/>
                    <a:pt x="628" y="643"/>
                    <a:pt x="628" y="643"/>
                  </a:cubicBezTo>
                  <a:cubicBezTo>
                    <a:pt x="627" y="644"/>
                    <a:pt x="627" y="644"/>
                    <a:pt x="627" y="644"/>
                  </a:cubicBezTo>
                  <a:cubicBezTo>
                    <a:pt x="627" y="644"/>
                    <a:pt x="627" y="644"/>
                    <a:pt x="627" y="644"/>
                  </a:cubicBezTo>
                  <a:cubicBezTo>
                    <a:pt x="626" y="645"/>
                    <a:pt x="626" y="645"/>
                    <a:pt x="626" y="645"/>
                  </a:cubicBezTo>
                  <a:cubicBezTo>
                    <a:pt x="626" y="645"/>
                    <a:pt x="626" y="645"/>
                    <a:pt x="626" y="645"/>
                  </a:cubicBezTo>
                  <a:cubicBezTo>
                    <a:pt x="625" y="645"/>
                    <a:pt x="625" y="645"/>
                    <a:pt x="625" y="645"/>
                  </a:cubicBezTo>
                  <a:cubicBezTo>
                    <a:pt x="625" y="645"/>
                    <a:pt x="625" y="645"/>
                    <a:pt x="625" y="645"/>
                  </a:cubicBezTo>
                  <a:cubicBezTo>
                    <a:pt x="624" y="646"/>
                    <a:pt x="624" y="646"/>
                    <a:pt x="624" y="646"/>
                  </a:cubicBezTo>
                  <a:cubicBezTo>
                    <a:pt x="624" y="646"/>
                    <a:pt x="624" y="646"/>
                    <a:pt x="624" y="646"/>
                  </a:cubicBezTo>
                  <a:cubicBezTo>
                    <a:pt x="620" y="649"/>
                    <a:pt x="620" y="649"/>
                    <a:pt x="620" y="649"/>
                  </a:cubicBezTo>
                  <a:cubicBezTo>
                    <a:pt x="620" y="649"/>
                    <a:pt x="620" y="649"/>
                    <a:pt x="620" y="649"/>
                  </a:cubicBezTo>
                  <a:cubicBezTo>
                    <a:pt x="620" y="650"/>
                    <a:pt x="620" y="650"/>
                    <a:pt x="620" y="650"/>
                  </a:cubicBezTo>
                  <a:cubicBezTo>
                    <a:pt x="620" y="650"/>
                    <a:pt x="620" y="650"/>
                    <a:pt x="620" y="650"/>
                  </a:cubicBezTo>
                  <a:cubicBezTo>
                    <a:pt x="620" y="651"/>
                    <a:pt x="620" y="651"/>
                    <a:pt x="620" y="651"/>
                  </a:cubicBezTo>
                  <a:cubicBezTo>
                    <a:pt x="620" y="651"/>
                    <a:pt x="620" y="651"/>
                    <a:pt x="620" y="651"/>
                  </a:cubicBezTo>
                  <a:cubicBezTo>
                    <a:pt x="620" y="651"/>
                    <a:pt x="620" y="651"/>
                    <a:pt x="620" y="651"/>
                  </a:cubicBezTo>
                  <a:cubicBezTo>
                    <a:pt x="620" y="651"/>
                    <a:pt x="620" y="651"/>
                    <a:pt x="620" y="651"/>
                  </a:cubicBezTo>
                  <a:cubicBezTo>
                    <a:pt x="620" y="651"/>
                    <a:pt x="620" y="651"/>
                    <a:pt x="620" y="651"/>
                  </a:cubicBezTo>
                  <a:cubicBezTo>
                    <a:pt x="620" y="651"/>
                    <a:pt x="620" y="651"/>
                    <a:pt x="620" y="651"/>
                  </a:cubicBezTo>
                  <a:cubicBezTo>
                    <a:pt x="620" y="651"/>
                    <a:pt x="620" y="651"/>
                    <a:pt x="620" y="651"/>
                  </a:cubicBezTo>
                  <a:cubicBezTo>
                    <a:pt x="620" y="651"/>
                    <a:pt x="620" y="651"/>
                    <a:pt x="620" y="651"/>
                  </a:cubicBezTo>
                  <a:cubicBezTo>
                    <a:pt x="620" y="651"/>
                    <a:pt x="620" y="651"/>
                    <a:pt x="620" y="651"/>
                  </a:cubicBezTo>
                  <a:cubicBezTo>
                    <a:pt x="620" y="651"/>
                    <a:pt x="620" y="651"/>
                    <a:pt x="620" y="651"/>
                  </a:cubicBezTo>
                  <a:cubicBezTo>
                    <a:pt x="620" y="651"/>
                    <a:pt x="620" y="651"/>
                    <a:pt x="620" y="651"/>
                  </a:cubicBezTo>
                  <a:cubicBezTo>
                    <a:pt x="620" y="651"/>
                    <a:pt x="620" y="651"/>
                    <a:pt x="620" y="651"/>
                  </a:cubicBezTo>
                  <a:cubicBezTo>
                    <a:pt x="620" y="651"/>
                    <a:pt x="620" y="651"/>
                    <a:pt x="620" y="651"/>
                  </a:cubicBezTo>
                  <a:cubicBezTo>
                    <a:pt x="620" y="651"/>
                    <a:pt x="620" y="651"/>
                    <a:pt x="620" y="651"/>
                  </a:cubicBezTo>
                  <a:cubicBezTo>
                    <a:pt x="621" y="651"/>
                    <a:pt x="621" y="651"/>
                    <a:pt x="621" y="651"/>
                  </a:cubicBezTo>
                  <a:cubicBezTo>
                    <a:pt x="621" y="651"/>
                    <a:pt x="621" y="651"/>
                    <a:pt x="621" y="651"/>
                  </a:cubicBezTo>
                  <a:cubicBezTo>
                    <a:pt x="621" y="652"/>
                    <a:pt x="621" y="652"/>
                    <a:pt x="621" y="652"/>
                  </a:cubicBezTo>
                  <a:cubicBezTo>
                    <a:pt x="621" y="652"/>
                    <a:pt x="621" y="652"/>
                    <a:pt x="621" y="652"/>
                  </a:cubicBezTo>
                  <a:cubicBezTo>
                    <a:pt x="622" y="654"/>
                    <a:pt x="622" y="654"/>
                    <a:pt x="622" y="654"/>
                  </a:cubicBezTo>
                  <a:cubicBezTo>
                    <a:pt x="622" y="654"/>
                    <a:pt x="622" y="654"/>
                    <a:pt x="622" y="654"/>
                  </a:cubicBezTo>
                  <a:cubicBezTo>
                    <a:pt x="622" y="655"/>
                    <a:pt x="622" y="655"/>
                    <a:pt x="622" y="655"/>
                  </a:cubicBezTo>
                  <a:cubicBezTo>
                    <a:pt x="622" y="655"/>
                    <a:pt x="622" y="655"/>
                    <a:pt x="622" y="655"/>
                  </a:cubicBezTo>
                  <a:cubicBezTo>
                    <a:pt x="622" y="656"/>
                    <a:pt x="622" y="656"/>
                    <a:pt x="622" y="656"/>
                  </a:cubicBezTo>
                  <a:cubicBezTo>
                    <a:pt x="622" y="656"/>
                    <a:pt x="622" y="656"/>
                    <a:pt x="622" y="656"/>
                  </a:cubicBezTo>
                  <a:cubicBezTo>
                    <a:pt x="622" y="657"/>
                    <a:pt x="622" y="657"/>
                    <a:pt x="622" y="657"/>
                  </a:cubicBezTo>
                  <a:cubicBezTo>
                    <a:pt x="622" y="657"/>
                    <a:pt x="622" y="657"/>
                    <a:pt x="622" y="657"/>
                  </a:cubicBezTo>
                  <a:cubicBezTo>
                    <a:pt x="622" y="658"/>
                    <a:pt x="622" y="658"/>
                    <a:pt x="622" y="658"/>
                  </a:cubicBezTo>
                  <a:cubicBezTo>
                    <a:pt x="622" y="658"/>
                    <a:pt x="622" y="658"/>
                    <a:pt x="622" y="658"/>
                  </a:cubicBezTo>
                  <a:cubicBezTo>
                    <a:pt x="621" y="659"/>
                    <a:pt x="621" y="659"/>
                    <a:pt x="621" y="659"/>
                  </a:cubicBezTo>
                  <a:cubicBezTo>
                    <a:pt x="621" y="659"/>
                    <a:pt x="621" y="659"/>
                    <a:pt x="621" y="659"/>
                  </a:cubicBezTo>
                  <a:cubicBezTo>
                    <a:pt x="621" y="660"/>
                    <a:pt x="621" y="660"/>
                    <a:pt x="621" y="660"/>
                  </a:cubicBezTo>
                  <a:cubicBezTo>
                    <a:pt x="621" y="660"/>
                    <a:pt x="621" y="660"/>
                    <a:pt x="621" y="660"/>
                  </a:cubicBezTo>
                  <a:cubicBezTo>
                    <a:pt x="613" y="668"/>
                    <a:pt x="613" y="668"/>
                    <a:pt x="613" y="668"/>
                  </a:cubicBezTo>
                  <a:cubicBezTo>
                    <a:pt x="613" y="668"/>
                    <a:pt x="613" y="668"/>
                    <a:pt x="613" y="668"/>
                  </a:cubicBezTo>
                  <a:cubicBezTo>
                    <a:pt x="613" y="669"/>
                    <a:pt x="613" y="669"/>
                    <a:pt x="613" y="669"/>
                  </a:cubicBezTo>
                  <a:cubicBezTo>
                    <a:pt x="613" y="669"/>
                    <a:pt x="613" y="669"/>
                    <a:pt x="613" y="669"/>
                  </a:cubicBezTo>
                  <a:cubicBezTo>
                    <a:pt x="612" y="668"/>
                    <a:pt x="612" y="668"/>
                    <a:pt x="612" y="668"/>
                  </a:cubicBezTo>
                  <a:cubicBezTo>
                    <a:pt x="612" y="668"/>
                    <a:pt x="612" y="668"/>
                    <a:pt x="612" y="668"/>
                  </a:cubicBezTo>
                  <a:cubicBezTo>
                    <a:pt x="615" y="662"/>
                    <a:pt x="615" y="662"/>
                    <a:pt x="615" y="662"/>
                  </a:cubicBezTo>
                  <a:cubicBezTo>
                    <a:pt x="615" y="662"/>
                    <a:pt x="615" y="662"/>
                    <a:pt x="615" y="662"/>
                  </a:cubicBezTo>
                  <a:cubicBezTo>
                    <a:pt x="614" y="662"/>
                    <a:pt x="614" y="662"/>
                    <a:pt x="614" y="662"/>
                  </a:cubicBezTo>
                  <a:cubicBezTo>
                    <a:pt x="614" y="662"/>
                    <a:pt x="614" y="662"/>
                    <a:pt x="614" y="662"/>
                  </a:cubicBezTo>
                  <a:cubicBezTo>
                    <a:pt x="614" y="662"/>
                    <a:pt x="614" y="662"/>
                    <a:pt x="614" y="662"/>
                  </a:cubicBezTo>
                  <a:cubicBezTo>
                    <a:pt x="614" y="662"/>
                    <a:pt x="614" y="662"/>
                    <a:pt x="614" y="662"/>
                  </a:cubicBezTo>
                  <a:cubicBezTo>
                    <a:pt x="613" y="662"/>
                    <a:pt x="613" y="662"/>
                    <a:pt x="613" y="662"/>
                  </a:cubicBezTo>
                  <a:cubicBezTo>
                    <a:pt x="613" y="662"/>
                    <a:pt x="613" y="662"/>
                    <a:pt x="613" y="662"/>
                  </a:cubicBezTo>
                  <a:cubicBezTo>
                    <a:pt x="613" y="662"/>
                    <a:pt x="613" y="662"/>
                    <a:pt x="613" y="662"/>
                  </a:cubicBezTo>
                  <a:cubicBezTo>
                    <a:pt x="613" y="662"/>
                    <a:pt x="613" y="662"/>
                    <a:pt x="613" y="662"/>
                  </a:cubicBezTo>
                  <a:cubicBezTo>
                    <a:pt x="612" y="662"/>
                    <a:pt x="612" y="662"/>
                    <a:pt x="612" y="662"/>
                  </a:cubicBezTo>
                  <a:cubicBezTo>
                    <a:pt x="612" y="662"/>
                    <a:pt x="612" y="662"/>
                    <a:pt x="612" y="662"/>
                  </a:cubicBezTo>
                  <a:cubicBezTo>
                    <a:pt x="612" y="662"/>
                    <a:pt x="612" y="662"/>
                    <a:pt x="612" y="662"/>
                  </a:cubicBezTo>
                  <a:cubicBezTo>
                    <a:pt x="612" y="662"/>
                    <a:pt x="612" y="662"/>
                    <a:pt x="612" y="662"/>
                  </a:cubicBezTo>
                  <a:cubicBezTo>
                    <a:pt x="611" y="662"/>
                    <a:pt x="611" y="662"/>
                    <a:pt x="611" y="662"/>
                  </a:cubicBezTo>
                  <a:cubicBezTo>
                    <a:pt x="611" y="662"/>
                    <a:pt x="611" y="662"/>
                    <a:pt x="611" y="662"/>
                  </a:cubicBezTo>
                  <a:cubicBezTo>
                    <a:pt x="611" y="662"/>
                    <a:pt x="611" y="662"/>
                    <a:pt x="611" y="662"/>
                  </a:cubicBezTo>
                  <a:cubicBezTo>
                    <a:pt x="611" y="662"/>
                    <a:pt x="611" y="662"/>
                    <a:pt x="611" y="662"/>
                  </a:cubicBezTo>
                  <a:cubicBezTo>
                    <a:pt x="605" y="670"/>
                    <a:pt x="605" y="670"/>
                    <a:pt x="605" y="670"/>
                  </a:cubicBezTo>
                  <a:cubicBezTo>
                    <a:pt x="605" y="670"/>
                    <a:pt x="605" y="670"/>
                    <a:pt x="605" y="670"/>
                  </a:cubicBezTo>
                  <a:cubicBezTo>
                    <a:pt x="604" y="670"/>
                    <a:pt x="604" y="670"/>
                    <a:pt x="604" y="670"/>
                  </a:cubicBezTo>
                  <a:cubicBezTo>
                    <a:pt x="604" y="670"/>
                    <a:pt x="604" y="670"/>
                    <a:pt x="604" y="670"/>
                  </a:cubicBezTo>
                  <a:cubicBezTo>
                    <a:pt x="603" y="670"/>
                    <a:pt x="603" y="670"/>
                    <a:pt x="603" y="670"/>
                  </a:cubicBezTo>
                  <a:cubicBezTo>
                    <a:pt x="603" y="670"/>
                    <a:pt x="603" y="670"/>
                    <a:pt x="603" y="670"/>
                  </a:cubicBezTo>
                  <a:cubicBezTo>
                    <a:pt x="603" y="669"/>
                    <a:pt x="603" y="669"/>
                    <a:pt x="603" y="669"/>
                  </a:cubicBezTo>
                  <a:cubicBezTo>
                    <a:pt x="603" y="669"/>
                    <a:pt x="603" y="669"/>
                    <a:pt x="603" y="669"/>
                  </a:cubicBezTo>
                  <a:cubicBezTo>
                    <a:pt x="603" y="668"/>
                    <a:pt x="603" y="668"/>
                    <a:pt x="603" y="668"/>
                  </a:cubicBezTo>
                  <a:cubicBezTo>
                    <a:pt x="603" y="668"/>
                    <a:pt x="603" y="668"/>
                    <a:pt x="603" y="668"/>
                  </a:cubicBezTo>
                  <a:cubicBezTo>
                    <a:pt x="604" y="668"/>
                    <a:pt x="604" y="668"/>
                    <a:pt x="604" y="668"/>
                  </a:cubicBezTo>
                  <a:cubicBezTo>
                    <a:pt x="604" y="668"/>
                    <a:pt x="604" y="668"/>
                    <a:pt x="604" y="668"/>
                  </a:cubicBezTo>
                  <a:cubicBezTo>
                    <a:pt x="604" y="667"/>
                    <a:pt x="604" y="667"/>
                    <a:pt x="604" y="667"/>
                  </a:cubicBezTo>
                  <a:cubicBezTo>
                    <a:pt x="604" y="667"/>
                    <a:pt x="604" y="667"/>
                    <a:pt x="604" y="667"/>
                  </a:cubicBezTo>
                  <a:cubicBezTo>
                    <a:pt x="604" y="667"/>
                    <a:pt x="604" y="667"/>
                    <a:pt x="604" y="667"/>
                  </a:cubicBezTo>
                  <a:cubicBezTo>
                    <a:pt x="604" y="667"/>
                    <a:pt x="604" y="667"/>
                    <a:pt x="604" y="667"/>
                  </a:cubicBezTo>
                  <a:cubicBezTo>
                    <a:pt x="605" y="666"/>
                    <a:pt x="605" y="666"/>
                    <a:pt x="605" y="666"/>
                  </a:cubicBezTo>
                  <a:cubicBezTo>
                    <a:pt x="605" y="666"/>
                    <a:pt x="605" y="666"/>
                    <a:pt x="605" y="666"/>
                  </a:cubicBezTo>
                  <a:cubicBezTo>
                    <a:pt x="605" y="665"/>
                    <a:pt x="605" y="665"/>
                    <a:pt x="605" y="665"/>
                  </a:cubicBezTo>
                  <a:cubicBezTo>
                    <a:pt x="605" y="665"/>
                    <a:pt x="605" y="665"/>
                    <a:pt x="605" y="665"/>
                  </a:cubicBezTo>
                  <a:cubicBezTo>
                    <a:pt x="605" y="665"/>
                    <a:pt x="605" y="665"/>
                    <a:pt x="605" y="665"/>
                  </a:cubicBezTo>
                  <a:cubicBezTo>
                    <a:pt x="605" y="665"/>
                    <a:pt x="605" y="665"/>
                    <a:pt x="605" y="665"/>
                  </a:cubicBezTo>
                  <a:cubicBezTo>
                    <a:pt x="605" y="665"/>
                    <a:pt x="605" y="665"/>
                    <a:pt x="605" y="665"/>
                  </a:cubicBezTo>
                  <a:cubicBezTo>
                    <a:pt x="605" y="665"/>
                    <a:pt x="605" y="665"/>
                    <a:pt x="605" y="665"/>
                  </a:cubicBezTo>
                  <a:cubicBezTo>
                    <a:pt x="605" y="665"/>
                    <a:pt x="605" y="665"/>
                    <a:pt x="605" y="665"/>
                  </a:cubicBezTo>
                  <a:cubicBezTo>
                    <a:pt x="605" y="665"/>
                    <a:pt x="605" y="665"/>
                    <a:pt x="605" y="665"/>
                  </a:cubicBezTo>
                  <a:cubicBezTo>
                    <a:pt x="606" y="664"/>
                    <a:pt x="606" y="664"/>
                    <a:pt x="606" y="664"/>
                  </a:cubicBezTo>
                  <a:cubicBezTo>
                    <a:pt x="606" y="664"/>
                    <a:pt x="606" y="664"/>
                    <a:pt x="606" y="664"/>
                  </a:cubicBezTo>
                  <a:cubicBezTo>
                    <a:pt x="606" y="664"/>
                    <a:pt x="606" y="664"/>
                    <a:pt x="606" y="664"/>
                  </a:cubicBezTo>
                  <a:cubicBezTo>
                    <a:pt x="606" y="664"/>
                    <a:pt x="606" y="664"/>
                    <a:pt x="606" y="664"/>
                  </a:cubicBezTo>
                  <a:cubicBezTo>
                    <a:pt x="606" y="664"/>
                    <a:pt x="606" y="664"/>
                    <a:pt x="606" y="664"/>
                  </a:cubicBezTo>
                  <a:cubicBezTo>
                    <a:pt x="606" y="664"/>
                    <a:pt x="606" y="664"/>
                    <a:pt x="606" y="664"/>
                  </a:cubicBezTo>
                  <a:cubicBezTo>
                    <a:pt x="607" y="663"/>
                    <a:pt x="607" y="663"/>
                    <a:pt x="607" y="663"/>
                  </a:cubicBezTo>
                  <a:cubicBezTo>
                    <a:pt x="607" y="663"/>
                    <a:pt x="607" y="663"/>
                    <a:pt x="607" y="663"/>
                  </a:cubicBezTo>
                  <a:cubicBezTo>
                    <a:pt x="607" y="663"/>
                    <a:pt x="607" y="663"/>
                    <a:pt x="607" y="663"/>
                  </a:cubicBezTo>
                  <a:cubicBezTo>
                    <a:pt x="607" y="663"/>
                    <a:pt x="607" y="663"/>
                    <a:pt x="607" y="663"/>
                  </a:cubicBezTo>
                  <a:cubicBezTo>
                    <a:pt x="607" y="662"/>
                    <a:pt x="607" y="662"/>
                    <a:pt x="607" y="662"/>
                  </a:cubicBezTo>
                  <a:cubicBezTo>
                    <a:pt x="607" y="662"/>
                    <a:pt x="607" y="662"/>
                    <a:pt x="607" y="662"/>
                  </a:cubicBezTo>
                  <a:cubicBezTo>
                    <a:pt x="607" y="662"/>
                    <a:pt x="607" y="662"/>
                    <a:pt x="607" y="662"/>
                  </a:cubicBezTo>
                  <a:cubicBezTo>
                    <a:pt x="607" y="662"/>
                    <a:pt x="607" y="662"/>
                    <a:pt x="607" y="662"/>
                  </a:cubicBezTo>
                  <a:cubicBezTo>
                    <a:pt x="607" y="661"/>
                    <a:pt x="607" y="661"/>
                    <a:pt x="607" y="661"/>
                  </a:cubicBezTo>
                  <a:cubicBezTo>
                    <a:pt x="607" y="661"/>
                    <a:pt x="607" y="661"/>
                    <a:pt x="607" y="661"/>
                  </a:cubicBezTo>
                  <a:cubicBezTo>
                    <a:pt x="606" y="661"/>
                    <a:pt x="606" y="661"/>
                    <a:pt x="606" y="661"/>
                  </a:cubicBezTo>
                  <a:cubicBezTo>
                    <a:pt x="606" y="661"/>
                    <a:pt x="606" y="661"/>
                    <a:pt x="606" y="661"/>
                  </a:cubicBezTo>
                  <a:cubicBezTo>
                    <a:pt x="606" y="661"/>
                    <a:pt x="606" y="661"/>
                    <a:pt x="606" y="661"/>
                  </a:cubicBezTo>
                  <a:cubicBezTo>
                    <a:pt x="606" y="661"/>
                    <a:pt x="606" y="661"/>
                    <a:pt x="606" y="661"/>
                  </a:cubicBezTo>
                  <a:cubicBezTo>
                    <a:pt x="606" y="661"/>
                    <a:pt x="606" y="661"/>
                    <a:pt x="606" y="661"/>
                  </a:cubicBezTo>
                  <a:cubicBezTo>
                    <a:pt x="606" y="661"/>
                    <a:pt x="606" y="661"/>
                    <a:pt x="606" y="661"/>
                  </a:cubicBezTo>
                  <a:cubicBezTo>
                    <a:pt x="606" y="661"/>
                    <a:pt x="606" y="661"/>
                    <a:pt x="606" y="661"/>
                  </a:cubicBezTo>
                  <a:cubicBezTo>
                    <a:pt x="606" y="661"/>
                    <a:pt x="606" y="661"/>
                    <a:pt x="606" y="661"/>
                  </a:cubicBezTo>
                  <a:cubicBezTo>
                    <a:pt x="606" y="661"/>
                    <a:pt x="606" y="661"/>
                    <a:pt x="606" y="661"/>
                  </a:cubicBezTo>
                  <a:cubicBezTo>
                    <a:pt x="606" y="661"/>
                    <a:pt x="606" y="661"/>
                    <a:pt x="606" y="661"/>
                  </a:cubicBezTo>
                  <a:cubicBezTo>
                    <a:pt x="606" y="660"/>
                    <a:pt x="606" y="660"/>
                    <a:pt x="606" y="660"/>
                  </a:cubicBezTo>
                  <a:cubicBezTo>
                    <a:pt x="606" y="660"/>
                    <a:pt x="606" y="660"/>
                    <a:pt x="606" y="660"/>
                  </a:cubicBezTo>
                  <a:cubicBezTo>
                    <a:pt x="604" y="661"/>
                    <a:pt x="604" y="661"/>
                    <a:pt x="604" y="661"/>
                  </a:cubicBezTo>
                  <a:cubicBezTo>
                    <a:pt x="604" y="661"/>
                    <a:pt x="604" y="661"/>
                    <a:pt x="604" y="661"/>
                  </a:cubicBezTo>
                  <a:cubicBezTo>
                    <a:pt x="602" y="662"/>
                    <a:pt x="602" y="662"/>
                    <a:pt x="602" y="662"/>
                  </a:cubicBezTo>
                  <a:cubicBezTo>
                    <a:pt x="602" y="662"/>
                    <a:pt x="602" y="662"/>
                    <a:pt x="602" y="662"/>
                  </a:cubicBezTo>
                  <a:cubicBezTo>
                    <a:pt x="601" y="663"/>
                    <a:pt x="601" y="663"/>
                    <a:pt x="601" y="663"/>
                  </a:cubicBezTo>
                  <a:cubicBezTo>
                    <a:pt x="601" y="663"/>
                    <a:pt x="601" y="663"/>
                    <a:pt x="601" y="663"/>
                  </a:cubicBezTo>
                  <a:cubicBezTo>
                    <a:pt x="600" y="663"/>
                    <a:pt x="600" y="663"/>
                    <a:pt x="600" y="663"/>
                  </a:cubicBezTo>
                  <a:cubicBezTo>
                    <a:pt x="600" y="663"/>
                    <a:pt x="600" y="663"/>
                    <a:pt x="600" y="663"/>
                  </a:cubicBezTo>
                  <a:cubicBezTo>
                    <a:pt x="598" y="665"/>
                    <a:pt x="598" y="665"/>
                    <a:pt x="598" y="665"/>
                  </a:cubicBezTo>
                  <a:cubicBezTo>
                    <a:pt x="598" y="665"/>
                    <a:pt x="598" y="665"/>
                    <a:pt x="598" y="665"/>
                  </a:cubicBezTo>
                  <a:cubicBezTo>
                    <a:pt x="597" y="666"/>
                    <a:pt x="597" y="666"/>
                    <a:pt x="597" y="666"/>
                  </a:cubicBezTo>
                  <a:cubicBezTo>
                    <a:pt x="597" y="666"/>
                    <a:pt x="597" y="666"/>
                    <a:pt x="597" y="666"/>
                  </a:cubicBezTo>
                  <a:cubicBezTo>
                    <a:pt x="595" y="667"/>
                    <a:pt x="595" y="667"/>
                    <a:pt x="595" y="667"/>
                  </a:cubicBezTo>
                  <a:cubicBezTo>
                    <a:pt x="595" y="667"/>
                    <a:pt x="595" y="667"/>
                    <a:pt x="595" y="667"/>
                  </a:cubicBezTo>
                  <a:cubicBezTo>
                    <a:pt x="595" y="668"/>
                    <a:pt x="595" y="668"/>
                    <a:pt x="595" y="668"/>
                  </a:cubicBezTo>
                  <a:cubicBezTo>
                    <a:pt x="595" y="668"/>
                    <a:pt x="595" y="668"/>
                    <a:pt x="595" y="668"/>
                  </a:cubicBezTo>
                  <a:cubicBezTo>
                    <a:pt x="594" y="669"/>
                    <a:pt x="594" y="669"/>
                    <a:pt x="594" y="669"/>
                  </a:cubicBezTo>
                  <a:cubicBezTo>
                    <a:pt x="594" y="669"/>
                    <a:pt x="594" y="669"/>
                    <a:pt x="594" y="669"/>
                  </a:cubicBezTo>
                  <a:cubicBezTo>
                    <a:pt x="594" y="669"/>
                    <a:pt x="594" y="669"/>
                    <a:pt x="594" y="669"/>
                  </a:cubicBezTo>
                  <a:cubicBezTo>
                    <a:pt x="594" y="669"/>
                    <a:pt x="594" y="669"/>
                    <a:pt x="594" y="669"/>
                  </a:cubicBezTo>
                  <a:cubicBezTo>
                    <a:pt x="594" y="670"/>
                    <a:pt x="594" y="670"/>
                    <a:pt x="594" y="670"/>
                  </a:cubicBezTo>
                  <a:cubicBezTo>
                    <a:pt x="594" y="670"/>
                    <a:pt x="594" y="670"/>
                    <a:pt x="594" y="670"/>
                  </a:cubicBezTo>
                  <a:cubicBezTo>
                    <a:pt x="594" y="670"/>
                    <a:pt x="594" y="670"/>
                    <a:pt x="594" y="670"/>
                  </a:cubicBezTo>
                  <a:cubicBezTo>
                    <a:pt x="594" y="670"/>
                    <a:pt x="594" y="670"/>
                    <a:pt x="594" y="670"/>
                  </a:cubicBezTo>
                  <a:cubicBezTo>
                    <a:pt x="594" y="671"/>
                    <a:pt x="594" y="671"/>
                    <a:pt x="594" y="671"/>
                  </a:cubicBezTo>
                  <a:cubicBezTo>
                    <a:pt x="594" y="671"/>
                    <a:pt x="594" y="671"/>
                    <a:pt x="594" y="671"/>
                  </a:cubicBezTo>
                  <a:cubicBezTo>
                    <a:pt x="594" y="671"/>
                    <a:pt x="594" y="671"/>
                    <a:pt x="594" y="671"/>
                  </a:cubicBezTo>
                  <a:cubicBezTo>
                    <a:pt x="594" y="671"/>
                    <a:pt x="594" y="671"/>
                    <a:pt x="594" y="671"/>
                  </a:cubicBezTo>
                  <a:cubicBezTo>
                    <a:pt x="594" y="672"/>
                    <a:pt x="594" y="672"/>
                    <a:pt x="594" y="672"/>
                  </a:cubicBezTo>
                  <a:cubicBezTo>
                    <a:pt x="594" y="672"/>
                    <a:pt x="594" y="672"/>
                    <a:pt x="594" y="672"/>
                  </a:cubicBezTo>
                  <a:cubicBezTo>
                    <a:pt x="594" y="672"/>
                    <a:pt x="594" y="672"/>
                    <a:pt x="594" y="672"/>
                  </a:cubicBezTo>
                  <a:cubicBezTo>
                    <a:pt x="594" y="672"/>
                    <a:pt x="594" y="672"/>
                    <a:pt x="594" y="672"/>
                  </a:cubicBezTo>
                  <a:cubicBezTo>
                    <a:pt x="593" y="672"/>
                    <a:pt x="593" y="672"/>
                    <a:pt x="593" y="672"/>
                  </a:cubicBezTo>
                  <a:cubicBezTo>
                    <a:pt x="593" y="672"/>
                    <a:pt x="593" y="672"/>
                    <a:pt x="593" y="672"/>
                  </a:cubicBezTo>
                  <a:cubicBezTo>
                    <a:pt x="593" y="672"/>
                    <a:pt x="593" y="672"/>
                    <a:pt x="593" y="672"/>
                  </a:cubicBezTo>
                  <a:cubicBezTo>
                    <a:pt x="593" y="672"/>
                    <a:pt x="593" y="672"/>
                    <a:pt x="593" y="672"/>
                  </a:cubicBezTo>
                  <a:cubicBezTo>
                    <a:pt x="592" y="673"/>
                    <a:pt x="592" y="673"/>
                    <a:pt x="592" y="673"/>
                  </a:cubicBezTo>
                  <a:cubicBezTo>
                    <a:pt x="592" y="673"/>
                    <a:pt x="592" y="673"/>
                    <a:pt x="592" y="673"/>
                  </a:cubicBezTo>
                  <a:cubicBezTo>
                    <a:pt x="592" y="673"/>
                    <a:pt x="592" y="673"/>
                    <a:pt x="592" y="673"/>
                  </a:cubicBezTo>
                  <a:cubicBezTo>
                    <a:pt x="592" y="673"/>
                    <a:pt x="592" y="673"/>
                    <a:pt x="592" y="673"/>
                  </a:cubicBezTo>
                  <a:cubicBezTo>
                    <a:pt x="592" y="673"/>
                    <a:pt x="592" y="673"/>
                    <a:pt x="592" y="673"/>
                  </a:cubicBezTo>
                  <a:cubicBezTo>
                    <a:pt x="592" y="673"/>
                    <a:pt x="592" y="673"/>
                    <a:pt x="592" y="673"/>
                  </a:cubicBezTo>
                  <a:cubicBezTo>
                    <a:pt x="591" y="673"/>
                    <a:pt x="591" y="673"/>
                    <a:pt x="591" y="673"/>
                  </a:cubicBezTo>
                  <a:cubicBezTo>
                    <a:pt x="591" y="673"/>
                    <a:pt x="591" y="673"/>
                    <a:pt x="591" y="673"/>
                  </a:cubicBezTo>
                  <a:cubicBezTo>
                    <a:pt x="591" y="673"/>
                    <a:pt x="591" y="673"/>
                    <a:pt x="591" y="673"/>
                  </a:cubicBezTo>
                  <a:cubicBezTo>
                    <a:pt x="591" y="673"/>
                    <a:pt x="591" y="673"/>
                    <a:pt x="591" y="673"/>
                  </a:cubicBezTo>
                  <a:cubicBezTo>
                    <a:pt x="590" y="673"/>
                    <a:pt x="590" y="673"/>
                    <a:pt x="590" y="673"/>
                  </a:cubicBezTo>
                  <a:cubicBezTo>
                    <a:pt x="590" y="673"/>
                    <a:pt x="590" y="673"/>
                    <a:pt x="590" y="673"/>
                  </a:cubicBezTo>
                  <a:cubicBezTo>
                    <a:pt x="590" y="671"/>
                    <a:pt x="590" y="671"/>
                    <a:pt x="590" y="671"/>
                  </a:cubicBezTo>
                  <a:cubicBezTo>
                    <a:pt x="590" y="671"/>
                    <a:pt x="590" y="671"/>
                    <a:pt x="590" y="671"/>
                  </a:cubicBezTo>
                  <a:cubicBezTo>
                    <a:pt x="589" y="669"/>
                    <a:pt x="589" y="669"/>
                    <a:pt x="589" y="669"/>
                  </a:cubicBezTo>
                  <a:cubicBezTo>
                    <a:pt x="589" y="669"/>
                    <a:pt x="589" y="669"/>
                    <a:pt x="589" y="669"/>
                  </a:cubicBezTo>
                  <a:cubicBezTo>
                    <a:pt x="588" y="668"/>
                    <a:pt x="588" y="668"/>
                    <a:pt x="588" y="668"/>
                  </a:cubicBezTo>
                  <a:cubicBezTo>
                    <a:pt x="588" y="668"/>
                    <a:pt x="588" y="668"/>
                    <a:pt x="588" y="668"/>
                  </a:cubicBezTo>
                  <a:cubicBezTo>
                    <a:pt x="587" y="666"/>
                    <a:pt x="587" y="666"/>
                    <a:pt x="587" y="666"/>
                  </a:cubicBezTo>
                  <a:cubicBezTo>
                    <a:pt x="587" y="666"/>
                    <a:pt x="587" y="666"/>
                    <a:pt x="587" y="666"/>
                  </a:cubicBezTo>
                  <a:cubicBezTo>
                    <a:pt x="586" y="664"/>
                    <a:pt x="586" y="664"/>
                    <a:pt x="586" y="664"/>
                  </a:cubicBezTo>
                  <a:cubicBezTo>
                    <a:pt x="586" y="664"/>
                    <a:pt x="586" y="664"/>
                    <a:pt x="586" y="664"/>
                  </a:cubicBezTo>
                  <a:cubicBezTo>
                    <a:pt x="585" y="662"/>
                    <a:pt x="585" y="662"/>
                    <a:pt x="585" y="662"/>
                  </a:cubicBezTo>
                  <a:cubicBezTo>
                    <a:pt x="585" y="662"/>
                    <a:pt x="585" y="662"/>
                    <a:pt x="585" y="662"/>
                  </a:cubicBezTo>
                  <a:cubicBezTo>
                    <a:pt x="584" y="661"/>
                    <a:pt x="584" y="661"/>
                    <a:pt x="584" y="661"/>
                  </a:cubicBezTo>
                  <a:cubicBezTo>
                    <a:pt x="584" y="661"/>
                    <a:pt x="584" y="661"/>
                    <a:pt x="584" y="661"/>
                  </a:cubicBezTo>
                  <a:cubicBezTo>
                    <a:pt x="583" y="659"/>
                    <a:pt x="583" y="659"/>
                    <a:pt x="583" y="659"/>
                  </a:cubicBezTo>
                  <a:cubicBezTo>
                    <a:pt x="583" y="659"/>
                    <a:pt x="583" y="659"/>
                    <a:pt x="583" y="659"/>
                  </a:cubicBezTo>
                  <a:cubicBezTo>
                    <a:pt x="583" y="659"/>
                    <a:pt x="583" y="659"/>
                    <a:pt x="583" y="659"/>
                  </a:cubicBezTo>
                  <a:cubicBezTo>
                    <a:pt x="583" y="659"/>
                    <a:pt x="583" y="659"/>
                    <a:pt x="583" y="659"/>
                  </a:cubicBezTo>
                  <a:cubicBezTo>
                    <a:pt x="583" y="659"/>
                    <a:pt x="583" y="659"/>
                    <a:pt x="583" y="659"/>
                  </a:cubicBezTo>
                  <a:cubicBezTo>
                    <a:pt x="583" y="659"/>
                    <a:pt x="583" y="659"/>
                    <a:pt x="583" y="659"/>
                  </a:cubicBezTo>
                  <a:cubicBezTo>
                    <a:pt x="583" y="659"/>
                    <a:pt x="583" y="659"/>
                    <a:pt x="583" y="659"/>
                  </a:cubicBezTo>
                  <a:cubicBezTo>
                    <a:pt x="583" y="659"/>
                    <a:pt x="583" y="659"/>
                    <a:pt x="583" y="659"/>
                  </a:cubicBezTo>
                  <a:cubicBezTo>
                    <a:pt x="583" y="659"/>
                    <a:pt x="583" y="659"/>
                    <a:pt x="583" y="659"/>
                  </a:cubicBezTo>
                  <a:cubicBezTo>
                    <a:pt x="583" y="659"/>
                    <a:pt x="583" y="659"/>
                    <a:pt x="583" y="659"/>
                  </a:cubicBezTo>
                  <a:cubicBezTo>
                    <a:pt x="583" y="659"/>
                    <a:pt x="583" y="659"/>
                    <a:pt x="583" y="659"/>
                  </a:cubicBezTo>
                  <a:cubicBezTo>
                    <a:pt x="583" y="659"/>
                    <a:pt x="583" y="659"/>
                    <a:pt x="583" y="659"/>
                  </a:cubicBezTo>
                  <a:cubicBezTo>
                    <a:pt x="584" y="659"/>
                    <a:pt x="584" y="659"/>
                    <a:pt x="584" y="659"/>
                  </a:cubicBezTo>
                  <a:cubicBezTo>
                    <a:pt x="584" y="659"/>
                    <a:pt x="584" y="659"/>
                    <a:pt x="584" y="659"/>
                  </a:cubicBezTo>
                  <a:cubicBezTo>
                    <a:pt x="584" y="658"/>
                    <a:pt x="584" y="658"/>
                    <a:pt x="584" y="658"/>
                  </a:cubicBezTo>
                  <a:cubicBezTo>
                    <a:pt x="584" y="658"/>
                    <a:pt x="584" y="658"/>
                    <a:pt x="584" y="658"/>
                  </a:cubicBezTo>
                  <a:cubicBezTo>
                    <a:pt x="584" y="658"/>
                    <a:pt x="584" y="658"/>
                    <a:pt x="584" y="658"/>
                  </a:cubicBezTo>
                  <a:cubicBezTo>
                    <a:pt x="584" y="658"/>
                    <a:pt x="584" y="658"/>
                    <a:pt x="584" y="658"/>
                  </a:cubicBezTo>
                  <a:cubicBezTo>
                    <a:pt x="585" y="658"/>
                    <a:pt x="585" y="658"/>
                    <a:pt x="585" y="658"/>
                  </a:cubicBezTo>
                  <a:cubicBezTo>
                    <a:pt x="585" y="658"/>
                    <a:pt x="585" y="658"/>
                    <a:pt x="585" y="658"/>
                  </a:cubicBezTo>
                  <a:cubicBezTo>
                    <a:pt x="585" y="658"/>
                    <a:pt x="585" y="658"/>
                    <a:pt x="585" y="658"/>
                  </a:cubicBezTo>
                  <a:cubicBezTo>
                    <a:pt x="585" y="658"/>
                    <a:pt x="585" y="658"/>
                    <a:pt x="585" y="658"/>
                  </a:cubicBezTo>
                  <a:cubicBezTo>
                    <a:pt x="585" y="658"/>
                    <a:pt x="585" y="658"/>
                    <a:pt x="585" y="658"/>
                  </a:cubicBezTo>
                  <a:cubicBezTo>
                    <a:pt x="585" y="658"/>
                    <a:pt x="585" y="658"/>
                    <a:pt x="585" y="658"/>
                  </a:cubicBezTo>
                  <a:cubicBezTo>
                    <a:pt x="586" y="658"/>
                    <a:pt x="586" y="658"/>
                    <a:pt x="586" y="658"/>
                  </a:cubicBezTo>
                  <a:cubicBezTo>
                    <a:pt x="586" y="658"/>
                    <a:pt x="586" y="658"/>
                    <a:pt x="586" y="658"/>
                  </a:cubicBezTo>
                  <a:cubicBezTo>
                    <a:pt x="586" y="658"/>
                    <a:pt x="586" y="658"/>
                    <a:pt x="586" y="658"/>
                  </a:cubicBezTo>
                  <a:cubicBezTo>
                    <a:pt x="586" y="658"/>
                    <a:pt x="586" y="658"/>
                    <a:pt x="586" y="658"/>
                  </a:cubicBezTo>
                  <a:cubicBezTo>
                    <a:pt x="587" y="658"/>
                    <a:pt x="587" y="658"/>
                    <a:pt x="587" y="658"/>
                  </a:cubicBezTo>
                  <a:cubicBezTo>
                    <a:pt x="587" y="658"/>
                    <a:pt x="587" y="658"/>
                    <a:pt x="587" y="658"/>
                  </a:cubicBezTo>
                  <a:cubicBezTo>
                    <a:pt x="588" y="658"/>
                    <a:pt x="588" y="658"/>
                    <a:pt x="588" y="658"/>
                  </a:cubicBezTo>
                  <a:cubicBezTo>
                    <a:pt x="588" y="658"/>
                    <a:pt x="588" y="658"/>
                    <a:pt x="588" y="658"/>
                  </a:cubicBezTo>
                  <a:cubicBezTo>
                    <a:pt x="594" y="665"/>
                    <a:pt x="594" y="665"/>
                    <a:pt x="594" y="665"/>
                  </a:cubicBezTo>
                  <a:cubicBezTo>
                    <a:pt x="594" y="665"/>
                    <a:pt x="594" y="665"/>
                    <a:pt x="594" y="665"/>
                  </a:cubicBezTo>
                  <a:cubicBezTo>
                    <a:pt x="594" y="665"/>
                    <a:pt x="594" y="665"/>
                    <a:pt x="594" y="665"/>
                  </a:cubicBezTo>
                  <a:cubicBezTo>
                    <a:pt x="594" y="665"/>
                    <a:pt x="594" y="665"/>
                    <a:pt x="594" y="665"/>
                  </a:cubicBezTo>
                  <a:cubicBezTo>
                    <a:pt x="594" y="665"/>
                    <a:pt x="594" y="665"/>
                    <a:pt x="594" y="665"/>
                  </a:cubicBezTo>
                  <a:cubicBezTo>
                    <a:pt x="594" y="665"/>
                    <a:pt x="594" y="665"/>
                    <a:pt x="594" y="665"/>
                  </a:cubicBezTo>
                  <a:cubicBezTo>
                    <a:pt x="595" y="665"/>
                    <a:pt x="595" y="665"/>
                    <a:pt x="595" y="665"/>
                  </a:cubicBezTo>
                  <a:cubicBezTo>
                    <a:pt x="595" y="665"/>
                    <a:pt x="595" y="665"/>
                    <a:pt x="595" y="665"/>
                  </a:cubicBezTo>
                  <a:cubicBezTo>
                    <a:pt x="595" y="665"/>
                    <a:pt x="595" y="665"/>
                    <a:pt x="595" y="665"/>
                  </a:cubicBezTo>
                  <a:cubicBezTo>
                    <a:pt x="595" y="665"/>
                    <a:pt x="595" y="665"/>
                    <a:pt x="595" y="665"/>
                  </a:cubicBezTo>
                  <a:cubicBezTo>
                    <a:pt x="595" y="665"/>
                    <a:pt x="595" y="665"/>
                    <a:pt x="595" y="665"/>
                  </a:cubicBezTo>
                  <a:cubicBezTo>
                    <a:pt x="595" y="665"/>
                    <a:pt x="595" y="665"/>
                    <a:pt x="595" y="665"/>
                  </a:cubicBezTo>
                  <a:cubicBezTo>
                    <a:pt x="595" y="665"/>
                    <a:pt x="595" y="665"/>
                    <a:pt x="595" y="665"/>
                  </a:cubicBezTo>
                  <a:cubicBezTo>
                    <a:pt x="595" y="665"/>
                    <a:pt x="595" y="665"/>
                    <a:pt x="595" y="665"/>
                  </a:cubicBezTo>
                  <a:cubicBezTo>
                    <a:pt x="596" y="664"/>
                    <a:pt x="596" y="664"/>
                    <a:pt x="596" y="664"/>
                  </a:cubicBezTo>
                  <a:cubicBezTo>
                    <a:pt x="596" y="664"/>
                    <a:pt x="596" y="664"/>
                    <a:pt x="596" y="664"/>
                  </a:cubicBezTo>
                  <a:cubicBezTo>
                    <a:pt x="596" y="664"/>
                    <a:pt x="596" y="664"/>
                    <a:pt x="596" y="664"/>
                  </a:cubicBezTo>
                  <a:cubicBezTo>
                    <a:pt x="596" y="664"/>
                    <a:pt x="596" y="664"/>
                    <a:pt x="596" y="664"/>
                  </a:cubicBezTo>
                  <a:cubicBezTo>
                    <a:pt x="594" y="656"/>
                    <a:pt x="594" y="656"/>
                    <a:pt x="594" y="656"/>
                  </a:cubicBezTo>
                  <a:cubicBezTo>
                    <a:pt x="594" y="656"/>
                    <a:pt x="594" y="656"/>
                    <a:pt x="594" y="656"/>
                  </a:cubicBezTo>
                  <a:cubicBezTo>
                    <a:pt x="588" y="647"/>
                    <a:pt x="588" y="647"/>
                    <a:pt x="588" y="647"/>
                  </a:cubicBezTo>
                  <a:cubicBezTo>
                    <a:pt x="588" y="647"/>
                    <a:pt x="588" y="647"/>
                    <a:pt x="588" y="647"/>
                  </a:cubicBezTo>
                  <a:cubicBezTo>
                    <a:pt x="588" y="647"/>
                    <a:pt x="588" y="647"/>
                    <a:pt x="588" y="647"/>
                  </a:cubicBezTo>
                  <a:cubicBezTo>
                    <a:pt x="588" y="647"/>
                    <a:pt x="588" y="647"/>
                    <a:pt x="588" y="647"/>
                  </a:cubicBezTo>
                  <a:cubicBezTo>
                    <a:pt x="588" y="646"/>
                    <a:pt x="588" y="646"/>
                    <a:pt x="588" y="646"/>
                  </a:cubicBezTo>
                  <a:cubicBezTo>
                    <a:pt x="588" y="646"/>
                    <a:pt x="588" y="646"/>
                    <a:pt x="588" y="646"/>
                  </a:cubicBezTo>
                  <a:cubicBezTo>
                    <a:pt x="588" y="646"/>
                    <a:pt x="588" y="646"/>
                    <a:pt x="588" y="646"/>
                  </a:cubicBezTo>
                  <a:cubicBezTo>
                    <a:pt x="588" y="646"/>
                    <a:pt x="588" y="646"/>
                    <a:pt x="588" y="646"/>
                  </a:cubicBezTo>
                  <a:cubicBezTo>
                    <a:pt x="588" y="646"/>
                    <a:pt x="588" y="646"/>
                    <a:pt x="588" y="646"/>
                  </a:cubicBezTo>
                  <a:cubicBezTo>
                    <a:pt x="588" y="646"/>
                    <a:pt x="588" y="646"/>
                    <a:pt x="588" y="646"/>
                  </a:cubicBezTo>
                  <a:cubicBezTo>
                    <a:pt x="588" y="646"/>
                    <a:pt x="588" y="646"/>
                    <a:pt x="588" y="646"/>
                  </a:cubicBezTo>
                  <a:cubicBezTo>
                    <a:pt x="588" y="646"/>
                    <a:pt x="588" y="646"/>
                    <a:pt x="588" y="646"/>
                  </a:cubicBezTo>
                  <a:cubicBezTo>
                    <a:pt x="588" y="645"/>
                    <a:pt x="588" y="645"/>
                    <a:pt x="588" y="645"/>
                  </a:cubicBezTo>
                  <a:cubicBezTo>
                    <a:pt x="588" y="645"/>
                    <a:pt x="588" y="645"/>
                    <a:pt x="588" y="645"/>
                  </a:cubicBezTo>
                  <a:cubicBezTo>
                    <a:pt x="588" y="645"/>
                    <a:pt x="588" y="645"/>
                    <a:pt x="588" y="645"/>
                  </a:cubicBezTo>
                  <a:cubicBezTo>
                    <a:pt x="588" y="645"/>
                    <a:pt x="588" y="645"/>
                    <a:pt x="588" y="645"/>
                  </a:cubicBezTo>
                  <a:cubicBezTo>
                    <a:pt x="588" y="645"/>
                    <a:pt x="588" y="645"/>
                    <a:pt x="588" y="645"/>
                  </a:cubicBezTo>
                  <a:cubicBezTo>
                    <a:pt x="588" y="645"/>
                    <a:pt x="588" y="645"/>
                    <a:pt x="588" y="645"/>
                  </a:cubicBezTo>
                  <a:cubicBezTo>
                    <a:pt x="587" y="645"/>
                    <a:pt x="587" y="645"/>
                    <a:pt x="587" y="645"/>
                  </a:cubicBezTo>
                  <a:cubicBezTo>
                    <a:pt x="587" y="645"/>
                    <a:pt x="587" y="645"/>
                    <a:pt x="587" y="645"/>
                  </a:cubicBezTo>
                  <a:cubicBezTo>
                    <a:pt x="586" y="644"/>
                    <a:pt x="586" y="644"/>
                    <a:pt x="586" y="644"/>
                  </a:cubicBezTo>
                  <a:cubicBezTo>
                    <a:pt x="586" y="644"/>
                    <a:pt x="586" y="644"/>
                    <a:pt x="586" y="644"/>
                  </a:cubicBezTo>
                  <a:cubicBezTo>
                    <a:pt x="585" y="643"/>
                    <a:pt x="585" y="643"/>
                    <a:pt x="585" y="643"/>
                  </a:cubicBezTo>
                  <a:cubicBezTo>
                    <a:pt x="585" y="643"/>
                    <a:pt x="585" y="643"/>
                    <a:pt x="585" y="643"/>
                  </a:cubicBezTo>
                  <a:cubicBezTo>
                    <a:pt x="585" y="643"/>
                    <a:pt x="585" y="643"/>
                    <a:pt x="585" y="643"/>
                  </a:cubicBezTo>
                  <a:cubicBezTo>
                    <a:pt x="585" y="643"/>
                    <a:pt x="585" y="643"/>
                    <a:pt x="585" y="643"/>
                  </a:cubicBezTo>
                  <a:cubicBezTo>
                    <a:pt x="585" y="642"/>
                    <a:pt x="585" y="642"/>
                    <a:pt x="585" y="642"/>
                  </a:cubicBezTo>
                  <a:cubicBezTo>
                    <a:pt x="585" y="642"/>
                    <a:pt x="585" y="642"/>
                    <a:pt x="585" y="642"/>
                  </a:cubicBezTo>
                  <a:cubicBezTo>
                    <a:pt x="585" y="641"/>
                    <a:pt x="585" y="641"/>
                    <a:pt x="585" y="641"/>
                  </a:cubicBezTo>
                  <a:cubicBezTo>
                    <a:pt x="585" y="641"/>
                    <a:pt x="585" y="641"/>
                    <a:pt x="585" y="641"/>
                  </a:cubicBezTo>
                  <a:cubicBezTo>
                    <a:pt x="585" y="640"/>
                    <a:pt x="585" y="640"/>
                    <a:pt x="585" y="640"/>
                  </a:cubicBezTo>
                  <a:cubicBezTo>
                    <a:pt x="585" y="640"/>
                    <a:pt x="585" y="640"/>
                    <a:pt x="585" y="640"/>
                  </a:cubicBezTo>
                  <a:cubicBezTo>
                    <a:pt x="585" y="639"/>
                    <a:pt x="585" y="639"/>
                    <a:pt x="585" y="639"/>
                  </a:cubicBezTo>
                  <a:cubicBezTo>
                    <a:pt x="585" y="639"/>
                    <a:pt x="585" y="639"/>
                    <a:pt x="585" y="639"/>
                  </a:cubicBezTo>
                  <a:cubicBezTo>
                    <a:pt x="587" y="639"/>
                    <a:pt x="587" y="639"/>
                    <a:pt x="587" y="639"/>
                  </a:cubicBezTo>
                  <a:cubicBezTo>
                    <a:pt x="587" y="639"/>
                    <a:pt x="587" y="639"/>
                    <a:pt x="587" y="639"/>
                  </a:cubicBezTo>
                  <a:cubicBezTo>
                    <a:pt x="588" y="640"/>
                    <a:pt x="588" y="640"/>
                    <a:pt x="588" y="640"/>
                  </a:cubicBezTo>
                  <a:cubicBezTo>
                    <a:pt x="588" y="640"/>
                    <a:pt x="588" y="640"/>
                    <a:pt x="588" y="640"/>
                  </a:cubicBezTo>
                  <a:cubicBezTo>
                    <a:pt x="588" y="640"/>
                    <a:pt x="588" y="640"/>
                    <a:pt x="588" y="640"/>
                  </a:cubicBezTo>
                  <a:cubicBezTo>
                    <a:pt x="588" y="640"/>
                    <a:pt x="588" y="640"/>
                    <a:pt x="588" y="640"/>
                  </a:cubicBezTo>
                  <a:cubicBezTo>
                    <a:pt x="589" y="640"/>
                    <a:pt x="589" y="640"/>
                    <a:pt x="589" y="640"/>
                  </a:cubicBezTo>
                  <a:cubicBezTo>
                    <a:pt x="589" y="640"/>
                    <a:pt x="589" y="640"/>
                    <a:pt x="589" y="640"/>
                  </a:cubicBezTo>
                  <a:cubicBezTo>
                    <a:pt x="590" y="641"/>
                    <a:pt x="590" y="641"/>
                    <a:pt x="590" y="641"/>
                  </a:cubicBezTo>
                  <a:cubicBezTo>
                    <a:pt x="590" y="641"/>
                    <a:pt x="590" y="641"/>
                    <a:pt x="590" y="641"/>
                  </a:cubicBezTo>
                  <a:cubicBezTo>
                    <a:pt x="590" y="641"/>
                    <a:pt x="590" y="641"/>
                    <a:pt x="590" y="641"/>
                  </a:cubicBezTo>
                  <a:cubicBezTo>
                    <a:pt x="590" y="641"/>
                    <a:pt x="590" y="641"/>
                    <a:pt x="590" y="641"/>
                  </a:cubicBezTo>
                  <a:cubicBezTo>
                    <a:pt x="591" y="642"/>
                    <a:pt x="591" y="642"/>
                    <a:pt x="591" y="642"/>
                  </a:cubicBezTo>
                  <a:cubicBezTo>
                    <a:pt x="591" y="642"/>
                    <a:pt x="591" y="642"/>
                    <a:pt x="591" y="642"/>
                  </a:cubicBezTo>
                  <a:cubicBezTo>
                    <a:pt x="592" y="642"/>
                    <a:pt x="592" y="642"/>
                    <a:pt x="592" y="642"/>
                  </a:cubicBezTo>
                  <a:cubicBezTo>
                    <a:pt x="592" y="642"/>
                    <a:pt x="592" y="642"/>
                    <a:pt x="592" y="642"/>
                  </a:cubicBezTo>
                  <a:cubicBezTo>
                    <a:pt x="592" y="643"/>
                    <a:pt x="592" y="643"/>
                    <a:pt x="592" y="643"/>
                  </a:cubicBezTo>
                  <a:cubicBezTo>
                    <a:pt x="592" y="643"/>
                    <a:pt x="592" y="643"/>
                    <a:pt x="592" y="643"/>
                  </a:cubicBezTo>
                  <a:cubicBezTo>
                    <a:pt x="592" y="643"/>
                    <a:pt x="592" y="643"/>
                    <a:pt x="592" y="643"/>
                  </a:cubicBezTo>
                  <a:cubicBezTo>
                    <a:pt x="592" y="643"/>
                    <a:pt x="592" y="643"/>
                    <a:pt x="592" y="643"/>
                  </a:cubicBezTo>
                  <a:cubicBezTo>
                    <a:pt x="593" y="644"/>
                    <a:pt x="593" y="644"/>
                    <a:pt x="593" y="644"/>
                  </a:cubicBezTo>
                  <a:cubicBezTo>
                    <a:pt x="593" y="644"/>
                    <a:pt x="593" y="644"/>
                    <a:pt x="593" y="644"/>
                  </a:cubicBezTo>
                  <a:cubicBezTo>
                    <a:pt x="593" y="644"/>
                    <a:pt x="593" y="644"/>
                    <a:pt x="593" y="644"/>
                  </a:cubicBezTo>
                  <a:cubicBezTo>
                    <a:pt x="593" y="644"/>
                    <a:pt x="593" y="644"/>
                    <a:pt x="593" y="644"/>
                  </a:cubicBezTo>
                  <a:cubicBezTo>
                    <a:pt x="593" y="644"/>
                    <a:pt x="593" y="644"/>
                    <a:pt x="593" y="644"/>
                  </a:cubicBezTo>
                  <a:cubicBezTo>
                    <a:pt x="593" y="644"/>
                    <a:pt x="593" y="644"/>
                    <a:pt x="593" y="644"/>
                  </a:cubicBezTo>
                  <a:cubicBezTo>
                    <a:pt x="593" y="645"/>
                    <a:pt x="593" y="645"/>
                    <a:pt x="593" y="645"/>
                  </a:cubicBezTo>
                  <a:cubicBezTo>
                    <a:pt x="593" y="645"/>
                    <a:pt x="593" y="645"/>
                    <a:pt x="593" y="645"/>
                  </a:cubicBezTo>
                  <a:cubicBezTo>
                    <a:pt x="593" y="645"/>
                    <a:pt x="593" y="645"/>
                    <a:pt x="593" y="645"/>
                  </a:cubicBezTo>
                  <a:cubicBezTo>
                    <a:pt x="593" y="645"/>
                    <a:pt x="593" y="645"/>
                    <a:pt x="593" y="645"/>
                  </a:cubicBezTo>
                  <a:cubicBezTo>
                    <a:pt x="594" y="646"/>
                    <a:pt x="594" y="646"/>
                    <a:pt x="594" y="646"/>
                  </a:cubicBezTo>
                  <a:cubicBezTo>
                    <a:pt x="594" y="646"/>
                    <a:pt x="594" y="646"/>
                    <a:pt x="594" y="646"/>
                  </a:cubicBezTo>
                  <a:cubicBezTo>
                    <a:pt x="594" y="646"/>
                    <a:pt x="594" y="646"/>
                    <a:pt x="594" y="646"/>
                  </a:cubicBezTo>
                  <a:cubicBezTo>
                    <a:pt x="594" y="646"/>
                    <a:pt x="594" y="646"/>
                    <a:pt x="594" y="646"/>
                  </a:cubicBezTo>
                  <a:cubicBezTo>
                    <a:pt x="594" y="647"/>
                    <a:pt x="594" y="647"/>
                    <a:pt x="594" y="647"/>
                  </a:cubicBezTo>
                  <a:cubicBezTo>
                    <a:pt x="594" y="647"/>
                    <a:pt x="594" y="647"/>
                    <a:pt x="594" y="647"/>
                  </a:cubicBezTo>
                  <a:cubicBezTo>
                    <a:pt x="594" y="648"/>
                    <a:pt x="594" y="648"/>
                    <a:pt x="594" y="648"/>
                  </a:cubicBezTo>
                  <a:cubicBezTo>
                    <a:pt x="594" y="648"/>
                    <a:pt x="594" y="648"/>
                    <a:pt x="594" y="648"/>
                  </a:cubicBezTo>
                  <a:cubicBezTo>
                    <a:pt x="594" y="649"/>
                    <a:pt x="594" y="649"/>
                    <a:pt x="594" y="649"/>
                  </a:cubicBezTo>
                  <a:cubicBezTo>
                    <a:pt x="594" y="649"/>
                    <a:pt x="594" y="649"/>
                    <a:pt x="594" y="649"/>
                  </a:cubicBezTo>
                  <a:cubicBezTo>
                    <a:pt x="595" y="650"/>
                    <a:pt x="595" y="650"/>
                    <a:pt x="595" y="650"/>
                  </a:cubicBezTo>
                  <a:cubicBezTo>
                    <a:pt x="595" y="650"/>
                    <a:pt x="595" y="650"/>
                    <a:pt x="595" y="650"/>
                  </a:cubicBezTo>
                  <a:cubicBezTo>
                    <a:pt x="595" y="650"/>
                    <a:pt x="595" y="650"/>
                    <a:pt x="595" y="650"/>
                  </a:cubicBezTo>
                  <a:cubicBezTo>
                    <a:pt x="595" y="650"/>
                    <a:pt x="595" y="650"/>
                    <a:pt x="595" y="650"/>
                  </a:cubicBezTo>
                  <a:cubicBezTo>
                    <a:pt x="596" y="651"/>
                    <a:pt x="596" y="651"/>
                    <a:pt x="596" y="651"/>
                  </a:cubicBezTo>
                  <a:cubicBezTo>
                    <a:pt x="596" y="651"/>
                    <a:pt x="596" y="651"/>
                    <a:pt x="596" y="651"/>
                  </a:cubicBezTo>
                  <a:cubicBezTo>
                    <a:pt x="597" y="652"/>
                    <a:pt x="597" y="652"/>
                    <a:pt x="597" y="652"/>
                  </a:cubicBezTo>
                  <a:cubicBezTo>
                    <a:pt x="597" y="652"/>
                    <a:pt x="597" y="652"/>
                    <a:pt x="597" y="652"/>
                  </a:cubicBezTo>
                  <a:cubicBezTo>
                    <a:pt x="597" y="653"/>
                    <a:pt x="597" y="653"/>
                    <a:pt x="597" y="653"/>
                  </a:cubicBezTo>
                  <a:cubicBezTo>
                    <a:pt x="597" y="653"/>
                    <a:pt x="597" y="653"/>
                    <a:pt x="597" y="653"/>
                  </a:cubicBezTo>
                  <a:cubicBezTo>
                    <a:pt x="597" y="653"/>
                    <a:pt x="597" y="653"/>
                    <a:pt x="597" y="653"/>
                  </a:cubicBezTo>
                  <a:cubicBezTo>
                    <a:pt x="597" y="653"/>
                    <a:pt x="597" y="653"/>
                    <a:pt x="597" y="653"/>
                  </a:cubicBezTo>
                  <a:cubicBezTo>
                    <a:pt x="598" y="653"/>
                    <a:pt x="598" y="653"/>
                    <a:pt x="598" y="653"/>
                  </a:cubicBezTo>
                  <a:cubicBezTo>
                    <a:pt x="598" y="653"/>
                    <a:pt x="598" y="653"/>
                    <a:pt x="598" y="653"/>
                  </a:cubicBezTo>
                  <a:cubicBezTo>
                    <a:pt x="598" y="653"/>
                    <a:pt x="598" y="653"/>
                    <a:pt x="598" y="653"/>
                  </a:cubicBezTo>
                  <a:cubicBezTo>
                    <a:pt x="598" y="653"/>
                    <a:pt x="598" y="653"/>
                    <a:pt x="598" y="653"/>
                  </a:cubicBezTo>
                  <a:cubicBezTo>
                    <a:pt x="598" y="653"/>
                    <a:pt x="598" y="653"/>
                    <a:pt x="598" y="653"/>
                  </a:cubicBezTo>
                  <a:cubicBezTo>
                    <a:pt x="598" y="653"/>
                    <a:pt x="598" y="653"/>
                    <a:pt x="598" y="653"/>
                  </a:cubicBezTo>
                  <a:cubicBezTo>
                    <a:pt x="598" y="653"/>
                    <a:pt x="598" y="653"/>
                    <a:pt x="598" y="653"/>
                  </a:cubicBezTo>
                  <a:cubicBezTo>
                    <a:pt x="598" y="653"/>
                    <a:pt x="598" y="653"/>
                    <a:pt x="598" y="653"/>
                  </a:cubicBezTo>
                  <a:cubicBezTo>
                    <a:pt x="599" y="653"/>
                    <a:pt x="599" y="653"/>
                    <a:pt x="599" y="653"/>
                  </a:cubicBezTo>
                  <a:cubicBezTo>
                    <a:pt x="599" y="653"/>
                    <a:pt x="599" y="653"/>
                    <a:pt x="599" y="653"/>
                  </a:cubicBezTo>
                  <a:cubicBezTo>
                    <a:pt x="599" y="653"/>
                    <a:pt x="599" y="653"/>
                    <a:pt x="599" y="653"/>
                  </a:cubicBezTo>
                  <a:cubicBezTo>
                    <a:pt x="599" y="653"/>
                    <a:pt x="599" y="653"/>
                    <a:pt x="599" y="653"/>
                  </a:cubicBezTo>
                  <a:cubicBezTo>
                    <a:pt x="599" y="653"/>
                    <a:pt x="599" y="653"/>
                    <a:pt x="599" y="653"/>
                  </a:cubicBezTo>
                  <a:cubicBezTo>
                    <a:pt x="599" y="653"/>
                    <a:pt x="599" y="653"/>
                    <a:pt x="599" y="653"/>
                  </a:cubicBezTo>
                  <a:cubicBezTo>
                    <a:pt x="599" y="653"/>
                    <a:pt x="599" y="653"/>
                    <a:pt x="599" y="653"/>
                  </a:cubicBezTo>
                  <a:cubicBezTo>
                    <a:pt x="599" y="653"/>
                    <a:pt x="599" y="653"/>
                    <a:pt x="599" y="653"/>
                  </a:cubicBezTo>
                  <a:cubicBezTo>
                    <a:pt x="600" y="652"/>
                    <a:pt x="600" y="652"/>
                    <a:pt x="600" y="652"/>
                  </a:cubicBezTo>
                  <a:cubicBezTo>
                    <a:pt x="600" y="652"/>
                    <a:pt x="600" y="652"/>
                    <a:pt x="600" y="652"/>
                  </a:cubicBezTo>
                  <a:cubicBezTo>
                    <a:pt x="600" y="652"/>
                    <a:pt x="600" y="652"/>
                    <a:pt x="600" y="652"/>
                  </a:cubicBezTo>
                  <a:cubicBezTo>
                    <a:pt x="600" y="652"/>
                    <a:pt x="600" y="652"/>
                    <a:pt x="600" y="652"/>
                  </a:cubicBezTo>
                  <a:cubicBezTo>
                    <a:pt x="601" y="651"/>
                    <a:pt x="601" y="651"/>
                    <a:pt x="601" y="651"/>
                  </a:cubicBezTo>
                  <a:cubicBezTo>
                    <a:pt x="601" y="651"/>
                    <a:pt x="601" y="651"/>
                    <a:pt x="601" y="651"/>
                  </a:cubicBezTo>
                  <a:cubicBezTo>
                    <a:pt x="601" y="651"/>
                    <a:pt x="601" y="651"/>
                    <a:pt x="601" y="651"/>
                  </a:cubicBezTo>
                  <a:cubicBezTo>
                    <a:pt x="601" y="651"/>
                    <a:pt x="601" y="651"/>
                    <a:pt x="601" y="651"/>
                  </a:cubicBezTo>
                  <a:cubicBezTo>
                    <a:pt x="601" y="650"/>
                    <a:pt x="601" y="650"/>
                    <a:pt x="601" y="650"/>
                  </a:cubicBezTo>
                  <a:cubicBezTo>
                    <a:pt x="601" y="650"/>
                    <a:pt x="601" y="650"/>
                    <a:pt x="601" y="650"/>
                  </a:cubicBezTo>
                  <a:cubicBezTo>
                    <a:pt x="601" y="650"/>
                    <a:pt x="601" y="650"/>
                    <a:pt x="601" y="650"/>
                  </a:cubicBezTo>
                  <a:cubicBezTo>
                    <a:pt x="601" y="650"/>
                    <a:pt x="601" y="650"/>
                    <a:pt x="601" y="650"/>
                  </a:cubicBezTo>
                  <a:cubicBezTo>
                    <a:pt x="601" y="649"/>
                    <a:pt x="601" y="649"/>
                    <a:pt x="601" y="649"/>
                  </a:cubicBezTo>
                  <a:cubicBezTo>
                    <a:pt x="601" y="649"/>
                    <a:pt x="601" y="649"/>
                    <a:pt x="601" y="649"/>
                  </a:cubicBezTo>
                  <a:cubicBezTo>
                    <a:pt x="600" y="649"/>
                    <a:pt x="600" y="649"/>
                    <a:pt x="600" y="649"/>
                  </a:cubicBezTo>
                  <a:cubicBezTo>
                    <a:pt x="600" y="649"/>
                    <a:pt x="600" y="649"/>
                    <a:pt x="600" y="649"/>
                  </a:cubicBezTo>
                  <a:cubicBezTo>
                    <a:pt x="600" y="649"/>
                    <a:pt x="600" y="649"/>
                    <a:pt x="600" y="649"/>
                  </a:cubicBezTo>
                  <a:cubicBezTo>
                    <a:pt x="600" y="649"/>
                    <a:pt x="600" y="649"/>
                    <a:pt x="600" y="649"/>
                  </a:cubicBezTo>
                  <a:cubicBezTo>
                    <a:pt x="599" y="650"/>
                    <a:pt x="599" y="650"/>
                    <a:pt x="599" y="650"/>
                  </a:cubicBezTo>
                  <a:cubicBezTo>
                    <a:pt x="599" y="650"/>
                    <a:pt x="599" y="650"/>
                    <a:pt x="599" y="650"/>
                  </a:cubicBezTo>
                  <a:cubicBezTo>
                    <a:pt x="599" y="650"/>
                    <a:pt x="599" y="650"/>
                    <a:pt x="599" y="650"/>
                  </a:cubicBezTo>
                  <a:cubicBezTo>
                    <a:pt x="599" y="650"/>
                    <a:pt x="599" y="650"/>
                    <a:pt x="599" y="650"/>
                  </a:cubicBezTo>
                  <a:cubicBezTo>
                    <a:pt x="598" y="650"/>
                    <a:pt x="598" y="650"/>
                    <a:pt x="598" y="650"/>
                  </a:cubicBezTo>
                  <a:cubicBezTo>
                    <a:pt x="598" y="650"/>
                    <a:pt x="598" y="650"/>
                    <a:pt x="598" y="650"/>
                  </a:cubicBezTo>
                  <a:cubicBezTo>
                    <a:pt x="598" y="650"/>
                    <a:pt x="598" y="650"/>
                    <a:pt x="598" y="650"/>
                  </a:cubicBezTo>
                  <a:cubicBezTo>
                    <a:pt x="598" y="650"/>
                    <a:pt x="598" y="650"/>
                    <a:pt x="598" y="650"/>
                  </a:cubicBezTo>
                  <a:cubicBezTo>
                    <a:pt x="597" y="650"/>
                    <a:pt x="597" y="650"/>
                    <a:pt x="597" y="650"/>
                  </a:cubicBezTo>
                  <a:cubicBezTo>
                    <a:pt x="597" y="650"/>
                    <a:pt x="597" y="650"/>
                    <a:pt x="597" y="650"/>
                  </a:cubicBezTo>
                  <a:cubicBezTo>
                    <a:pt x="597" y="649"/>
                    <a:pt x="597" y="649"/>
                    <a:pt x="597" y="649"/>
                  </a:cubicBezTo>
                  <a:cubicBezTo>
                    <a:pt x="597" y="649"/>
                    <a:pt x="597" y="649"/>
                    <a:pt x="597" y="649"/>
                  </a:cubicBezTo>
                  <a:cubicBezTo>
                    <a:pt x="597" y="649"/>
                    <a:pt x="597" y="649"/>
                    <a:pt x="597" y="649"/>
                  </a:cubicBezTo>
                  <a:cubicBezTo>
                    <a:pt x="597" y="649"/>
                    <a:pt x="597" y="649"/>
                    <a:pt x="597" y="649"/>
                  </a:cubicBezTo>
                  <a:cubicBezTo>
                    <a:pt x="596" y="649"/>
                    <a:pt x="596" y="649"/>
                    <a:pt x="596" y="649"/>
                  </a:cubicBezTo>
                  <a:cubicBezTo>
                    <a:pt x="596" y="649"/>
                    <a:pt x="596" y="649"/>
                    <a:pt x="596" y="649"/>
                  </a:cubicBezTo>
                  <a:cubicBezTo>
                    <a:pt x="596" y="649"/>
                    <a:pt x="596" y="649"/>
                    <a:pt x="596" y="649"/>
                  </a:cubicBezTo>
                  <a:cubicBezTo>
                    <a:pt x="596" y="649"/>
                    <a:pt x="596" y="649"/>
                    <a:pt x="596" y="649"/>
                  </a:cubicBezTo>
                  <a:cubicBezTo>
                    <a:pt x="596" y="649"/>
                    <a:pt x="596" y="649"/>
                    <a:pt x="596" y="649"/>
                  </a:cubicBezTo>
                  <a:cubicBezTo>
                    <a:pt x="596" y="649"/>
                    <a:pt x="596" y="649"/>
                    <a:pt x="596" y="649"/>
                  </a:cubicBezTo>
                  <a:cubicBezTo>
                    <a:pt x="596" y="648"/>
                    <a:pt x="596" y="648"/>
                    <a:pt x="596" y="648"/>
                  </a:cubicBezTo>
                  <a:cubicBezTo>
                    <a:pt x="596" y="648"/>
                    <a:pt x="596" y="648"/>
                    <a:pt x="596" y="648"/>
                  </a:cubicBezTo>
                  <a:cubicBezTo>
                    <a:pt x="596" y="648"/>
                    <a:pt x="596" y="648"/>
                    <a:pt x="596" y="648"/>
                  </a:cubicBezTo>
                  <a:cubicBezTo>
                    <a:pt x="596" y="648"/>
                    <a:pt x="596" y="648"/>
                    <a:pt x="596" y="648"/>
                  </a:cubicBezTo>
                  <a:cubicBezTo>
                    <a:pt x="596" y="647"/>
                    <a:pt x="596" y="647"/>
                    <a:pt x="596" y="647"/>
                  </a:cubicBezTo>
                  <a:cubicBezTo>
                    <a:pt x="596" y="647"/>
                    <a:pt x="596" y="647"/>
                    <a:pt x="596" y="647"/>
                  </a:cubicBezTo>
                  <a:cubicBezTo>
                    <a:pt x="597" y="647"/>
                    <a:pt x="597" y="647"/>
                    <a:pt x="597" y="647"/>
                  </a:cubicBezTo>
                  <a:cubicBezTo>
                    <a:pt x="597" y="647"/>
                    <a:pt x="597" y="647"/>
                    <a:pt x="597" y="647"/>
                  </a:cubicBezTo>
                  <a:cubicBezTo>
                    <a:pt x="597" y="647"/>
                    <a:pt x="597" y="647"/>
                    <a:pt x="597" y="647"/>
                  </a:cubicBezTo>
                  <a:cubicBezTo>
                    <a:pt x="597" y="647"/>
                    <a:pt x="597" y="647"/>
                    <a:pt x="597" y="647"/>
                  </a:cubicBezTo>
                  <a:cubicBezTo>
                    <a:pt x="598" y="646"/>
                    <a:pt x="598" y="646"/>
                    <a:pt x="598" y="646"/>
                  </a:cubicBezTo>
                  <a:cubicBezTo>
                    <a:pt x="598" y="646"/>
                    <a:pt x="598" y="646"/>
                    <a:pt x="598" y="646"/>
                  </a:cubicBezTo>
                  <a:cubicBezTo>
                    <a:pt x="599" y="646"/>
                    <a:pt x="599" y="646"/>
                    <a:pt x="599" y="646"/>
                  </a:cubicBezTo>
                  <a:cubicBezTo>
                    <a:pt x="599" y="646"/>
                    <a:pt x="599" y="646"/>
                    <a:pt x="599" y="646"/>
                  </a:cubicBezTo>
                  <a:cubicBezTo>
                    <a:pt x="600" y="646"/>
                    <a:pt x="600" y="646"/>
                    <a:pt x="600" y="646"/>
                  </a:cubicBezTo>
                  <a:cubicBezTo>
                    <a:pt x="600" y="646"/>
                    <a:pt x="600" y="646"/>
                    <a:pt x="600" y="646"/>
                  </a:cubicBezTo>
                  <a:cubicBezTo>
                    <a:pt x="601" y="646"/>
                    <a:pt x="601" y="646"/>
                    <a:pt x="601" y="646"/>
                  </a:cubicBezTo>
                  <a:cubicBezTo>
                    <a:pt x="601" y="646"/>
                    <a:pt x="601" y="646"/>
                    <a:pt x="601" y="646"/>
                  </a:cubicBezTo>
                  <a:cubicBezTo>
                    <a:pt x="603" y="645"/>
                    <a:pt x="603" y="645"/>
                    <a:pt x="603" y="645"/>
                  </a:cubicBezTo>
                  <a:cubicBezTo>
                    <a:pt x="603" y="645"/>
                    <a:pt x="603" y="645"/>
                    <a:pt x="603" y="645"/>
                  </a:cubicBezTo>
                  <a:cubicBezTo>
                    <a:pt x="604" y="645"/>
                    <a:pt x="604" y="645"/>
                    <a:pt x="604" y="645"/>
                  </a:cubicBezTo>
                  <a:cubicBezTo>
                    <a:pt x="604" y="645"/>
                    <a:pt x="604" y="645"/>
                    <a:pt x="604" y="645"/>
                  </a:cubicBezTo>
                  <a:cubicBezTo>
                    <a:pt x="605" y="645"/>
                    <a:pt x="605" y="645"/>
                    <a:pt x="605" y="645"/>
                  </a:cubicBezTo>
                  <a:cubicBezTo>
                    <a:pt x="605" y="645"/>
                    <a:pt x="605" y="645"/>
                    <a:pt x="605" y="645"/>
                  </a:cubicBezTo>
                  <a:cubicBezTo>
                    <a:pt x="605" y="645"/>
                    <a:pt x="605" y="645"/>
                    <a:pt x="605" y="645"/>
                  </a:cubicBezTo>
                  <a:cubicBezTo>
                    <a:pt x="605" y="645"/>
                    <a:pt x="605" y="645"/>
                    <a:pt x="605" y="645"/>
                  </a:cubicBezTo>
                  <a:cubicBezTo>
                    <a:pt x="605" y="644"/>
                    <a:pt x="605" y="644"/>
                    <a:pt x="605" y="644"/>
                  </a:cubicBezTo>
                  <a:cubicBezTo>
                    <a:pt x="605" y="644"/>
                    <a:pt x="605" y="644"/>
                    <a:pt x="605" y="644"/>
                  </a:cubicBezTo>
                  <a:cubicBezTo>
                    <a:pt x="605" y="644"/>
                    <a:pt x="605" y="644"/>
                    <a:pt x="605" y="644"/>
                  </a:cubicBezTo>
                  <a:cubicBezTo>
                    <a:pt x="605" y="644"/>
                    <a:pt x="605" y="644"/>
                    <a:pt x="605" y="644"/>
                  </a:cubicBezTo>
                  <a:cubicBezTo>
                    <a:pt x="605" y="643"/>
                    <a:pt x="605" y="643"/>
                    <a:pt x="605" y="643"/>
                  </a:cubicBezTo>
                  <a:cubicBezTo>
                    <a:pt x="605" y="643"/>
                    <a:pt x="605" y="643"/>
                    <a:pt x="605" y="643"/>
                  </a:cubicBezTo>
                  <a:cubicBezTo>
                    <a:pt x="605" y="643"/>
                    <a:pt x="605" y="643"/>
                    <a:pt x="605" y="643"/>
                  </a:cubicBezTo>
                  <a:cubicBezTo>
                    <a:pt x="605" y="643"/>
                    <a:pt x="605" y="643"/>
                    <a:pt x="605" y="643"/>
                  </a:cubicBezTo>
                  <a:cubicBezTo>
                    <a:pt x="605" y="643"/>
                    <a:pt x="605" y="643"/>
                    <a:pt x="605" y="643"/>
                  </a:cubicBezTo>
                  <a:cubicBezTo>
                    <a:pt x="605" y="643"/>
                    <a:pt x="605" y="643"/>
                    <a:pt x="605" y="643"/>
                  </a:cubicBezTo>
                  <a:cubicBezTo>
                    <a:pt x="605" y="643"/>
                    <a:pt x="605" y="643"/>
                    <a:pt x="605" y="643"/>
                  </a:cubicBezTo>
                  <a:cubicBezTo>
                    <a:pt x="605" y="643"/>
                    <a:pt x="605" y="643"/>
                    <a:pt x="605" y="643"/>
                  </a:cubicBezTo>
                  <a:cubicBezTo>
                    <a:pt x="606" y="642"/>
                    <a:pt x="606" y="642"/>
                    <a:pt x="606" y="642"/>
                  </a:cubicBezTo>
                  <a:cubicBezTo>
                    <a:pt x="606" y="642"/>
                    <a:pt x="606" y="642"/>
                    <a:pt x="606" y="642"/>
                  </a:cubicBezTo>
                  <a:cubicBezTo>
                    <a:pt x="613" y="629"/>
                    <a:pt x="613" y="629"/>
                    <a:pt x="613" y="629"/>
                  </a:cubicBezTo>
                  <a:cubicBezTo>
                    <a:pt x="613" y="629"/>
                    <a:pt x="613" y="629"/>
                    <a:pt x="613" y="629"/>
                  </a:cubicBezTo>
                  <a:cubicBezTo>
                    <a:pt x="614" y="627"/>
                    <a:pt x="614" y="627"/>
                    <a:pt x="614" y="627"/>
                  </a:cubicBezTo>
                  <a:cubicBezTo>
                    <a:pt x="614" y="627"/>
                    <a:pt x="614" y="627"/>
                    <a:pt x="614" y="627"/>
                  </a:cubicBezTo>
                  <a:cubicBezTo>
                    <a:pt x="614" y="626"/>
                    <a:pt x="614" y="626"/>
                    <a:pt x="614" y="626"/>
                  </a:cubicBezTo>
                  <a:cubicBezTo>
                    <a:pt x="614" y="626"/>
                    <a:pt x="614" y="626"/>
                    <a:pt x="614" y="626"/>
                  </a:cubicBezTo>
                  <a:cubicBezTo>
                    <a:pt x="614" y="625"/>
                    <a:pt x="614" y="625"/>
                    <a:pt x="614" y="625"/>
                  </a:cubicBezTo>
                  <a:cubicBezTo>
                    <a:pt x="614" y="625"/>
                    <a:pt x="614" y="625"/>
                    <a:pt x="614" y="625"/>
                  </a:cubicBezTo>
                  <a:cubicBezTo>
                    <a:pt x="614" y="623"/>
                    <a:pt x="614" y="623"/>
                    <a:pt x="614" y="623"/>
                  </a:cubicBezTo>
                  <a:cubicBezTo>
                    <a:pt x="614" y="623"/>
                    <a:pt x="614" y="623"/>
                    <a:pt x="614" y="623"/>
                  </a:cubicBezTo>
                  <a:cubicBezTo>
                    <a:pt x="614" y="622"/>
                    <a:pt x="614" y="622"/>
                    <a:pt x="614" y="622"/>
                  </a:cubicBezTo>
                  <a:cubicBezTo>
                    <a:pt x="614" y="622"/>
                    <a:pt x="614" y="622"/>
                    <a:pt x="614" y="622"/>
                  </a:cubicBezTo>
                  <a:cubicBezTo>
                    <a:pt x="614" y="621"/>
                    <a:pt x="614" y="621"/>
                    <a:pt x="614" y="621"/>
                  </a:cubicBezTo>
                  <a:cubicBezTo>
                    <a:pt x="614" y="621"/>
                    <a:pt x="614" y="621"/>
                    <a:pt x="614" y="621"/>
                  </a:cubicBezTo>
                  <a:cubicBezTo>
                    <a:pt x="614" y="619"/>
                    <a:pt x="614" y="619"/>
                    <a:pt x="614" y="619"/>
                  </a:cubicBezTo>
                  <a:cubicBezTo>
                    <a:pt x="614" y="619"/>
                    <a:pt x="614" y="619"/>
                    <a:pt x="614" y="619"/>
                  </a:cubicBezTo>
                  <a:cubicBezTo>
                    <a:pt x="613" y="618"/>
                    <a:pt x="613" y="618"/>
                    <a:pt x="613" y="618"/>
                  </a:cubicBezTo>
                  <a:cubicBezTo>
                    <a:pt x="613" y="618"/>
                    <a:pt x="613" y="618"/>
                    <a:pt x="613" y="618"/>
                  </a:cubicBezTo>
                  <a:cubicBezTo>
                    <a:pt x="614" y="616"/>
                    <a:pt x="614" y="616"/>
                    <a:pt x="614" y="616"/>
                  </a:cubicBezTo>
                  <a:cubicBezTo>
                    <a:pt x="614" y="616"/>
                    <a:pt x="614" y="616"/>
                    <a:pt x="614" y="616"/>
                  </a:cubicBezTo>
                  <a:cubicBezTo>
                    <a:pt x="614" y="616"/>
                    <a:pt x="614" y="616"/>
                    <a:pt x="614" y="616"/>
                  </a:cubicBezTo>
                  <a:cubicBezTo>
                    <a:pt x="614" y="616"/>
                    <a:pt x="614" y="616"/>
                    <a:pt x="614" y="616"/>
                  </a:cubicBezTo>
                  <a:cubicBezTo>
                    <a:pt x="615" y="616"/>
                    <a:pt x="615" y="616"/>
                    <a:pt x="615" y="616"/>
                  </a:cubicBezTo>
                  <a:cubicBezTo>
                    <a:pt x="615" y="616"/>
                    <a:pt x="615" y="616"/>
                    <a:pt x="615" y="616"/>
                  </a:cubicBezTo>
                  <a:cubicBezTo>
                    <a:pt x="615" y="616"/>
                    <a:pt x="615" y="616"/>
                    <a:pt x="615" y="616"/>
                  </a:cubicBezTo>
                  <a:cubicBezTo>
                    <a:pt x="615" y="616"/>
                    <a:pt x="615" y="616"/>
                    <a:pt x="615" y="616"/>
                  </a:cubicBezTo>
                  <a:cubicBezTo>
                    <a:pt x="616" y="616"/>
                    <a:pt x="616" y="616"/>
                    <a:pt x="616" y="616"/>
                  </a:cubicBezTo>
                  <a:cubicBezTo>
                    <a:pt x="616" y="616"/>
                    <a:pt x="616" y="616"/>
                    <a:pt x="616" y="616"/>
                  </a:cubicBezTo>
                  <a:cubicBezTo>
                    <a:pt x="617" y="616"/>
                    <a:pt x="617" y="616"/>
                    <a:pt x="617" y="616"/>
                  </a:cubicBezTo>
                  <a:cubicBezTo>
                    <a:pt x="617" y="616"/>
                    <a:pt x="617" y="616"/>
                    <a:pt x="617" y="616"/>
                  </a:cubicBezTo>
                  <a:cubicBezTo>
                    <a:pt x="617" y="616"/>
                    <a:pt x="617" y="616"/>
                    <a:pt x="617" y="616"/>
                  </a:cubicBezTo>
                  <a:cubicBezTo>
                    <a:pt x="617" y="616"/>
                    <a:pt x="617" y="616"/>
                    <a:pt x="617" y="616"/>
                  </a:cubicBezTo>
                  <a:cubicBezTo>
                    <a:pt x="618" y="617"/>
                    <a:pt x="618" y="617"/>
                    <a:pt x="618" y="617"/>
                  </a:cubicBezTo>
                  <a:cubicBezTo>
                    <a:pt x="618" y="617"/>
                    <a:pt x="618" y="617"/>
                    <a:pt x="618" y="617"/>
                  </a:cubicBezTo>
                  <a:cubicBezTo>
                    <a:pt x="619" y="617"/>
                    <a:pt x="619" y="617"/>
                    <a:pt x="619" y="617"/>
                  </a:cubicBezTo>
                  <a:cubicBezTo>
                    <a:pt x="619" y="617"/>
                    <a:pt x="619" y="617"/>
                    <a:pt x="619" y="617"/>
                  </a:cubicBezTo>
                  <a:cubicBezTo>
                    <a:pt x="620" y="618"/>
                    <a:pt x="620" y="618"/>
                    <a:pt x="620" y="618"/>
                  </a:cubicBezTo>
                  <a:cubicBezTo>
                    <a:pt x="620" y="618"/>
                    <a:pt x="620" y="618"/>
                    <a:pt x="620" y="618"/>
                  </a:cubicBezTo>
                  <a:cubicBezTo>
                    <a:pt x="620" y="619"/>
                    <a:pt x="620" y="619"/>
                    <a:pt x="620" y="619"/>
                  </a:cubicBezTo>
                  <a:cubicBezTo>
                    <a:pt x="620" y="619"/>
                    <a:pt x="620" y="619"/>
                    <a:pt x="620" y="619"/>
                  </a:cubicBezTo>
                  <a:cubicBezTo>
                    <a:pt x="621" y="620"/>
                    <a:pt x="621" y="620"/>
                    <a:pt x="621" y="620"/>
                  </a:cubicBezTo>
                  <a:cubicBezTo>
                    <a:pt x="621" y="620"/>
                    <a:pt x="621" y="620"/>
                    <a:pt x="621" y="620"/>
                  </a:cubicBezTo>
                  <a:cubicBezTo>
                    <a:pt x="622" y="621"/>
                    <a:pt x="622" y="621"/>
                    <a:pt x="622" y="621"/>
                  </a:cubicBezTo>
                  <a:cubicBezTo>
                    <a:pt x="622" y="621"/>
                    <a:pt x="622" y="621"/>
                    <a:pt x="622" y="621"/>
                  </a:cubicBezTo>
                  <a:cubicBezTo>
                    <a:pt x="622" y="622"/>
                    <a:pt x="622" y="622"/>
                    <a:pt x="622" y="622"/>
                  </a:cubicBezTo>
                  <a:cubicBezTo>
                    <a:pt x="622" y="622"/>
                    <a:pt x="622" y="622"/>
                    <a:pt x="622" y="622"/>
                  </a:cubicBezTo>
                  <a:cubicBezTo>
                    <a:pt x="623" y="623"/>
                    <a:pt x="623" y="623"/>
                    <a:pt x="623" y="623"/>
                  </a:cubicBezTo>
                  <a:cubicBezTo>
                    <a:pt x="623" y="623"/>
                    <a:pt x="623" y="623"/>
                    <a:pt x="623" y="623"/>
                  </a:cubicBezTo>
                  <a:cubicBezTo>
                    <a:pt x="623" y="625"/>
                    <a:pt x="623" y="625"/>
                    <a:pt x="623" y="625"/>
                  </a:cubicBezTo>
                  <a:cubicBezTo>
                    <a:pt x="623" y="625"/>
                    <a:pt x="623" y="625"/>
                    <a:pt x="623" y="625"/>
                  </a:cubicBezTo>
                  <a:cubicBezTo>
                    <a:pt x="622" y="626"/>
                    <a:pt x="622" y="626"/>
                    <a:pt x="622" y="626"/>
                  </a:cubicBezTo>
                  <a:cubicBezTo>
                    <a:pt x="622" y="626"/>
                    <a:pt x="622" y="626"/>
                    <a:pt x="622" y="626"/>
                  </a:cubicBezTo>
                  <a:cubicBezTo>
                    <a:pt x="622" y="626"/>
                    <a:pt x="622" y="626"/>
                    <a:pt x="622" y="626"/>
                  </a:cubicBezTo>
                  <a:cubicBezTo>
                    <a:pt x="622" y="626"/>
                    <a:pt x="622" y="626"/>
                    <a:pt x="622" y="626"/>
                  </a:cubicBezTo>
                  <a:cubicBezTo>
                    <a:pt x="622" y="627"/>
                    <a:pt x="622" y="627"/>
                    <a:pt x="622" y="627"/>
                  </a:cubicBezTo>
                  <a:cubicBezTo>
                    <a:pt x="622" y="627"/>
                    <a:pt x="622" y="627"/>
                    <a:pt x="622" y="627"/>
                  </a:cubicBezTo>
                  <a:cubicBezTo>
                    <a:pt x="622" y="627"/>
                    <a:pt x="622" y="627"/>
                    <a:pt x="622" y="627"/>
                  </a:cubicBezTo>
                  <a:cubicBezTo>
                    <a:pt x="622" y="627"/>
                    <a:pt x="622" y="627"/>
                    <a:pt x="622" y="627"/>
                  </a:cubicBezTo>
                  <a:cubicBezTo>
                    <a:pt x="622" y="627"/>
                    <a:pt x="622" y="627"/>
                    <a:pt x="622" y="627"/>
                  </a:cubicBezTo>
                  <a:cubicBezTo>
                    <a:pt x="622" y="627"/>
                    <a:pt x="622" y="627"/>
                    <a:pt x="622" y="627"/>
                  </a:cubicBezTo>
                  <a:cubicBezTo>
                    <a:pt x="622" y="627"/>
                    <a:pt x="622" y="627"/>
                    <a:pt x="622" y="627"/>
                  </a:cubicBezTo>
                  <a:cubicBezTo>
                    <a:pt x="622" y="627"/>
                    <a:pt x="622" y="627"/>
                    <a:pt x="622" y="627"/>
                  </a:cubicBezTo>
                  <a:cubicBezTo>
                    <a:pt x="622" y="627"/>
                    <a:pt x="622" y="627"/>
                    <a:pt x="622" y="627"/>
                  </a:cubicBezTo>
                  <a:cubicBezTo>
                    <a:pt x="622" y="627"/>
                    <a:pt x="622" y="627"/>
                    <a:pt x="622" y="627"/>
                  </a:cubicBezTo>
                  <a:cubicBezTo>
                    <a:pt x="622" y="627"/>
                    <a:pt x="622" y="627"/>
                    <a:pt x="622" y="627"/>
                  </a:cubicBezTo>
                  <a:cubicBezTo>
                    <a:pt x="622" y="627"/>
                    <a:pt x="622" y="627"/>
                    <a:pt x="622" y="627"/>
                  </a:cubicBezTo>
                  <a:cubicBezTo>
                    <a:pt x="622" y="627"/>
                    <a:pt x="622" y="627"/>
                    <a:pt x="622" y="627"/>
                  </a:cubicBezTo>
                  <a:cubicBezTo>
                    <a:pt x="621" y="628"/>
                    <a:pt x="621" y="628"/>
                    <a:pt x="621" y="628"/>
                  </a:cubicBezTo>
                  <a:cubicBezTo>
                    <a:pt x="620" y="629"/>
                    <a:pt x="620" y="629"/>
                    <a:pt x="620" y="629"/>
                  </a:cubicBezTo>
                  <a:cubicBezTo>
                    <a:pt x="620" y="629"/>
                    <a:pt x="620" y="629"/>
                    <a:pt x="620" y="629"/>
                  </a:cubicBezTo>
                  <a:cubicBezTo>
                    <a:pt x="619" y="630"/>
                    <a:pt x="619" y="630"/>
                    <a:pt x="619" y="630"/>
                  </a:cubicBezTo>
                  <a:cubicBezTo>
                    <a:pt x="619" y="630"/>
                    <a:pt x="619" y="630"/>
                    <a:pt x="619" y="630"/>
                  </a:cubicBezTo>
                  <a:cubicBezTo>
                    <a:pt x="618" y="631"/>
                    <a:pt x="618" y="631"/>
                    <a:pt x="618" y="631"/>
                  </a:cubicBezTo>
                  <a:cubicBezTo>
                    <a:pt x="618" y="631"/>
                    <a:pt x="618" y="631"/>
                    <a:pt x="618" y="631"/>
                  </a:cubicBezTo>
                  <a:cubicBezTo>
                    <a:pt x="617" y="633"/>
                    <a:pt x="617" y="633"/>
                    <a:pt x="617" y="633"/>
                  </a:cubicBezTo>
                  <a:cubicBezTo>
                    <a:pt x="617" y="633"/>
                    <a:pt x="617" y="633"/>
                    <a:pt x="617" y="633"/>
                  </a:cubicBezTo>
                  <a:cubicBezTo>
                    <a:pt x="616" y="634"/>
                    <a:pt x="616" y="634"/>
                    <a:pt x="616" y="634"/>
                  </a:cubicBezTo>
                  <a:cubicBezTo>
                    <a:pt x="616" y="634"/>
                    <a:pt x="616" y="634"/>
                    <a:pt x="616" y="634"/>
                  </a:cubicBezTo>
                  <a:cubicBezTo>
                    <a:pt x="615" y="636"/>
                    <a:pt x="615" y="636"/>
                    <a:pt x="615" y="636"/>
                  </a:cubicBezTo>
                  <a:cubicBezTo>
                    <a:pt x="615" y="636"/>
                    <a:pt x="615" y="636"/>
                    <a:pt x="615" y="636"/>
                  </a:cubicBezTo>
                  <a:cubicBezTo>
                    <a:pt x="614" y="637"/>
                    <a:pt x="614" y="637"/>
                    <a:pt x="614" y="637"/>
                  </a:cubicBezTo>
                  <a:cubicBezTo>
                    <a:pt x="614" y="637"/>
                    <a:pt x="614" y="637"/>
                    <a:pt x="614" y="637"/>
                  </a:cubicBezTo>
                  <a:cubicBezTo>
                    <a:pt x="613" y="638"/>
                    <a:pt x="613" y="638"/>
                    <a:pt x="613" y="638"/>
                  </a:cubicBezTo>
                  <a:cubicBezTo>
                    <a:pt x="613" y="638"/>
                    <a:pt x="613" y="638"/>
                    <a:pt x="613" y="638"/>
                  </a:cubicBezTo>
                  <a:cubicBezTo>
                    <a:pt x="609" y="644"/>
                    <a:pt x="609" y="644"/>
                    <a:pt x="609" y="644"/>
                  </a:cubicBezTo>
                  <a:cubicBezTo>
                    <a:pt x="609" y="644"/>
                    <a:pt x="609" y="644"/>
                    <a:pt x="609" y="644"/>
                  </a:cubicBezTo>
                  <a:cubicBezTo>
                    <a:pt x="609" y="645"/>
                    <a:pt x="609" y="645"/>
                    <a:pt x="609" y="645"/>
                  </a:cubicBezTo>
                  <a:cubicBezTo>
                    <a:pt x="609" y="645"/>
                    <a:pt x="609" y="645"/>
                    <a:pt x="609" y="645"/>
                  </a:cubicBezTo>
                  <a:cubicBezTo>
                    <a:pt x="610" y="645"/>
                    <a:pt x="610" y="645"/>
                    <a:pt x="610" y="645"/>
                  </a:cubicBezTo>
                  <a:cubicBezTo>
                    <a:pt x="610" y="645"/>
                    <a:pt x="610" y="645"/>
                    <a:pt x="610" y="645"/>
                  </a:cubicBezTo>
                  <a:cubicBezTo>
                    <a:pt x="611" y="646"/>
                    <a:pt x="611" y="646"/>
                    <a:pt x="611" y="646"/>
                  </a:cubicBezTo>
                  <a:cubicBezTo>
                    <a:pt x="611" y="646"/>
                    <a:pt x="611" y="646"/>
                    <a:pt x="611" y="646"/>
                  </a:cubicBezTo>
                  <a:cubicBezTo>
                    <a:pt x="612" y="647"/>
                    <a:pt x="612" y="647"/>
                    <a:pt x="612" y="647"/>
                  </a:cubicBezTo>
                  <a:cubicBezTo>
                    <a:pt x="612" y="647"/>
                    <a:pt x="612" y="647"/>
                    <a:pt x="612" y="647"/>
                  </a:cubicBezTo>
                  <a:cubicBezTo>
                    <a:pt x="614" y="647"/>
                    <a:pt x="614" y="647"/>
                    <a:pt x="614" y="647"/>
                  </a:cubicBezTo>
                  <a:cubicBezTo>
                    <a:pt x="614" y="647"/>
                    <a:pt x="614" y="647"/>
                    <a:pt x="614" y="647"/>
                  </a:cubicBezTo>
                  <a:cubicBezTo>
                    <a:pt x="615" y="648"/>
                    <a:pt x="615" y="648"/>
                    <a:pt x="615" y="648"/>
                  </a:cubicBezTo>
                  <a:cubicBezTo>
                    <a:pt x="615" y="648"/>
                    <a:pt x="615" y="648"/>
                    <a:pt x="615" y="648"/>
                  </a:cubicBezTo>
                  <a:cubicBezTo>
                    <a:pt x="616" y="648"/>
                    <a:pt x="616" y="648"/>
                    <a:pt x="616" y="648"/>
                  </a:cubicBezTo>
                  <a:cubicBezTo>
                    <a:pt x="616" y="648"/>
                    <a:pt x="616" y="648"/>
                    <a:pt x="616" y="648"/>
                  </a:cubicBezTo>
                  <a:cubicBezTo>
                    <a:pt x="618" y="647"/>
                    <a:pt x="618" y="647"/>
                    <a:pt x="618" y="647"/>
                  </a:cubicBezTo>
                  <a:cubicBezTo>
                    <a:pt x="618" y="647"/>
                    <a:pt x="618" y="647"/>
                    <a:pt x="618" y="647"/>
                  </a:cubicBezTo>
                  <a:cubicBezTo>
                    <a:pt x="619" y="646"/>
                    <a:pt x="619" y="646"/>
                    <a:pt x="619" y="646"/>
                  </a:cubicBezTo>
                  <a:cubicBezTo>
                    <a:pt x="619" y="646"/>
                    <a:pt x="619" y="646"/>
                    <a:pt x="619" y="646"/>
                  </a:cubicBezTo>
                  <a:cubicBezTo>
                    <a:pt x="625" y="641"/>
                    <a:pt x="625" y="641"/>
                    <a:pt x="625" y="641"/>
                  </a:cubicBezTo>
                  <a:cubicBezTo>
                    <a:pt x="625" y="641"/>
                    <a:pt x="625" y="641"/>
                    <a:pt x="625" y="641"/>
                  </a:cubicBezTo>
                  <a:cubicBezTo>
                    <a:pt x="625" y="641"/>
                    <a:pt x="625" y="641"/>
                    <a:pt x="625" y="641"/>
                  </a:cubicBezTo>
                  <a:cubicBezTo>
                    <a:pt x="625" y="641"/>
                    <a:pt x="625" y="641"/>
                    <a:pt x="625" y="641"/>
                  </a:cubicBezTo>
                  <a:cubicBezTo>
                    <a:pt x="625" y="641"/>
                    <a:pt x="625" y="641"/>
                    <a:pt x="625" y="641"/>
                  </a:cubicBezTo>
                  <a:cubicBezTo>
                    <a:pt x="625" y="641"/>
                    <a:pt x="625" y="641"/>
                    <a:pt x="625" y="641"/>
                  </a:cubicBezTo>
                  <a:cubicBezTo>
                    <a:pt x="625" y="641"/>
                    <a:pt x="625" y="641"/>
                    <a:pt x="625" y="641"/>
                  </a:cubicBezTo>
                  <a:cubicBezTo>
                    <a:pt x="625" y="641"/>
                    <a:pt x="625" y="641"/>
                    <a:pt x="625" y="641"/>
                  </a:cubicBezTo>
                  <a:cubicBezTo>
                    <a:pt x="626" y="641"/>
                    <a:pt x="626" y="641"/>
                    <a:pt x="626" y="641"/>
                  </a:cubicBezTo>
                  <a:cubicBezTo>
                    <a:pt x="626" y="641"/>
                    <a:pt x="626" y="641"/>
                    <a:pt x="626" y="641"/>
                  </a:cubicBezTo>
                  <a:cubicBezTo>
                    <a:pt x="626" y="641"/>
                    <a:pt x="626" y="641"/>
                    <a:pt x="626" y="641"/>
                  </a:cubicBezTo>
                  <a:cubicBezTo>
                    <a:pt x="626" y="641"/>
                    <a:pt x="626" y="641"/>
                    <a:pt x="626" y="641"/>
                  </a:cubicBezTo>
                  <a:cubicBezTo>
                    <a:pt x="626" y="640"/>
                    <a:pt x="626" y="640"/>
                    <a:pt x="626" y="640"/>
                  </a:cubicBezTo>
                  <a:cubicBezTo>
                    <a:pt x="626" y="640"/>
                    <a:pt x="626" y="640"/>
                    <a:pt x="626" y="640"/>
                  </a:cubicBezTo>
                  <a:cubicBezTo>
                    <a:pt x="626" y="640"/>
                    <a:pt x="626" y="640"/>
                    <a:pt x="626" y="640"/>
                  </a:cubicBezTo>
                  <a:cubicBezTo>
                    <a:pt x="626" y="640"/>
                    <a:pt x="626" y="640"/>
                    <a:pt x="626" y="640"/>
                  </a:cubicBezTo>
                  <a:cubicBezTo>
                    <a:pt x="627" y="639"/>
                    <a:pt x="627" y="639"/>
                    <a:pt x="627" y="639"/>
                  </a:cubicBezTo>
                  <a:cubicBezTo>
                    <a:pt x="627" y="639"/>
                    <a:pt x="627" y="639"/>
                    <a:pt x="627" y="639"/>
                  </a:cubicBezTo>
                  <a:cubicBezTo>
                    <a:pt x="635" y="634"/>
                    <a:pt x="635" y="634"/>
                    <a:pt x="635" y="634"/>
                  </a:cubicBezTo>
                  <a:cubicBezTo>
                    <a:pt x="635" y="634"/>
                    <a:pt x="635" y="634"/>
                    <a:pt x="635" y="634"/>
                  </a:cubicBezTo>
                  <a:cubicBezTo>
                    <a:pt x="636" y="634"/>
                    <a:pt x="636" y="634"/>
                    <a:pt x="636" y="634"/>
                  </a:cubicBezTo>
                  <a:cubicBezTo>
                    <a:pt x="636" y="634"/>
                    <a:pt x="636" y="634"/>
                    <a:pt x="636" y="634"/>
                  </a:cubicBezTo>
                  <a:cubicBezTo>
                    <a:pt x="637" y="634"/>
                    <a:pt x="637" y="634"/>
                    <a:pt x="637" y="634"/>
                  </a:cubicBezTo>
                  <a:cubicBezTo>
                    <a:pt x="637" y="634"/>
                    <a:pt x="637" y="634"/>
                    <a:pt x="637" y="634"/>
                  </a:cubicBezTo>
                  <a:cubicBezTo>
                    <a:pt x="638" y="634"/>
                    <a:pt x="638" y="634"/>
                    <a:pt x="638" y="634"/>
                  </a:cubicBezTo>
                  <a:cubicBezTo>
                    <a:pt x="638" y="634"/>
                    <a:pt x="638" y="634"/>
                    <a:pt x="638" y="634"/>
                  </a:cubicBezTo>
                  <a:cubicBezTo>
                    <a:pt x="639" y="635"/>
                    <a:pt x="639" y="635"/>
                    <a:pt x="639" y="635"/>
                  </a:cubicBezTo>
                  <a:cubicBezTo>
                    <a:pt x="639" y="635"/>
                    <a:pt x="639" y="635"/>
                    <a:pt x="639" y="635"/>
                  </a:cubicBezTo>
                  <a:cubicBezTo>
                    <a:pt x="639" y="635"/>
                    <a:pt x="639" y="635"/>
                    <a:pt x="639" y="635"/>
                  </a:cubicBezTo>
                  <a:cubicBezTo>
                    <a:pt x="639" y="635"/>
                    <a:pt x="639" y="635"/>
                    <a:pt x="639" y="635"/>
                  </a:cubicBezTo>
                  <a:cubicBezTo>
                    <a:pt x="640" y="636"/>
                    <a:pt x="640" y="636"/>
                    <a:pt x="640" y="636"/>
                  </a:cubicBezTo>
                  <a:cubicBezTo>
                    <a:pt x="640" y="636"/>
                    <a:pt x="640" y="636"/>
                    <a:pt x="640" y="636"/>
                  </a:cubicBezTo>
                  <a:cubicBezTo>
                    <a:pt x="641" y="636"/>
                    <a:pt x="641" y="636"/>
                    <a:pt x="641" y="636"/>
                  </a:cubicBezTo>
                  <a:cubicBezTo>
                    <a:pt x="641" y="636"/>
                    <a:pt x="641" y="636"/>
                    <a:pt x="641" y="636"/>
                  </a:cubicBezTo>
                  <a:cubicBezTo>
                    <a:pt x="643" y="636"/>
                    <a:pt x="643" y="636"/>
                    <a:pt x="643" y="636"/>
                  </a:cubicBezTo>
                  <a:cubicBezTo>
                    <a:pt x="643" y="636"/>
                    <a:pt x="643" y="636"/>
                    <a:pt x="643" y="636"/>
                  </a:cubicBezTo>
                  <a:cubicBezTo>
                    <a:pt x="643" y="638"/>
                    <a:pt x="643" y="638"/>
                    <a:pt x="643" y="638"/>
                  </a:cubicBezTo>
                  <a:cubicBezTo>
                    <a:pt x="643" y="638"/>
                    <a:pt x="643" y="638"/>
                    <a:pt x="643" y="638"/>
                  </a:cubicBezTo>
                  <a:cubicBezTo>
                    <a:pt x="643" y="639"/>
                    <a:pt x="643" y="639"/>
                    <a:pt x="643" y="639"/>
                  </a:cubicBezTo>
                  <a:cubicBezTo>
                    <a:pt x="643" y="639"/>
                    <a:pt x="643" y="639"/>
                    <a:pt x="643" y="639"/>
                  </a:cubicBezTo>
                  <a:cubicBezTo>
                    <a:pt x="642" y="640"/>
                    <a:pt x="642" y="640"/>
                    <a:pt x="642" y="640"/>
                  </a:cubicBezTo>
                  <a:cubicBezTo>
                    <a:pt x="642" y="640"/>
                    <a:pt x="642" y="640"/>
                    <a:pt x="642" y="640"/>
                  </a:cubicBezTo>
                  <a:cubicBezTo>
                    <a:pt x="642" y="641"/>
                    <a:pt x="642" y="641"/>
                    <a:pt x="642" y="641"/>
                  </a:cubicBezTo>
                  <a:cubicBezTo>
                    <a:pt x="642" y="641"/>
                    <a:pt x="642" y="641"/>
                    <a:pt x="642" y="641"/>
                  </a:cubicBezTo>
                  <a:cubicBezTo>
                    <a:pt x="642" y="643"/>
                    <a:pt x="642" y="643"/>
                    <a:pt x="642" y="643"/>
                  </a:cubicBezTo>
                  <a:cubicBezTo>
                    <a:pt x="642" y="643"/>
                    <a:pt x="642" y="643"/>
                    <a:pt x="642" y="643"/>
                  </a:cubicBezTo>
                  <a:cubicBezTo>
                    <a:pt x="642" y="644"/>
                    <a:pt x="642" y="644"/>
                    <a:pt x="642" y="644"/>
                  </a:cubicBezTo>
                  <a:cubicBezTo>
                    <a:pt x="642" y="644"/>
                    <a:pt x="642" y="644"/>
                    <a:pt x="642" y="644"/>
                  </a:cubicBezTo>
                  <a:cubicBezTo>
                    <a:pt x="641" y="645"/>
                    <a:pt x="641" y="645"/>
                    <a:pt x="641" y="645"/>
                  </a:cubicBezTo>
                  <a:cubicBezTo>
                    <a:pt x="641" y="645"/>
                    <a:pt x="641" y="645"/>
                    <a:pt x="641" y="645"/>
                  </a:cubicBezTo>
                  <a:cubicBezTo>
                    <a:pt x="640" y="646"/>
                    <a:pt x="640" y="646"/>
                    <a:pt x="640" y="646"/>
                  </a:cubicBezTo>
                  <a:cubicBezTo>
                    <a:pt x="640" y="646"/>
                    <a:pt x="640" y="646"/>
                    <a:pt x="640" y="646"/>
                  </a:cubicBezTo>
                  <a:cubicBezTo>
                    <a:pt x="639" y="646"/>
                    <a:pt x="639" y="646"/>
                    <a:pt x="639" y="646"/>
                  </a:cubicBezTo>
                  <a:cubicBezTo>
                    <a:pt x="639" y="646"/>
                    <a:pt x="639" y="646"/>
                    <a:pt x="639" y="646"/>
                  </a:cubicBezTo>
                  <a:cubicBezTo>
                    <a:pt x="639" y="647"/>
                    <a:pt x="639" y="647"/>
                    <a:pt x="639" y="647"/>
                  </a:cubicBezTo>
                  <a:cubicBezTo>
                    <a:pt x="639" y="647"/>
                    <a:pt x="639" y="647"/>
                    <a:pt x="639" y="647"/>
                  </a:cubicBezTo>
                  <a:cubicBezTo>
                    <a:pt x="638" y="647"/>
                    <a:pt x="638" y="647"/>
                    <a:pt x="638" y="647"/>
                  </a:cubicBezTo>
                  <a:cubicBezTo>
                    <a:pt x="638" y="647"/>
                    <a:pt x="638" y="647"/>
                    <a:pt x="638" y="647"/>
                  </a:cubicBezTo>
                  <a:cubicBezTo>
                    <a:pt x="638" y="648"/>
                    <a:pt x="638" y="648"/>
                    <a:pt x="638" y="648"/>
                  </a:cubicBezTo>
                  <a:cubicBezTo>
                    <a:pt x="638" y="648"/>
                    <a:pt x="638" y="648"/>
                    <a:pt x="638" y="648"/>
                  </a:cubicBezTo>
                  <a:cubicBezTo>
                    <a:pt x="638" y="649"/>
                    <a:pt x="638" y="649"/>
                    <a:pt x="638" y="649"/>
                  </a:cubicBezTo>
                  <a:cubicBezTo>
                    <a:pt x="638" y="649"/>
                    <a:pt x="638" y="649"/>
                    <a:pt x="638" y="649"/>
                  </a:cubicBezTo>
                  <a:cubicBezTo>
                    <a:pt x="637" y="649"/>
                    <a:pt x="637" y="649"/>
                    <a:pt x="637" y="649"/>
                  </a:cubicBezTo>
                  <a:cubicBezTo>
                    <a:pt x="637" y="649"/>
                    <a:pt x="637" y="649"/>
                    <a:pt x="637" y="649"/>
                  </a:cubicBezTo>
                  <a:cubicBezTo>
                    <a:pt x="636" y="649"/>
                    <a:pt x="636" y="649"/>
                    <a:pt x="636" y="649"/>
                  </a:cubicBezTo>
                  <a:cubicBezTo>
                    <a:pt x="636" y="649"/>
                    <a:pt x="636" y="649"/>
                    <a:pt x="636" y="649"/>
                  </a:cubicBezTo>
                  <a:cubicBezTo>
                    <a:pt x="636" y="649"/>
                    <a:pt x="636" y="649"/>
                    <a:pt x="636" y="649"/>
                  </a:cubicBezTo>
                  <a:cubicBezTo>
                    <a:pt x="636" y="649"/>
                    <a:pt x="636" y="649"/>
                    <a:pt x="636" y="649"/>
                  </a:cubicBezTo>
                  <a:cubicBezTo>
                    <a:pt x="627" y="662"/>
                    <a:pt x="627" y="662"/>
                    <a:pt x="627" y="662"/>
                  </a:cubicBezTo>
                  <a:cubicBezTo>
                    <a:pt x="627" y="662"/>
                    <a:pt x="627" y="662"/>
                    <a:pt x="627" y="662"/>
                  </a:cubicBezTo>
                  <a:cubicBezTo>
                    <a:pt x="623" y="668"/>
                    <a:pt x="623" y="668"/>
                    <a:pt x="623" y="668"/>
                  </a:cubicBezTo>
                  <a:cubicBezTo>
                    <a:pt x="623" y="668"/>
                    <a:pt x="623" y="668"/>
                    <a:pt x="623" y="668"/>
                  </a:cubicBezTo>
                  <a:cubicBezTo>
                    <a:pt x="624" y="669"/>
                    <a:pt x="624" y="669"/>
                    <a:pt x="624" y="669"/>
                  </a:cubicBezTo>
                  <a:cubicBezTo>
                    <a:pt x="624" y="669"/>
                    <a:pt x="624" y="669"/>
                    <a:pt x="624" y="669"/>
                  </a:cubicBezTo>
                  <a:cubicBezTo>
                    <a:pt x="624" y="669"/>
                    <a:pt x="624" y="669"/>
                    <a:pt x="624" y="669"/>
                  </a:cubicBezTo>
                  <a:cubicBezTo>
                    <a:pt x="624" y="669"/>
                    <a:pt x="624" y="669"/>
                    <a:pt x="624" y="669"/>
                  </a:cubicBezTo>
                  <a:cubicBezTo>
                    <a:pt x="625" y="669"/>
                    <a:pt x="625" y="669"/>
                    <a:pt x="625" y="669"/>
                  </a:cubicBezTo>
                  <a:cubicBezTo>
                    <a:pt x="625" y="669"/>
                    <a:pt x="625" y="669"/>
                    <a:pt x="625" y="669"/>
                  </a:cubicBezTo>
                  <a:cubicBezTo>
                    <a:pt x="625" y="668"/>
                    <a:pt x="625" y="668"/>
                    <a:pt x="625" y="668"/>
                  </a:cubicBezTo>
                  <a:cubicBezTo>
                    <a:pt x="625" y="668"/>
                    <a:pt x="625" y="668"/>
                    <a:pt x="625" y="668"/>
                  </a:cubicBezTo>
                  <a:cubicBezTo>
                    <a:pt x="626" y="668"/>
                    <a:pt x="626" y="668"/>
                    <a:pt x="626" y="668"/>
                  </a:cubicBezTo>
                  <a:cubicBezTo>
                    <a:pt x="626" y="668"/>
                    <a:pt x="626" y="668"/>
                    <a:pt x="626" y="668"/>
                  </a:cubicBezTo>
                  <a:cubicBezTo>
                    <a:pt x="626" y="668"/>
                    <a:pt x="626" y="668"/>
                    <a:pt x="626" y="668"/>
                  </a:cubicBezTo>
                  <a:cubicBezTo>
                    <a:pt x="626" y="668"/>
                    <a:pt x="626" y="668"/>
                    <a:pt x="626" y="668"/>
                  </a:cubicBezTo>
                  <a:cubicBezTo>
                    <a:pt x="627" y="668"/>
                    <a:pt x="627" y="668"/>
                    <a:pt x="627" y="668"/>
                  </a:cubicBezTo>
                  <a:cubicBezTo>
                    <a:pt x="627" y="668"/>
                    <a:pt x="627" y="668"/>
                    <a:pt x="627" y="668"/>
                  </a:cubicBezTo>
                  <a:cubicBezTo>
                    <a:pt x="628" y="668"/>
                    <a:pt x="628" y="668"/>
                    <a:pt x="628" y="668"/>
                  </a:cubicBezTo>
                  <a:cubicBezTo>
                    <a:pt x="628" y="668"/>
                    <a:pt x="628" y="668"/>
                    <a:pt x="628" y="668"/>
                  </a:cubicBezTo>
                  <a:cubicBezTo>
                    <a:pt x="628" y="668"/>
                    <a:pt x="628" y="668"/>
                    <a:pt x="628" y="668"/>
                  </a:cubicBezTo>
                  <a:cubicBezTo>
                    <a:pt x="628" y="668"/>
                    <a:pt x="628" y="668"/>
                    <a:pt x="628" y="668"/>
                  </a:cubicBezTo>
                  <a:cubicBezTo>
                    <a:pt x="629" y="669"/>
                    <a:pt x="629" y="669"/>
                    <a:pt x="629" y="669"/>
                  </a:cubicBezTo>
                  <a:cubicBezTo>
                    <a:pt x="629" y="669"/>
                    <a:pt x="629" y="669"/>
                    <a:pt x="629" y="669"/>
                  </a:cubicBezTo>
                  <a:cubicBezTo>
                    <a:pt x="629" y="669"/>
                    <a:pt x="629" y="669"/>
                    <a:pt x="629" y="669"/>
                  </a:cubicBezTo>
                  <a:cubicBezTo>
                    <a:pt x="629" y="669"/>
                    <a:pt x="629" y="669"/>
                    <a:pt x="629" y="669"/>
                  </a:cubicBezTo>
                  <a:cubicBezTo>
                    <a:pt x="629" y="670"/>
                    <a:pt x="629" y="670"/>
                    <a:pt x="629" y="670"/>
                  </a:cubicBezTo>
                  <a:cubicBezTo>
                    <a:pt x="629" y="670"/>
                    <a:pt x="629" y="670"/>
                    <a:pt x="629" y="670"/>
                  </a:cubicBezTo>
                  <a:cubicBezTo>
                    <a:pt x="630" y="671"/>
                    <a:pt x="630" y="671"/>
                    <a:pt x="630" y="671"/>
                  </a:cubicBezTo>
                  <a:cubicBezTo>
                    <a:pt x="630" y="671"/>
                    <a:pt x="630" y="671"/>
                    <a:pt x="630" y="671"/>
                  </a:cubicBezTo>
                  <a:cubicBezTo>
                    <a:pt x="630" y="672"/>
                    <a:pt x="630" y="672"/>
                    <a:pt x="630" y="672"/>
                  </a:cubicBezTo>
                  <a:cubicBezTo>
                    <a:pt x="630" y="672"/>
                    <a:pt x="630" y="672"/>
                    <a:pt x="630" y="672"/>
                  </a:cubicBezTo>
                  <a:cubicBezTo>
                    <a:pt x="630" y="672"/>
                    <a:pt x="630" y="672"/>
                    <a:pt x="630" y="672"/>
                  </a:cubicBezTo>
                  <a:cubicBezTo>
                    <a:pt x="630" y="672"/>
                    <a:pt x="630" y="672"/>
                    <a:pt x="630" y="672"/>
                  </a:cubicBezTo>
                  <a:cubicBezTo>
                    <a:pt x="630" y="673"/>
                    <a:pt x="630" y="673"/>
                    <a:pt x="630" y="673"/>
                  </a:cubicBezTo>
                  <a:cubicBezTo>
                    <a:pt x="630" y="673"/>
                    <a:pt x="630" y="673"/>
                    <a:pt x="630" y="673"/>
                  </a:cubicBezTo>
                  <a:cubicBezTo>
                    <a:pt x="630" y="674"/>
                    <a:pt x="630" y="674"/>
                    <a:pt x="630" y="674"/>
                  </a:cubicBezTo>
                  <a:cubicBezTo>
                    <a:pt x="630" y="674"/>
                    <a:pt x="630" y="674"/>
                    <a:pt x="630" y="674"/>
                  </a:cubicBezTo>
                  <a:cubicBezTo>
                    <a:pt x="623" y="679"/>
                    <a:pt x="623" y="679"/>
                    <a:pt x="623" y="679"/>
                  </a:cubicBezTo>
                  <a:cubicBezTo>
                    <a:pt x="623" y="679"/>
                    <a:pt x="623" y="679"/>
                    <a:pt x="623" y="679"/>
                  </a:cubicBezTo>
                  <a:cubicBezTo>
                    <a:pt x="610" y="690"/>
                    <a:pt x="610" y="690"/>
                    <a:pt x="610" y="690"/>
                  </a:cubicBezTo>
                  <a:cubicBezTo>
                    <a:pt x="610" y="690"/>
                    <a:pt x="610" y="690"/>
                    <a:pt x="610" y="690"/>
                  </a:cubicBezTo>
                  <a:cubicBezTo>
                    <a:pt x="611" y="691"/>
                    <a:pt x="611" y="691"/>
                    <a:pt x="611" y="691"/>
                  </a:cubicBezTo>
                  <a:cubicBezTo>
                    <a:pt x="611" y="691"/>
                    <a:pt x="611" y="691"/>
                    <a:pt x="611" y="691"/>
                  </a:cubicBezTo>
                  <a:cubicBezTo>
                    <a:pt x="617" y="688"/>
                    <a:pt x="617" y="688"/>
                    <a:pt x="617" y="688"/>
                  </a:cubicBezTo>
                  <a:cubicBezTo>
                    <a:pt x="617" y="688"/>
                    <a:pt x="617" y="688"/>
                    <a:pt x="617" y="688"/>
                  </a:cubicBezTo>
                  <a:cubicBezTo>
                    <a:pt x="618" y="688"/>
                    <a:pt x="618" y="688"/>
                    <a:pt x="618" y="688"/>
                  </a:cubicBezTo>
                  <a:cubicBezTo>
                    <a:pt x="618" y="688"/>
                    <a:pt x="618" y="688"/>
                    <a:pt x="618" y="688"/>
                  </a:cubicBezTo>
                  <a:cubicBezTo>
                    <a:pt x="618" y="688"/>
                    <a:pt x="618" y="688"/>
                    <a:pt x="618" y="688"/>
                  </a:cubicBezTo>
                  <a:cubicBezTo>
                    <a:pt x="618" y="688"/>
                    <a:pt x="618" y="688"/>
                    <a:pt x="618" y="688"/>
                  </a:cubicBezTo>
                  <a:cubicBezTo>
                    <a:pt x="619" y="688"/>
                    <a:pt x="619" y="688"/>
                    <a:pt x="619" y="688"/>
                  </a:cubicBezTo>
                  <a:cubicBezTo>
                    <a:pt x="619" y="688"/>
                    <a:pt x="619" y="688"/>
                    <a:pt x="619" y="688"/>
                  </a:cubicBezTo>
                  <a:cubicBezTo>
                    <a:pt x="620" y="687"/>
                    <a:pt x="620" y="687"/>
                    <a:pt x="620" y="687"/>
                  </a:cubicBezTo>
                  <a:cubicBezTo>
                    <a:pt x="620" y="687"/>
                    <a:pt x="620" y="687"/>
                    <a:pt x="620" y="687"/>
                  </a:cubicBezTo>
                  <a:cubicBezTo>
                    <a:pt x="621" y="688"/>
                    <a:pt x="621" y="688"/>
                    <a:pt x="621" y="688"/>
                  </a:cubicBezTo>
                  <a:cubicBezTo>
                    <a:pt x="621" y="688"/>
                    <a:pt x="621" y="688"/>
                    <a:pt x="621" y="688"/>
                  </a:cubicBezTo>
                  <a:cubicBezTo>
                    <a:pt x="621" y="688"/>
                    <a:pt x="621" y="688"/>
                    <a:pt x="621" y="688"/>
                  </a:cubicBezTo>
                  <a:cubicBezTo>
                    <a:pt x="621" y="688"/>
                    <a:pt x="621" y="688"/>
                    <a:pt x="621" y="688"/>
                  </a:cubicBezTo>
                  <a:cubicBezTo>
                    <a:pt x="622" y="688"/>
                    <a:pt x="622" y="688"/>
                    <a:pt x="622" y="688"/>
                  </a:cubicBezTo>
                  <a:cubicBezTo>
                    <a:pt x="622" y="688"/>
                    <a:pt x="622" y="688"/>
                    <a:pt x="622" y="688"/>
                  </a:cubicBezTo>
                  <a:cubicBezTo>
                    <a:pt x="623" y="688"/>
                    <a:pt x="623" y="688"/>
                    <a:pt x="623" y="688"/>
                  </a:cubicBezTo>
                  <a:cubicBezTo>
                    <a:pt x="623" y="688"/>
                    <a:pt x="623" y="688"/>
                    <a:pt x="623" y="688"/>
                  </a:cubicBezTo>
                  <a:cubicBezTo>
                    <a:pt x="623" y="688"/>
                    <a:pt x="623" y="688"/>
                    <a:pt x="623" y="688"/>
                  </a:cubicBezTo>
                  <a:cubicBezTo>
                    <a:pt x="623" y="688"/>
                    <a:pt x="623" y="688"/>
                    <a:pt x="623" y="688"/>
                  </a:cubicBezTo>
                  <a:cubicBezTo>
                    <a:pt x="624" y="688"/>
                    <a:pt x="624" y="688"/>
                    <a:pt x="624" y="688"/>
                  </a:cubicBezTo>
                  <a:cubicBezTo>
                    <a:pt x="624" y="688"/>
                    <a:pt x="624" y="688"/>
                    <a:pt x="624" y="688"/>
                  </a:cubicBezTo>
                  <a:cubicBezTo>
                    <a:pt x="624" y="688"/>
                    <a:pt x="624" y="688"/>
                    <a:pt x="624" y="688"/>
                  </a:cubicBezTo>
                  <a:cubicBezTo>
                    <a:pt x="624" y="688"/>
                    <a:pt x="624" y="688"/>
                    <a:pt x="624" y="688"/>
                  </a:cubicBezTo>
                  <a:cubicBezTo>
                    <a:pt x="624" y="688"/>
                    <a:pt x="624" y="688"/>
                    <a:pt x="624" y="688"/>
                  </a:cubicBezTo>
                  <a:cubicBezTo>
                    <a:pt x="624" y="688"/>
                    <a:pt x="624" y="688"/>
                    <a:pt x="624" y="688"/>
                  </a:cubicBezTo>
                  <a:cubicBezTo>
                    <a:pt x="624" y="689"/>
                    <a:pt x="624" y="689"/>
                    <a:pt x="624" y="689"/>
                  </a:cubicBezTo>
                  <a:cubicBezTo>
                    <a:pt x="624" y="689"/>
                    <a:pt x="624" y="689"/>
                    <a:pt x="624" y="689"/>
                  </a:cubicBezTo>
                  <a:cubicBezTo>
                    <a:pt x="625" y="689"/>
                    <a:pt x="625" y="689"/>
                    <a:pt x="625" y="689"/>
                  </a:cubicBezTo>
                  <a:cubicBezTo>
                    <a:pt x="625" y="689"/>
                    <a:pt x="625" y="689"/>
                    <a:pt x="625" y="689"/>
                  </a:cubicBezTo>
                  <a:cubicBezTo>
                    <a:pt x="625" y="689"/>
                    <a:pt x="625" y="689"/>
                    <a:pt x="625" y="689"/>
                  </a:cubicBezTo>
                  <a:cubicBezTo>
                    <a:pt x="625" y="689"/>
                    <a:pt x="625" y="689"/>
                    <a:pt x="625" y="689"/>
                  </a:cubicBezTo>
                  <a:cubicBezTo>
                    <a:pt x="626" y="689"/>
                    <a:pt x="626" y="689"/>
                    <a:pt x="626" y="689"/>
                  </a:cubicBezTo>
                  <a:cubicBezTo>
                    <a:pt x="626" y="689"/>
                    <a:pt x="626" y="689"/>
                    <a:pt x="626" y="689"/>
                  </a:cubicBezTo>
                  <a:cubicBezTo>
                    <a:pt x="626" y="690"/>
                    <a:pt x="626" y="690"/>
                    <a:pt x="626" y="690"/>
                  </a:cubicBezTo>
                  <a:cubicBezTo>
                    <a:pt x="626" y="690"/>
                    <a:pt x="626" y="690"/>
                    <a:pt x="626" y="690"/>
                  </a:cubicBezTo>
                  <a:cubicBezTo>
                    <a:pt x="626" y="690"/>
                    <a:pt x="626" y="690"/>
                    <a:pt x="626" y="690"/>
                  </a:cubicBezTo>
                  <a:cubicBezTo>
                    <a:pt x="626" y="690"/>
                    <a:pt x="626" y="690"/>
                    <a:pt x="626" y="690"/>
                  </a:cubicBezTo>
                  <a:cubicBezTo>
                    <a:pt x="626" y="691"/>
                    <a:pt x="626" y="691"/>
                    <a:pt x="626" y="691"/>
                  </a:cubicBezTo>
                  <a:cubicBezTo>
                    <a:pt x="626" y="691"/>
                    <a:pt x="626" y="691"/>
                    <a:pt x="626" y="691"/>
                  </a:cubicBezTo>
                  <a:cubicBezTo>
                    <a:pt x="626" y="692"/>
                    <a:pt x="626" y="692"/>
                    <a:pt x="626" y="692"/>
                  </a:cubicBezTo>
                  <a:cubicBezTo>
                    <a:pt x="626" y="692"/>
                    <a:pt x="626" y="692"/>
                    <a:pt x="626" y="692"/>
                  </a:cubicBezTo>
                  <a:cubicBezTo>
                    <a:pt x="625" y="692"/>
                    <a:pt x="625" y="692"/>
                    <a:pt x="625" y="692"/>
                  </a:cubicBezTo>
                  <a:cubicBezTo>
                    <a:pt x="625" y="692"/>
                    <a:pt x="625" y="692"/>
                    <a:pt x="625" y="692"/>
                  </a:cubicBezTo>
                  <a:cubicBezTo>
                    <a:pt x="625" y="693"/>
                    <a:pt x="625" y="693"/>
                    <a:pt x="625" y="693"/>
                  </a:cubicBezTo>
                  <a:cubicBezTo>
                    <a:pt x="625" y="693"/>
                    <a:pt x="625" y="693"/>
                    <a:pt x="625" y="693"/>
                  </a:cubicBezTo>
                  <a:cubicBezTo>
                    <a:pt x="625" y="694"/>
                    <a:pt x="625" y="694"/>
                    <a:pt x="625" y="694"/>
                  </a:cubicBezTo>
                  <a:cubicBezTo>
                    <a:pt x="625" y="694"/>
                    <a:pt x="625" y="694"/>
                    <a:pt x="625" y="694"/>
                  </a:cubicBezTo>
                  <a:cubicBezTo>
                    <a:pt x="624" y="694"/>
                    <a:pt x="624" y="694"/>
                    <a:pt x="624" y="694"/>
                  </a:cubicBezTo>
                  <a:cubicBezTo>
                    <a:pt x="624" y="694"/>
                    <a:pt x="624" y="694"/>
                    <a:pt x="624" y="694"/>
                  </a:cubicBezTo>
                  <a:cubicBezTo>
                    <a:pt x="623" y="695"/>
                    <a:pt x="623" y="695"/>
                    <a:pt x="623" y="695"/>
                  </a:cubicBezTo>
                  <a:cubicBezTo>
                    <a:pt x="623" y="695"/>
                    <a:pt x="623" y="695"/>
                    <a:pt x="623" y="695"/>
                  </a:cubicBezTo>
                  <a:cubicBezTo>
                    <a:pt x="622" y="695"/>
                    <a:pt x="622" y="695"/>
                    <a:pt x="622" y="695"/>
                  </a:cubicBezTo>
                  <a:cubicBezTo>
                    <a:pt x="622" y="695"/>
                    <a:pt x="622" y="695"/>
                    <a:pt x="622" y="695"/>
                  </a:cubicBezTo>
                  <a:cubicBezTo>
                    <a:pt x="621" y="696"/>
                    <a:pt x="621" y="696"/>
                    <a:pt x="621" y="696"/>
                  </a:cubicBezTo>
                  <a:cubicBezTo>
                    <a:pt x="621" y="696"/>
                    <a:pt x="621" y="696"/>
                    <a:pt x="621" y="696"/>
                  </a:cubicBezTo>
                  <a:cubicBezTo>
                    <a:pt x="621" y="697"/>
                    <a:pt x="621" y="697"/>
                    <a:pt x="621" y="697"/>
                  </a:cubicBezTo>
                  <a:cubicBezTo>
                    <a:pt x="621" y="697"/>
                    <a:pt x="621" y="697"/>
                    <a:pt x="621" y="697"/>
                  </a:cubicBezTo>
                  <a:cubicBezTo>
                    <a:pt x="620" y="698"/>
                    <a:pt x="620" y="698"/>
                    <a:pt x="620" y="698"/>
                  </a:cubicBezTo>
                  <a:cubicBezTo>
                    <a:pt x="620" y="698"/>
                    <a:pt x="620" y="698"/>
                    <a:pt x="620" y="698"/>
                  </a:cubicBezTo>
                  <a:cubicBezTo>
                    <a:pt x="619" y="699"/>
                    <a:pt x="619" y="699"/>
                    <a:pt x="619" y="699"/>
                  </a:cubicBezTo>
                  <a:cubicBezTo>
                    <a:pt x="619" y="699"/>
                    <a:pt x="619" y="699"/>
                    <a:pt x="619" y="699"/>
                  </a:cubicBezTo>
                  <a:cubicBezTo>
                    <a:pt x="618" y="700"/>
                    <a:pt x="618" y="700"/>
                    <a:pt x="618" y="700"/>
                  </a:cubicBezTo>
                  <a:cubicBezTo>
                    <a:pt x="618" y="700"/>
                    <a:pt x="618" y="700"/>
                    <a:pt x="618" y="700"/>
                  </a:cubicBezTo>
                  <a:cubicBezTo>
                    <a:pt x="616" y="700"/>
                    <a:pt x="616" y="700"/>
                    <a:pt x="616" y="700"/>
                  </a:cubicBezTo>
                  <a:cubicBezTo>
                    <a:pt x="616" y="700"/>
                    <a:pt x="616" y="700"/>
                    <a:pt x="616" y="700"/>
                  </a:cubicBezTo>
                  <a:cubicBezTo>
                    <a:pt x="616" y="699"/>
                    <a:pt x="616" y="699"/>
                    <a:pt x="616" y="699"/>
                  </a:cubicBezTo>
                  <a:cubicBezTo>
                    <a:pt x="616" y="699"/>
                    <a:pt x="616" y="699"/>
                    <a:pt x="616" y="699"/>
                  </a:cubicBezTo>
                  <a:cubicBezTo>
                    <a:pt x="616" y="698"/>
                    <a:pt x="616" y="698"/>
                    <a:pt x="616" y="698"/>
                  </a:cubicBezTo>
                  <a:cubicBezTo>
                    <a:pt x="616" y="698"/>
                    <a:pt x="616" y="698"/>
                    <a:pt x="616" y="698"/>
                  </a:cubicBezTo>
                  <a:cubicBezTo>
                    <a:pt x="617" y="697"/>
                    <a:pt x="617" y="697"/>
                    <a:pt x="617" y="697"/>
                  </a:cubicBezTo>
                  <a:cubicBezTo>
                    <a:pt x="617" y="697"/>
                    <a:pt x="617" y="697"/>
                    <a:pt x="617" y="697"/>
                  </a:cubicBezTo>
                  <a:cubicBezTo>
                    <a:pt x="618" y="696"/>
                    <a:pt x="618" y="696"/>
                    <a:pt x="618" y="696"/>
                  </a:cubicBezTo>
                  <a:cubicBezTo>
                    <a:pt x="618" y="696"/>
                    <a:pt x="618" y="696"/>
                    <a:pt x="618" y="696"/>
                  </a:cubicBezTo>
                  <a:cubicBezTo>
                    <a:pt x="618" y="695"/>
                    <a:pt x="618" y="695"/>
                    <a:pt x="618" y="695"/>
                  </a:cubicBezTo>
                  <a:cubicBezTo>
                    <a:pt x="618" y="695"/>
                    <a:pt x="618" y="695"/>
                    <a:pt x="618" y="695"/>
                  </a:cubicBezTo>
                  <a:cubicBezTo>
                    <a:pt x="619" y="695"/>
                    <a:pt x="619" y="695"/>
                    <a:pt x="619" y="695"/>
                  </a:cubicBezTo>
                  <a:cubicBezTo>
                    <a:pt x="619" y="695"/>
                    <a:pt x="619" y="695"/>
                    <a:pt x="619" y="695"/>
                  </a:cubicBezTo>
                  <a:cubicBezTo>
                    <a:pt x="619" y="694"/>
                    <a:pt x="619" y="694"/>
                    <a:pt x="619" y="694"/>
                  </a:cubicBezTo>
                  <a:cubicBezTo>
                    <a:pt x="619" y="694"/>
                    <a:pt x="619" y="694"/>
                    <a:pt x="619" y="694"/>
                  </a:cubicBezTo>
                  <a:cubicBezTo>
                    <a:pt x="620" y="692"/>
                    <a:pt x="620" y="692"/>
                    <a:pt x="620" y="692"/>
                  </a:cubicBezTo>
                  <a:cubicBezTo>
                    <a:pt x="620" y="692"/>
                    <a:pt x="620" y="692"/>
                    <a:pt x="620" y="692"/>
                  </a:cubicBezTo>
                  <a:cubicBezTo>
                    <a:pt x="619" y="692"/>
                    <a:pt x="619" y="692"/>
                    <a:pt x="619" y="692"/>
                  </a:cubicBezTo>
                  <a:cubicBezTo>
                    <a:pt x="619" y="692"/>
                    <a:pt x="619" y="692"/>
                    <a:pt x="619" y="692"/>
                  </a:cubicBezTo>
                  <a:cubicBezTo>
                    <a:pt x="619" y="692"/>
                    <a:pt x="619" y="692"/>
                    <a:pt x="619" y="692"/>
                  </a:cubicBezTo>
                  <a:cubicBezTo>
                    <a:pt x="619" y="692"/>
                    <a:pt x="619" y="692"/>
                    <a:pt x="619" y="692"/>
                  </a:cubicBezTo>
                  <a:cubicBezTo>
                    <a:pt x="618" y="692"/>
                    <a:pt x="618" y="692"/>
                    <a:pt x="618" y="692"/>
                  </a:cubicBezTo>
                  <a:cubicBezTo>
                    <a:pt x="618" y="692"/>
                    <a:pt x="618" y="692"/>
                    <a:pt x="618" y="692"/>
                  </a:cubicBezTo>
                  <a:cubicBezTo>
                    <a:pt x="618" y="692"/>
                    <a:pt x="618" y="692"/>
                    <a:pt x="618" y="692"/>
                  </a:cubicBezTo>
                  <a:cubicBezTo>
                    <a:pt x="618" y="692"/>
                    <a:pt x="618" y="692"/>
                    <a:pt x="618" y="692"/>
                  </a:cubicBezTo>
                  <a:cubicBezTo>
                    <a:pt x="617" y="692"/>
                    <a:pt x="617" y="692"/>
                    <a:pt x="617" y="692"/>
                  </a:cubicBezTo>
                  <a:cubicBezTo>
                    <a:pt x="617" y="692"/>
                    <a:pt x="617" y="692"/>
                    <a:pt x="617" y="692"/>
                  </a:cubicBezTo>
                  <a:cubicBezTo>
                    <a:pt x="617" y="692"/>
                    <a:pt x="617" y="692"/>
                    <a:pt x="617" y="692"/>
                  </a:cubicBezTo>
                  <a:cubicBezTo>
                    <a:pt x="617" y="692"/>
                    <a:pt x="617" y="692"/>
                    <a:pt x="617" y="692"/>
                  </a:cubicBezTo>
                  <a:cubicBezTo>
                    <a:pt x="616" y="692"/>
                    <a:pt x="616" y="692"/>
                    <a:pt x="616" y="692"/>
                  </a:cubicBezTo>
                  <a:cubicBezTo>
                    <a:pt x="616" y="692"/>
                    <a:pt x="616" y="692"/>
                    <a:pt x="616" y="692"/>
                  </a:cubicBezTo>
                  <a:cubicBezTo>
                    <a:pt x="616" y="692"/>
                    <a:pt x="616" y="692"/>
                    <a:pt x="616" y="692"/>
                  </a:cubicBezTo>
                  <a:cubicBezTo>
                    <a:pt x="616" y="692"/>
                    <a:pt x="616" y="692"/>
                    <a:pt x="616" y="692"/>
                  </a:cubicBezTo>
                  <a:cubicBezTo>
                    <a:pt x="612" y="697"/>
                    <a:pt x="612" y="697"/>
                    <a:pt x="612" y="697"/>
                  </a:cubicBezTo>
                  <a:cubicBezTo>
                    <a:pt x="612" y="697"/>
                    <a:pt x="612" y="697"/>
                    <a:pt x="612" y="697"/>
                  </a:cubicBezTo>
                  <a:cubicBezTo>
                    <a:pt x="612" y="701"/>
                    <a:pt x="612" y="701"/>
                    <a:pt x="612" y="701"/>
                  </a:cubicBezTo>
                  <a:cubicBezTo>
                    <a:pt x="612" y="701"/>
                    <a:pt x="612" y="701"/>
                    <a:pt x="612" y="701"/>
                  </a:cubicBezTo>
                  <a:cubicBezTo>
                    <a:pt x="613" y="705"/>
                    <a:pt x="613" y="705"/>
                    <a:pt x="613" y="705"/>
                  </a:cubicBezTo>
                  <a:cubicBezTo>
                    <a:pt x="613" y="705"/>
                    <a:pt x="613" y="705"/>
                    <a:pt x="613" y="705"/>
                  </a:cubicBezTo>
                  <a:cubicBezTo>
                    <a:pt x="613" y="709"/>
                    <a:pt x="613" y="709"/>
                    <a:pt x="613" y="709"/>
                  </a:cubicBezTo>
                  <a:cubicBezTo>
                    <a:pt x="613" y="709"/>
                    <a:pt x="613" y="709"/>
                    <a:pt x="613" y="709"/>
                  </a:cubicBezTo>
                  <a:cubicBezTo>
                    <a:pt x="613" y="712"/>
                    <a:pt x="613" y="712"/>
                    <a:pt x="613" y="712"/>
                  </a:cubicBezTo>
                  <a:cubicBezTo>
                    <a:pt x="613" y="712"/>
                    <a:pt x="613" y="712"/>
                    <a:pt x="613" y="712"/>
                  </a:cubicBezTo>
                  <a:cubicBezTo>
                    <a:pt x="613" y="716"/>
                    <a:pt x="613" y="716"/>
                    <a:pt x="613" y="716"/>
                  </a:cubicBezTo>
                  <a:cubicBezTo>
                    <a:pt x="613" y="716"/>
                    <a:pt x="613" y="716"/>
                    <a:pt x="613" y="716"/>
                  </a:cubicBezTo>
                  <a:cubicBezTo>
                    <a:pt x="612" y="720"/>
                    <a:pt x="612" y="720"/>
                    <a:pt x="612" y="720"/>
                  </a:cubicBezTo>
                  <a:cubicBezTo>
                    <a:pt x="612" y="720"/>
                    <a:pt x="612" y="720"/>
                    <a:pt x="612" y="720"/>
                  </a:cubicBezTo>
                  <a:cubicBezTo>
                    <a:pt x="612" y="724"/>
                    <a:pt x="612" y="724"/>
                    <a:pt x="612" y="724"/>
                  </a:cubicBezTo>
                  <a:cubicBezTo>
                    <a:pt x="612" y="724"/>
                    <a:pt x="612" y="724"/>
                    <a:pt x="612" y="724"/>
                  </a:cubicBezTo>
                  <a:cubicBezTo>
                    <a:pt x="612" y="728"/>
                    <a:pt x="612" y="728"/>
                    <a:pt x="612" y="728"/>
                  </a:cubicBezTo>
                  <a:cubicBezTo>
                    <a:pt x="612" y="728"/>
                    <a:pt x="612" y="728"/>
                    <a:pt x="612" y="728"/>
                  </a:cubicBezTo>
                  <a:cubicBezTo>
                    <a:pt x="612" y="728"/>
                    <a:pt x="612" y="728"/>
                    <a:pt x="612" y="728"/>
                  </a:cubicBezTo>
                  <a:cubicBezTo>
                    <a:pt x="612" y="728"/>
                    <a:pt x="612" y="728"/>
                    <a:pt x="612" y="728"/>
                  </a:cubicBezTo>
                  <a:cubicBezTo>
                    <a:pt x="611" y="728"/>
                    <a:pt x="611" y="728"/>
                    <a:pt x="611" y="728"/>
                  </a:cubicBezTo>
                  <a:cubicBezTo>
                    <a:pt x="611" y="728"/>
                    <a:pt x="611" y="728"/>
                    <a:pt x="611" y="728"/>
                  </a:cubicBezTo>
                  <a:cubicBezTo>
                    <a:pt x="611" y="728"/>
                    <a:pt x="611" y="728"/>
                    <a:pt x="611" y="728"/>
                  </a:cubicBezTo>
                  <a:cubicBezTo>
                    <a:pt x="611" y="728"/>
                    <a:pt x="611" y="728"/>
                    <a:pt x="611" y="728"/>
                  </a:cubicBezTo>
                  <a:cubicBezTo>
                    <a:pt x="611" y="728"/>
                    <a:pt x="611" y="728"/>
                    <a:pt x="611" y="728"/>
                  </a:cubicBezTo>
                  <a:cubicBezTo>
                    <a:pt x="611" y="728"/>
                    <a:pt x="611" y="728"/>
                    <a:pt x="611" y="728"/>
                  </a:cubicBezTo>
                  <a:cubicBezTo>
                    <a:pt x="610" y="728"/>
                    <a:pt x="610" y="728"/>
                    <a:pt x="610" y="728"/>
                  </a:cubicBezTo>
                  <a:cubicBezTo>
                    <a:pt x="610" y="728"/>
                    <a:pt x="610" y="728"/>
                    <a:pt x="610" y="728"/>
                  </a:cubicBezTo>
                  <a:cubicBezTo>
                    <a:pt x="610" y="728"/>
                    <a:pt x="610" y="728"/>
                    <a:pt x="610" y="728"/>
                  </a:cubicBezTo>
                  <a:cubicBezTo>
                    <a:pt x="610" y="728"/>
                    <a:pt x="610" y="728"/>
                    <a:pt x="610" y="728"/>
                  </a:cubicBezTo>
                  <a:cubicBezTo>
                    <a:pt x="610" y="729"/>
                    <a:pt x="610" y="729"/>
                    <a:pt x="610" y="729"/>
                  </a:cubicBezTo>
                  <a:cubicBezTo>
                    <a:pt x="610" y="729"/>
                    <a:pt x="610" y="729"/>
                    <a:pt x="610" y="729"/>
                  </a:cubicBezTo>
                  <a:cubicBezTo>
                    <a:pt x="609" y="729"/>
                    <a:pt x="609" y="729"/>
                    <a:pt x="609" y="729"/>
                  </a:cubicBezTo>
                  <a:close/>
                  <a:moveTo>
                    <a:pt x="176" y="724"/>
                  </a:moveTo>
                  <a:cubicBezTo>
                    <a:pt x="175" y="724"/>
                    <a:pt x="175" y="724"/>
                    <a:pt x="175" y="724"/>
                  </a:cubicBezTo>
                  <a:cubicBezTo>
                    <a:pt x="175" y="724"/>
                    <a:pt x="175" y="724"/>
                    <a:pt x="175" y="724"/>
                  </a:cubicBezTo>
                  <a:cubicBezTo>
                    <a:pt x="175" y="724"/>
                    <a:pt x="175" y="724"/>
                    <a:pt x="175" y="724"/>
                  </a:cubicBezTo>
                  <a:cubicBezTo>
                    <a:pt x="175" y="724"/>
                    <a:pt x="175" y="724"/>
                    <a:pt x="175" y="724"/>
                  </a:cubicBezTo>
                  <a:cubicBezTo>
                    <a:pt x="175" y="724"/>
                    <a:pt x="175" y="724"/>
                    <a:pt x="175" y="724"/>
                  </a:cubicBezTo>
                  <a:cubicBezTo>
                    <a:pt x="175" y="724"/>
                    <a:pt x="175" y="724"/>
                    <a:pt x="175" y="724"/>
                  </a:cubicBezTo>
                  <a:cubicBezTo>
                    <a:pt x="174" y="724"/>
                    <a:pt x="174" y="724"/>
                    <a:pt x="174" y="724"/>
                  </a:cubicBezTo>
                  <a:cubicBezTo>
                    <a:pt x="174" y="724"/>
                    <a:pt x="174" y="724"/>
                    <a:pt x="174" y="724"/>
                  </a:cubicBezTo>
                  <a:cubicBezTo>
                    <a:pt x="174" y="724"/>
                    <a:pt x="174" y="724"/>
                    <a:pt x="174" y="724"/>
                  </a:cubicBezTo>
                  <a:cubicBezTo>
                    <a:pt x="174" y="724"/>
                    <a:pt x="174" y="724"/>
                    <a:pt x="174" y="724"/>
                  </a:cubicBezTo>
                  <a:cubicBezTo>
                    <a:pt x="174" y="724"/>
                    <a:pt x="174" y="724"/>
                    <a:pt x="174" y="724"/>
                  </a:cubicBezTo>
                  <a:cubicBezTo>
                    <a:pt x="174" y="724"/>
                    <a:pt x="174" y="724"/>
                    <a:pt x="174" y="724"/>
                  </a:cubicBezTo>
                  <a:cubicBezTo>
                    <a:pt x="173" y="724"/>
                    <a:pt x="173" y="724"/>
                    <a:pt x="173" y="724"/>
                  </a:cubicBezTo>
                  <a:cubicBezTo>
                    <a:pt x="173" y="724"/>
                    <a:pt x="173" y="724"/>
                    <a:pt x="173" y="724"/>
                  </a:cubicBezTo>
                  <a:cubicBezTo>
                    <a:pt x="173" y="723"/>
                    <a:pt x="173" y="723"/>
                    <a:pt x="173" y="723"/>
                  </a:cubicBezTo>
                  <a:cubicBezTo>
                    <a:pt x="173" y="723"/>
                    <a:pt x="173" y="723"/>
                    <a:pt x="173" y="723"/>
                  </a:cubicBezTo>
                  <a:cubicBezTo>
                    <a:pt x="173" y="723"/>
                    <a:pt x="173" y="723"/>
                    <a:pt x="173" y="723"/>
                  </a:cubicBezTo>
                  <a:cubicBezTo>
                    <a:pt x="173" y="723"/>
                    <a:pt x="173" y="723"/>
                    <a:pt x="173" y="723"/>
                  </a:cubicBezTo>
                  <a:cubicBezTo>
                    <a:pt x="172" y="722"/>
                    <a:pt x="172" y="722"/>
                    <a:pt x="172" y="722"/>
                  </a:cubicBezTo>
                  <a:cubicBezTo>
                    <a:pt x="172" y="722"/>
                    <a:pt x="172" y="722"/>
                    <a:pt x="172" y="722"/>
                  </a:cubicBezTo>
                  <a:cubicBezTo>
                    <a:pt x="172" y="722"/>
                    <a:pt x="172" y="722"/>
                    <a:pt x="172" y="722"/>
                  </a:cubicBezTo>
                  <a:cubicBezTo>
                    <a:pt x="172" y="722"/>
                    <a:pt x="172" y="722"/>
                    <a:pt x="172" y="722"/>
                  </a:cubicBezTo>
                  <a:cubicBezTo>
                    <a:pt x="172" y="721"/>
                    <a:pt x="172" y="721"/>
                    <a:pt x="172" y="721"/>
                  </a:cubicBezTo>
                  <a:cubicBezTo>
                    <a:pt x="172" y="721"/>
                    <a:pt x="172" y="721"/>
                    <a:pt x="172" y="721"/>
                  </a:cubicBezTo>
                  <a:cubicBezTo>
                    <a:pt x="171" y="720"/>
                    <a:pt x="171" y="720"/>
                    <a:pt x="171" y="720"/>
                  </a:cubicBezTo>
                  <a:cubicBezTo>
                    <a:pt x="171" y="720"/>
                    <a:pt x="171" y="720"/>
                    <a:pt x="171" y="720"/>
                  </a:cubicBezTo>
                  <a:cubicBezTo>
                    <a:pt x="171" y="719"/>
                    <a:pt x="171" y="719"/>
                    <a:pt x="171" y="719"/>
                  </a:cubicBezTo>
                  <a:cubicBezTo>
                    <a:pt x="171" y="719"/>
                    <a:pt x="171" y="719"/>
                    <a:pt x="171" y="719"/>
                  </a:cubicBezTo>
                  <a:cubicBezTo>
                    <a:pt x="171" y="719"/>
                    <a:pt x="171" y="719"/>
                    <a:pt x="171" y="719"/>
                  </a:cubicBezTo>
                  <a:cubicBezTo>
                    <a:pt x="171" y="719"/>
                    <a:pt x="171" y="719"/>
                    <a:pt x="171" y="719"/>
                  </a:cubicBezTo>
                  <a:cubicBezTo>
                    <a:pt x="172" y="718"/>
                    <a:pt x="172" y="718"/>
                    <a:pt x="172" y="718"/>
                  </a:cubicBezTo>
                  <a:cubicBezTo>
                    <a:pt x="172" y="718"/>
                    <a:pt x="172" y="718"/>
                    <a:pt x="172" y="718"/>
                  </a:cubicBezTo>
                  <a:cubicBezTo>
                    <a:pt x="175" y="714"/>
                    <a:pt x="175" y="714"/>
                    <a:pt x="175" y="714"/>
                  </a:cubicBezTo>
                  <a:cubicBezTo>
                    <a:pt x="175" y="714"/>
                    <a:pt x="175" y="714"/>
                    <a:pt x="175" y="714"/>
                  </a:cubicBezTo>
                  <a:cubicBezTo>
                    <a:pt x="177" y="710"/>
                    <a:pt x="177" y="710"/>
                    <a:pt x="177" y="710"/>
                  </a:cubicBezTo>
                  <a:cubicBezTo>
                    <a:pt x="177" y="710"/>
                    <a:pt x="177" y="710"/>
                    <a:pt x="177" y="710"/>
                  </a:cubicBezTo>
                  <a:cubicBezTo>
                    <a:pt x="180" y="706"/>
                    <a:pt x="180" y="706"/>
                    <a:pt x="180" y="706"/>
                  </a:cubicBezTo>
                  <a:cubicBezTo>
                    <a:pt x="180" y="706"/>
                    <a:pt x="180" y="706"/>
                    <a:pt x="180" y="706"/>
                  </a:cubicBezTo>
                  <a:cubicBezTo>
                    <a:pt x="183" y="701"/>
                    <a:pt x="183" y="701"/>
                    <a:pt x="183" y="701"/>
                  </a:cubicBezTo>
                  <a:cubicBezTo>
                    <a:pt x="183" y="701"/>
                    <a:pt x="183" y="701"/>
                    <a:pt x="183" y="701"/>
                  </a:cubicBezTo>
                  <a:cubicBezTo>
                    <a:pt x="185" y="697"/>
                    <a:pt x="185" y="697"/>
                    <a:pt x="185" y="697"/>
                  </a:cubicBezTo>
                  <a:cubicBezTo>
                    <a:pt x="185" y="697"/>
                    <a:pt x="185" y="697"/>
                    <a:pt x="185" y="697"/>
                  </a:cubicBezTo>
                  <a:cubicBezTo>
                    <a:pt x="188" y="693"/>
                    <a:pt x="188" y="693"/>
                    <a:pt x="188" y="693"/>
                  </a:cubicBezTo>
                  <a:cubicBezTo>
                    <a:pt x="188" y="693"/>
                    <a:pt x="188" y="693"/>
                    <a:pt x="188" y="693"/>
                  </a:cubicBezTo>
                  <a:cubicBezTo>
                    <a:pt x="191" y="688"/>
                    <a:pt x="191" y="688"/>
                    <a:pt x="191" y="688"/>
                  </a:cubicBezTo>
                  <a:cubicBezTo>
                    <a:pt x="191" y="688"/>
                    <a:pt x="191" y="688"/>
                    <a:pt x="191" y="688"/>
                  </a:cubicBezTo>
                  <a:cubicBezTo>
                    <a:pt x="193" y="684"/>
                    <a:pt x="193" y="684"/>
                    <a:pt x="193" y="684"/>
                  </a:cubicBezTo>
                  <a:cubicBezTo>
                    <a:pt x="193" y="684"/>
                    <a:pt x="193" y="684"/>
                    <a:pt x="193" y="684"/>
                  </a:cubicBezTo>
                  <a:cubicBezTo>
                    <a:pt x="193" y="684"/>
                    <a:pt x="194" y="684"/>
                    <a:pt x="194" y="684"/>
                  </a:cubicBezTo>
                  <a:cubicBezTo>
                    <a:pt x="194" y="684"/>
                    <a:pt x="194" y="684"/>
                    <a:pt x="194" y="684"/>
                  </a:cubicBezTo>
                  <a:cubicBezTo>
                    <a:pt x="194" y="684"/>
                    <a:pt x="194" y="684"/>
                    <a:pt x="194" y="684"/>
                  </a:cubicBezTo>
                  <a:cubicBezTo>
                    <a:pt x="194" y="684"/>
                    <a:pt x="194" y="684"/>
                    <a:pt x="194" y="684"/>
                  </a:cubicBezTo>
                  <a:cubicBezTo>
                    <a:pt x="194" y="683"/>
                    <a:pt x="194" y="683"/>
                    <a:pt x="195" y="683"/>
                  </a:cubicBezTo>
                  <a:cubicBezTo>
                    <a:pt x="195" y="683"/>
                    <a:pt x="195" y="683"/>
                    <a:pt x="195" y="683"/>
                  </a:cubicBezTo>
                  <a:cubicBezTo>
                    <a:pt x="195" y="683"/>
                    <a:pt x="195" y="682"/>
                    <a:pt x="196" y="682"/>
                  </a:cubicBezTo>
                  <a:cubicBezTo>
                    <a:pt x="196" y="682"/>
                    <a:pt x="196" y="682"/>
                    <a:pt x="196" y="682"/>
                  </a:cubicBezTo>
                  <a:cubicBezTo>
                    <a:pt x="196" y="682"/>
                    <a:pt x="196" y="682"/>
                    <a:pt x="196" y="681"/>
                  </a:cubicBezTo>
                  <a:cubicBezTo>
                    <a:pt x="196" y="681"/>
                    <a:pt x="196" y="681"/>
                    <a:pt x="196" y="681"/>
                  </a:cubicBezTo>
                  <a:cubicBezTo>
                    <a:pt x="196" y="681"/>
                    <a:pt x="196" y="681"/>
                    <a:pt x="197" y="681"/>
                  </a:cubicBezTo>
                  <a:cubicBezTo>
                    <a:pt x="197" y="681"/>
                    <a:pt x="197" y="681"/>
                    <a:pt x="197" y="681"/>
                  </a:cubicBezTo>
                  <a:cubicBezTo>
                    <a:pt x="198" y="679"/>
                    <a:pt x="199" y="677"/>
                    <a:pt x="199" y="676"/>
                  </a:cubicBezTo>
                  <a:cubicBezTo>
                    <a:pt x="199" y="676"/>
                    <a:pt x="199" y="676"/>
                    <a:pt x="199" y="676"/>
                  </a:cubicBezTo>
                  <a:cubicBezTo>
                    <a:pt x="199" y="676"/>
                    <a:pt x="199" y="676"/>
                    <a:pt x="199" y="676"/>
                  </a:cubicBezTo>
                  <a:cubicBezTo>
                    <a:pt x="199" y="676"/>
                    <a:pt x="199" y="676"/>
                    <a:pt x="199" y="676"/>
                  </a:cubicBezTo>
                  <a:cubicBezTo>
                    <a:pt x="199" y="676"/>
                    <a:pt x="199" y="676"/>
                    <a:pt x="199" y="676"/>
                  </a:cubicBezTo>
                  <a:cubicBezTo>
                    <a:pt x="199" y="676"/>
                    <a:pt x="199" y="676"/>
                    <a:pt x="199" y="676"/>
                  </a:cubicBezTo>
                  <a:cubicBezTo>
                    <a:pt x="199" y="675"/>
                    <a:pt x="199" y="675"/>
                    <a:pt x="199" y="675"/>
                  </a:cubicBezTo>
                  <a:cubicBezTo>
                    <a:pt x="199" y="675"/>
                    <a:pt x="199" y="675"/>
                    <a:pt x="199" y="675"/>
                  </a:cubicBezTo>
                  <a:cubicBezTo>
                    <a:pt x="199" y="675"/>
                    <a:pt x="199" y="675"/>
                    <a:pt x="199" y="675"/>
                  </a:cubicBezTo>
                  <a:cubicBezTo>
                    <a:pt x="199" y="675"/>
                    <a:pt x="199" y="675"/>
                    <a:pt x="199" y="675"/>
                  </a:cubicBezTo>
                  <a:cubicBezTo>
                    <a:pt x="198" y="675"/>
                    <a:pt x="198" y="675"/>
                    <a:pt x="198" y="675"/>
                  </a:cubicBezTo>
                  <a:cubicBezTo>
                    <a:pt x="198" y="675"/>
                    <a:pt x="198" y="675"/>
                    <a:pt x="198" y="675"/>
                  </a:cubicBezTo>
                  <a:cubicBezTo>
                    <a:pt x="198" y="675"/>
                    <a:pt x="198" y="675"/>
                    <a:pt x="198" y="675"/>
                  </a:cubicBezTo>
                  <a:cubicBezTo>
                    <a:pt x="198" y="675"/>
                    <a:pt x="198" y="675"/>
                    <a:pt x="198" y="675"/>
                  </a:cubicBezTo>
                  <a:cubicBezTo>
                    <a:pt x="198" y="674"/>
                    <a:pt x="198" y="674"/>
                    <a:pt x="198" y="674"/>
                  </a:cubicBezTo>
                  <a:cubicBezTo>
                    <a:pt x="198" y="674"/>
                    <a:pt x="198" y="674"/>
                    <a:pt x="198" y="674"/>
                  </a:cubicBezTo>
                  <a:cubicBezTo>
                    <a:pt x="198" y="674"/>
                    <a:pt x="198" y="674"/>
                    <a:pt x="198" y="674"/>
                  </a:cubicBezTo>
                  <a:cubicBezTo>
                    <a:pt x="198" y="674"/>
                    <a:pt x="198" y="674"/>
                    <a:pt x="198" y="674"/>
                  </a:cubicBezTo>
                  <a:cubicBezTo>
                    <a:pt x="200" y="672"/>
                    <a:pt x="200" y="672"/>
                    <a:pt x="200" y="672"/>
                  </a:cubicBezTo>
                  <a:cubicBezTo>
                    <a:pt x="200" y="672"/>
                    <a:pt x="200" y="672"/>
                    <a:pt x="200" y="672"/>
                  </a:cubicBezTo>
                  <a:cubicBezTo>
                    <a:pt x="202" y="671"/>
                    <a:pt x="202" y="671"/>
                    <a:pt x="202" y="671"/>
                  </a:cubicBezTo>
                  <a:cubicBezTo>
                    <a:pt x="202" y="671"/>
                    <a:pt x="202" y="671"/>
                    <a:pt x="202" y="671"/>
                  </a:cubicBezTo>
                  <a:cubicBezTo>
                    <a:pt x="204" y="669"/>
                    <a:pt x="204" y="669"/>
                    <a:pt x="204" y="669"/>
                  </a:cubicBezTo>
                  <a:cubicBezTo>
                    <a:pt x="204" y="669"/>
                    <a:pt x="204" y="669"/>
                    <a:pt x="204" y="669"/>
                  </a:cubicBezTo>
                  <a:cubicBezTo>
                    <a:pt x="206" y="667"/>
                    <a:pt x="206" y="667"/>
                    <a:pt x="206" y="667"/>
                  </a:cubicBezTo>
                  <a:cubicBezTo>
                    <a:pt x="206" y="667"/>
                    <a:pt x="206" y="667"/>
                    <a:pt x="206" y="667"/>
                  </a:cubicBezTo>
                  <a:cubicBezTo>
                    <a:pt x="207" y="665"/>
                    <a:pt x="207" y="665"/>
                    <a:pt x="207" y="665"/>
                  </a:cubicBezTo>
                  <a:cubicBezTo>
                    <a:pt x="207" y="665"/>
                    <a:pt x="207" y="665"/>
                    <a:pt x="207" y="665"/>
                  </a:cubicBezTo>
                  <a:cubicBezTo>
                    <a:pt x="209" y="662"/>
                    <a:pt x="209" y="662"/>
                    <a:pt x="209" y="662"/>
                  </a:cubicBezTo>
                  <a:cubicBezTo>
                    <a:pt x="209" y="662"/>
                    <a:pt x="209" y="662"/>
                    <a:pt x="209" y="662"/>
                  </a:cubicBezTo>
                  <a:cubicBezTo>
                    <a:pt x="210" y="660"/>
                    <a:pt x="210" y="660"/>
                    <a:pt x="210" y="660"/>
                  </a:cubicBezTo>
                  <a:cubicBezTo>
                    <a:pt x="210" y="660"/>
                    <a:pt x="210" y="660"/>
                    <a:pt x="210" y="660"/>
                  </a:cubicBezTo>
                  <a:cubicBezTo>
                    <a:pt x="212" y="658"/>
                    <a:pt x="212" y="658"/>
                    <a:pt x="212" y="658"/>
                  </a:cubicBezTo>
                  <a:cubicBezTo>
                    <a:pt x="212" y="658"/>
                    <a:pt x="212" y="658"/>
                    <a:pt x="212" y="658"/>
                  </a:cubicBezTo>
                  <a:cubicBezTo>
                    <a:pt x="226" y="640"/>
                    <a:pt x="226" y="640"/>
                    <a:pt x="226" y="640"/>
                  </a:cubicBezTo>
                  <a:cubicBezTo>
                    <a:pt x="226" y="640"/>
                    <a:pt x="226" y="640"/>
                    <a:pt x="226" y="640"/>
                  </a:cubicBezTo>
                  <a:cubicBezTo>
                    <a:pt x="226" y="640"/>
                    <a:pt x="226" y="640"/>
                    <a:pt x="226" y="640"/>
                  </a:cubicBezTo>
                  <a:cubicBezTo>
                    <a:pt x="226" y="640"/>
                    <a:pt x="226" y="640"/>
                    <a:pt x="226" y="640"/>
                  </a:cubicBezTo>
                  <a:cubicBezTo>
                    <a:pt x="226" y="639"/>
                    <a:pt x="226" y="639"/>
                    <a:pt x="226" y="639"/>
                  </a:cubicBezTo>
                  <a:cubicBezTo>
                    <a:pt x="226" y="639"/>
                    <a:pt x="226" y="639"/>
                    <a:pt x="226" y="639"/>
                  </a:cubicBezTo>
                  <a:cubicBezTo>
                    <a:pt x="226" y="639"/>
                    <a:pt x="226" y="639"/>
                    <a:pt x="226" y="639"/>
                  </a:cubicBezTo>
                  <a:cubicBezTo>
                    <a:pt x="226" y="639"/>
                    <a:pt x="226" y="639"/>
                    <a:pt x="226" y="639"/>
                  </a:cubicBezTo>
                  <a:cubicBezTo>
                    <a:pt x="226" y="639"/>
                    <a:pt x="226" y="639"/>
                    <a:pt x="226" y="639"/>
                  </a:cubicBezTo>
                  <a:cubicBezTo>
                    <a:pt x="226" y="639"/>
                    <a:pt x="226" y="639"/>
                    <a:pt x="226" y="639"/>
                  </a:cubicBezTo>
                  <a:cubicBezTo>
                    <a:pt x="226" y="639"/>
                    <a:pt x="226" y="639"/>
                    <a:pt x="226" y="639"/>
                  </a:cubicBezTo>
                  <a:cubicBezTo>
                    <a:pt x="226" y="639"/>
                    <a:pt x="226" y="639"/>
                    <a:pt x="226" y="639"/>
                  </a:cubicBezTo>
                  <a:cubicBezTo>
                    <a:pt x="226" y="639"/>
                    <a:pt x="226" y="639"/>
                    <a:pt x="226" y="639"/>
                  </a:cubicBezTo>
                  <a:cubicBezTo>
                    <a:pt x="226" y="639"/>
                    <a:pt x="226" y="639"/>
                    <a:pt x="226" y="639"/>
                  </a:cubicBezTo>
                  <a:cubicBezTo>
                    <a:pt x="226" y="638"/>
                    <a:pt x="226" y="638"/>
                    <a:pt x="226" y="638"/>
                  </a:cubicBezTo>
                  <a:cubicBezTo>
                    <a:pt x="226" y="638"/>
                    <a:pt x="226" y="638"/>
                    <a:pt x="226" y="638"/>
                  </a:cubicBezTo>
                  <a:cubicBezTo>
                    <a:pt x="226" y="638"/>
                    <a:pt x="226" y="638"/>
                    <a:pt x="226" y="638"/>
                  </a:cubicBezTo>
                  <a:cubicBezTo>
                    <a:pt x="226" y="638"/>
                    <a:pt x="226" y="638"/>
                    <a:pt x="226" y="638"/>
                  </a:cubicBezTo>
                  <a:cubicBezTo>
                    <a:pt x="224" y="639"/>
                    <a:pt x="224" y="639"/>
                    <a:pt x="224" y="639"/>
                  </a:cubicBezTo>
                  <a:cubicBezTo>
                    <a:pt x="224" y="639"/>
                    <a:pt x="224" y="639"/>
                    <a:pt x="224" y="639"/>
                  </a:cubicBezTo>
                  <a:cubicBezTo>
                    <a:pt x="222" y="640"/>
                    <a:pt x="222" y="640"/>
                    <a:pt x="222" y="640"/>
                  </a:cubicBezTo>
                  <a:cubicBezTo>
                    <a:pt x="222" y="640"/>
                    <a:pt x="222" y="640"/>
                    <a:pt x="222" y="640"/>
                  </a:cubicBezTo>
                  <a:cubicBezTo>
                    <a:pt x="220" y="641"/>
                    <a:pt x="220" y="641"/>
                    <a:pt x="220" y="641"/>
                  </a:cubicBezTo>
                  <a:cubicBezTo>
                    <a:pt x="220" y="641"/>
                    <a:pt x="220" y="641"/>
                    <a:pt x="220" y="641"/>
                  </a:cubicBezTo>
                  <a:cubicBezTo>
                    <a:pt x="218" y="642"/>
                    <a:pt x="218" y="642"/>
                    <a:pt x="218" y="642"/>
                  </a:cubicBezTo>
                  <a:cubicBezTo>
                    <a:pt x="218" y="642"/>
                    <a:pt x="218" y="642"/>
                    <a:pt x="218" y="642"/>
                  </a:cubicBezTo>
                  <a:cubicBezTo>
                    <a:pt x="216" y="643"/>
                    <a:pt x="216" y="643"/>
                    <a:pt x="216" y="643"/>
                  </a:cubicBezTo>
                  <a:cubicBezTo>
                    <a:pt x="216" y="643"/>
                    <a:pt x="216" y="643"/>
                    <a:pt x="216" y="643"/>
                  </a:cubicBezTo>
                  <a:cubicBezTo>
                    <a:pt x="214" y="645"/>
                    <a:pt x="214" y="645"/>
                    <a:pt x="214" y="645"/>
                  </a:cubicBezTo>
                  <a:cubicBezTo>
                    <a:pt x="214" y="645"/>
                    <a:pt x="214" y="645"/>
                    <a:pt x="214" y="645"/>
                  </a:cubicBezTo>
                  <a:cubicBezTo>
                    <a:pt x="212" y="646"/>
                    <a:pt x="212" y="646"/>
                    <a:pt x="212" y="646"/>
                  </a:cubicBezTo>
                  <a:cubicBezTo>
                    <a:pt x="212" y="646"/>
                    <a:pt x="212" y="646"/>
                    <a:pt x="212" y="646"/>
                  </a:cubicBezTo>
                  <a:cubicBezTo>
                    <a:pt x="210" y="647"/>
                    <a:pt x="210" y="647"/>
                    <a:pt x="210" y="647"/>
                  </a:cubicBezTo>
                  <a:cubicBezTo>
                    <a:pt x="210" y="647"/>
                    <a:pt x="210" y="647"/>
                    <a:pt x="210" y="647"/>
                  </a:cubicBezTo>
                  <a:cubicBezTo>
                    <a:pt x="209" y="647"/>
                    <a:pt x="209" y="647"/>
                    <a:pt x="209" y="647"/>
                  </a:cubicBezTo>
                  <a:cubicBezTo>
                    <a:pt x="209" y="647"/>
                    <a:pt x="209" y="647"/>
                    <a:pt x="209" y="647"/>
                  </a:cubicBezTo>
                  <a:cubicBezTo>
                    <a:pt x="209" y="647"/>
                    <a:pt x="209" y="647"/>
                    <a:pt x="209" y="647"/>
                  </a:cubicBezTo>
                  <a:cubicBezTo>
                    <a:pt x="209" y="647"/>
                    <a:pt x="209" y="647"/>
                    <a:pt x="209" y="647"/>
                  </a:cubicBezTo>
                  <a:cubicBezTo>
                    <a:pt x="208" y="647"/>
                    <a:pt x="208" y="647"/>
                    <a:pt x="208" y="647"/>
                  </a:cubicBezTo>
                  <a:cubicBezTo>
                    <a:pt x="208" y="647"/>
                    <a:pt x="208" y="647"/>
                    <a:pt x="208" y="647"/>
                  </a:cubicBezTo>
                  <a:cubicBezTo>
                    <a:pt x="208" y="647"/>
                    <a:pt x="208" y="647"/>
                    <a:pt x="208" y="647"/>
                  </a:cubicBezTo>
                  <a:cubicBezTo>
                    <a:pt x="208" y="647"/>
                    <a:pt x="208" y="647"/>
                    <a:pt x="208" y="647"/>
                  </a:cubicBezTo>
                  <a:cubicBezTo>
                    <a:pt x="208" y="647"/>
                    <a:pt x="208" y="647"/>
                    <a:pt x="208" y="647"/>
                  </a:cubicBezTo>
                  <a:cubicBezTo>
                    <a:pt x="208" y="647"/>
                    <a:pt x="208" y="647"/>
                    <a:pt x="208" y="647"/>
                  </a:cubicBezTo>
                  <a:cubicBezTo>
                    <a:pt x="207" y="647"/>
                    <a:pt x="207" y="647"/>
                    <a:pt x="207" y="647"/>
                  </a:cubicBezTo>
                  <a:cubicBezTo>
                    <a:pt x="207" y="647"/>
                    <a:pt x="207" y="647"/>
                    <a:pt x="207" y="647"/>
                  </a:cubicBezTo>
                  <a:cubicBezTo>
                    <a:pt x="207" y="647"/>
                    <a:pt x="207" y="647"/>
                    <a:pt x="207" y="647"/>
                  </a:cubicBezTo>
                  <a:cubicBezTo>
                    <a:pt x="207" y="647"/>
                    <a:pt x="207" y="647"/>
                    <a:pt x="207" y="647"/>
                  </a:cubicBezTo>
                  <a:cubicBezTo>
                    <a:pt x="207" y="647"/>
                    <a:pt x="207" y="647"/>
                    <a:pt x="207" y="647"/>
                  </a:cubicBezTo>
                  <a:cubicBezTo>
                    <a:pt x="207" y="647"/>
                    <a:pt x="207" y="647"/>
                    <a:pt x="207" y="647"/>
                  </a:cubicBezTo>
                  <a:cubicBezTo>
                    <a:pt x="206" y="647"/>
                    <a:pt x="206" y="647"/>
                    <a:pt x="206" y="647"/>
                  </a:cubicBezTo>
                  <a:cubicBezTo>
                    <a:pt x="206" y="647"/>
                    <a:pt x="206" y="647"/>
                    <a:pt x="206" y="647"/>
                  </a:cubicBezTo>
                  <a:cubicBezTo>
                    <a:pt x="206" y="647"/>
                    <a:pt x="206" y="647"/>
                    <a:pt x="206" y="647"/>
                  </a:cubicBezTo>
                  <a:cubicBezTo>
                    <a:pt x="206" y="647"/>
                    <a:pt x="206" y="647"/>
                    <a:pt x="206" y="647"/>
                  </a:cubicBezTo>
                  <a:cubicBezTo>
                    <a:pt x="205" y="647"/>
                    <a:pt x="205" y="647"/>
                    <a:pt x="205" y="647"/>
                  </a:cubicBezTo>
                  <a:cubicBezTo>
                    <a:pt x="205" y="647"/>
                    <a:pt x="205" y="647"/>
                    <a:pt x="205" y="647"/>
                  </a:cubicBezTo>
                  <a:cubicBezTo>
                    <a:pt x="205" y="646"/>
                    <a:pt x="205" y="646"/>
                    <a:pt x="205" y="646"/>
                  </a:cubicBezTo>
                  <a:cubicBezTo>
                    <a:pt x="205" y="646"/>
                    <a:pt x="205" y="646"/>
                    <a:pt x="205" y="646"/>
                  </a:cubicBezTo>
                  <a:cubicBezTo>
                    <a:pt x="204" y="646"/>
                    <a:pt x="204" y="646"/>
                    <a:pt x="204" y="646"/>
                  </a:cubicBezTo>
                  <a:cubicBezTo>
                    <a:pt x="204" y="646"/>
                    <a:pt x="204" y="646"/>
                    <a:pt x="204" y="646"/>
                  </a:cubicBezTo>
                  <a:cubicBezTo>
                    <a:pt x="203" y="646"/>
                    <a:pt x="203" y="646"/>
                    <a:pt x="203" y="646"/>
                  </a:cubicBezTo>
                  <a:cubicBezTo>
                    <a:pt x="203" y="646"/>
                    <a:pt x="203" y="646"/>
                    <a:pt x="203" y="646"/>
                  </a:cubicBezTo>
                  <a:cubicBezTo>
                    <a:pt x="203" y="646"/>
                    <a:pt x="203" y="646"/>
                    <a:pt x="203" y="646"/>
                  </a:cubicBezTo>
                  <a:cubicBezTo>
                    <a:pt x="203" y="646"/>
                    <a:pt x="203" y="646"/>
                    <a:pt x="203" y="646"/>
                  </a:cubicBezTo>
                  <a:cubicBezTo>
                    <a:pt x="203" y="645"/>
                    <a:pt x="203" y="645"/>
                    <a:pt x="203" y="645"/>
                  </a:cubicBezTo>
                  <a:cubicBezTo>
                    <a:pt x="203" y="645"/>
                    <a:pt x="203" y="645"/>
                    <a:pt x="203" y="645"/>
                  </a:cubicBezTo>
                  <a:cubicBezTo>
                    <a:pt x="202" y="645"/>
                    <a:pt x="202" y="645"/>
                    <a:pt x="202" y="645"/>
                  </a:cubicBezTo>
                  <a:cubicBezTo>
                    <a:pt x="202" y="645"/>
                    <a:pt x="202" y="645"/>
                    <a:pt x="202" y="645"/>
                  </a:cubicBezTo>
                  <a:cubicBezTo>
                    <a:pt x="202" y="645"/>
                    <a:pt x="202" y="645"/>
                    <a:pt x="202" y="645"/>
                  </a:cubicBezTo>
                  <a:cubicBezTo>
                    <a:pt x="202" y="645"/>
                    <a:pt x="202" y="645"/>
                    <a:pt x="202" y="645"/>
                  </a:cubicBezTo>
                  <a:cubicBezTo>
                    <a:pt x="201" y="645"/>
                    <a:pt x="201" y="645"/>
                    <a:pt x="201" y="645"/>
                  </a:cubicBezTo>
                  <a:cubicBezTo>
                    <a:pt x="201" y="645"/>
                    <a:pt x="201" y="645"/>
                    <a:pt x="201" y="645"/>
                  </a:cubicBezTo>
                  <a:cubicBezTo>
                    <a:pt x="201" y="645"/>
                    <a:pt x="201" y="645"/>
                    <a:pt x="201" y="645"/>
                  </a:cubicBezTo>
                  <a:cubicBezTo>
                    <a:pt x="201" y="645"/>
                    <a:pt x="201" y="645"/>
                    <a:pt x="201" y="645"/>
                  </a:cubicBezTo>
                  <a:cubicBezTo>
                    <a:pt x="200" y="645"/>
                    <a:pt x="200" y="645"/>
                    <a:pt x="200" y="645"/>
                  </a:cubicBezTo>
                  <a:cubicBezTo>
                    <a:pt x="200" y="645"/>
                    <a:pt x="200" y="645"/>
                    <a:pt x="200" y="645"/>
                  </a:cubicBezTo>
                  <a:cubicBezTo>
                    <a:pt x="200" y="645"/>
                    <a:pt x="200" y="645"/>
                    <a:pt x="200" y="645"/>
                  </a:cubicBezTo>
                  <a:cubicBezTo>
                    <a:pt x="200" y="645"/>
                    <a:pt x="200" y="645"/>
                    <a:pt x="200" y="645"/>
                  </a:cubicBezTo>
                  <a:cubicBezTo>
                    <a:pt x="199" y="645"/>
                    <a:pt x="199" y="645"/>
                    <a:pt x="199" y="645"/>
                  </a:cubicBezTo>
                  <a:cubicBezTo>
                    <a:pt x="199" y="645"/>
                    <a:pt x="199" y="645"/>
                    <a:pt x="199" y="645"/>
                  </a:cubicBezTo>
                  <a:cubicBezTo>
                    <a:pt x="199" y="644"/>
                    <a:pt x="199" y="644"/>
                    <a:pt x="199" y="644"/>
                  </a:cubicBezTo>
                  <a:cubicBezTo>
                    <a:pt x="199" y="644"/>
                    <a:pt x="199" y="644"/>
                    <a:pt x="199" y="644"/>
                  </a:cubicBezTo>
                  <a:cubicBezTo>
                    <a:pt x="199" y="642"/>
                    <a:pt x="199" y="642"/>
                    <a:pt x="199" y="642"/>
                  </a:cubicBezTo>
                  <a:cubicBezTo>
                    <a:pt x="199" y="642"/>
                    <a:pt x="199" y="642"/>
                    <a:pt x="199" y="642"/>
                  </a:cubicBezTo>
                  <a:cubicBezTo>
                    <a:pt x="209" y="639"/>
                    <a:pt x="209" y="639"/>
                    <a:pt x="209" y="639"/>
                  </a:cubicBezTo>
                  <a:cubicBezTo>
                    <a:pt x="209" y="639"/>
                    <a:pt x="209" y="639"/>
                    <a:pt x="209" y="639"/>
                  </a:cubicBezTo>
                  <a:cubicBezTo>
                    <a:pt x="212" y="639"/>
                    <a:pt x="212" y="639"/>
                    <a:pt x="212" y="639"/>
                  </a:cubicBezTo>
                  <a:cubicBezTo>
                    <a:pt x="212" y="639"/>
                    <a:pt x="212" y="639"/>
                    <a:pt x="212" y="639"/>
                  </a:cubicBezTo>
                  <a:cubicBezTo>
                    <a:pt x="215" y="639"/>
                    <a:pt x="215" y="639"/>
                    <a:pt x="215" y="639"/>
                  </a:cubicBezTo>
                  <a:cubicBezTo>
                    <a:pt x="215" y="639"/>
                    <a:pt x="215" y="639"/>
                    <a:pt x="215" y="639"/>
                  </a:cubicBezTo>
                  <a:cubicBezTo>
                    <a:pt x="217" y="638"/>
                    <a:pt x="217" y="638"/>
                    <a:pt x="217" y="638"/>
                  </a:cubicBezTo>
                  <a:cubicBezTo>
                    <a:pt x="217" y="638"/>
                    <a:pt x="217" y="638"/>
                    <a:pt x="217" y="638"/>
                  </a:cubicBezTo>
                  <a:cubicBezTo>
                    <a:pt x="220" y="637"/>
                    <a:pt x="220" y="637"/>
                    <a:pt x="220" y="637"/>
                  </a:cubicBezTo>
                  <a:cubicBezTo>
                    <a:pt x="220" y="637"/>
                    <a:pt x="220" y="637"/>
                    <a:pt x="220" y="637"/>
                  </a:cubicBezTo>
                  <a:cubicBezTo>
                    <a:pt x="223" y="636"/>
                    <a:pt x="223" y="636"/>
                    <a:pt x="223" y="636"/>
                  </a:cubicBezTo>
                  <a:cubicBezTo>
                    <a:pt x="223" y="636"/>
                    <a:pt x="223" y="636"/>
                    <a:pt x="223" y="636"/>
                  </a:cubicBezTo>
                  <a:cubicBezTo>
                    <a:pt x="225" y="635"/>
                    <a:pt x="225" y="635"/>
                    <a:pt x="225" y="635"/>
                  </a:cubicBezTo>
                  <a:cubicBezTo>
                    <a:pt x="225" y="635"/>
                    <a:pt x="225" y="635"/>
                    <a:pt x="225" y="635"/>
                  </a:cubicBezTo>
                  <a:cubicBezTo>
                    <a:pt x="228" y="634"/>
                    <a:pt x="228" y="634"/>
                    <a:pt x="228" y="634"/>
                  </a:cubicBezTo>
                  <a:cubicBezTo>
                    <a:pt x="228" y="634"/>
                    <a:pt x="228" y="634"/>
                    <a:pt x="228" y="634"/>
                  </a:cubicBezTo>
                  <a:cubicBezTo>
                    <a:pt x="231" y="632"/>
                    <a:pt x="231" y="632"/>
                    <a:pt x="231" y="632"/>
                  </a:cubicBezTo>
                  <a:cubicBezTo>
                    <a:pt x="231" y="632"/>
                    <a:pt x="231" y="632"/>
                    <a:pt x="231" y="632"/>
                  </a:cubicBezTo>
                  <a:cubicBezTo>
                    <a:pt x="231" y="632"/>
                    <a:pt x="231" y="632"/>
                    <a:pt x="231" y="632"/>
                  </a:cubicBezTo>
                  <a:cubicBezTo>
                    <a:pt x="231" y="632"/>
                    <a:pt x="231" y="632"/>
                    <a:pt x="231" y="632"/>
                  </a:cubicBezTo>
                  <a:cubicBezTo>
                    <a:pt x="231" y="632"/>
                    <a:pt x="231" y="632"/>
                    <a:pt x="231" y="632"/>
                  </a:cubicBezTo>
                  <a:cubicBezTo>
                    <a:pt x="231" y="632"/>
                    <a:pt x="231" y="632"/>
                    <a:pt x="231" y="632"/>
                  </a:cubicBezTo>
                  <a:cubicBezTo>
                    <a:pt x="232" y="632"/>
                    <a:pt x="232" y="632"/>
                    <a:pt x="232" y="632"/>
                  </a:cubicBezTo>
                  <a:cubicBezTo>
                    <a:pt x="232" y="632"/>
                    <a:pt x="232" y="632"/>
                    <a:pt x="232" y="632"/>
                  </a:cubicBezTo>
                  <a:cubicBezTo>
                    <a:pt x="232" y="632"/>
                    <a:pt x="232" y="632"/>
                    <a:pt x="232" y="632"/>
                  </a:cubicBezTo>
                  <a:cubicBezTo>
                    <a:pt x="232" y="632"/>
                    <a:pt x="232" y="632"/>
                    <a:pt x="232" y="632"/>
                  </a:cubicBezTo>
                  <a:cubicBezTo>
                    <a:pt x="232" y="632"/>
                    <a:pt x="232" y="632"/>
                    <a:pt x="232" y="632"/>
                  </a:cubicBezTo>
                  <a:cubicBezTo>
                    <a:pt x="232" y="632"/>
                    <a:pt x="232" y="632"/>
                    <a:pt x="232" y="632"/>
                  </a:cubicBezTo>
                  <a:cubicBezTo>
                    <a:pt x="233" y="632"/>
                    <a:pt x="233" y="632"/>
                    <a:pt x="233" y="632"/>
                  </a:cubicBezTo>
                  <a:cubicBezTo>
                    <a:pt x="233" y="632"/>
                    <a:pt x="233" y="632"/>
                    <a:pt x="233" y="632"/>
                  </a:cubicBezTo>
                  <a:cubicBezTo>
                    <a:pt x="233" y="632"/>
                    <a:pt x="233" y="632"/>
                    <a:pt x="233" y="632"/>
                  </a:cubicBezTo>
                  <a:cubicBezTo>
                    <a:pt x="233" y="632"/>
                    <a:pt x="233" y="632"/>
                    <a:pt x="233" y="632"/>
                  </a:cubicBezTo>
                  <a:cubicBezTo>
                    <a:pt x="233" y="632"/>
                    <a:pt x="233" y="632"/>
                    <a:pt x="233" y="632"/>
                  </a:cubicBezTo>
                  <a:cubicBezTo>
                    <a:pt x="233" y="632"/>
                    <a:pt x="233" y="632"/>
                    <a:pt x="233" y="632"/>
                  </a:cubicBezTo>
                  <a:cubicBezTo>
                    <a:pt x="233" y="632"/>
                    <a:pt x="233" y="632"/>
                    <a:pt x="233" y="632"/>
                  </a:cubicBezTo>
                  <a:cubicBezTo>
                    <a:pt x="233" y="632"/>
                    <a:pt x="233" y="632"/>
                    <a:pt x="233" y="632"/>
                  </a:cubicBezTo>
                  <a:cubicBezTo>
                    <a:pt x="233" y="633"/>
                    <a:pt x="233" y="633"/>
                    <a:pt x="233" y="633"/>
                  </a:cubicBezTo>
                  <a:cubicBezTo>
                    <a:pt x="233" y="633"/>
                    <a:pt x="233" y="633"/>
                    <a:pt x="233" y="633"/>
                  </a:cubicBezTo>
                  <a:cubicBezTo>
                    <a:pt x="233" y="633"/>
                    <a:pt x="233" y="633"/>
                    <a:pt x="233" y="633"/>
                  </a:cubicBezTo>
                  <a:cubicBezTo>
                    <a:pt x="233" y="633"/>
                    <a:pt x="233" y="633"/>
                    <a:pt x="233" y="633"/>
                  </a:cubicBezTo>
                  <a:cubicBezTo>
                    <a:pt x="234" y="633"/>
                    <a:pt x="234" y="633"/>
                    <a:pt x="234" y="633"/>
                  </a:cubicBezTo>
                  <a:cubicBezTo>
                    <a:pt x="234" y="633"/>
                    <a:pt x="234" y="633"/>
                    <a:pt x="234" y="633"/>
                  </a:cubicBezTo>
                  <a:cubicBezTo>
                    <a:pt x="234" y="633"/>
                    <a:pt x="234" y="633"/>
                    <a:pt x="234" y="633"/>
                  </a:cubicBezTo>
                  <a:cubicBezTo>
                    <a:pt x="234" y="633"/>
                    <a:pt x="234" y="633"/>
                    <a:pt x="234" y="633"/>
                  </a:cubicBezTo>
                  <a:cubicBezTo>
                    <a:pt x="234" y="633"/>
                    <a:pt x="234" y="633"/>
                    <a:pt x="234" y="633"/>
                  </a:cubicBezTo>
                  <a:cubicBezTo>
                    <a:pt x="234" y="633"/>
                    <a:pt x="234" y="633"/>
                    <a:pt x="234" y="633"/>
                  </a:cubicBezTo>
                  <a:cubicBezTo>
                    <a:pt x="234" y="634"/>
                    <a:pt x="234" y="634"/>
                    <a:pt x="234" y="634"/>
                  </a:cubicBezTo>
                  <a:cubicBezTo>
                    <a:pt x="234" y="634"/>
                    <a:pt x="234" y="634"/>
                    <a:pt x="234" y="634"/>
                  </a:cubicBezTo>
                  <a:cubicBezTo>
                    <a:pt x="235" y="634"/>
                    <a:pt x="235" y="634"/>
                    <a:pt x="235" y="634"/>
                  </a:cubicBezTo>
                  <a:cubicBezTo>
                    <a:pt x="235" y="634"/>
                    <a:pt x="235" y="634"/>
                    <a:pt x="235" y="634"/>
                  </a:cubicBezTo>
                  <a:cubicBezTo>
                    <a:pt x="235" y="634"/>
                    <a:pt x="235" y="634"/>
                    <a:pt x="235" y="634"/>
                  </a:cubicBezTo>
                  <a:cubicBezTo>
                    <a:pt x="235" y="634"/>
                    <a:pt x="235" y="634"/>
                    <a:pt x="235" y="634"/>
                  </a:cubicBezTo>
                  <a:cubicBezTo>
                    <a:pt x="235" y="634"/>
                    <a:pt x="235" y="634"/>
                    <a:pt x="235" y="634"/>
                  </a:cubicBezTo>
                  <a:cubicBezTo>
                    <a:pt x="235" y="634"/>
                    <a:pt x="235" y="634"/>
                    <a:pt x="235" y="634"/>
                  </a:cubicBezTo>
                  <a:cubicBezTo>
                    <a:pt x="235" y="634"/>
                    <a:pt x="235" y="634"/>
                    <a:pt x="235" y="634"/>
                  </a:cubicBezTo>
                  <a:cubicBezTo>
                    <a:pt x="235" y="634"/>
                    <a:pt x="235" y="634"/>
                    <a:pt x="235" y="634"/>
                  </a:cubicBezTo>
                  <a:cubicBezTo>
                    <a:pt x="235" y="635"/>
                    <a:pt x="235" y="635"/>
                    <a:pt x="235" y="635"/>
                  </a:cubicBezTo>
                  <a:cubicBezTo>
                    <a:pt x="235" y="635"/>
                    <a:pt x="235" y="635"/>
                    <a:pt x="235" y="635"/>
                  </a:cubicBezTo>
                  <a:cubicBezTo>
                    <a:pt x="235" y="635"/>
                    <a:pt x="235" y="635"/>
                    <a:pt x="235" y="635"/>
                  </a:cubicBezTo>
                  <a:cubicBezTo>
                    <a:pt x="235" y="635"/>
                    <a:pt x="235" y="635"/>
                    <a:pt x="235" y="635"/>
                  </a:cubicBezTo>
                  <a:cubicBezTo>
                    <a:pt x="235" y="635"/>
                    <a:pt x="235" y="635"/>
                    <a:pt x="235" y="635"/>
                  </a:cubicBezTo>
                  <a:cubicBezTo>
                    <a:pt x="235" y="635"/>
                    <a:pt x="235" y="635"/>
                    <a:pt x="235" y="635"/>
                  </a:cubicBezTo>
                  <a:cubicBezTo>
                    <a:pt x="235" y="636"/>
                    <a:pt x="235" y="636"/>
                    <a:pt x="235" y="636"/>
                  </a:cubicBezTo>
                  <a:cubicBezTo>
                    <a:pt x="235" y="636"/>
                    <a:pt x="235" y="636"/>
                    <a:pt x="235" y="636"/>
                  </a:cubicBezTo>
                  <a:cubicBezTo>
                    <a:pt x="235" y="636"/>
                    <a:pt x="235" y="636"/>
                    <a:pt x="235" y="636"/>
                  </a:cubicBezTo>
                  <a:cubicBezTo>
                    <a:pt x="235" y="636"/>
                    <a:pt x="235" y="636"/>
                    <a:pt x="235" y="636"/>
                  </a:cubicBezTo>
                  <a:cubicBezTo>
                    <a:pt x="235" y="636"/>
                    <a:pt x="235" y="636"/>
                    <a:pt x="235" y="636"/>
                  </a:cubicBezTo>
                  <a:cubicBezTo>
                    <a:pt x="235" y="636"/>
                    <a:pt x="235" y="636"/>
                    <a:pt x="235" y="636"/>
                  </a:cubicBezTo>
                  <a:cubicBezTo>
                    <a:pt x="235" y="636"/>
                    <a:pt x="235" y="636"/>
                    <a:pt x="235" y="636"/>
                  </a:cubicBezTo>
                  <a:cubicBezTo>
                    <a:pt x="235" y="636"/>
                    <a:pt x="235" y="636"/>
                    <a:pt x="235" y="636"/>
                  </a:cubicBezTo>
                  <a:cubicBezTo>
                    <a:pt x="235" y="636"/>
                    <a:pt x="235" y="636"/>
                    <a:pt x="235" y="636"/>
                  </a:cubicBezTo>
                  <a:cubicBezTo>
                    <a:pt x="235" y="636"/>
                    <a:pt x="235" y="636"/>
                    <a:pt x="235" y="636"/>
                  </a:cubicBezTo>
                  <a:cubicBezTo>
                    <a:pt x="235" y="636"/>
                    <a:pt x="235" y="636"/>
                    <a:pt x="235" y="636"/>
                  </a:cubicBezTo>
                  <a:cubicBezTo>
                    <a:pt x="235" y="636"/>
                    <a:pt x="235" y="636"/>
                    <a:pt x="235" y="636"/>
                  </a:cubicBezTo>
                  <a:cubicBezTo>
                    <a:pt x="235" y="637"/>
                    <a:pt x="235" y="637"/>
                    <a:pt x="235" y="637"/>
                  </a:cubicBezTo>
                  <a:cubicBezTo>
                    <a:pt x="235" y="637"/>
                    <a:pt x="235" y="637"/>
                    <a:pt x="235" y="637"/>
                  </a:cubicBezTo>
                  <a:cubicBezTo>
                    <a:pt x="235" y="637"/>
                    <a:pt x="235" y="637"/>
                    <a:pt x="235" y="637"/>
                  </a:cubicBezTo>
                  <a:cubicBezTo>
                    <a:pt x="235" y="637"/>
                    <a:pt x="235" y="637"/>
                    <a:pt x="235" y="637"/>
                  </a:cubicBezTo>
                  <a:cubicBezTo>
                    <a:pt x="236" y="637"/>
                    <a:pt x="236" y="637"/>
                    <a:pt x="236" y="637"/>
                  </a:cubicBezTo>
                  <a:cubicBezTo>
                    <a:pt x="236" y="637"/>
                    <a:pt x="236" y="637"/>
                    <a:pt x="236" y="637"/>
                  </a:cubicBezTo>
                  <a:cubicBezTo>
                    <a:pt x="236" y="637"/>
                    <a:pt x="236" y="637"/>
                    <a:pt x="236" y="637"/>
                  </a:cubicBezTo>
                  <a:cubicBezTo>
                    <a:pt x="236" y="637"/>
                    <a:pt x="236" y="637"/>
                    <a:pt x="236" y="637"/>
                  </a:cubicBezTo>
                  <a:cubicBezTo>
                    <a:pt x="236" y="638"/>
                    <a:pt x="236" y="638"/>
                    <a:pt x="236" y="638"/>
                  </a:cubicBezTo>
                  <a:cubicBezTo>
                    <a:pt x="236" y="638"/>
                    <a:pt x="236" y="638"/>
                    <a:pt x="236" y="638"/>
                  </a:cubicBezTo>
                  <a:cubicBezTo>
                    <a:pt x="235" y="638"/>
                    <a:pt x="235" y="638"/>
                    <a:pt x="235" y="638"/>
                  </a:cubicBezTo>
                  <a:cubicBezTo>
                    <a:pt x="235" y="638"/>
                    <a:pt x="235" y="638"/>
                    <a:pt x="235" y="638"/>
                  </a:cubicBezTo>
                  <a:cubicBezTo>
                    <a:pt x="235" y="639"/>
                    <a:pt x="235" y="639"/>
                    <a:pt x="235" y="639"/>
                  </a:cubicBezTo>
                  <a:cubicBezTo>
                    <a:pt x="235" y="639"/>
                    <a:pt x="235" y="639"/>
                    <a:pt x="235" y="639"/>
                  </a:cubicBezTo>
                  <a:cubicBezTo>
                    <a:pt x="235" y="639"/>
                    <a:pt x="235" y="639"/>
                    <a:pt x="235" y="639"/>
                  </a:cubicBezTo>
                  <a:cubicBezTo>
                    <a:pt x="235" y="639"/>
                    <a:pt x="235" y="639"/>
                    <a:pt x="235" y="639"/>
                  </a:cubicBezTo>
                  <a:cubicBezTo>
                    <a:pt x="234" y="639"/>
                    <a:pt x="234" y="639"/>
                    <a:pt x="234" y="639"/>
                  </a:cubicBezTo>
                  <a:cubicBezTo>
                    <a:pt x="234" y="639"/>
                    <a:pt x="234" y="639"/>
                    <a:pt x="234" y="639"/>
                  </a:cubicBezTo>
                  <a:cubicBezTo>
                    <a:pt x="234" y="639"/>
                    <a:pt x="234" y="639"/>
                    <a:pt x="234" y="639"/>
                  </a:cubicBezTo>
                  <a:cubicBezTo>
                    <a:pt x="234" y="639"/>
                    <a:pt x="234" y="639"/>
                    <a:pt x="234" y="639"/>
                  </a:cubicBezTo>
                  <a:cubicBezTo>
                    <a:pt x="234" y="640"/>
                    <a:pt x="234" y="640"/>
                    <a:pt x="234" y="640"/>
                  </a:cubicBezTo>
                  <a:cubicBezTo>
                    <a:pt x="234" y="640"/>
                    <a:pt x="234" y="640"/>
                    <a:pt x="234" y="640"/>
                  </a:cubicBezTo>
                  <a:cubicBezTo>
                    <a:pt x="234" y="640"/>
                    <a:pt x="234" y="640"/>
                    <a:pt x="234" y="640"/>
                  </a:cubicBezTo>
                  <a:cubicBezTo>
                    <a:pt x="234" y="640"/>
                    <a:pt x="234" y="640"/>
                    <a:pt x="234" y="640"/>
                  </a:cubicBezTo>
                  <a:cubicBezTo>
                    <a:pt x="234" y="640"/>
                    <a:pt x="234" y="640"/>
                    <a:pt x="234" y="640"/>
                  </a:cubicBezTo>
                  <a:cubicBezTo>
                    <a:pt x="234" y="640"/>
                    <a:pt x="234" y="640"/>
                    <a:pt x="234" y="640"/>
                  </a:cubicBezTo>
                  <a:cubicBezTo>
                    <a:pt x="229" y="642"/>
                    <a:pt x="229" y="642"/>
                    <a:pt x="229" y="642"/>
                  </a:cubicBezTo>
                  <a:cubicBezTo>
                    <a:pt x="229" y="642"/>
                    <a:pt x="229" y="642"/>
                    <a:pt x="229" y="642"/>
                  </a:cubicBezTo>
                  <a:cubicBezTo>
                    <a:pt x="226" y="645"/>
                    <a:pt x="226" y="645"/>
                    <a:pt x="226" y="645"/>
                  </a:cubicBezTo>
                  <a:cubicBezTo>
                    <a:pt x="226" y="645"/>
                    <a:pt x="226" y="645"/>
                    <a:pt x="226" y="645"/>
                  </a:cubicBezTo>
                  <a:cubicBezTo>
                    <a:pt x="223" y="648"/>
                    <a:pt x="223" y="648"/>
                    <a:pt x="223" y="648"/>
                  </a:cubicBezTo>
                  <a:cubicBezTo>
                    <a:pt x="223" y="648"/>
                    <a:pt x="223" y="648"/>
                    <a:pt x="223" y="648"/>
                  </a:cubicBezTo>
                  <a:cubicBezTo>
                    <a:pt x="220" y="652"/>
                    <a:pt x="220" y="652"/>
                    <a:pt x="220" y="652"/>
                  </a:cubicBezTo>
                  <a:cubicBezTo>
                    <a:pt x="220" y="652"/>
                    <a:pt x="220" y="652"/>
                    <a:pt x="220" y="652"/>
                  </a:cubicBezTo>
                  <a:cubicBezTo>
                    <a:pt x="217" y="656"/>
                    <a:pt x="217" y="656"/>
                    <a:pt x="217" y="656"/>
                  </a:cubicBezTo>
                  <a:cubicBezTo>
                    <a:pt x="217" y="656"/>
                    <a:pt x="217" y="656"/>
                    <a:pt x="217" y="656"/>
                  </a:cubicBezTo>
                  <a:cubicBezTo>
                    <a:pt x="215" y="659"/>
                    <a:pt x="215" y="659"/>
                    <a:pt x="215" y="659"/>
                  </a:cubicBezTo>
                  <a:cubicBezTo>
                    <a:pt x="215" y="659"/>
                    <a:pt x="215" y="659"/>
                    <a:pt x="215" y="659"/>
                  </a:cubicBezTo>
                  <a:cubicBezTo>
                    <a:pt x="212" y="663"/>
                    <a:pt x="212" y="663"/>
                    <a:pt x="212" y="663"/>
                  </a:cubicBezTo>
                  <a:cubicBezTo>
                    <a:pt x="212" y="663"/>
                    <a:pt x="212" y="663"/>
                    <a:pt x="212" y="663"/>
                  </a:cubicBezTo>
                  <a:cubicBezTo>
                    <a:pt x="209" y="667"/>
                    <a:pt x="209" y="667"/>
                    <a:pt x="209" y="667"/>
                  </a:cubicBezTo>
                  <a:cubicBezTo>
                    <a:pt x="209" y="667"/>
                    <a:pt x="209" y="667"/>
                    <a:pt x="209" y="667"/>
                  </a:cubicBezTo>
                  <a:cubicBezTo>
                    <a:pt x="209" y="667"/>
                    <a:pt x="209" y="667"/>
                    <a:pt x="209" y="667"/>
                  </a:cubicBezTo>
                  <a:cubicBezTo>
                    <a:pt x="209" y="667"/>
                    <a:pt x="209" y="667"/>
                    <a:pt x="209" y="667"/>
                  </a:cubicBezTo>
                  <a:cubicBezTo>
                    <a:pt x="209" y="667"/>
                    <a:pt x="209" y="667"/>
                    <a:pt x="209" y="667"/>
                  </a:cubicBezTo>
                  <a:cubicBezTo>
                    <a:pt x="209" y="667"/>
                    <a:pt x="209" y="667"/>
                    <a:pt x="209" y="667"/>
                  </a:cubicBezTo>
                  <a:cubicBezTo>
                    <a:pt x="209" y="667"/>
                    <a:pt x="209" y="667"/>
                    <a:pt x="209" y="667"/>
                  </a:cubicBezTo>
                  <a:cubicBezTo>
                    <a:pt x="209" y="667"/>
                    <a:pt x="209" y="667"/>
                    <a:pt x="209" y="667"/>
                  </a:cubicBezTo>
                  <a:cubicBezTo>
                    <a:pt x="210" y="667"/>
                    <a:pt x="210" y="667"/>
                    <a:pt x="210" y="667"/>
                  </a:cubicBezTo>
                  <a:cubicBezTo>
                    <a:pt x="210" y="667"/>
                    <a:pt x="210" y="667"/>
                    <a:pt x="210" y="667"/>
                  </a:cubicBezTo>
                  <a:cubicBezTo>
                    <a:pt x="210" y="667"/>
                    <a:pt x="210" y="667"/>
                    <a:pt x="210" y="667"/>
                  </a:cubicBezTo>
                  <a:cubicBezTo>
                    <a:pt x="210" y="667"/>
                    <a:pt x="210" y="667"/>
                    <a:pt x="210" y="667"/>
                  </a:cubicBezTo>
                  <a:cubicBezTo>
                    <a:pt x="210" y="667"/>
                    <a:pt x="210" y="667"/>
                    <a:pt x="210" y="667"/>
                  </a:cubicBezTo>
                  <a:cubicBezTo>
                    <a:pt x="210" y="667"/>
                    <a:pt x="210" y="667"/>
                    <a:pt x="210" y="667"/>
                  </a:cubicBezTo>
                  <a:cubicBezTo>
                    <a:pt x="210" y="667"/>
                    <a:pt x="210" y="667"/>
                    <a:pt x="210" y="667"/>
                  </a:cubicBezTo>
                  <a:cubicBezTo>
                    <a:pt x="210" y="667"/>
                    <a:pt x="210" y="667"/>
                    <a:pt x="210" y="667"/>
                  </a:cubicBezTo>
                  <a:cubicBezTo>
                    <a:pt x="211" y="667"/>
                    <a:pt x="211" y="667"/>
                    <a:pt x="211" y="667"/>
                  </a:cubicBezTo>
                  <a:cubicBezTo>
                    <a:pt x="211" y="667"/>
                    <a:pt x="211" y="667"/>
                    <a:pt x="211" y="667"/>
                  </a:cubicBezTo>
                  <a:cubicBezTo>
                    <a:pt x="222" y="661"/>
                    <a:pt x="222" y="661"/>
                    <a:pt x="222" y="661"/>
                  </a:cubicBezTo>
                  <a:cubicBezTo>
                    <a:pt x="222" y="661"/>
                    <a:pt x="222" y="661"/>
                    <a:pt x="222" y="661"/>
                  </a:cubicBezTo>
                  <a:cubicBezTo>
                    <a:pt x="222" y="659"/>
                    <a:pt x="222" y="659"/>
                    <a:pt x="222" y="659"/>
                  </a:cubicBezTo>
                  <a:cubicBezTo>
                    <a:pt x="222" y="659"/>
                    <a:pt x="222" y="659"/>
                    <a:pt x="222" y="659"/>
                  </a:cubicBezTo>
                  <a:cubicBezTo>
                    <a:pt x="222" y="653"/>
                    <a:pt x="222" y="653"/>
                    <a:pt x="222" y="653"/>
                  </a:cubicBezTo>
                  <a:cubicBezTo>
                    <a:pt x="222" y="653"/>
                    <a:pt x="222" y="653"/>
                    <a:pt x="222" y="653"/>
                  </a:cubicBezTo>
                  <a:cubicBezTo>
                    <a:pt x="223" y="652"/>
                    <a:pt x="223" y="652"/>
                    <a:pt x="223" y="652"/>
                  </a:cubicBezTo>
                  <a:cubicBezTo>
                    <a:pt x="223" y="652"/>
                    <a:pt x="223" y="652"/>
                    <a:pt x="223" y="652"/>
                  </a:cubicBezTo>
                  <a:cubicBezTo>
                    <a:pt x="224" y="652"/>
                    <a:pt x="224" y="652"/>
                    <a:pt x="224" y="652"/>
                  </a:cubicBezTo>
                  <a:cubicBezTo>
                    <a:pt x="224" y="652"/>
                    <a:pt x="224" y="652"/>
                    <a:pt x="224" y="652"/>
                  </a:cubicBezTo>
                  <a:cubicBezTo>
                    <a:pt x="224" y="652"/>
                    <a:pt x="224" y="652"/>
                    <a:pt x="224" y="652"/>
                  </a:cubicBezTo>
                  <a:cubicBezTo>
                    <a:pt x="224" y="652"/>
                    <a:pt x="224" y="652"/>
                    <a:pt x="224" y="652"/>
                  </a:cubicBezTo>
                  <a:cubicBezTo>
                    <a:pt x="224" y="652"/>
                    <a:pt x="224" y="652"/>
                    <a:pt x="224" y="652"/>
                  </a:cubicBezTo>
                  <a:cubicBezTo>
                    <a:pt x="224" y="652"/>
                    <a:pt x="224" y="652"/>
                    <a:pt x="224" y="652"/>
                  </a:cubicBezTo>
                  <a:cubicBezTo>
                    <a:pt x="225" y="652"/>
                    <a:pt x="225" y="652"/>
                    <a:pt x="225" y="652"/>
                  </a:cubicBezTo>
                  <a:cubicBezTo>
                    <a:pt x="225" y="652"/>
                    <a:pt x="225" y="652"/>
                    <a:pt x="225" y="652"/>
                  </a:cubicBezTo>
                  <a:cubicBezTo>
                    <a:pt x="225" y="653"/>
                    <a:pt x="225" y="653"/>
                    <a:pt x="225" y="653"/>
                  </a:cubicBezTo>
                  <a:cubicBezTo>
                    <a:pt x="225" y="653"/>
                    <a:pt x="225" y="653"/>
                    <a:pt x="225" y="653"/>
                  </a:cubicBezTo>
                  <a:cubicBezTo>
                    <a:pt x="225" y="653"/>
                    <a:pt x="225" y="653"/>
                    <a:pt x="225" y="653"/>
                  </a:cubicBezTo>
                  <a:cubicBezTo>
                    <a:pt x="225" y="653"/>
                    <a:pt x="225" y="653"/>
                    <a:pt x="225" y="653"/>
                  </a:cubicBezTo>
                  <a:cubicBezTo>
                    <a:pt x="226" y="653"/>
                    <a:pt x="226" y="653"/>
                    <a:pt x="226" y="653"/>
                  </a:cubicBezTo>
                  <a:cubicBezTo>
                    <a:pt x="226" y="653"/>
                    <a:pt x="226" y="653"/>
                    <a:pt x="226" y="653"/>
                  </a:cubicBezTo>
                  <a:cubicBezTo>
                    <a:pt x="226" y="653"/>
                    <a:pt x="226" y="653"/>
                    <a:pt x="226" y="653"/>
                  </a:cubicBezTo>
                  <a:cubicBezTo>
                    <a:pt x="226" y="653"/>
                    <a:pt x="226" y="653"/>
                    <a:pt x="226" y="653"/>
                  </a:cubicBezTo>
                  <a:cubicBezTo>
                    <a:pt x="226" y="654"/>
                    <a:pt x="226" y="654"/>
                    <a:pt x="226" y="654"/>
                  </a:cubicBezTo>
                  <a:cubicBezTo>
                    <a:pt x="226" y="654"/>
                    <a:pt x="226" y="654"/>
                    <a:pt x="226" y="654"/>
                  </a:cubicBezTo>
                  <a:cubicBezTo>
                    <a:pt x="226" y="654"/>
                    <a:pt x="226" y="654"/>
                    <a:pt x="226" y="654"/>
                  </a:cubicBezTo>
                  <a:cubicBezTo>
                    <a:pt x="226" y="654"/>
                    <a:pt x="226" y="654"/>
                    <a:pt x="226" y="654"/>
                  </a:cubicBezTo>
                  <a:cubicBezTo>
                    <a:pt x="226" y="655"/>
                    <a:pt x="226" y="655"/>
                    <a:pt x="226" y="655"/>
                  </a:cubicBezTo>
                  <a:cubicBezTo>
                    <a:pt x="226" y="655"/>
                    <a:pt x="226" y="655"/>
                    <a:pt x="226" y="655"/>
                  </a:cubicBezTo>
                  <a:cubicBezTo>
                    <a:pt x="226" y="655"/>
                    <a:pt x="226" y="655"/>
                    <a:pt x="226" y="655"/>
                  </a:cubicBezTo>
                  <a:cubicBezTo>
                    <a:pt x="226" y="655"/>
                    <a:pt x="226" y="655"/>
                    <a:pt x="226" y="655"/>
                  </a:cubicBezTo>
                  <a:cubicBezTo>
                    <a:pt x="226" y="656"/>
                    <a:pt x="226" y="656"/>
                    <a:pt x="226" y="656"/>
                  </a:cubicBezTo>
                  <a:cubicBezTo>
                    <a:pt x="226" y="656"/>
                    <a:pt x="226" y="656"/>
                    <a:pt x="226" y="656"/>
                  </a:cubicBezTo>
                  <a:cubicBezTo>
                    <a:pt x="225" y="656"/>
                    <a:pt x="225" y="656"/>
                    <a:pt x="225" y="656"/>
                  </a:cubicBezTo>
                  <a:cubicBezTo>
                    <a:pt x="225" y="656"/>
                    <a:pt x="225" y="656"/>
                    <a:pt x="225" y="656"/>
                  </a:cubicBezTo>
                  <a:cubicBezTo>
                    <a:pt x="225" y="657"/>
                    <a:pt x="225" y="657"/>
                    <a:pt x="225" y="657"/>
                  </a:cubicBezTo>
                  <a:cubicBezTo>
                    <a:pt x="225" y="657"/>
                    <a:pt x="225" y="657"/>
                    <a:pt x="225" y="657"/>
                  </a:cubicBezTo>
                  <a:cubicBezTo>
                    <a:pt x="226" y="657"/>
                    <a:pt x="226" y="657"/>
                    <a:pt x="226" y="657"/>
                  </a:cubicBezTo>
                  <a:cubicBezTo>
                    <a:pt x="226" y="657"/>
                    <a:pt x="226" y="657"/>
                    <a:pt x="226" y="657"/>
                  </a:cubicBezTo>
                  <a:cubicBezTo>
                    <a:pt x="227" y="657"/>
                    <a:pt x="227" y="657"/>
                    <a:pt x="227" y="657"/>
                  </a:cubicBezTo>
                  <a:cubicBezTo>
                    <a:pt x="227" y="657"/>
                    <a:pt x="227" y="657"/>
                    <a:pt x="227" y="657"/>
                  </a:cubicBezTo>
                  <a:cubicBezTo>
                    <a:pt x="229" y="657"/>
                    <a:pt x="229" y="657"/>
                    <a:pt x="229" y="657"/>
                  </a:cubicBezTo>
                  <a:cubicBezTo>
                    <a:pt x="229" y="657"/>
                    <a:pt x="229" y="657"/>
                    <a:pt x="229" y="657"/>
                  </a:cubicBezTo>
                  <a:cubicBezTo>
                    <a:pt x="230" y="656"/>
                    <a:pt x="230" y="656"/>
                    <a:pt x="230" y="656"/>
                  </a:cubicBezTo>
                  <a:cubicBezTo>
                    <a:pt x="230" y="656"/>
                    <a:pt x="230" y="656"/>
                    <a:pt x="230" y="656"/>
                  </a:cubicBezTo>
                  <a:cubicBezTo>
                    <a:pt x="232" y="655"/>
                    <a:pt x="232" y="655"/>
                    <a:pt x="232" y="655"/>
                  </a:cubicBezTo>
                  <a:cubicBezTo>
                    <a:pt x="232" y="655"/>
                    <a:pt x="232" y="655"/>
                    <a:pt x="232" y="655"/>
                  </a:cubicBezTo>
                  <a:cubicBezTo>
                    <a:pt x="233" y="655"/>
                    <a:pt x="233" y="655"/>
                    <a:pt x="233" y="655"/>
                  </a:cubicBezTo>
                  <a:cubicBezTo>
                    <a:pt x="233" y="655"/>
                    <a:pt x="233" y="655"/>
                    <a:pt x="233" y="655"/>
                  </a:cubicBezTo>
                  <a:cubicBezTo>
                    <a:pt x="235" y="654"/>
                    <a:pt x="235" y="654"/>
                    <a:pt x="235" y="654"/>
                  </a:cubicBezTo>
                  <a:cubicBezTo>
                    <a:pt x="235" y="654"/>
                    <a:pt x="235" y="654"/>
                    <a:pt x="235" y="654"/>
                  </a:cubicBezTo>
                  <a:cubicBezTo>
                    <a:pt x="236" y="653"/>
                    <a:pt x="236" y="653"/>
                    <a:pt x="236" y="653"/>
                  </a:cubicBezTo>
                  <a:cubicBezTo>
                    <a:pt x="236" y="653"/>
                    <a:pt x="236" y="653"/>
                    <a:pt x="236" y="653"/>
                  </a:cubicBezTo>
                  <a:cubicBezTo>
                    <a:pt x="238" y="652"/>
                    <a:pt x="238" y="652"/>
                    <a:pt x="238" y="652"/>
                  </a:cubicBezTo>
                  <a:cubicBezTo>
                    <a:pt x="238" y="652"/>
                    <a:pt x="238" y="652"/>
                    <a:pt x="238" y="652"/>
                  </a:cubicBezTo>
                  <a:cubicBezTo>
                    <a:pt x="240" y="644"/>
                    <a:pt x="240" y="644"/>
                    <a:pt x="240" y="644"/>
                  </a:cubicBezTo>
                  <a:cubicBezTo>
                    <a:pt x="240" y="644"/>
                    <a:pt x="240" y="644"/>
                    <a:pt x="240" y="644"/>
                  </a:cubicBezTo>
                  <a:cubicBezTo>
                    <a:pt x="241" y="644"/>
                    <a:pt x="241" y="644"/>
                    <a:pt x="241" y="644"/>
                  </a:cubicBezTo>
                  <a:cubicBezTo>
                    <a:pt x="241" y="644"/>
                    <a:pt x="241" y="644"/>
                    <a:pt x="241" y="644"/>
                  </a:cubicBezTo>
                  <a:cubicBezTo>
                    <a:pt x="242" y="645"/>
                    <a:pt x="242" y="645"/>
                    <a:pt x="242" y="645"/>
                  </a:cubicBezTo>
                  <a:cubicBezTo>
                    <a:pt x="242" y="645"/>
                    <a:pt x="242" y="645"/>
                    <a:pt x="242" y="645"/>
                  </a:cubicBezTo>
                  <a:cubicBezTo>
                    <a:pt x="243" y="645"/>
                    <a:pt x="243" y="645"/>
                    <a:pt x="243" y="645"/>
                  </a:cubicBezTo>
                  <a:cubicBezTo>
                    <a:pt x="243" y="645"/>
                    <a:pt x="243" y="645"/>
                    <a:pt x="243" y="645"/>
                  </a:cubicBezTo>
                  <a:cubicBezTo>
                    <a:pt x="244" y="645"/>
                    <a:pt x="244" y="645"/>
                    <a:pt x="244" y="645"/>
                  </a:cubicBezTo>
                  <a:cubicBezTo>
                    <a:pt x="244" y="645"/>
                    <a:pt x="244" y="645"/>
                    <a:pt x="244" y="645"/>
                  </a:cubicBezTo>
                  <a:cubicBezTo>
                    <a:pt x="244" y="646"/>
                    <a:pt x="244" y="646"/>
                    <a:pt x="244" y="646"/>
                  </a:cubicBezTo>
                  <a:cubicBezTo>
                    <a:pt x="244" y="646"/>
                    <a:pt x="244" y="646"/>
                    <a:pt x="244" y="646"/>
                  </a:cubicBezTo>
                  <a:cubicBezTo>
                    <a:pt x="245" y="647"/>
                    <a:pt x="245" y="647"/>
                    <a:pt x="245" y="647"/>
                  </a:cubicBezTo>
                  <a:cubicBezTo>
                    <a:pt x="245" y="647"/>
                    <a:pt x="245" y="647"/>
                    <a:pt x="245" y="647"/>
                  </a:cubicBezTo>
                  <a:cubicBezTo>
                    <a:pt x="246" y="648"/>
                    <a:pt x="246" y="648"/>
                    <a:pt x="246" y="648"/>
                  </a:cubicBezTo>
                  <a:cubicBezTo>
                    <a:pt x="246" y="648"/>
                    <a:pt x="246" y="648"/>
                    <a:pt x="246" y="648"/>
                  </a:cubicBezTo>
                  <a:cubicBezTo>
                    <a:pt x="247" y="648"/>
                    <a:pt x="247" y="648"/>
                    <a:pt x="247" y="648"/>
                  </a:cubicBezTo>
                  <a:cubicBezTo>
                    <a:pt x="247" y="648"/>
                    <a:pt x="247" y="648"/>
                    <a:pt x="247" y="648"/>
                  </a:cubicBezTo>
                  <a:cubicBezTo>
                    <a:pt x="246" y="649"/>
                    <a:pt x="246" y="649"/>
                    <a:pt x="246" y="649"/>
                  </a:cubicBezTo>
                  <a:cubicBezTo>
                    <a:pt x="246" y="649"/>
                    <a:pt x="246" y="649"/>
                    <a:pt x="246" y="649"/>
                  </a:cubicBezTo>
                  <a:cubicBezTo>
                    <a:pt x="246" y="649"/>
                    <a:pt x="246" y="649"/>
                    <a:pt x="246" y="649"/>
                  </a:cubicBezTo>
                  <a:cubicBezTo>
                    <a:pt x="246" y="649"/>
                    <a:pt x="246" y="649"/>
                    <a:pt x="246" y="649"/>
                  </a:cubicBezTo>
                  <a:cubicBezTo>
                    <a:pt x="245" y="649"/>
                    <a:pt x="245" y="649"/>
                    <a:pt x="245" y="649"/>
                  </a:cubicBezTo>
                  <a:cubicBezTo>
                    <a:pt x="245" y="649"/>
                    <a:pt x="245" y="649"/>
                    <a:pt x="245" y="649"/>
                  </a:cubicBezTo>
                  <a:cubicBezTo>
                    <a:pt x="245" y="650"/>
                    <a:pt x="245" y="650"/>
                    <a:pt x="245" y="650"/>
                  </a:cubicBezTo>
                  <a:cubicBezTo>
                    <a:pt x="245" y="650"/>
                    <a:pt x="245" y="650"/>
                    <a:pt x="245" y="650"/>
                  </a:cubicBezTo>
                  <a:cubicBezTo>
                    <a:pt x="244" y="650"/>
                    <a:pt x="244" y="650"/>
                    <a:pt x="244" y="650"/>
                  </a:cubicBezTo>
                  <a:cubicBezTo>
                    <a:pt x="244" y="650"/>
                    <a:pt x="244" y="650"/>
                    <a:pt x="244" y="650"/>
                  </a:cubicBezTo>
                  <a:cubicBezTo>
                    <a:pt x="244" y="650"/>
                    <a:pt x="244" y="650"/>
                    <a:pt x="244" y="650"/>
                  </a:cubicBezTo>
                  <a:cubicBezTo>
                    <a:pt x="244" y="650"/>
                    <a:pt x="244" y="650"/>
                    <a:pt x="244" y="650"/>
                  </a:cubicBezTo>
                  <a:cubicBezTo>
                    <a:pt x="244" y="650"/>
                    <a:pt x="244" y="650"/>
                    <a:pt x="244" y="650"/>
                  </a:cubicBezTo>
                  <a:cubicBezTo>
                    <a:pt x="244" y="650"/>
                    <a:pt x="244" y="650"/>
                    <a:pt x="244" y="650"/>
                  </a:cubicBezTo>
                  <a:cubicBezTo>
                    <a:pt x="243" y="650"/>
                    <a:pt x="243" y="650"/>
                    <a:pt x="243" y="650"/>
                  </a:cubicBezTo>
                  <a:cubicBezTo>
                    <a:pt x="243" y="650"/>
                    <a:pt x="243" y="650"/>
                    <a:pt x="243" y="650"/>
                  </a:cubicBezTo>
                  <a:cubicBezTo>
                    <a:pt x="238" y="657"/>
                    <a:pt x="238" y="657"/>
                    <a:pt x="238" y="657"/>
                  </a:cubicBezTo>
                  <a:cubicBezTo>
                    <a:pt x="238" y="657"/>
                    <a:pt x="238" y="657"/>
                    <a:pt x="238" y="657"/>
                  </a:cubicBezTo>
                  <a:cubicBezTo>
                    <a:pt x="235" y="664"/>
                    <a:pt x="235" y="664"/>
                    <a:pt x="235" y="664"/>
                  </a:cubicBezTo>
                  <a:cubicBezTo>
                    <a:pt x="235" y="664"/>
                    <a:pt x="235" y="664"/>
                    <a:pt x="235" y="664"/>
                  </a:cubicBezTo>
                  <a:cubicBezTo>
                    <a:pt x="240" y="663"/>
                    <a:pt x="240" y="663"/>
                    <a:pt x="240" y="663"/>
                  </a:cubicBezTo>
                  <a:cubicBezTo>
                    <a:pt x="240" y="663"/>
                    <a:pt x="240" y="663"/>
                    <a:pt x="240" y="663"/>
                  </a:cubicBezTo>
                  <a:cubicBezTo>
                    <a:pt x="250" y="659"/>
                    <a:pt x="250" y="659"/>
                    <a:pt x="250" y="659"/>
                  </a:cubicBezTo>
                  <a:cubicBezTo>
                    <a:pt x="250" y="659"/>
                    <a:pt x="250" y="659"/>
                    <a:pt x="250" y="659"/>
                  </a:cubicBezTo>
                  <a:cubicBezTo>
                    <a:pt x="250" y="659"/>
                    <a:pt x="250" y="659"/>
                    <a:pt x="250" y="659"/>
                  </a:cubicBezTo>
                  <a:cubicBezTo>
                    <a:pt x="250" y="659"/>
                    <a:pt x="250" y="659"/>
                    <a:pt x="250" y="659"/>
                  </a:cubicBezTo>
                  <a:cubicBezTo>
                    <a:pt x="251" y="659"/>
                    <a:pt x="251" y="659"/>
                    <a:pt x="251" y="659"/>
                  </a:cubicBezTo>
                  <a:cubicBezTo>
                    <a:pt x="251" y="659"/>
                    <a:pt x="251" y="659"/>
                    <a:pt x="251" y="659"/>
                  </a:cubicBezTo>
                  <a:cubicBezTo>
                    <a:pt x="251" y="659"/>
                    <a:pt x="251" y="659"/>
                    <a:pt x="251" y="659"/>
                  </a:cubicBezTo>
                  <a:cubicBezTo>
                    <a:pt x="251" y="659"/>
                    <a:pt x="251" y="659"/>
                    <a:pt x="251" y="659"/>
                  </a:cubicBezTo>
                  <a:cubicBezTo>
                    <a:pt x="252" y="660"/>
                    <a:pt x="252" y="660"/>
                    <a:pt x="252" y="660"/>
                  </a:cubicBezTo>
                  <a:cubicBezTo>
                    <a:pt x="252" y="660"/>
                    <a:pt x="252" y="660"/>
                    <a:pt x="252" y="660"/>
                  </a:cubicBezTo>
                  <a:cubicBezTo>
                    <a:pt x="252" y="660"/>
                    <a:pt x="252" y="660"/>
                    <a:pt x="252" y="660"/>
                  </a:cubicBezTo>
                  <a:cubicBezTo>
                    <a:pt x="252" y="660"/>
                    <a:pt x="252" y="660"/>
                    <a:pt x="252" y="660"/>
                  </a:cubicBezTo>
                  <a:cubicBezTo>
                    <a:pt x="252" y="661"/>
                    <a:pt x="252" y="661"/>
                    <a:pt x="252" y="661"/>
                  </a:cubicBezTo>
                  <a:cubicBezTo>
                    <a:pt x="252" y="661"/>
                    <a:pt x="252" y="661"/>
                    <a:pt x="252" y="661"/>
                  </a:cubicBezTo>
                  <a:cubicBezTo>
                    <a:pt x="253" y="661"/>
                    <a:pt x="253" y="661"/>
                    <a:pt x="253" y="661"/>
                  </a:cubicBezTo>
                  <a:cubicBezTo>
                    <a:pt x="253" y="661"/>
                    <a:pt x="253" y="661"/>
                    <a:pt x="253" y="661"/>
                  </a:cubicBezTo>
                  <a:cubicBezTo>
                    <a:pt x="253" y="661"/>
                    <a:pt x="253" y="661"/>
                    <a:pt x="253" y="661"/>
                  </a:cubicBezTo>
                  <a:cubicBezTo>
                    <a:pt x="253" y="661"/>
                    <a:pt x="253" y="661"/>
                    <a:pt x="253" y="661"/>
                  </a:cubicBezTo>
                  <a:cubicBezTo>
                    <a:pt x="241" y="667"/>
                    <a:pt x="241" y="667"/>
                    <a:pt x="241" y="667"/>
                  </a:cubicBezTo>
                  <a:cubicBezTo>
                    <a:pt x="241" y="667"/>
                    <a:pt x="241" y="667"/>
                    <a:pt x="241" y="667"/>
                  </a:cubicBezTo>
                  <a:cubicBezTo>
                    <a:pt x="241" y="667"/>
                    <a:pt x="241" y="667"/>
                    <a:pt x="241" y="667"/>
                  </a:cubicBezTo>
                  <a:cubicBezTo>
                    <a:pt x="241" y="667"/>
                    <a:pt x="241" y="667"/>
                    <a:pt x="241" y="667"/>
                  </a:cubicBezTo>
                  <a:cubicBezTo>
                    <a:pt x="240" y="667"/>
                    <a:pt x="240" y="667"/>
                    <a:pt x="240" y="667"/>
                  </a:cubicBezTo>
                  <a:cubicBezTo>
                    <a:pt x="240" y="667"/>
                    <a:pt x="240" y="667"/>
                    <a:pt x="240" y="667"/>
                  </a:cubicBezTo>
                  <a:cubicBezTo>
                    <a:pt x="239" y="667"/>
                    <a:pt x="239" y="667"/>
                    <a:pt x="239" y="667"/>
                  </a:cubicBezTo>
                  <a:cubicBezTo>
                    <a:pt x="239" y="667"/>
                    <a:pt x="239" y="667"/>
                    <a:pt x="239" y="667"/>
                  </a:cubicBezTo>
                  <a:cubicBezTo>
                    <a:pt x="239" y="667"/>
                    <a:pt x="239" y="667"/>
                    <a:pt x="239" y="667"/>
                  </a:cubicBezTo>
                  <a:cubicBezTo>
                    <a:pt x="239" y="667"/>
                    <a:pt x="239" y="667"/>
                    <a:pt x="239" y="667"/>
                  </a:cubicBezTo>
                  <a:cubicBezTo>
                    <a:pt x="238" y="668"/>
                    <a:pt x="238" y="668"/>
                    <a:pt x="238" y="668"/>
                  </a:cubicBezTo>
                  <a:cubicBezTo>
                    <a:pt x="238" y="668"/>
                    <a:pt x="238" y="668"/>
                    <a:pt x="238" y="668"/>
                  </a:cubicBezTo>
                  <a:cubicBezTo>
                    <a:pt x="237" y="668"/>
                    <a:pt x="237" y="668"/>
                    <a:pt x="237" y="668"/>
                  </a:cubicBezTo>
                  <a:cubicBezTo>
                    <a:pt x="237" y="668"/>
                    <a:pt x="237" y="668"/>
                    <a:pt x="237" y="668"/>
                  </a:cubicBezTo>
                  <a:cubicBezTo>
                    <a:pt x="237" y="668"/>
                    <a:pt x="237" y="668"/>
                    <a:pt x="237" y="668"/>
                  </a:cubicBezTo>
                  <a:cubicBezTo>
                    <a:pt x="237" y="668"/>
                    <a:pt x="237" y="668"/>
                    <a:pt x="237" y="668"/>
                  </a:cubicBezTo>
                  <a:cubicBezTo>
                    <a:pt x="236" y="668"/>
                    <a:pt x="236" y="668"/>
                    <a:pt x="236" y="668"/>
                  </a:cubicBezTo>
                  <a:cubicBezTo>
                    <a:pt x="236" y="668"/>
                    <a:pt x="236" y="668"/>
                    <a:pt x="236" y="668"/>
                  </a:cubicBezTo>
                  <a:cubicBezTo>
                    <a:pt x="231" y="670"/>
                    <a:pt x="231" y="670"/>
                    <a:pt x="231" y="670"/>
                  </a:cubicBezTo>
                  <a:cubicBezTo>
                    <a:pt x="231" y="670"/>
                    <a:pt x="231" y="670"/>
                    <a:pt x="231" y="670"/>
                  </a:cubicBezTo>
                  <a:cubicBezTo>
                    <a:pt x="230" y="671"/>
                    <a:pt x="230" y="671"/>
                    <a:pt x="230" y="671"/>
                  </a:cubicBezTo>
                  <a:cubicBezTo>
                    <a:pt x="230" y="671"/>
                    <a:pt x="230" y="671"/>
                    <a:pt x="230" y="671"/>
                  </a:cubicBezTo>
                  <a:cubicBezTo>
                    <a:pt x="231" y="672"/>
                    <a:pt x="231" y="672"/>
                    <a:pt x="231" y="672"/>
                  </a:cubicBezTo>
                  <a:cubicBezTo>
                    <a:pt x="231" y="672"/>
                    <a:pt x="231" y="672"/>
                    <a:pt x="231" y="672"/>
                  </a:cubicBezTo>
                  <a:cubicBezTo>
                    <a:pt x="231" y="673"/>
                    <a:pt x="231" y="673"/>
                    <a:pt x="231" y="673"/>
                  </a:cubicBezTo>
                  <a:cubicBezTo>
                    <a:pt x="231" y="673"/>
                    <a:pt x="231" y="673"/>
                    <a:pt x="231" y="673"/>
                  </a:cubicBezTo>
                  <a:cubicBezTo>
                    <a:pt x="232" y="674"/>
                    <a:pt x="232" y="674"/>
                    <a:pt x="232" y="674"/>
                  </a:cubicBezTo>
                  <a:cubicBezTo>
                    <a:pt x="232" y="674"/>
                    <a:pt x="232" y="674"/>
                    <a:pt x="232" y="674"/>
                  </a:cubicBezTo>
                  <a:cubicBezTo>
                    <a:pt x="232" y="674"/>
                    <a:pt x="232" y="674"/>
                    <a:pt x="232" y="674"/>
                  </a:cubicBezTo>
                  <a:cubicBezTo>
                    <a:pt x="232" y="674"/>
                    <a:pt x="232" y="674"/>
                    <a:pt x="232" y="674"/>
                  </a:cubicBezTo>
                  <a:cubicBezTo>
                    <a:pt x="232" y="675"/>
                    <a:pt x="232" y="675"/>
                    <a:pt x="232" y="675"/>
                  </a:cubicBezTo>
                  <a:cubicBezTo>
                    <a:pt x="232" y="675"/>
                    <a:pt x="232" y="675"/>
                    <a:pt x="232" y="675"/>
                  </a:cubicBezTo>
                  <a:cubicBezTo>
                    <a:pt x="232" y="676"/>
                    <a:pt x="232" y="676"/>
                    <a:pt x="232" y="676"/>
                  </a:cubicBezTo>
                  <a:cubicBezTo>
                    <a:pt x="232" y="676"/>
                    <a:pt x="232" y="676"/>
                    <a:pt x="232" y="676"/>
                  </a:cubicBezTo>
                  <a:cubicBezTo>
                    <a:pt x="232" y="677"/>
                    <a:pt x="232" y="677"/>
                    <a:pt x="232" y="677"/>
                  </a:cubicBezTo>
                  <a:cubicBezTo>
                    <a:pt x="232" y="677"/>
                    <a:pt x="232" y="677"/>
                    <a:pt x="232" y="677"/>
                  </a:cubicBezTo>
                  <a:cubicBezTo>
                    <a:pt x="233" y="678"/>
                    <a:pt x="233" y="678"/>
                    <a:pt x="233" y="678"/>
                  </a:cubicBezTo>
                  <a:cubicBezTo>
                    <a:pt x="233" y="678"/>
                    <a:pt x="233" y="678"/>
                    <a:pt x="233" y="678"/>
                  </a:cubicBezTo>
                  <a:cubicBezTo>
                    <a:pt x="245" y="675"/>
                    <a:pt x="245" y="675"/>
                    <a:pt x="245" y="675"/>
                  </a:cubicBezTo>
                  <a:cubicBezTo>
                    <a:pt x="245" y="675"/>
                    <a:pt x="245" y="675"/>
                    <a:pt x="245" y="675"/>
                  </a:cubicBezTo>
                  <a:cubicBezTo>
                    <a:pt x="246" y="676"/>
                    <a:pt x="246" y="676"/>
                    <a:pt x="246" y="676"/>
                  </a:cubicBezTo>
                  <a:cubicBezTo>
                    <a:pt x="246" y="676"/>
                    <a:pt x="246" y="676"/>
                    <a:pt x="246" y="676"/>
                  </a:cubicBezTo>
                  <a:cubicBezTo>
                    <a:pt x="246" y="677"/>
                    <a:pt x="246" y="677"/>
                    <a:pt x="246" y="677"/>
                  </a:cubicBezTo>
                  <a:cubicBezTo>
                    <a:pt x="246" y="677"/>
                    <a:pt x="246" y="677"/>
                    <a:pt x="246" y="677"/>
                  </a:cubicBezTo>
                  <a:cubicBezTo>
                    <a:pt x="247" y="677"/>
                    <a:pt x="247" y="677"/>
                    <a:pt x="247" y="677"/>
                  </a:cubicBezTo>
                  <a:cubicBezTo>
                    <a:pt x="247" y="677"/>
                    <a:pt x="247" y="677"/>
                    <a:pt x="247" y="677"/>
                  </a:cubicBezTo>
                  <a:cubicBezTo>
                    <a:pt x="247" y="678"/>
                    <a:pt x="247" y="678"/>
                    <a:pt x="247" y="678"/>
                  </a:cubicBezTo>
                  <a:cubicBezTo>
                    <a:pt x="247" y="678"/>
                    <a:pt x="247" y="678"/>
                    <a:pt x="247" y="678"/>
                  </a:cubicBezTo>
                  <a:cubicBezTo>
                    <a:pt x="247" y="679"/>
                    <a:pt x="247" y="679"/>
                    <a:pt x="247" y="679"/>
                  </a:cubicBezTo>
                  <a:cubicBezTo>
                    <a:pt x="247" y="679"/>
                    <a:pt x="247" y="679"/>
                    <a:pt x="247" y="679"/>
                  </a:cubicBezTo>
                  <a:cubicBezTo>
                    <a:pt x="247" y="679"/>
                    <a:pt x="247" y="679"/>
                    <a:pt x="247" y="679"/>
                  </a:cubicBezTo>
                  <a:cubicBezTo>
                    <a:pt x="247" y="679"/>
                    <a:pt x="247" y="679"/>
                    <a:pt x="247" y="679"/>
                  </a:cubicBezTo>
                  <a:cubicBezTo>
                    <a:pt x="247" y="680"/>
                    <a:pt x="247" y="680"/>
                    <a:pt x="247" y="680"/>
                  </a:cubicBezTo>
                  <a:cubicBezTo>
                    <a:pt x="247" y="680"/>
                    <a:pt x="247" y="680"/>
                    <a:pt x="247" y="680"/>
                  </a:cubicBezTo>
                  <a:cubicBezTo>
                    <a:pt x="247" y="681"/>
                    <a:pt x="247" y="681"/>
                    <a:pt x="247" y="681"/>
                  </a:cubicBezTo>
                  <a:cubicBezTo>
                    <a:pt x="247" y="681"/>
                    <a:pt x="247" y="681"/>
                    <a:pt x="247" y="681"/>
                  </a:cubicBezTo>
                  <a:cubicBezTo>
                    <a:pt x="246" y="681"/>
                    <a:pt x="246" y="681"/>
                    <a:pt x="246" y="681"/>
                  </a:cubicBezTo>
                  <a:cubicBezTo>
                    <a:pt x="246" y="681"/>
                    <a:pt x="246" y="681"/>
                    <a:pt x="246" y="681"/>
                  </a:cubicBezTo>
                  <a:cubicBezTo>
                    <a:pt x="245" y="682"/>
                    <a:pt x="245" y="682"/>
                    <a:pt x="245" y="682"/>
                  </a:cubicBezTo>
                  <a:cubicBezTo>
                    <a:pt x="245" y="682"/>
                    <a:pt x="245" y="682"/>
                    <a:pt x="245" y="682"/>
                  </a:cubicBezTo>
                  <a:cubicBezTo>
                    <a:pt x="244" y="683"/>
                    <a:pt x="244" y="683"/>
                    <a:pt x="244" y="683"/>
                  </a:cubicBezTo>
                  <a:cubicBezTo>
                    <a:pt x="244" y="683"/>
                    <a:pt x="244" y="683"/>
                    <a:pt x="244" y="683"/>
                  </a:cubicBezTo>
                  <a:cubicBezTo>
                    <a:pt x="244" y="684"/>
                    <a:pt x="244" y="684"/>
                    <a:pt x="244" y="684"/>
                  </a:cubicBezTo>
                  <a:cubicBezTo>
                    <a:pt x="244" y="684"/>
                    <a:pt x="244" y="684"/>
                    <a:pt x="244" y="684"/>
                  </a:cubicBezTo>
                  <a:cubicBezTo>
                    <a:pt x="243" y="685"/>
                    <a:pt x="243" y="685"/>
                    <a:pt x="243" y="685"/>
                  </a:cubicBezTo>
                  <a:cubicBezTo>
                    <a:pt x="243" y="685"/>
                    <a:pt x="243" y="685"/>
                    <a:pt x="243" y="685"/>
                  </a:cubicBezTo>
                  <a:cubicBezTo>
                    <a:pt x="242" y="686"/>
                    <a:pt x="242" y="686"/>
                    <a:pt x="242" y="686"/>
                  </a:cubicBezTo>
                  <a:cubicBezTo>
                    <a:pt x="242" y="686"/>
                    <a:pt x="242" y="686"/>
                    <a:pt x="242" y="686"/>
                  </a:cubicBezTo>
                  <a:cubicBezTo>
                    <a:pt x="242" y="688"/>
                    <a:pt x="242" y="688"/>
                    <a:pt x="242" y="688"/>
                  </a:cubicBezTo>
                  <a:cubicBezTo>
                    <a:pt x="242" y="688"/>
                    <a:pt x="242" y="688"/>
                    <a:pt x="242" y="688"/>
                  </a:cubicBezTo>
                  <a:cubicBezTo>
                    <a:pt x="241" y="688"/>
                    <a:pt x="241" y="688"/>
                    <a:pt x="241" y="688"/>
                  </a:cubicBezTo>
                  <a:cubicBezTo>
                    <a:pt x="241" y="688"/>
                    <a:pt x="241" y="688"/>
                    <a:pt x="241" y="688"/>
                  </a:cubicBezTo>
                  <a:cubicBezTo>
                    <a:pt x="232" y="699"/>
                    <a:pt x="232" y="699"/>
                    <a:pt x="232" y="699"/>
                  </a:cubicBezTo>
                  <a:cubicBezTo>
                    <a:pt x="232" y="699"/>
                    <a:pt x="232" y="699"/>
                    <a:pt x="232" y="699"/>
                  </a:cubicBezTo>
                  <a:cubicBezTo>
                    <a:pt x="241" y="679"/>
                    <a:pt x="241" y="679"/>
                    <a:pt x="241" y="679"/>
                  </a:cubicBezTo>
                  <a:cubicBezTo>
                    <a:pt x="241" y="679"/>
                    <a:pt x="241" y="679"/>
                    <a:pt x="241" y="679"/>
                  </a:cubicBezTo>
                  <a:cubicBezTo>
                    <a:pt x="241" y="679"/>
                    <a:pt x="241" y="679"/>
                    <a:pt x="241" y="679"/>
                  </a:cubicBezTo>
                  <a:cubicBezTo>
                    <a:pt x="241" y="679"/>
                    <a:pt x="241" y="679"/>
                    <a:pt x="241" y="679"/>
                  </a:cubicBezTo>
                  <a:cubicBezTo>
                    <a:pt x="241" y="679"/>
                    <a:pt x="241" y="679"/>
                    <a:pt x="241" y="679"/>
                  </a:cubicBezTo>
                  <a:cubicBezTo>
                    <a:pt x="241" y="679"/>
                    <a:pt x="241" y="679"/>
                    <a:pt x="241" y="679"/>
                  </a:cubicBezTo>
                  <a:cubicBezTo>
                    <a:pt x="241" y="679"/>
                    <a:pt x="241" y="679"/>
                    <a:pt x="241" y="679"/>
                  </a:cubicBezTo>
                  <a:cubicBezTo>
                    <a:pt x="241" y="679"/>
                    <a:pt x="241" y="679"/>
                    <a:pt x="241" y="679"/>
                  </a:cubicBezTo>
                  <a:cubicBezTo>
                    <a:pt x="241" y="679"/>
                    <a:pt x="241" y="679"/>
                    <a:pt x="241" y="679"/>
                  </a:cubicBezTo>
                  <a:cubicBezTo>
                    <a:pt x="241" y="679"/>
                    <a:pt x="241" y="679"/>
                    <a:pt x="241" y="679"/>
                  </a:cubicBezTo>
                  <a:cubicBezTo>
                    <a:pt x="241" y="679"/>
                    <a:pt x="241" y="679"/>
                    <a:pt x="241" y="679"/>
                  </a:cubicBezTo>
                  <a:cubicBezTo>
                    <a:pt x="241" y="679"/>
                    <a:pt x="241" y="679"/>
                    <a:pt x="241" y="679"/>
                  </a:cubicBezTo>
                  <a:cubicBezTo>
                    <a:pt x="240" y="678"/>
                    <a:pt x="240" y="678"/>
                    <a:pt x="240" y="678"/>
                  </a:cubicBezTo>
                  <a:cubicBezTo>
                    <a:pt x="240" y="678"/>
                    <a:pt x="240" y="678"/>
                    <a:pt x="240" y="678"/>
                  </a:cubicBezTo>
                  <a:cubicBezTo>
                    <a:pt x="240" y="678"/>
                    <a:pt x="240" y="678"/>
                    <a:pt x="240" y="678"/>
                  </a:cubicBezTo>
                  <a:cubicBezTo>
                    <a:pt x="240" y="678"/>
                    <a:pt x="240" y="678"/>
                    <a:pt x="240" y="678"/>
                  </a:cubicBezTo>
                  <a:cubicBezTo>
                    <a:pt x="240" y="678"/>
                    <a:pt x="240" y="678"/>
                    <a:pt x="240" y="678"/>
                  </a:cubicBezTo>
                  <a:cubicBezTo>
                    <a:pt x="240" y="678"/>
                    <a:pt x="240" y="678"/>
                    <a:pt x="240" y="678"/>
                  </a:cubicBezTo>
                  <a:cubicBezTo>
                    <a:pt x="233" y="681"/>
                    <a:pt x="233" y="681"/>
                    <a:pt x="233" y="681"/>
                  </a:cubicBezTo>
                  <a:cubicBezTo>
                    <a:pt x="233" y="681"/>
                    <a:pt x="233" y="681"/>
                    <a:pt x="233" y="681"/>
                  </a:cubicBezTo>
                  <a:cubicBezTo>
                    <a:pt x="233" y="682"/>
                    <a:pt x="233" y="682"/>
                    <a:pt x="233" y="682"/>
                  </a:cubicBezTo>
                  <a:cubicBezTo>
                    <a:pt x="233" y="682"/>
                    <a:pt x="233" y="682"/>
                    <a:pt x="233" y="682"/>
                  </a:cubicBezTo>
                  <a:cubicBezTo>
                    <a:pt x="233" y="682"/>
                    <a:pt x="233" y="682"/>
                    <a:pt x="233" y="682"/>
                  </a:cubicBezTo>
                  <a:cubicBezTo>
                    <a:pt x="233" y="682"/>
                    <a:pt x="233" y="682"/>
                    <a:pt x="233" y="682"/>
                  </a:cubicBezTo>
                  <a:cubicBezTo>
                    <a:pt x="233" y="682"/>
                    <a:pt x="233" y="682"/>
                    <a:pt x="233" y="682"/>
                  </a:cubicBezTo>
                  <a:cubicBezTo>
                    <a:pt x="233" y="682"/>
                    <a:pt x="233" y="682"/>
                    <a:pt x="233" y="682"/>
                  </a:cubicBezTo>
                  <a:cubicBezTo>
                    <a:pt x="234" y="683"/>
                    <a:pt x="234" y="683"/>
                    <a:pt x="234" y="683"/>
                  </a:cubicBezTo>
                  <a:cubicBezTo>
                    <a:pt x="234" y="683"/>
                    <a:pt x="234" y="683"/>
                    <a:pt x="234" y="683"/>
                  </a:cubicBezTo>
                  <a:cubicBezTo>
                    <a:pt x="234" y="683"/>
                    <a:pt x="234" y="683"/>
                    <a:pt x="234" y="683"/>
                  </a:cubicBezTo>
                  <a:cubicBezTo>
                    <a:pt x="234" y="683"/>
                    <a:pt x="234" y="683"/>
                    <a:pt x="234" y="683"/>
                  </a:cubicBezTo>
                  <a:cubicBezTo>
                    <a:pt x="234" y="683"/>
                    <a:pt x="234" y="683"/>
                    <a:pt x="234" y="683"/>
                  </a:cubicBezTo>
                  <a:cubicBezTo>
                    <a:pt x="234" y="683"/>
                    <a:pt x="234" y="683"/>
                    <a:pt x="234" y="683"/>
                  </a:cubicBezTo>
                  <a:cubicBezTo>
                    <a:pt x="235" y="683"/>
                    <a:pt x="235" y="683"/>
                    <a:pt x="235" y="683"/>
                  </a:cubicBezTo>
                  <a:cubicBezTo>
                    <a:pt x="235" y="683"/>
                    <a:pt x="235" y="683"/>
                    <a:pt x="235" y="683"/>
                  </a:cubicBezTo>
                  <a:cubicBezTo>
                    <a:pt x="235" y="683"/>
                    <a:pt x="235" y="683"/>
                    <a:pt x="235" y="683"/>
                  </a:cubicBezTo>
                  <a:cubicBezTo>
                    <a:pt x="235" y="683"/>
                    <a:pt x="235" y="683"/>
                    <a:pt x="235" y="683"/>
                  </a:cubicBezTo>
                  <a:cubicBezTo>
                    <a:pt x="236" y="684"/>
                    <a:pt x="236" y="684"/>
                    <a:pt x="236" y="684"/>
                  </a:cubicBezTo>
                  <a:cubicBezTo>
                    <a:pt x="236" y="684"/>
                    <a:pt x="236" y="684"/>
                    <a:pt x="236" y="684"/>
                  </a:cubicBezTo>
                  <a:cubicBezTo>
                    <a:pt x="235" y="685"/>
                    <a:pt x="235" y="685"/>
                    <a:pt x="235" y="685"/>
                  </a:cubicBezTo>
                  <a:cubicBezTo>
                    <a:pt x="235" y="685"/>
                    <a:pt x="235" y="685"/>
                    <a:pt x="235" y="685"/>
                  </a:cubicBezTo>
                  <a:cubicBezTo>
                    <a:pt x="233" y="686"/>
                    <a:pt x="233" y="686"/>
                    <a:pt x="233" y="686"/>
                  </a:cubicBezTo>
                  <a:cubicBezTo>
                    <a:pt x="233" y="686"/>
                    <a:pt x="233" y="686"/>
                    <a:pt x="233" y="686"/>
                  </a:cubicBezTo>
                  <a:cubicBezTo>
                    <a:pt x="232" y="687"/>
                    <a:pt x="232" y="687"/>
                    <a:pt x="232" y="687"/>
                  </a:cubicBezTo>
                  <a:cubicBezTo>
                    <a:pt x="232" y="687"/>
                    <a:pt x="232" y="687"/>
                    <a:pt x="232" y="687"/>
                  </a:cubicBezTo>
                  <a:cubicBezTo>
                    <a:pt x="230" y="688"/>
                    <a:pt x="230" y="688"/>
                    <a:pt x="230" y="688"/>
                  </a:cubicBezTo>
                  <a:cubicBezTo>
                    <a:pt x="230" y="688"/>
                    <a:pt x="230" y="688"/>
                    <a:pt x="230" y="688"/>
                  </a:cubicBezTo>
                  <a:cubicBezTo>
                    <a:pt x="229" y="689"/>
                    <a:pt x="229" y="689"/>
                    <a:pt x="229" y="689"/>
                  </a:cubicBezTo>
                  <a:cubicBezTo>
                    <a:pt x="229" y="689"/>
                    <a:pt x="229" y="689"/>
                    <a:pt x="229" y="689"/>
                  </a:cubicBezTo>
                  <a:cubicBezTo>
                    <a:pt x="228" y="690"/>
                    <a:pt x="228" y="690"/>
                    <a:pt x="228" y="690"/>
                  </a:cubicBezTo>
                  <a:cubicBezTo>
                    <a:pt x="228" y="690"/>
                    <a:pt x="228" y="690"/>
                    <a:pt x="228" y="690"/>
                  </a:cubicBezTo>
                  <a:cubicBezTo>
                    <a:pt x="227" y="692"/>
                    <a:pt x="227" y="692"/>
                    <a:pt x="227" y="692"/>
                  </a:cubicBezTo>
                  <a:cubicBezTo>
                    <a:pt x="227" y="692"/>
                    <a:pt x="227" y="692"/>
                    <a:pt x="227" y="692"/>
                  </a:cubicBezTo>
                  <a:cubicBezTo>
                    <a:pt x="228" y="694"/>
                    <a:pt x="228" y="694"/>
                    <a:pt x="228" y="694"/>
                  </a:cubicBezTo>
                  <a:cubicBezTo>
                    <a:pt x="228" y="694"/>
                    <a:pt x="228" y="694"/>
                    <a:pt x="228" y="694"/>
                  </a:cubicBezTo>
                  <a:cubicBezTo>
                    <a:pt x="228" y="694"/>
                    <a:pt x="228" y="694"/>
                    <a:pt x="228" y="694"/>
                  </a:cubicBezTo>
                  <a:cubicBezTo>
                    <a:pt x="228" y="694"/>
                    <a:pt x="228" y="694"/>
                    <a:pt x="228" y="694"/>
                  </a:cubicBezTo>
                  <a:cubicBezTo>
                    <a:pt x="228" y="695"/>
                    <a:pt x="228" y="695"/>
                    <a:pt x="228" y="695"/>
                  </a:cubicBezTo>
                  <a:cubicBezTo>
                    <a:pt x="228" y="695"/>
                    <a:pt x="228" y="695"/>
                    <a:pt x="228" y="695"/>
                  </a:cubicBezTo>
                  <a:cubicBezTo>
                    <a:pt x="228" y="695"/>
                    <a:pt x="228" y="695"/>
                    <a:pt x="228" y="695"/>
                  </a:cubicBezTo>
                  <a:cubicBezTo>
                    <a:pt x="228" y="695"/>
                    <a:pt x="228" y="695"/>
                    <a:pt x="228" y="695"/>
                  </a:cubicBezTo>
                  <a:cubicBezTo>
                    <a:pt x="229" y="695"/>
                    <a:pt x="229" y="695"/>
                    <a:pt x="229" y="695"/>
                  </a:cubicBezTo>
                  <a:cubicBezTo>
                    <a:pt x="229" y="695"/>
                    <a:pt x="229" y="695"/>
                    <a:pt x="229" y="695"/>
                  </a:cubicBezTo>
                  <a:cubicBezTo>
                    <a:pt x="229" y="695"/>
                    <a:pt x="229" y="695"/>
                    <a:pt x="229" y="695"/>
                  </a:cubicBezTo>
                  <a:cubicBezTo>
                    <a:pt x="229" y="695"/>
                    <a:pt x="229" y="695"/>
                    <a:pt x="229" y="695"/>
                  </a:cubicBezTo>
                  <a:cubicBezTo>
                    <a:pt x="229" y="695"/>
                    <a:pt x="229" y="695"/>
                    <a:pt x="229" y="695"/>
                  </a:cubicBezTo>
                  <a:cubicBezTo>
                    <a:pt x="229" y="695"/>
                    <a:pt x="229" y="695"/>
                    <a:pt x="229" y="695"/>
                  </a:cubicBezTo>
                  <a:cubicBezTo>
                    <a:pt x="230" y="695"/>
                    <a:pt x="230" y="695"/>
                    <a:pt x="230" y="695"/>
                  </a:cubicBezTo>
                  <a:cubicBezTo>
                    <a:pt x="230" y="695"/>
                    <a:pt x="230" y="695"/>
                    <a:pt x="230" y="695"/>
                  </a:cubicBezTo>
                  <a:cubicBezTo>
                    <a:pt x="230" y="695"/>
                    <a:pt x="230" y="695"/>
                    <a:pt x="230" y="695"/>
                  </a:cubicBezTo>
                  <a:cubicBezTo>
                    <a:pt x="230" y="695"/>
                    <a:pt x="230" y="695"/>
                    <a:pt x="230" y="695"/>
                  </a:cubicBezTo>
                  <a:cubicBezTo>
                    <a:pt x="220" y="703"/>
                    <a:pt x="220" y="703"/>
                    <a:pt x="220" y="703"/>
                  </a:cubicBezTo>
                  <a:cubicBezTo>
                    <a:pt x="220" y="703"/>
                    <a:pt x="220" y="703"/>
                    <a:pt x="220" y="703"/>
                  </a:cubicBezTo>
                  <a:cubicBezTo>
                    <a:pt x="215" y="706"/>
                    <a:pt x="215" y="706"/>
                    <a:pt x="215" y="706"/>
                  </a:cubicBezTo>
                  <a:cubicBezTo>
                    <a:pt x="214" y="707"/>
                    <a:pt x="214" y="707"/>
                    <a:pt x="214" y="707"/>
                  </a:cubicBezTo>
                  <a:cubicBezTo>
                    <a:pt x="208" y="711"/>
                    <a:pt x="208" y="711"/>
                    <a:pt x="208" y="711"/>
                  </a:cubicBezTo>
                  <a:cubicBezTo>
                    <a:pt x="208" y="711"/>
                    <a:pt x="208" y="711"/>
                    <a:pt x="208" y="711"/>
                  </a:cubicBezTo>
                  <a:cubicBezTo>
                    <a:pt x="208" y="711"/>
                    <a:pt x="208" y="711"/>
                    <a:pt x="208" y="711"/>
                  </a:cubicBezTo>
                  <a:cubicBezTo>
                    <a:pt x="208" y="711"/>
                    <a:pt x="208" y="711"/>
                    <a:pt x="208" y="711"/>
                  </a:cubicBezTo>
                  <a:cubicBezTo>
                    <a:pt x="208" y="711"/>
                    <a:pt x="208" y="711"/>
                    <a:pt x="208" y="711"/>
                  </a:cubicBezTo>
                  <a:cubicBezTo>
                    <a:pt x="208" y="711"/>
                    <a:pt x="208" y="711"/>
                    <a:pt x="208" y="711"/>
                  </a:cubicBezTo>
                  <a:cubicBezTo>
                    <a:pt x="208" y="712"/>
                    <a:pt x="208" y="712"/>
                    <a:pt x="208" y="712"/>
                  </a:cubicBezTo>
                  <a:cubicBezTo>
                    <a:pt x="208" y="712"/>
                    <a:pt x="208" y="712"/>
                    <a:pt x="208" y="712"/>
                  </a:cubicBezTo>
                  <a:cubicBezTo>
                    <a:pt x="208" y="712"/>
                    <a:pt x="208" y="712"/>
                    <a:pt x="208" y="712"/>
                  </a:cubicBezTo>
                  <a:cubicBezTo>
                    <a:pt x="208" y="712"/>
                    <a:pt x="208" y="712"/>
                    <a:pt x="208" y="712"/>
                  </a:cubicBezTo>
                  <a:cubicBezTo>
                    <a:pt x="208" y="712"/>
                    <a:pt x="208" y="712"/>
                    <a:pt x="208" y="712"/>
                  </a:cubicBezTo>
                  <a:cubicBezTo>
                    <a:pt x="208" y="712"/>
                    <a:pt x="208" y="712"/>
                    <a:pt x="208" y="712"/>
                  </a:cubicBezTo>
                  <a:cubicBezTo>
                    <a:pt x="208" y="712"/>
                    <a:pt x="208" y="712"/>
                    <a:pt x="208" y="712"/>
                  </a:cubicBezTo>
                  <a:cubicBezTo>
                    <a:pt x="208" y="712"/>
                    <a:pt x="208" y="712"/>
                    <a:pt x="208" y="712"/>
                  </a:cubicBezTo>
                  <a:cubicBezTo>
                    <a:pt x="208" y="713"/>
                    <a:pt x="208" y="713"/>
                    <a:pt x="208" y="713"/>
                  </a:cubicBezTo>
                  <a:cubicBezTo>
                    <a:pt x="208" y="713"/>
                    <a:pt x="208" y="713"/>
                    <a:pt x="208" y="713"/>
                  </a:cubicBezTo>
                  <a:cubicBezTo>
                    <a:pt x="208" y="713"/>
                    <a:pt x="208" y="713"/>
                    <a:pt x="208" y="713"/>
                  </a:cubicBezTo>
                  <a:cubicBezTo>
                    <a:pt x="208" y="713"/>
                    <a:pt x="208" y="713"/>
                    <a:pt x="208" y="713"/>
                  </a:cubicBezTo>
                  <a:cubicBezTo>
                    <a:pt x="209" y="713"/>
                    <a:pt x="209" y="713"/>
                    <a:pt x="209" y="713"/>
                  </a:cubicBezTo>
                  <a:cubicBezTo>
                    <a:pt x="209" y="713"/>
                    <a:pt x="209" y="713"/>
                    <a:pt x="209" y="713"/>
                  </a:cubicBezTo>
                  <a:cubicBezTo>
                    <a:pt x="210" y="713"/>
                    <a:pt x="210" y="713"/>
                    <a:pt x="210" y="713"/>
                  </a:cubicBezTo>
                  <a:cubicBezTo>
                    <a:pt x="210" y="713"/>
                    <a:pt x="210" y="713"/>
                    <a:pt x="210" y="713"/>
                  </a:cubicBezTo>
                  <a:cubicBezTo>
                    <a:pt x="210" y="713"/>
                    <a:pt x="210" y="713"/>
                    <a:pt x="210" y="713"/>
                  </a:cubicBezTo>
                  <a:cubicBezTo>
                    <a:pt x="210" y="713"/>
                    <a:pt x="210" y="713"/>
                    <a:pt x="210" y="713"/>
                  </a:cubicBezTo>
                  <a:cubicBezTo>
                    <a:pt x="211" y="712"/>
                    <a:pt x="211" y="712"/>
                    <a:pt x="211" y="712"/>
                  </a:cubicBezTo>
                  <a:cubicBezTo>
                    <a:pt x="211" y="712"/>
                    <a:pt x="211" y="712"/>
                    <a:pt x="211" y="712"/>
                  </a:cubicBezTo>
                  <a:cubicBezTo>
                    <a:pt x="212" y="712"/>
                    <a:pt x="212" y="712"/>
                    <a:pt x="212" y="712"/>
                  </a:cubicBezTo>
                  <a:cubicBezTo>
                    <a:pt x="212" y="712"/>
                    <a:pt x="212" y="712"/>
                    <a:pt x="212" y="712"/>
                  </a:cubicBezTo>
                  <a:cubicBezTo>
                    <a:pt x="213" y="712"/>
                    <a:pt x="213" y="712"/>
                    <a:pt x="213" y="712"/>
                  </a:cubicBezTo>
                  <a:cubicBezTo>
                    <a:pt x="213" y="712"/>
                    <a:pt x="213" y="712"/>
                    <a:pt x="213" y="712"/>
                  </a:cubicBezTo>
                  <a:cubicBezTo>
                    <a:pt x="214" y="711"/>
                    <a:pt x="214" y="711"/>
                    <a:pt x="214" y="711"/>
                  </a:cubicBezTo>
                  <a:cubicBezTo>
                    <a:pt x="214" y="711"/>
                    <a:pt x="214" y="711"/>
                    <a:pt x="214" y="711"/>
                  </a:cubicBezTo>
                  <a:cubicBezTo>
                    <a:pt x="214" y="710"/>
                    <a:pt x="214" y="710"/>
                    <a:pt x="214" y="710"/>
                  </a:cubicBezTo>
                  <a:cubicBezTo>
                    <a:pt x="214" y="710"/>
                    <a:pt x="214" y="710"/>
                    <a:pt x="214" y="710"/>
                  </a:cubicBezTo>
                  <a:cubicBezTo>
                    <a:pt x="221" y="707"/>
                    <a:pt x="221" y="707"/>
                    <a:pt x="221" y="707"/>
                  </a:cubicBezTo>
                  <a:cubicBezTo>
                    <a:pt x="221" y="707"/>
                    <a:pt x="221" y="707"/>
                    <a:pt x="221" y="707"/>
                  </a:cubicBezTo>
                  <a:cubicBezTo>
                    <a:pt x="219" y="709"/>
                    <a:pt x="219" y="709"/>
                    <a:pt x="219" y="709"/>
                  </a:cubicBezTo>
                  <a:cubicBezTo>
                    <a:pt x="219" y="709"/>
                    <a:pt x="219" y="709"/>
                    <a:pt x="219" y="709"/>
                  </a:cubicBezTo>
                  <a:cubicBezTo>
                    <a:pt x="217" y="710"/>
                    <a:pt x="217" y="710"/>
                    <a:pt x="217" y="710"/>
                  </a:cubicBezTo>
                  <a:cubicBezTo>
                    <a:pt x="217" y="710"/>
                    <a:pt x="217" y="710"/>
                    <a:pt x="217" y="710"/>
                  </a:cubicBezTo>
                  <a:cubicBezTo>
                    <a:pt x="215" y="712"/>
                    <a:pt x="215" y="712"/>
                    <a:pt x="215" y="712"/>
                  </a:cubicBezTo>
                  <a:cubicBezTo>
                    <a:pt x="215" y="712"/>
                    <a:pt x="215" y="712"/>
                    <a:pt x="215" y="712"/>
                  </a:cubicBezTo>
                  <a:cubicBezTo>
                    <a:pt x="214" y="713"/>
                    <a:pt x="214" y="713"/>
                    <a:pt x="214" y="713"/>
                  </a:cubicBezTo>
                  <a:cubicBezTo>
                    <a:pt x="214" y="713"/>
                    <a:pt x="214" y="713"/>
                    <a:pt x="214" y="713"/>
                  </a:cubicBezTo>
                  <a:cubicBezTo>
                    <a:pt x="212" y="715"/>
                    <a:pt x="212" y="715"/>
                    <a:pt x="212" y="715"/>
                  </a:cubicBezTo>
                  <a:cubicBezTo>
                    <a:pt x="212" y="715"/>
                    <a:pt x="212" y="715"/>
                    <a:pt x="212" y="715"/>
                  </a:cubicBezTo>
                  <a:cubicBezTo>
                    <a:pt x="210" y="716"/>
                    <a:pt x="210" y="716"/>
                    <a:pt x="210" y="716"/>
                  </a:cubicBezTo>
                  <a:cubicBezTo>
                    <a:pt x="210" y="716"/>
                    <a:pt x="210" y="716"/>
                    <a:pt x="210" y="716"/>
                  </a:cubicBezTo>
                  <a:cubicBezTo>
                    <a:pt x="208" y="717"/>
                    <a:pt x="208" y="717"/>
                    <a:pt x="208" y="717"/>
                  </a:cubicBezTo>
                  <a:cubicBezTo>
                    <a:pt x="208" y="717"/>
                    <a:pt x="208" y="717"/>
                    <a:pt x="208" y="717"/>
                  </a:cubicBezTo>
                  <a:cubicBezTo>
                    <a:pt x="206" y="719"/>
                    <a:pt x="206" y="719"/>
                    <a:pt x="206" y="719"/>
                  </a:cubicBezTo>
                  <a:cubicBezTo>
                    <a:pt x="206" y="719"/>
                    <a:pt x="206" y="719"/>
                    <a:pt x="206" y="719"/>
                  </a:cubicBezTo>
                  <a:cubicBezTo>
                    <a:pt x="206" y="719"/>
                    <a:pt x="206" y="719"/>
                    <a:pt x="206" y="719"/>
                  </a:cubicBezTo>
                  <a:cubicBezTo>
                    <a:pt x="206" y="719"/>
                    <a:pt x="206" y="719"/>
                    <a:pt x="206" y="719"/>
                  </a:cubicBezTo>
                  <a:cubicBezTo>
                    <a:pt x="205" y="719"/>
                    <a:pt x="205" y="719"/>
                    <a:pt x="205" y="719"/>
                  </a:cubicBezTo>
                  <a:cubicBezTo>
                    <a:pt x="205" y="719"/>
                    <a:pt x="205" y="719"/>
                    <a:pt x="205" y="719"/>
                  </a:cubicBezTo>
                  <a:cubicBezTo>
                    <a:pt x="205" y="719"/>
                    <a:pt x="205" y="719"/>
                    <a:pt x="205" y="719"/>
                  </a:cubicBezTo>
                  <a:cubicBezTo>
                    <a:pt x="205" y="719"/>
                    <a:pt x="205" y="719"/>
                    <a:pt x="205" y="719"/>
                  </a:cubicBezTo>
                  <a:cubicBezTo>
                    <a:pt x="205" y="719"/>
                    <a:pt x="205" y="719"/>
                    <a:pt x="205" y="719"/>
                  </a:cubicBezTo>
                  <a:cubicBezTo>
                    <a:pt x="205" y="719"/>
                    <a:pt x="205" y="719"/>
                    <a:pt x="205" y="719"/>
                  </a:cubicBezTo>
                  <a:cubicBezTo>
                    <a:pt x="204" y="719"/>
                    <a:pt x="204" y="719"/>
                    <a:pt x="204" y="719"/>
                  </a:cubicBezTo>
                  <a:cubicBezTo>
                    <a:pt x="204" y="719"/>
                    <a:pt x="204" y="719"/>
                    <a:pt x="204" y="719"/>
                  </a:cubicBezTo>
                  <a:cubicBezTo>
                    <a:pt x="204" y="719"/>
                    <a:pt x="204" y="719"/>
                    <a:pt x="204" y="719"/>
                  </a:cubicBezTo>
                  <a:cubicBezTo>
                    <a:pt x="204" y="719"/>
                    <a:pt x="204" y="719"/>
                    <a:pt x="204" y="719"/>
                  </a:cubicBezTo>
                  <a:cubicBezTo>
                    <a:pt x="203" y="719"/>
                    <a:pt x="203" y="719"/>
                    <a:pt x="203" y="719"/>
                  </a:cubicBezTo>
                  <a:cubicBezTo>
                    <a:pt x="203" y="719"/>
                    <a:pt x="203" y="719"/>
                    <a:pt x="203" y="719"/>
                  </a:cubicBezTo>
                  <a:cubicBezTo>
                    <a:pt x="203" y="718"/>
                    <a:pt x="203" y="718"/>
                    <a:pt x="203" y="718"/>
                  </a:cubicBezTo>
                  <a:cubicBezTo>
                    <a:pt x="203" y="718"/>
                    <a:pt x="203" y="718"/>
                    <a:pt x="203" y="718"/>
                  </a:cubicBezTo>
                  <a:cubicBezTo>
                    <a:pt x="203" y="718"/>
                    <a:pt x="203" y="718"/>
                    <a:pt x="203" y="718"/>
                  </a:cubicBezTo>
                  <a:cubicBezTo>
                    <a:pt x="203" y="718"/>
                    <a:pt x="203" y="718"/>
                    <a:pt x="203" y="718"/>
                  </a:cubicBezTo>
                  <a:cubicBezTo>
                    <a:pt x="203" y="717"/>
                    <a:pt x="203" y="717"/>
                    <a:pt x="203" y="717"/>
                  </a:cubicBezTo>
                  <a:cubicBezTo>
                    <a:pt x="203" y="717"/>
                    <a:pt x="203" y="717"/>
                    <a:pt x="203" y="717"/>
                  </a:cubicBezTo>
                  <a:cubicBezTo>
                    <a:pt x="202" y="717"/>
                    <a:pt x="202" y="717"/>
                    <a:pt x="202" y="717"/>
                  </a:cubicBezTo>
                  <a:cubicBezTo>
                    <a:pt x="202" y="717"/>
                    <a:pt x="202" y="717"/>
                    <a:pt x="202" y="717"/>
                  </a:cubicBezTo>
                  <a:cubicBezTo>
                    <a:pt x="202" y="716"/>
                    <a:pt x="202" y="716"/>
                    <a:pt x="202" y="716"/>
                  </a:cubicBezTo>
                  <a:cubicBezTo>
                    <a:pt x="202" y="716"/>
                    <a:pt x="202" y="716"/>
                    <a:pt x="202" y="716"/>
                  </a:cubicBezTo>
                  <a:cubicBezTo>
                    <a:pt x="201" y="715"/>
                    <a:pt x="201" y="715"/>
                    <a:pt x="201" y="715"/>
                  </a:cubicBezTo>
                  <a:cubicBezTo>
                    <a:pt x="201" y="715"/>
                    <a:pt x="201" y="715"/>
                    <a:pt x="201" y="715"/>
                  </a:cubicBezTo>
                  <a:cubicBezTo>
                    <a:pt x="201" y="715"/>
                    <a:pt x="201" y="715"/>
                    <a:pt x="201" y="715"/>
                  </a:cubicBezTo>
                  <a:cubicBezTo>
                    <a:pt x="201" y="715"/>
                    <a:pt x="201" y="715"/>
                    <a:pt x="201" y="715"/>
                  </a:cubicBezTo>
                  <a:cubicBezTo>
                    <a:pt x="201" y="714"/>
                    <a:pt x="201" y="714"/>
                    <a:pt x="201" y="714"/>
                  </a:cubicBezTo>
                  <a:cubicBezTo>
                    <a:pt x="201" y="714"/>
                    <a:pt x="201" y="714"/>
                    <a:pt x="201" y="714"/>
                  </a:cubicBezTo>
                  <a:cubicBezTo>
                    <a:pt x="202" y="713"/>
                    <a:pt x="202" y="713"/>
                    <a:pt x="202" y="713"/>
                  </a:cubicBezTo>
                  <a:cubicBezTo>
                    <a:pt x="202" y="713"/>
                    <a:pt x="202" y="713"/>
                    <a:pt x="202" y="713"/>
                  </a:cubicBezTo>
                  <a:cubicBezTo>
                    <a:pt x="215" y="705"/>
                    <a:pt x="215" y="705"/>
                    <a:pt x="215" y="705"/>
                  </a:cubicBezTo>
                  <a:cubicBezTo>
                    <a:pt x="215" y="705"/>
                    <a:pt x="215" y="705"/>
                    <a:pt x="215" y="705"/>
                  </a:cubicBezTo>
                  <a:cubicBezTo>
                    <a:pt x="215" y="705"/>
                    <a:pt x="215" y="705"/>
                    <a:pt x="215" y="705"/>
                  </a:cubicBezTo>
                  <a:cubicBezTo>
                    <a:pt x="215" y="705"/>
                    <a:pt x="215" y="705"/>
                    <a:pt x="215" y="705"/>
                  </a:cubicBezTo>
                  <a:cubicBezTo>
                    <a:pt x="215" y="705"/>
                    <a:pt x="215" y="705"/>
                    <a:pt x="215" y="705"/>
                  </a:cubicBezTo>
                  <a:cubicBezTo>
                    <a:pt x="215" y="705"/>
                    <a:pt x="215" y="705"/>
                    <a:pt x="215" y="705"/>
                  </a:cubicBezTo>
                  <a:cubicBezTo>
                    <a:pt x="215" y="705"/>
                    <a:pt x="215" y="705"/>
                    <a:pt x="215" y="705"/>
                  </a:cubicBezTo>
                  <a:cubicBezTo>
                    <a:pt x="215" y="705"/>
                    <a:pt x="215" y="705"/>
                    <a:pt x="215" y="705"/>
                  </a:cubicBezTo>
                  <a:cubicBezTo>
                    <a:pt x="216" y="705"/>
                    <a:pt x="216" y="705"/>
                    <a:pt x="216" y="705"/>
                  </a:cubicBezTo>
                  <a:cubicBezTo>
                    <a:pt x="216" y="705"/>
                    <a:pt x="216" y="705"/>
                    <a:pt x="216" y="705"/>
                  </a:cubicBezTo>
                  <a:cubicBezTo>
                    <a:pt x="216" y="705"/>
                    <a:pt x="216" y="705"/>
                    <a:pt x="216" y="705"/>
                  </a:cubicBezTo>
                  <a:cubicBezTo>
                    <a:pt x="216" y="705"/>
                    <a:pt x="216" y="705"/>
                    <a:pt x="216" y="705"/>
                  </a:cubicBezTo>
                  <a:cubicBezTo>
                    <a:pt x="216" y="704"/>
                    <a:pt x="216" y="704"/>
                    <a:pt x="216" y="704"/>
                  </a:cubicBezTo>
                  <a:cubicBezTo>
                    <a:pt x="216" y="704"/>
                    <a:pt x="216" y="704"/>
                    <a:pt x="216" y="704"/>
                  </a:cubicBezTo>
                  <a:cubicBezTo>
                    <a:pt x="216" y="704"/>
                    <a:pt x="216" y="704"/>
                    <a:pt x="216" y="704"/>
                  </a:cubicBezTo>
                  <a:cubicBezTo>
                    <a:pt x="216" y="704"/>
                    <a:pt x="216" y="704"/>
                    <a:pt x="216" y="704"/>
                  </a:cubicBezTo>
                  <a:cubicBezTo>
                    <a:pt x="217" y="704"/>
                    <a:pt x="217" y="704"/>
                    <a:pt x="217" y="704"/>
                  </a:cubicBezTo>
                  <a:cubicBezTo>
                    <a:pt x="217" y="704"/>
                    <a:pt x="217" y="704"/>
                    <a:pt x="217" y="704"/>
                  </a:cubicBezTo>
                  <a:cubicBezTo>
                    <a:pt x="217" y="704"/>
                    <a:pt x="217" y="704"/>
                    <a:pt x="217" y="704"/>
                  </a:cubicBezTo>
                  <a:cubicBezTo>
                    <a:pt x="217" y="704"/>
                    <a:pt x="217" y="704"/>
                    <a:pt x="217" y="704"/>
                  </a:cubicBezTo>
                  <a:cubicBezTo>
                    <a:pt x="217" y="704"/>
                    <a:pt x="217" y="704"/>
                    <a:pt x="217" y="704"/>
                  </a:cubicBezTo>
                  <a:cubicBezTo>
                    <a:pt x="217" y="704"/>
                    <a:pt x="217" y="704"/>
                    <a:pt x="217" y="704"/>
                  </a:cubicBezTo>
                  <a:cubicBezTo>
                    <a:pt x="217" y="704"/>
                    <a:pt x="217" y="704"/>
                    <a:pt x="217" y="704"/>
                  </a:cubicBezTo>
                  <a:cubicBezTo>
                    <a:pt x="217" y="704"/>
                    <a:pt x="217" y="704"/>
                    <a:pt x="217" y="704"/>
                  </a:cubicBezTo>
                  <a:cubicBezTo>
                    <a:pt x="217" y="703"/>
                    <a:pt x="217" y="703"/>
                    <a:pt x="217" y="703"/>
                  </a:cubicBezTo>
                  <a:cubicBezTo>
                    <a:pt x="217" y="703"/>
                    <a:pt x="217" y="703"/>
                    <a:pt x="217" y="703"/>
                  </a:cubicBezTo>
                  <a:cubicBezTo>
                    <a:pt x="217" y="703"/>
                    <a:pt x="217" y="703"/>
                    <a:pt x="217" y="703"/>
                  </a:cubicBezTo>
                  <a:cubicBezTo>
                    <a:pt x="217" y="703"/>
                    <a:pt x="217" y="703"/>
                    <a:pt x="217" y="703"/>
                  </a:cubicBezTo>
                  <a:cubicBezTo>
                    <a:pt x="217" y="703"/>
                    <a:pt x="217" y="703"/>
                    <a:pt x="217" y="703"/>
                  </a:cubicBezTo>
                  <a:cubicBezTo>
                    <a:pt x="217" y="703"/>
                    <a:pt x="217" y="703"/>
                    <a:pt x="217" y="703"/>
                  </a:cubicBezTo>
                  <a:cubicBezTo>
                    <a:pt x="217" y="702"/>
                    <a:pt x="217" y="702"/>
                    <a:pt x="217" y="702"/>
                  </a:cubicBezTo>
                  <a:cubicBezTo>
                    <a:pt x="217" y="702"/>
                    <a:pt x="217" y="702"/>
                    <a:pt x="217" y="702"/>
                  </a:cubicBezTo>
                  <a:cubicBezTo>
                    <a:pt x="217" y="702"/>
                    <a:pt x="217" y="702"/>
                    <a:pt x="217" y="702"/>
                  </a:cubicBezTo>
                  <a:cubicBezTo>
                    <a:pt x="217" y="702"/>
                    <a:pt x="217" y="702"/>
                    <a:pt x="217" y="702"/>
                  </a:cubicBezTo>
                  <a:cubicBezTo>
                    <a:pt x="216" y="702"/>
                    <a:pt x="216" y="702"/>
                    <a:pt x="216" y="702"/>
                  </a:cubicBezTo>
                  <a:cubicBezTo>
                    <a:pt x="216" y="702"/>
                    <a:pt x="216" y="702"/>
                    <a:pt x="216" y="702"/>
                  </a:cubicBezTo>
                  <a:cubicBezTo>
                    <a:pt x="215" y="701"/>
                    <a:pt x="215" y="701"/>
                    <a:pt x="215" y="701"/>
                  </a:cubicBezTo>
                  <a:cubicBezTo>
                    <a:pt x="215" y="701"/>
                    <a:pt x="215" y="701"/>
                    <a:pt x="215" y="701"/>
                  </a:cubicBezTo>
                  <a:cubicBezTo>
                    <a:pt x="215" y="701"/>
                    <a:pt x="215" y="701"/>
                    <a:pt x="215" y="701"/>
                  </a:cubicBezTo>
                  <a:cubicBezTo>
                    <a:pt x="215" y="701"/>
                    <a:pt x="215" y="701"/>
                    <a:pt x="215" y="701"/>
                  </a:cubicBezTo>
                  <a:cubicBezTo>
                    <a:pt x="214" y="700"/>
                    <a:pt x="214" y="700"/>
                    <a:pt x="214" y="700"/>
                  </a:cubicBezTo>
                  <a:cubicBezTo>
                    <a:pt x="214" y="700"/>
                    <a:pt x="214" y="700"/>
                    <a:pt x="214" y="700"/>
                  </a:cubicBezTo>
                  <a:cubicBezTo>
                    <a:pt x="214" y="700"/>
                    <a:pt x="214" y="700"/>
                    <a:pt x="214" y="700"/>
                  </a:cubicBezTo>
                  <a:cubicBezTo>
                    <a:pt x="214" y="700"/>
                    <a:pt x="214" y="700"/>
                    <a:pt x="214" y="700"/>
                  </a:cubicBezTo>
                  <a:cubicBezTo>
                    <a:pt x="214" y="699"/>
                    <a:pt x="214" y="699"/>
                    <a:pt x="214" y="699"/>
                  </a:cubicBezTo>
                  <a:cubicBezTo>
                    <a:pt x="214" y="699"/>
                    <a:pt x="214" y="699"/>
                    <a:pt x="214" y="699"/>
                  </a:cubicBezTo>
                  <a:cubicBezTo>
                    <a:pt x="214" y="699"/>
                    <a:pt x="214" y="698"/>
                    <a:pt x="214" y="698"/>
                  </a:cubicBezTo>
                  <a:cubicBezTo>
                    <a:pt x="214" y="698"/>
                    <a:pt x="214" y="698"/>
                    <a:pt x="214" y="698"/>
                  </a:cubicBezTo>
                  <a:cubicBezTo>
                    <a:pt x="213" y="698"/>
                    <a:pt x="213" y="698"/>
                    <a:pt x="213" y="697"/>
                  </a:cubicBezTo>
                  <a:cubicBezTo>
                    <a:pt x="213" y="697"/>
                    <a:pt x="213" y="697"/>
                    <a:pt x="213" y="697"/>
                  </a:cubicBezTo>
                  <a:cubicBezTo>
                    <a:pt x="213" y="696"/>
                    <a:pt x="213" y="696"/>
                    <a:pt x="213" y="695"/>
                  </a:cubicBezTo>
                  <a:cubicBezTo>
                    <a:pt x="213" y="695"/>
                    <a:pt x="213" y="695"/>
                    <a:pt x="213" y="695"/>
                  </a:cubicBezTo>
                  <a:cubicBezTo>
                    <a:pt x="213" y="693"/>
                    <a:pt x="213" y="691"/>
                    <a:pt x="213" y="689"/>
                  </a:cubicBezTo>
                  <a:cubicBezTo>
                    <a:pt x="213" y="689"/>
                    <a:pt x="213" y="689"/>
                    <a:pt x="213" y="689"/>
                  </a:cubicBezTo>
                  <a:cubicBezTo>
                    <a:pt x="213" y="688"/>
                    <a:pt x="213" y="688"/>
                    <a:pt x="214" y="687"/>
                  </a:cubicBezTo>
                  <a:cubicBezTo>
                    <a:pt x="214" y="687"/>
                    <a:pt x="214" y="687"/>
                    <a:pt x="214" y="687"/>
                  </a:cubicBezTo>
                  <a:cubicBezTo>
                    <a:pt x="214" y="686"/>
                    <a:pt x="214" y="685"/>
                    <a:pt x="215" y="684"/>
                  </a:cubicBezTo>
                  <a:cubicBezTo>
                    <a:pt x="215" y="684"/>
                    <a:pt x="215" y="684"/>
                    <a:pt x="215" y="684"/>
                  </a:cubicBezTo>
                  <a:cubicBezTo>
                    <a:pt x="215" y="684"/>
                    <a:pt x="216" y="683"/>
                    <a:pt x="216" y="682"/>
                  </a:cubicBezTo>
                  <a:cubicBezTo>
                    <a:pt x="216" y="682"/>
                    <a:pt x="216" y="682"/>
                    <a:pt x="216" y="682"/>
                  </a:cubicBezTo>
                  <a:cubicBezTo>
                    <a:pt x="217" y="681"/>
                    <a:pt x="217" y="680"/>
                    <a:pt x="218" y="679"/>
                  </a:cubicBezTo>
                  <a:cubicBezTo>
                    <a:pt x="218" y="679"/>
                    <a:pt x="218" y="679"/>
                    <a:pt x="218" y="679"/>
                  </a:cubicBezTo>
                  <a:cubicBezTo>
                    <a:pt x="219" y="677"/>
                    <a:pt x="219" y="677"/>
                    <a:pt x="219" y="677"/>
                  </a:cubicBezTo>
                  <a:cubicBezTo>
                    <a:pt x="219" y="677"/>
                    <a:pt x="219" y="677"/>
                    <a:pt x="219" y="677"/>
                  </a:cubicBezTo>
                  <a:cubicBezTo>
                    <a:pt x="216" y="679"/>
                    <a:pt x="213" y="681"/>
                    <a:pt x="210" y="683"/>
                  </a:cubicBezTo>
                  <a:cubicBezTo>
                    <a:pt x="210" y="683"/>
                    <a:pt x="210" y="683"/>
                    <a:pt x="210" y="683"/>
                  </a:cubicBezTo>
                  <a:cubicBezTo>
                    <a:pt x="209" y="684"/>
                    <a:pt x="208" y="684"/>
                    <a:pt x="207" y="683"/>
                  </a:cubicBezTo>
                  <a:cubicBezTo>
                    <a:pt x="207" y="683"/>
                    <a:pt x="207" y="683"/>
                    <a:pt x="207" y="683"/>
                  </a:cubicBezTo>
                  <a:cubicBezTo>
                    <a:pt x="207" y="683"/>
                    <a:pt x="207" y="683"/>
                    <a:pt x="207" y="683"/>
                  </a:cubicBezTo>
                  <a:cubicBezTo>
                    <a:pt x="207" y="683"/>
                    <a:pt x="207" y="683"/>
                    <a:pt x="207" y="683"/>
                  </a:cubicBezTo>
                  <a:cubicBezTo>
                    <a:pt x="206" y="683"/>
                    <a:pt x="206" y="683"/>
                    <a:pt x="206" y="683"/>
                  </a:cubicBezTo>
                  <a:cubicBezTo>
                    <a:pt x="206" y="683"/>
                    <a:pt x="206" y="683"/>
                    <a:pt x="206" y="683"/>
                  </a:cubicBezTo>
                  <a:cubicBezTo>
                    <a:pt x="206" y="683"/>
                    <a:pt x="206" y="682"/>
                    <a:pt x="205" y="682"/>
                  </a:cubicBezTo>
                  <a:cubicBezTo>
                    <a:pt x="205" y="682"/>
                    <a:pt x="205" y="682"/>
                    <a:pt x="205" y="682"/>
                  </a:cubicBezTo>
                  <a:cubicBezTo>
                    <a:pt x="205" y="682"/>
                    <a:pt x="205" y="682"/>
                    <a:pt x="205" y="682"/>
                  </a:cubicBezTo>
                  <a:cubicBezTo>
                    <a:pt x="205" y="682"/>
                    <a:pt x="205" y="682"/>
                    <a:pt x="205" y="682"/>
                  </a:cubicBezTo>
                  <a:cubicBezTo>
                    <a:pt x="204" y="681"/>
                    <a:pt x="204" y="681"/>
                    <a:pt x="204" y="681"/>
                  </a:cubicBezTo>
                  <a:cubicBezTo>
                    <a:pt x="204" y="681"/>
                    <a:pt x="204" y="681"/>
                    <a:pt x="204" y="681"/>
                  </a:cubicBezTo>
                  <a:cubicBezTo>
                    <a:pt x="203" y="680"/>
                    <a:pt x="203" y="680"/>
                    <a:pt x="203" y="680"/>
                  </a:cubicBezTo>
                  <a:cubicBezTo>
                    <a:pt x="203" y="680"/>
                    <a:pt x="203" y="680"/>
                    <a:pt x="203" y="680"/>
                  </a:cubicBezTo>
                  <a:cubicBezTo>
                    <a:pt x="203" y="680"/>
                    <a:pt x="203" y="680"/>
                    <a:pt x="203" y="680"/>
                  </a:cubicBezTo>
                  <a:cubicBezTo>
                    <a:pt x="203" y="680"/>
                    <a:pt x="203" y="680"/>
                    <a:pt x="203" y="680"/>
                  </a:cubicBezTo>
                  <a:cubicBezTo>
                    <a:pt x="202" y="680"/>
                    <a:pt x="202" y="680"/>
                    <a:pt x="202" y="680"/>
                  </a:cubicBezTo>
                  <a:cubicBezTo>
                    <a:pt x="202" y="680"/>
                    <a:pt x="202" y="680"/>
                    <a:pt x="202" y="680"/>
                  </a:cubicBezTo>
                  <a:cubicBezTo>
                    <a:pt x="202" y="680"/>
                    <a:pt x="202" y="680"/>
                    <a:pt x="202" y="679"/>
                  </a:cubicBezTo>
                  <a:cubicBezTo>
                    <a:pt x="202" y="679"/>
                    <a:pt x="202" y="679"/>
                    <a:pt x="202" y="679"/>
                  </a:cubicBezTo>
                  <a:cubicBezTo>
                    <a:pt x="202" y="680"/>
                    <a:pt x="201" y="680"/>
                    <a:pt x="201" y="680"/>
                  </a:cubicBezTo>
                  <a:cubicBezTo>
                    <a:pt x="201" y="680"/>
                    <a:pt x="201" y="680"/>
                    <a:pt x="201" y="680"/>
                  </a:cubicBezTo>
                  <a:cubicBezTo>
                    <a:pt x="201" y="680"/>
                    <a:pt x="201" y="680"/>
                    <a:pt x="201" y="680"/>
                  </a:cubicBezTo>
                  <a:cubicBezTo>
                    <a:pt x="201" y="680"/>
                    <a:pt x="201" y="680"/>
                    <a:pt x="201" y="680"/>
                  </a:cubicBezTo>
                  <a:cubicBezTo>
                    <a:pt x="201" y="680"/>
                    <a:pt x="200" y="680"/>
                    <a:pt x="200" y="680"/>
                  </a:cubicBezTo>
                  <a:cubicBezTo>
                    <a:pt x="200" y="680"/>
                    <a:pt x="200" y="680"/>
                    <a:pt x="200" y="680"/>
                  </a:cubicBezTo>
                  <a:cubicBezTo>
                    <a:pt x="200" y="680"/>
                    <a:pt x="200" y="681"/>
                    <a:pt x="200" y="681"/>
                  </a:cubicBezTo>
                  <a:cubicBezTo>
                    <a:pt x="200" y="681"/>
                    <a:pt x="200" y="681"/>
                    <a:pt x="200" y="681"/>
                  </a:cubicBezTo>
                  <a:cubicBezTo>
                    <a:pt x="200" y="681"/>
                    <a:pt x="200" y="681"/>
                    <a:pt x="200" y="681"/>
                  </a:cubicBezTo>
                  <a:cubicBezTo>
                    <a:pt x="200" y="681"/>
                    <a:pt x="200" y="681"/>
                    <a:pt x="200" y="681"/>
                  </a:cubicBezTo>
                  <a:cubicBezTo>
                    <a:pt x="200" y="682"/>
                    <a:pt x="200" y="682"/>
                    <a:pt x="200" y="682"/>
                  </a:cubicBezTo>
                  <a:cubicBezTo>
                    <a:pt x="200" y="682"/>
                    <a:pt x="200" y="682"/>
                    <a:pt x="200" y="682"/>
                  </a:cubicBezTo>
                  <a:cubicBezTo>
                    <a:pt x="200" y="682"/>
                    <a:pt x="199" y="682"/>
                    <a:pt x="199" y="682"/>
                  </a:cubicBezTo>
                  <a:cubicBezTo>
                    <a:pt x="199" y="682"/>
                    <a:pt x="199" y="682"/>
                    <a:pt x="199" y="682"/>
                  </a:cubicBezTo>
                  <a:cubicBezTo>
                    <a:pt x="199" y="682"/>
                    <a:pt x="199" y="682"/>
                    <a:pt x="199" y="682"/>
                  </a:cubicBezTo>
                  <a:cubicBezTo>
                    <a:pt x="199" y="682"/>
                    <a:pt x="199" y="682"/>
                    <a:pt x="199" y="682"/>
                  </a:cubicBezTo>
                  <a:cubicBezTo>
                    <a:pt x="193" y="692"/>
                    <a:pt x="193" y="692"/>
                    <a:pt x="193" y="692"/>
                  </a:cubicBezTo>
                  <a:cubicBezTo>
                    <a:pt x="193" y="692"/>
                    <a:pt x="193" y="692"/>
                    <a:pt x="193" y="692"/>
                  </a:cubicBezTo>
                  <a:cubicBezTo>
                    <a:pt x="186" y="705"/>
                    <a:pt x="186" y="705"/>
                    <a:pt x="186" y="705"/>
                  </a:cubicBezTo>
                  <a:cubicBezTo>
                    <a:pt x="186" y="705"/>
                    <a:pt x="186" y="705"/>
                    <a:pt x="186" y="705"/>
                  </a:cubicBezTo>
                  <a:cubicBezTo>
                    <a:pt x="176" y="724"/>
                    <a:pt x="176" y="724"/>
                    <a:pt x="176" y="724"/>
                  </a:cubicBezTo>
                  <a:close/>
                  <a:moveTo>
                    <a:pt x="425" y="723"/>
                  </a:moveTo>
                  <a:cubicBezTo>
                    <a:pt x="424" y="722"/>
                    <a:pt x="424" y="722"/>
                    <a:pt x="424" y="722"/>
                  </a:cubicBezTo>
                  <a:cubicBezTo>
                    <a:pt x="424" y="722"/>
                    <a:pt x="424" y="722"/>
                    <a:pt x="424" y="722"/>
                  </a:cubicBezTo>
                  <a:cubicBezTo>
                    <a:pt x="424" y="722"/>
                    <a:pt x="424" y="722"/>
                    <a:pt x="424" y="722"/>
                  </a:cubicBezTo>
                  <a:cubicBezTo>
                    <a:pt x="424" y="722"/>
                    <a:pt x="424" y="722"/>
                    <a:pt x="424" y="722"/>
                  </a:cubicBezTo>
                  <a:cubicBezTo>
                    <a:pt x="423" y="721"/>
                    <a:pt x="423" y="721"/>
                    <a:pt x="423" y="721"/>
                  </a:cubicBezTo>
                  <a:cubicBezTo>
                    <a:pt x="423" y="721"/>
                    <a:pt x="423" y="721"/>
                    <a:pt x="423" y="721"/>
                  </a:cubicBezTo>
                  <a:cubicBezTo>
                    <a:pt x="423" y="720"/>
                    <a:pt x="423" y="720"/>
                    <a:pt x="423" y="720"/>
                  </a:cubicBezTo>
                  <a:cubicBezTo>
                    <a:pt x="423" y="720"/>
                    <a:pt x="423" y="720"/>
                    <a:pt x="423" y="720"/>
                  </a:cubicBezTo>
                  <a:cubicBezTo>
                    <a:pt x="423" y="720"/>
                    <a:pt x="423" y="720"/>
                    <a:pt x="423" y="720"/>
                  </a:cubicBezTo>
                  <a:cubicBezTo>
                    <a:pt x="423" y="720"/>
                    <a:pt x="423" y="720"/>
                    <a:pt x="423" y="720"/>
                  </a:cubicBezTo>
                  <a:cubicBezTo>
                    <a:pt x="423" y="719"/>
                    <a:pt x="423" y="719"/>
                    <a:pt x="423" y="719"/>
                  </a:cubicBezTo>
                  <a:cubicBezTo>
                    <a:pt x="423" y="719"/>
                    <a:pt x="423" y="719"/>
                    <a:pt x="423" y="719"/>
                  </a:cubicBezTo>
                  <a:cubicBezTo>
                    <a:pt x="423" y="718"/>
                    <a:pt x="423" y="718"/>
                    <a:pt x="423" y="718"/>
                  </a:cubicBezTo>
                  <a:cubicBezTo>
                    <a:pt x="423" y="718"/>
                    <a:pt x="423" y="718"/>
                    <a:pt x="423" y="718"/>
                  </a:cubicBezTo>
                  <a:cubicBezTo>
                    <a:pt x="424" y="717"/>
                    <a:pt x="424" y="717"/>
                    <a:pt x="424" y="717"/>
                  </a:cubicBezTo>
                  <a:cubicBezTo>
                    <a:pt x="424" y="717"/>
                    <a:pt x="424" y="717"/>
                    <a:pt x="424" y="717"/>
                  </a:cubicBezTo>
                  <a:cubicBezTo>
                    <a:pt x="425" y="716"/>
                    <a:pt x="425" y="716"/>
                    <a:pt x="425" y="716"/>
                  </a:cubicBezTo>
                  <a:cubicBezTo>
                    <a:pt x="425" y="716"/>
                    <a:pt x="425" y="716"/>
                    <a:pt x="425" y="716"/>
                  </a:cubicBezTo>
                  <a:cubicBezTo>
                    <a:pt x="427" y="715"/>
                    <a:pt x="427" y="715"/>
                    <a:pt x="427" y="715"/>
                  </a:cubicBezTo>
                  <a:cubicBezTo>
                    <a:pt x="427" y="715"/>
                    <a:pt x="427" y="715"/>
                    <a:pt x="427" y="715"/>
                  </a:cubicBezTo>
                  <a:cubicBezTo>
                    <a:pt x="428" y="714"/>
                    <a:pt x="428" y="714"/>
                    <a:pt x="428" y="714"/>
                  </a:cubicBezTo>
                  <a:cubicBezTo>
                    <a:pt x="428" y="714"/>
                    <a:pt x="428" y="714"/>
                    <a:pt x="428" y="714"/>
                  </a:cubicBezTo>
                  <a:cubicBezTo>
                    <a:pt x="430" y="713"/>
                    <a:pt x="430" y="713"/>
                    <a:pt x="430" y="713"/>
                  </a:cubicBezTo>
                  <a:cubicBezTo>
                    <a:pt x="430" y="713"/>
                    <a:pt x="430" y="713"/>
                    <a:pt x="430" y="713"/>
                  </a:cubicBezTo>
                  <a:cubicBezTo>
                    <a:pt x="431" y="712"/>
                    <a:pt x="431" y="712"/>
                    <a:pt x="431" y="712"/>
                  </a:cubicBezTo>
                  <a:cubicBezTo>
                    <a:pt x="431" y="712"/>
                    <a:pt x="431" y="712"/>
                    <a:pt x="431" y="712"/>
                  </a:cubicBezTo>
                  <a:cubicBezTo>
                    <a:pt x="433" y="711"/>
                    <a:pt x="433" y="711"/>
                    <a:pt x="433" y="711"/>
                  </a:cubicBezTo>
                  <a:cubicBezTo>
                    <a:pt x="433" y="711"/>
                    <a:pt x="433" y="711"/>
                    <a:pt x="433" y="711"/>
                  </a:cubicBezTo>
                  <a:cubicBezTo>
                    <a:pt x="434" y="710"/>
                    <a:pt x="434" y="710"/>
                    <a:pt x="434" y="710"/>
                  </a:cubicBezTo>
                  <a:cubicBezTo>
                    <a:pt x="434" y="710"/>
                    <a:pt x="434" y="710"/>
                    <a:pt x="434" y="710"/>
                  </a:cubicBezTo>
                  <a:cubicBezTo>
                    <a:pt x="436" y="709"/>
                    <a:pt x="436" y="709"/>
                    <a:pt x="436" y="709"/>
                  </a:cubicBezTo>
                  <a:cubicBezTo>
                    <a:pt x="436" y="709"/>
                    <a:pt x="436" y="709"/>
                    <a:pt x="436" y="709"/>
                  </a:cubicBezTo>
                  <a:cubicBezTo>
                    <a:pt x="442" y="704"/>
                    <a:pt x="442" y="704"/>
                    <a:pt x="442" y="704"/>
                  </a:cubicBezTo>
                  <a:cubicBezTo>
                    <a:pt x="442" y="704"/>
                    <a:pt x="442" y="704"/>
                    <a:pt x="442" y="704"/>
                  </a:cubicBezTo>
                  <a:cubicBezTo>
                    <a:pt x="443" y="703"/>
                    <a:pt x="443" y="703"/>
                    <a:pt x="443" y="703"/>
                  </a:cubicBezTo>
                  <a:cubicBezTo>
                    <a:pt x="443" y="703"/>
                    <a:pt x="443" y="703"/>
                    <a:pt x="443" y="703"/>
                  </a:cubicBezTo>
                  <a:cubicBezTo>
                    <a:pt x="444" y="703"/>
                    <a:pt x="444" y="703"/>
                    <a:pt x="444" y="703"/>
                  </a:cubicBezTo>
                  <a:cubicBezTo>
                    <a:pt x="444" y="703"/>
                    <a:pt x="444" y="703"/>
                    <a:pt x="444" y="703"/>
                  </a:cubicBezTo>
                  <a:cubicBezTo>
                    <a:pt x="444" y="702"/>
                    <a:pt x="444" y="702"/>
                    <a:pt x="444" y="702"/>
                  </a:cubicBezTo>
                  <a:cubicBezTo>
                    <a:pt x="444" y="702"/>
                    <a:pt x="444" y="702"/>
                    <a:pt x="444" y="702"/>
                  </a:cubicBezTo>
                  <a:cubicBezTo>
                    <a:pt x="445" y="700"/>
                    <a:pt x="445" y="700"/>
                    <a:pt x="445" y="700"/>
                  </a:cubicBezTo>
                  <a:cubicBezTo>
                    <a:pt x="445" y="700"/>
                    <a:pt x="445" y="700"/>
                    <a:pt x="445" y="700"/>
                  </a:cubicBezTo>
                  <a:cubicBezTo>
                    <a:pt x="446" y="699"/>
                    <a:pt x="446" y="699"/>
                    <a:pt x="446" y="699"/>
                  </a:cubicBezTo>
                  <a:cubicBezTo>
                    <a:pt x="446" y="699"/>
                    <a:pt x="446" y="699"/>
                    <a:pt x="446" y="699"/>
                  </a:cubicBezTo>
                  <a:cubicBezTo>
                    <a:pt x="446" y="698"/>
                    <a:pt x="446" y="698"/>
                    <a:pt x="446" y="698"/>
                  </a:cubicBezTo>
                  <a:cubicBezTo>
                    <a:pt x="446" y="698"/>
                    <a:pt x="446" y="698"/>
                    <a:pt x="446" y="698"/>
                  </a:cubicBezTo>
                  <a:cubicBezTo>
                    <a:pt x="446" y="697"/>
                    <a:pt x="446" y="697"/>
                    <a:pt x="446" y="697"/>
                  </a:cubicBezTo>
                  <a:cubicBezTo>
                    <a:pt x="446" y="697"/>
                    <a:pt x="446" y="697"/>
                    <a:pt x="446" y="697"/>
                  </a:cubicBezTo>
                  <a:cubicBezTo>
                    <a:pt x="446" y="696"/>
                    <a:pt x="446" y="696"/>
                    <a:pt x="446" y="696"/>
                  </a:cubicBezTo>
                  <a:cubicBezTo>
                    <a:pt x="446" y="696"/>
                    <a:pt x="446" y="696"/>
                    <a:pt x="446" y="696"/>
                  </a:cubicBezTo>
                  <a:cubicBezTo>
                    <a:pt x="444" y="695"/>
                    <a:pt x="444" y="695"/>
                    <a:pt x="444" y="695"/>
                  </a:cubicBezTo>
                  <a:cubicBezTo>
                    <a:pt x="444" y="695"/>
                    <a:pt x="444" y="695"/>
                    <a:pt x="444" y="695"/>
                  </a:cubicBezTo>
                  <a:cubicBezTo>
                    <a:pt x="444" y="696"/>
                    <a:pt x="444" y="696"/>
                    <a:pt x="444" y="696"/>
                  </a:cubicBezTo>
                  <a:cubicBezTo>
                    <a:pt x="444" y="696"/>
                    <a:pt x="444" y="696"/>
                    <a:pt x="444" y="696"/>
                  </a:cubicBezTo>
                  <a:cubicBezTo>
                    <a:pt x="444" y="697"/>
                    <a:pt x="444" y="697"/>
                    <a:pt x="444" y="697"/>
                  </a:cubicBezTo>
                  <a:cubicBezTo>
                    <a:pt x="444" y="697"/>
                    <a:pt x="444" y="697"/>
                    <a:pt x="444" y="697"/>
                  </a:cubicBezTo>
                  <a:cubicBezTo>
                    <a:pt x="443" y="697"/>
                    <a:pt x="443" y="697"/>
                    <a:pt x="443" y="697"/>
                  </a:cubicBezTo>
                  <a:cubicBezTo>
                    <a:pt x="443" y="697"/>
                    <a:pt x="443" y="697"/>
                    <a:pt x="443" y="697"/>
                  </a:cubicBezTo>
                  <a:cubicBezTo>
                    <a:pt x="443" y="698"/>
                    <a:pt x="443" y="698"/>
                    <a:pt x="443" y="698"/>
                  </a:cubicBezTo>
                  <a:cubicBezTo>
                    <a:pt x="443" y="698"/>
                    <a:pt x="443" y="698"/>
                    <a:pt x="443" y="698"/>
                  </a:cubicBezTo>
                  <a:cubicBezTo>
                    <a:pt x="442" y="698"/>
                    <a:pt x="442" y="698"/>
                    <a:pt x="442" y="698"/>
                  </a:cubicBezTo>
                  <a:cubicBezTo>
                    <a:pt x="442" y="698"/>
                    <a:pt x="442" y="698"/>
                    <a:pt x="442" y="698"/>
                  </a:cubicBezTo>
                  <a:cubicBezTo>
                    <a:pt x="442" y="698"/>
                    <a:pt x="442" y="698"/>
                    <a:pt x="442" y="698"/>
                  </a:cubicBezTo>
                  <a:cubicBezTo>
                    <a:pt x="442" y="698"/>
                    <a:pt x="442" y="698"/>
                    <a:pt x="442" y="698"/>
                  </a:cubicBezTo>
                  <a:cubicBezTo>
                    <a:pt x="441" y="699"/>
                    <a:pt x="441" y="699"/>
                    <a:pt x="441" y="699"/>
                  </a:cubicBezTo>
                  <a:cubicBezTo>
                    <a:pt x="441" y="699"/>
                    <a:pt x="441" y="699"/>
                    <a:pt x="441" y="699"/>
                  </a:cubicBezTo>
                  <a:cubicBezTo>
                    <a:pt x="440" y="699"/>
                    <a:pt x="440" y="699"/>
                    <a:pt x="440" y="699"/>
                  </a:cubicBezTo>
                  <a:cubicBezTo>
                    <a:pt x="440" y="699"/>
                    <a:pt x="440" y="699"/>
                    <a:pt x="440" y="699"/>
                  </a:cubicBezTo>
                  <a:cubicBezTo>
                    <a:pt x="440" y="699"/>
                    <a:pt x="440" y="699"/>
                    <a:pt x="440" y="699"/>
                  </a:cubicBezTo>
                  <a:cubicBezTo>
                    <a:pt x="440" y="699"/>
                    <a:pt x="440" y="699"/>
                    <a:pt x="440" y="699"/>
                  </a:cubicBezTo>
                  <a:cubicBezTo>
                    <a:pt x="439" y="699"/>
                    <a:pt x="439" y="699"/>
                    <a:pt x="439" y="699"/>
                  </a:cubicBezTo>
                  <a:cubicBezTo>
                    <a:pt x="439" y="699"/>
                    <a:pt x="439" y="699"/>
                    <a:pt x="439" y="699"/>
                  </a:cubicBezTo>
                  <a:cubicBezTo>
                    <a:pt x="439" y="699"/>
                    <a:pt x="439" y="699"/>
                    <a:pt x="439" y="699"/>
                  </a:cubicBezTo>
                  <a:cubicBezTo>
                    <a:pt x="439" y="699"/>
                    <a:pt x="439" y="699"/>
                    <a:pt x="439" y="699"/>
                  </a:cubicBezTo>
                  <a:cubicBezTo>
                    <a:pt x="439" y="699"/>
                    <a:pt x="439" y="699"/>
                    <a:pt x="439" y="699"/>
                  </a:cubicBezTo>
                  <a:cubicBezTo>
                    <a:pt x="439" y="699"/>
                    <a:pt x="439" y="699"/>
                    <a:pt x="439" y="699"/>
                  </a:cubicBezTo>
                  <a:cubicBezTo>
                    <a:pt x="438" y="699"/>
                    <a:pt x="438" y="699"/>
                    <a:pt x="438" y="699"/>
                  </a:cubicBezTo>
                  <a:cubicBezTo>
                    <a:pt x="438" y="699"/>
                    <a:pt x="438" y="699"/>
                    <a:pt x="438" y="699"/>
                  </a:cubicBezTo>
                  <a:cubicBezTo>
                    <a:pt x="438" y="699"/>
                    <a:pt x="438" y="699"/>
                    <a:pt x="438" y="699"/>
                  </a:cubicBezTo>
                  <a:cubicBezTo>
                    <a:pt x="438" y="699"/>
                    <a:pt x="438" y="699"/>
                    <a:pt x="438" y="699"/>
                  </a:cubicBezTo>
                  <a:cubicBezTo>
                    <a:pt x="437" y="699"/>
                    <a:pt x="437" y="699"/>
                    <a:pt x="437" y="699"/>
                  </a:cubicBezTo>
                  <a:cubicBezTo>
                    <a:pt x="437" y="699"/>
                    <a:pt x="437" y="699"/>
                    <a:pt x="437" y="699"/>
                  </a:cubicBezTo>
                  <a:cubicBezTo>
                    <a:pt x="437" y="699"/>
                    <a:pt x="437" y="699"/>
                    <a:pt x="437" y="699"/>
                  </a:cubicBezTo>
                  <a:cubicBezTo>
                    <a:pt x="437" y="699"/>
                    <a:pt x="437" y="699"/>
                    <a:pt x="437" y="699"/>
                  </a:cubicBezTo>
                  <a:cubicBezTo>
                    <a:pt x="437" y="699"/>
                    <a:pt x="437" y="699"/>
                    <a:pt x="437" y="699"/>
                  </a:cubicBezTo>
                  <a:cubicBezTo>
                    <a:pt x="437" y="699"/>
                    <a:pt x="437" y="699"/>
                    <a:pt x="437" y="699"/>
                  </a:cubicBezTo>
                  <a:cubicBezTo>
                    <a:pt x="437" y="699"/>
                    <a:pt x="437" y="699"/>
                    <a:pt x="437" y="699"/>
                  </a:cubicBezTo>
                  <a:cubicBezTo>
                    <a:pt x="437" y="699"/>
                    <a:pt x="437" y="699"/>
                    <a:pt x="437" y="699"/>
                  </a:cubicBezTo>
                  <a:cubicBezTo>
                    <a:pt x="436" y="698"/>
                    <a:pt x="436" y="698"/>
                    <a:pt x="436" y="698"/>
                  </a:cubicBezTo>
                  <a:cubicBezTo>
                    <a:pt x="436" y="698"/>
                    <a:pt x="436" y="698"/>
                    <a:pt x="436" y="698"/>
                  </a:cubicBezTo>
                  <a:cubicBezTo>
                    <a:pt x="436" y="698"/>
                    <a:pt x="436" y="698"/>
                    <a:pt x="436" y="698"/>
                  </a:cubicBezTo>
                  <a:cubicBezTo>
                    <a:pt x="436" y="698"/>
                    <a:pt x="436" y="698"/>
                    <a:pt x="436" y="698"/>
                  </a:cubicBezTo>
                  <a:cubicBezTo>
                    <a:pt x="436" y="698"/>
                    <a:pt x="436" y="698"/>
                    <a:pt x="436" y="698"/>
                  </a:cubicBezTo>
                  <a:cubicBezTo>
                    <a:pt x="436" y="698"/>
                    <a:pt x="436" y="698"/>
                    <a:pt x="436" y="698"/>
                  </a:cubicBezTo>
                  <a:cubicBezTo>
                    <a:pt x="436" y="697"/>
                    <a:pt x="436" y="697"/>
                    <a:pt x="436" y="697"/>
                  </a:cubicBezTo>
                  <a:cubicBezTo>
                    <a:pt x="436" y="697"/>
                    <a:pt x="436" y="697"/>
                    <a:pt x="436" y="697"/>
                  </a:cubicBezTo>
                  <a:cubicBezTo>
                    <a:pt x="436" y="697"/>
                    <a:pt x="436" y="697"/>
                    <a:pt x="436" y="697"/>
                  </a:cubicBezTo>
                  <a:cubicBezTo>
                    <a:pt x="436" y="697"/>
                    <a:pt x="436" y="697"/>
                    <a:pt x="436" y="697"/>
                  </a:cubicBezTo>
                  <a:cubicBezTo>
                    <a:pt x="436" y="696"/>
                    <a:pt x="436" y="696"/>
                    <a:pt x="436" y="696"/>
                  </a:cubicBezTo>
                  <a:cubicBezTo>
                    <a:pt x="436" y="696"/>
                    <a:pt x="436" y="696"/>
                    <a:pt x="436" y="696"/>
                  </a:cubicBezTo>
                  <a:cubicBezTo>
                    <a:pt x="443" y="692"/>
                    <a:pt x="443" y="692"/>
                    <a:pt x="443" y="692"/>
                  </a:cubicBezTo>
                  <a:cubicBezTo>
                    <a:pt x="443" y="692"/>
                    <a:pt x="443" y="692"/>
                    <a:pt x="443" y="692"/>
                  </a:cubicBezTo>
                  <a:cubicBezTo>
                    <a:pt x="442" y="692"/>
                    <a:pt x="442" y="692"/>
                    <a:pt x="442" y="692"/>
                  </a:cubicBezTo>
                  <a:cubicBezTo>
                    <a:pt x="442" y="692"/>
                    <a:pt x="442" y="692"/>
                    <a:pt x="442" y="692"/>
                  </a:cubicBezTo>
                  <a:cubicBezTo>
                    <a:pt x="442" y="691"/>
                    <a:pt x="442" y="691"/>
                    <a:pt x="442" y="691"/>
                  </a:cubicBezTo>
                  <a:cubicBezTo>
                    <a:pt x="442" y="691"/>
                    <a:pt x="442" y="691"/>
                    <a:pt x="442" y="691"/>
                  </a:cubicBezTo>
                  <a:cubicBezTo>
                    <a:pt x="442" y="691"/>
                    <a:pt x="442" y="691"/>
                    <a:pt x="442" y="691"/>
                  </a:cubicBezTo>
                  <a:cubicBezTo>
                    <a:pt x="442" y="691"/>
                    <a:pt x="442" y="691"/>
                    <a:pt x="442" y="691"/>
                  </a:cubicBezTo>
                  <a:cubicBezTo>
                    <a:pt x="442" y="691"/>
                    <a:pt x="442" y="691"/>
                    <a:pt x="442" y="691"/>
                  </a:cubicBezTo>
                  <a:cubicBezTo>
                    <a:pt x="442" y="691"/>
                    <a:pt x="442" y="691"/>
                    <a:pt x="442" y="691"/>
                  </a:cubicBezTo>
                  <a:cubicBezTo>
                    <a:pt x="442" y="690"/>
                    <a:pt x="442" y="690"/>
                    <a:pt x="442" y="690"/>
                  </a:cubicBezTo>
                  <a:cubicBezTo>
                    <a:pt x="442" y="690"/>
                    <a:pt x="442" y="690"/>
                    <a:pt x="442" y="690"/>
                  </a:cubicBezTo>
                  <a:cubicBezTo>
                    <a:pt x="442" y="690"/>
                    <a:pt x="442" y="690"/>
                    <a:pt x="442" y="690"/>
                  </a:cubicBezTo>
                  <a:cubicBezTo>
                    <a:pt x="442" y="690"/>
                    <a:pt x="442" y="690"/>
                    <a:pt x="442" y="690"/>
                  </a:cubicBezTo>
                  <a:cubicBezTo>
                    <a:pt x="442" y="690"/>
                    <a:pt x="442" y="690"/>
                    <a:pt x="442" y="690"/>
                  </a:cubicBezTo>
                  <a:cubicBezTo>
                    <a:pt x="442" y="690"/>
                    <a:pt x="442" y="690"/>
                    <a:pt x="442" y="690"/>
                  </a:cubicBezTo>
                  <a:cubicBezTo>
                    <a:pt x="443" y="689"/>
                    <a:pt x="443" y="689"/>
                    <a:pt x="443" y="689"/>
                  </a:cubicBezTo>
                  <a:cubicBezTo>
                    <a:pt x="443" y="689"/>
                    <a:pt x="443" y="689"/>
                    <a:pt x="443" y="689"/>
                  </a:cubicBezTo>
                  <a:cubicBezTo>
                    <a:pt x="443" y="689"/>
                    <a:pt x="443" y="689"/>
                    <a:pt x="443" y="689"/>
                  </a:cubicBezTo>
                  <a:cubicBezTo>
                    <a:pt x="443" y="689"/>
                    <a:pt x="443" y="689"/>
                    <a:pt x="443" y="689"/>
                  </a:cubicBezTo>
                  <a:cubicBezTo>
                    <a:pt x="443" y="688"/>
                    <a:pt x="443" y="688"/>
                    <a:pt x="443" y="688"/>
                  </a:cubicBezTo>
                  <a:cubicBezTo>
                    <a:pt x="443" y="688"/>
                    <a:pt x="443" y="688"/>
                    <a:pt x="443" y="688"/>
                  </a:cubicBezTo>
                  <a:cubicBezTo>
                    <a:pt x="443" y="688"/>
                    <a:pt x="443" y="688"/>
                    <a:pt x="443" y="688"/>
                  </a:cubicBezTo>
                  <a:cubicBezTo>
                    <a:pt x="443" y="688"/>
                    <a:pt x="443" y="688"/>
                    <a:pt x="443" y="688"/>
                  </a:cubicBezTo>
                  <a:cubicBezTo>
                    <a:pt x="444" y="687"/>
                    <a:pt x="444" y="687"/>
                    <a:pt x="444" y="687"/>
                  </a:cubicBezTo>
                  <a:cubicBezTo>
                    <a:pt x="444" y="687"/>
                    <a:pt x="444" y="687"/>
                    <a:pt x="444" y="687"/>
                  </a:cubicBezTo>
                  <a:cubicBezTo>
                    <a:pt x="444" y="687"/>
                    <a:pt x="444" y="687"/>
                    <a:pt x="444" y="687"/>
                  </a:cubicBezTo>
                  <a:cubicBezTo>
                    <a:pt x="444" y="687"/>
                    <a:pt x="444" y="687"/>
                    <a:pt x="444" y="687"/>
                  </a:cubicBezTo>
                  <a:cubicBezTo>
                    <a:pt x="444" y="686"/>
                    <a:pt x="444" y="686"/>
                    <a:pt x="444" y="686"/>
                  </a:cubicBezTo>
                  <a:cubicBezTo>
                    <a:pt x="444" y="686"/>
                    <a:pt x="444" y="686"/>
                    <a:pt x="444" y="686"/>
                  </a:cubicBezTo>
                  <a:cubicBezTo>
                    <a:pt x="444" y="686"/>
                    <a:pt x="444" y="686"/>
                    <a:pt x="444" y="686"/>
                  </a:cubicBezTo>
                  <a:cubicBezTo>
                    <a:pt x="444" y="686"/>
                    <a:pt x="444" y="686"/>
                    <a:pt x="444" y="686"/>
                  </a:cubicBezTo>
                  <a:cubicBezTo>
                    <a:pt x="444" y="685"/>
                    <a:pt x="444" y="685"/>
                    <a:pt x="444" y="685"/>
                  </a:cubicBezTo>
                  <a:cubicBezTo>
                    <a:pt x="444" y="685"/>
                    <a:pt x="444" y="685"/>
                    <a:pt x="444" y="685"/>
                  </a:cubicBezTo>
                  <a:cubicBezTo>
                    <a:pt x="443" y="685"/>
                    <a:pt x="443" y="685"/>
                    <a:pt x="443" y="685"/>
                  </a:cubicBezTo>
                  <a:cubicBezTo>
                    <a:pt x="443" y="685"/>
                    <a:pt x="443" y="685"/>
                    <a:pt x="443" y="685"/>
                  </a:cubicBezTo>
                  <a:cubicBezTo>
                    <a:pt x="443" y="685"/>
                    <a:pt x="443" y="685"/>
                    <a:pt x="443" y="685"/>
                  </a:cubicBezTo>
                  <a:cubicBezTo>
                    <a:pt x="443" y="685"/>
                    <a:pt x="443" y="685"/>
                    <a:pt x="443" y="685"/>
                  </a:cubicBezTo>
                  <a:cubicBezTo>
                    <a:pt x="442" y="685"/>
                    <a:pt x="442" y="685"/>
                    <a:pt x="442" y="685"/>
                  </a:cubicBezTo>
                  <a:cubicBezTo>
                    <a:pt x="442" y="685"/>
                    <a:pt x="442" y="685"/>
                    <a:pt x="442" y="685"/>
                  </a:cubicBezTo>
                  <a:cubicBezTo>
                    <a:pt x="442" y="685"/>
                    <a:pt x="442" y="685"/>
                    <a:pt x="442" y="685"/>
                  </a:cubicBezTo>
                  <a:cubicBezTo>
                    <a:pt x="442" y="685"/>
                    <a:pt x="442" y="685"/>
                    <a:pt x="442" y="685"/>
                  </a:cubicBezTo>
                  <a:cubicBezTo>
                    <a:pt x="441" y="685"/>
                    <a:pt x="441" y="685"/>
                    <a:pt x="441" y="685"/>
                  </a:cubicBezTo>
                  <a:cubicBezTo>
                    <a:pt x="441" y="685"/>
                    <a:pt x="441" y="685"/>
                    <a:pt x="441" y="685"/>
                  </a:cubicBezTo>
                  <a:cubicBezTo>
                    <a:pt x="441" y="685"/>
                    <a:pt x="441" y="685"/>
                    <a:pt x="441" y="685"/>
                  </a:cubicBezTo>
                  <a:cubicBezTo>
                    <a:pt x="441" y="685"/>
                    <a:pt x="441" y="685"/>
                    <a:pt x="441" y="685"/>
                  </a:cubicBezTo>
                  <a:cubicBezTo>
                    <a:pt x="440" y="685"/>
                    <a:pt x="440" y="685"/>
                    <a:pt x="440" y="685"/>
                  </a:cubicBezTo>
                  <a:cubicBezTo>
                    <a:pt x="440" y="685"/>
                    <a:pt x="440" y="685"/>
                    <a:pt x="440" y="685"/>
                  </a:cubicBezTo>
                  <a:cubicBezTo>
                    <a:pt x="440" y="685"/>
                    <a:pt x="440" y="685"/>
                    <a:pt x="440" y="685"/>
                  </a:cubicBezTo>
                  <a:cubicBezTo>
                    <a:pt x="440" y="685"/>
                    <a:pt x="440" y="685"/>
                    <a:pt x="440" y="685"/>
                  </a:cubicBezTo>
                  <a:cubicBezTo>
                    <a:pt x="440" y="685"/>
                    <a:pt x="440" y="685"/>
                    <a:pt x="440" y="685"/>
                  </a:cubicBezTo>
                  <a:cubicBezTo>
                    <a:pt x="440" y="685"/>
                    <a:pt x="440" y="685"/>
                    <a:pt x="440" y="685"/>
                  </a:cubicBezTo>
                  <a:cubicBezTo>
                    <a:pt x="439" y="685"/>
                    <a:pt x="439" y="685"/>
                    <a:pt x="439" y="685"/>
                  </a:cubicBezTo>
                  <a:cubicBezTo>
                    <a:pt x="439" y="685"/>
                    <a:pt x="439" y="685"/>
                    <a:pt x="439" y="685"/>
                  </a:cubicBezTo>
                  <a:cubicBezTo>
                    <a:pt x="439" y="686"/>
                    <a:pt x="439" y="686"/>
                    <a:pt x="439" y="686"/>
                  </a:cubicBezTo>
                  <a:cubicBezTo>
                    <a:pt x="439" y="686"/>
                    <a:pt x="439" y="686"/>
                    <a:pt x="439" y="686"/>
                  </a:cubicBezTo>
                  <a:cubicBezTo>
                    <a:pt x="439" y="686"/>
                    <a:pt x="439" y="686"/>
                    <a:pt x="439" y="686"/>
                  </a:cubicBezTo>
                  <a:cubicBezTo>
                    <a:pt x="439" y="686"/>
                    <a:pt x="439" y="686"/>
                    <a:pt x="439" y="686"/>
                  </a:cubicBezTo>
                  <a:cubicBezTo>
                    <a:pt x="439" y="686"/>
                    <a:pt x="439" y="686"/>
                    <a:pt x="439" y="686"/>
                  </a:cubicBezTo>
                  <a:cubicBezTo>
                    <a:pt x="439" y="686"/>
                    <a:pt x="439" y="686"/>
                    <a:pt x="439" y="686"/>
                  </a:cubicBezTo>
                  <a:cubicBezTo>
                    <a:pt x="438" y="686"/>
                    <a:pt x="438" y="686"/>
                    <a:pt x="438" y="686"/>
                  </a:cubicBezTo>
                  <a:cubicBezTo>
                    <a:pt x="438" y="686"/>
                    <a:pt x="438" y="686"/>
                    <a:pt x="438" y="686"/>
                  </a:cubicBezTo>
                  <a:cubicBezTo>
                    <a:pt x="438" y="686"/>
                    <a:pt x="438" y="686"/>
                    <a:pt x="438" y="686"/>
                  </a:cubicBezTo>
                  <a:cubicBezTo>
                    <a:pt x="438" y="686"/>
                    <a:pt x="438" y="686"/>
                    <a:pt x="438" y="686"/>
                  </a:cubicBezTo>
                  <a:cubicBezTo>
                    <a:pt x="438" y="686"/>
                    <a:pt x="438" y="686"/>
                    <a:pt x="438" y="686"/>
                  </a:cubicBezTo>
                  <a:cubicBezTo>
                    <a:pt x="438" y="686"/>
                    <a:pt x="438" y="686"/>
                    <a:pt x="438" y="686"/>
                  </a:cubicBezTo>
                  <a:cubicBezTo>
                    <a:pt x="439" y="685"/>
                    <a:pt x="439" y="685"/>
                    <a:pt x="439" y="685"/>
                  </a:cubicBezTo>
                  <a:cubicBezTo>
                    <a:pt x="439" y="685"/>
                    <a:pt x="439" y="685"/>
                    <a:pt x="439" y="685"/>
                  </a:cubicBezTo>
                  <a:cubicBezTo>
                    <a:pt x="440" y="684"/>
                    <a:pt x="440" y="684"/>
                    <a:pt x="440" y="684"/>
                  </a:cubicBezTo>
                  <a:cubicBezTo>
                    <a:pt x="440" y="684"/>
                    <a:pt x="440" y="684"/>
                    <a:pt x="440" y="684"/>
                  </a:cubicBezTo>
                  <a:cubicBezTo>
                    <a:pt x="441" y="683"/>
                    <a:pt x="441" y="683"/>
                    <a:pt x="441" y="683"/>
                  </a:cubicBezTo>
                  <a:cubicBezTo>
                    <a:pt x="441" y="683"/>
                    <a:pt x="441" y="683"/>
                    <a:pt x="441" y="683"/>
                  </a:cubicBezTo>
                  <a:cubicBezTo>
                    <a:pt x="443" y="682"/>
                    <a:pt x="443" y="682"/>
                    <a:pt x="443" y="682"/>
                  </a:cubicBezTo>
                  <a:cubicBezTo>
                    <a:pt x="443" y="682"/>
                    <a:pt x="443" y="682"/>
                    <a:pt x="443" y="682"/>
                  </a:cubicBezTo>
                  <a:cubicBezTo>
                    <a:pt x="445" y="681"/>
                    <a:pt x="445" y="681"/>
                    <a:pt x="445" y="681"/>
                  </a:cubicBezTo>
                  <a:cubicBezTo>
                    <a:pt x="445" y="681"/>
                    <a:pt x="445" y="681"/>
                    <a:pt x="445" y="681"/>
                  </a:cubicBezTo>
                  <a:cubicBezTo>
                    <a:pt x="446" y="680"/>
                    <a:pt x="446" y="680"/>
                    <a:pt x="446" y="680"/>
                  </a:cubicBezTo>
                  <a:cubicBezTo>
                    <a:pt x="446" y="680"/>
                    <a:pt x="446" y="680"/>
                    <a:pt x="446" y="680"/>
                  </a:cubicBezTo>
                  <a:cubicBezTo>
                    <a:pt x="448" y="679"/>
                    <a:pt x="448" y="679"/>
                    <a:pt x="448" y="679"/>
                  </a:cubicBezTo>
                  <a:cubicBezTo>
                    <a:pt x="448" y="679"/>
                    <a:pt x="448" y="679"/>
                    <a:pt x="448" y="679"/>
                  </a:cubicBezTo>
                  <a:cubicBezTo>
                    <a:pt x="449" y="678"/>
                    <a:pt x="449" y="678"/>
                    <a:pt x="449" y="678"/>
                  </a:cubicBezTo>
                  <a:cubicBezTo>
                    <a:pt x="449" y="678"/>
                    <a:pt x="449" y="678"/>
                    <a:pt x="449" y="678"/>
                  </a:cubicBezTo>
                  <a:cubicBezTo>
                    <a:pt x="450" y="677"/>
                    <a:pt x="450" y="677"/>
                    <a:pt x="450" y="677"/>
                  </a:cubicBezTo>
                  <a:cubicBezTo>
                    <a:pt x="450" y="677"/>
                    <a:pt x="450" y="677"/>
                    <a:pt x="450" y="677"/>
                  </a:cubicBezTo>
                  <a:cubicBezTo>
                    <a:pt x="451" y="676"/>
                    <a:pt x="451" y="676"/>
                    <a:pt x="451" y="676"/>
                  </a:cubicBezTo>
                  <a:cubicBezTo>
                    <a:pt x="451" y="676"/>
                    <a:pt x="451" y="676"/>
                    <a:pt x="451" y="676"/>
                  </a:cubicBezTo>
                  <a:cubicBezTo>
                    <a:pt x="452" y="676"/>
                    <a:pt x="452" y="676"/>
                    <a:pt x="452" y="676"/>
                  </a:cubicBezTo>
                  <a:cubicBezTo>
                    <a:pt x="452" y="676"/>
                    <a:pt x="452" y="676"/>
                    <a:pt x="452" y="676"/>
                  </a:cubicBezTo>
                  <a:cubicBezTo>
                    <a:pt x="454" y="675"/>
                    <a:pt x="454" y="675"/>
                    <a:pt x="454" y="675"/>
                  </a:cubicBezTo>
                  <a:cubicBezTo>
                    <a:pt x="454" y="675"/>
                    <a:pt x="454" y="675"/>
                    <a:pt x="454" y="675"/>
                  </a:cubicBezTo>
                  <a:cubicBezTo>
                    <a:pt x="454" y="674"/>
                    <a:pt x="454" y="674"/>
                    <a:pt x="454" y="674"/>
                  </a:cubicBezTo>
                  <a:cubicBezTo>
                    <a:pt x="454" y="674"/>
                    <a:pt x="454" y="674"/>
                    <a:pt x="454" y="674"/>
                  </a:cubicBezTo>
                  <a:cubicBezTo>
                    <a:pt x="455" y="672"/>
                    <a:pt x="455" y="672"/>
                    <a:pt x="455" y="672"/>
                  </a:cubicBezTo>
                  <a:cubicBezTo>
                    <a:pt x="455" y="672"/>
                    <a:pt x="455" y="672"/>
                    <a:pt x="455" y="672"/>
                  </a:cubicBezTo>
                  <a:cubicBezTo>
                    <a:pt x="455" y="671"/>
                    <a:pt x="455" y="671"/>
                    <a:pt x="455" y="671"/>
                  </a:cubicBezTo>
                  <a:cubicBezTo>
                    <a:pt x="455" y="671"/>
                    <a:pt x="455" y="671"/>
                    <a:pt x="455" y="671"/>
                  </a:cubicBezTo>
                  <a:cubicBezTo>
                    <a:pt x="456" y="670"/>
                    <a:pt x="456" y="670"/>
                    <a:pt x="456" y="670"/>
                  </a:cubicBezTo>
                  <a:cubicBezTo>
                    <a:pt x="456" y="670"/>
                    <a:pt x="456" y="670"/>
                    <a:pt x="456" y="670"/>
                  </a:cubicBezTo>
                  <a:cubicBezTo>
                    <a:pt x="456" y="670"/>
                    <a:pt x="456" y="670"/>
                    <a:pt x="456" y="670"/>
                  </a:cubicBezTo>
                  <a:cubicBezTo>
                    <a:pt x="456" y="670"/>
                    <a:pt x="456" y="670"/>
                    <a:pt x="456" y="670"/>
                  </a:cubicBezTo>
                  <a:cubicBezTo>
                    <a:pt x="455" y="669"/>
                    <a:pt x="455" y="669"/>
                    <a:pt x="455" y="669"/>
                  </a:cubicBezTo>
                  <a:cubicBezTo>
                    <a:pt x="455" y="669"/>
                    <a:pt x="455" y="669"/>
                    <a:pt x="455" y="669"/>
                  </a:cubicBezTo>
                  <a:cubicBezTo>
                    <a:pt x="455" y="669"/>
                    <a:pt x="454" y="668"/>
                    <a:pt x="454" y="668"/>
                  </a:cubicBezTo>
                  <a:cubicBezTo>
                    <a:pt x="454" y="668"/>
                    <a:pt x="454" y="668"/>
                    <a:pt x="454" y="668"/>
                  </a:cubicBezTo>
                  <a:cubicBezTo>
                    <a:pt x="454" y="667"/>
                    <a:pt x="454" y="667"/>
                    <a:pt x="454" y="667"/>
                  </a:cubicBezTo>
                  <a:cubicBezTo>
                    <a:pt x="454" y="667"/>
                    <a:pt x="454" y="667"/>
                    <a:pt x="454" y="667"/>
                  </a:cubicBezTo>
                  <a:cubicBezTo>
                    <a:pt x="453" y="667"/>
                    <a:pt x="453" y="667"/>
                    <a:pt x="453" y="667"/>
                  </a:cubicBezTo>
                  <a:cubicBezTo>
                    <a:pt x="453" y="667"/>
                    <a:pt x="453" y="667"/>
                    <a:pt x="453" y="667"/>
                  </a:cubicBezTo>
                  <a:cubicBezTo>
                    <a:pt x="451" y="669"/>
                    <a:pt x="451" y="669"/>
                    <a:pt x="451" y="669"/>
                  </a:cubicBezTo>
                  <a:cubicBezTo>
                    <a:pt x="451" y="669"/>
                    <a:pt x="451" y="669"/>
                    <a:pt x="451" y="669"/>
                  </a:cubicBezTo>
                  <a:cubicBezTo>
                    <a:pt x="450" y="670"/>
                    <a:pt x="450" y="670"/>
                    <a:pt x="450" y="670"/>
                  </a:cubicBezTo>
                  <a:cubicBezTo>
                    <a:pt x="450" y="670"/>
                    <a:pt x="450" y="670"/>
                    <a:pt x="450" y="670"/>
                  </a:cubicBezTo>
                  <a:cubicBezTo>
                    <a:pt x="448" y="672"/>
                    <a:pt x="448" y="672"/>
                    <a:pt x="448" y="672"/>
                  </a:cubicBezTo>
                  <a:cubicBezTo>
                    <a:pt x="448" y="672"/>
                    <a:pt x="448" y="672"/>
                    <a:pt x="448" y="672"/>
                  </a:cubicBezTo>
                  <a:cubicBezTo>
                    <a:pt x="447" y="673"/>
                    <a:pt x="447" y="673"/>
                    <a:pt x="447" y="673"/>
                  </a:cubicBezTo>
                  <a:cubicBezTo>
                    <a:pt x="447" y="673"/>
                    <a:pt x="447" y="673"/>
                    <a:pt x="447" y="673"/>
                  </a:cubicBezTo>
                  <a:cubicBezTo>
                    <a:pt x="445" y="674"/>
                    <a:pt x="445" y="674"/>
                    <a:pt x="445" y="674"/>
                  </a:cubicBezTo>
                  <a:cubicBezTo>
                    <a:pt x="445" y="674"/>
                    <a:pt x="445" y="674"/>
                    <a:pt x="445" y="674"/>
                  </a:cubicBezTo>
                  <a:cubicBezTo>
                    <a:pt x="444" y="675"/>
                    <a:pt x="444" y="675"/>
                    <a:pt x="444" y="675"/>
                  </a:cubicBezTo>
                  <a:cubicBezTo>
                    <a:pt x="444" y="675"/>
                    <a:pt x="444" y="675"/>
                    <a:pt x="444" y="675"/>
                  </a:cubicBezTo>
                  <a:cubicBezTo>
                    <a:pt x="442" y="676"/>
                    <a:pt x="442" y="676"/>
                    <a:pt x="442" y="676"/>
                  </a:cubicBezTo>
                  <a:cubicBezTo>
                    <a:pt x="442" y="676"/>
                    <a:pt x="442" y="676"/>
                    <a:pt x="442" y="676"/>
                  </a:cubicBezTo>
                  <a:cubicBezTo>
                    <a:pt x="440" y="675"/>
                    <a:pt x="440" y="675"/>
                    <a:pt x="440" y="675"/>
                  </a:cubicBezTo>
                  <a:cubicBezTo>
                    <a:pt x="440" y="675"/>
                    <a:pt x="440" y="675"/>
                    <a:pt x="440" y="675"/>
                  </a:cubicBezTo>
                  <a:cubicBezTo>
                    <a:pt x="440" y="674"/>
                    <a:pt x="440" y="674"/>
                    <a:pt x="440" y="674"/>
                  </a:cubicBezTo>
                  <a:cubicBezTo>
                    <a:pt x="440" y="674"/>
                    <a:pt x="440" y="674"/>
                    <a:pt x="440" y="674"/>
                  </a:cubicBezTo>
                  <a:cubicBezTo>
                    <a:pt x="440" y="674"/>
                    <a:pt x="440" y="674"/>
                    <a:pt x="440" y="674"/>
                  </a:cubicBezTo>
                  <a:cubicBezTo>
                    <a:pt x="440" y="674"/>
                    <a:pt x="440" y="674"/>
                    <a:pt x="440" y="674"/>
                  </a:cubicBezTo>
                  <a:cubicBezTo>
                    <a:pt x="440" y="673"/>
                    <a:pt x="440" y="673"/>
                    <a:pt x="440" y="673"/>
                  </a:cubicBezTo>
                  <a:cubicBezTo>
                    <a:pt x="440" y="673"/>
                    <a:pt x="440" y="673"/>
                    <a:pt x="440" y="673"/>
                  </a:cubicBezTo>
                  <a:cubicBezTo>
                    <a:pt x="441" y="672"/>
                    <a:pt x="441" y="672"/>
                    <a:pt x="441" y="672"/>
                  </a:cubicBezTo>
                  <a:cubicBezTo>
                    <a:pt x="441" y="672"/>
                    <a:pt x="441" y="672"/>
                    <a:pt x="441" y="672"/>
                  </a:cubicBezTo>
                  <a:cubicBezTo>
                    <a:pt x="441" y="671"/>
                    <a:pt x="441" y="671"/>
                    <a:pt x="441" y="671"/>
                  </a:cubicBezTo>
                  <a:cubicBezTo>
                    <a:pt x="441" y="671"/>
                    <a:pt x="441" y="671"/>
                    <a:pt x="441" y="671"/>
                  </a:cubicBezTo>
                  <a:cubicBezTo>
                    <a:pt x="441" y="670"/>
                    <a:pt x="441" y="670"/>
                    <a:pt x="441" y="670"/>
                  </a:cubicBezTo>
                  <a:cubicBezTo>
                    <a:pt x="441" y="670"/>
                    <a:pt x="441" y="670"/>
                    <a:pt x="441" y="670"/>
                  </a:cubicBezTo>
                  <a:cubicBezTo>
                    <a:pt x="441" y="669"/>
                    <a:pt x="441" y="669"/>
                    <a:pt x="441" y="669"/>
                  </a:cubicBezTo>
                  <a:cubicBezTo>
                    <a:pt x="441" y="669"/>
                    <a:pt x="441" y="669"/>
                    <a:pt x="441" y="669"/>
                  </a:cubicBezTo>
                  <a:cubicBezTo>
                    <a:pt x="441" y="668"/>
                    <a:pt x="441" y="668"/>
                    <a:pt x="441" y="668"/>
                  </a:cubicBezTo>
                  <a:cubicBezTo>
                    <a:pt x="441" y="668"/>
                    <a:pt x="441" y="668"/>
                    <a:pt x="441" y="668"/>
                  </a:cubicBezTo>
                  <a:cubicBezTo>
                    <a:pt x="435" y="671"/>
                    <a:pt x="435" y="671"/>
                    <a:pt x="435" y="671"/>
                  </a:cubicBezTo>
                  <a:cubicBezTo>
                    <a:pt x="435" y="671"/>
                    <a:pt x="435" y="671"/>
                    <a:pt x="435" y="671"/>
                  </a:cubicBezTo>
                  <a:cubicBezTo>
                    <a:pt x="428" y="676"/>
                    <a:pt x="428" y="676"/>
                    <a:pt x="428" y="676"/>
                  </a:cubicBezTo>
                  <a:cubicBezTo>
                    <a:pt x="428" y="676"/>
                    <a:pt x="428" y="676"/>
                    <a:pt x="428" y="676"/>
                  </a:cubicBezTo>
                  <a:cubicBezTo>
                    <a:pt x="426" y="676"/>
                    <a:pt x="426" y="676"/>
                    <a:pt x="426" y="676"/>
                  </a:cubicBezTo>
                  <a:cubicBezTo>
                    <a:pt x="426" y="676"/>
                    <a:pt x="426" y="676"/>
                    <a:pt x="426" y="676"/>
                  </a:cubicBezTo>
                  <a:cubicBezTo>
                    <a:pt x="425" y="676"/>
                    <a:pt x="425" y="676"/>
                    <a:pt x="425" y="676"/>
                  </a:cubicBezTo>
                  <a:cubicBezTo>
                    <a:pt x="425" y="676"/>
                    <a:pt x="425" y="676"/>
                    <a:pt x="425" y="676"/>
                  </a:cubicBezTo>
                  <a:cubicBezTo>
                    <a:pt x="424" y="676"/>
                    <a:pt x="424" y="676"/>
                    <a:pt x="424" y="676"/>
                  </a:cubicBezTo>
                  <a:cubicBezTo>
                    <a:pt x="424" y="676"/>
                    <a:pt x="424" y="676"/>
                    <a:pt x="424" y="676"/>
                  </a:cubicBezTo>
                  <a:cubicBezTo>
                    <a:pt x="422" y="676"/>
                    <a:pt x="422" y="676"/>
                    <a:pt x="422" y="676"/>
                  </a:cubicBezTo>
                  <a:cubicBezTo>
                    <a:pt x="422" y="676"/>
                    <a:pt x="422" y="676"/>
                    <a:pt x="422" y="676"/>
                  </a:cubicBezTo>
                  <a:cubicBezTo>
                    <a:pt x="421" y="675"/>
                    <a:pt x="421" y="675"/>
                    <a:pt x="421" y="675"/>
                  </a:cubicBezTo>
                  <a:cubicBezTo>
                    <a:pt x="421" y="675"/>
                    <a:pt x="421" y="675"/>
                    <a:pt x="421" y="675"/>
                  </a:cubicBezTo>
                  <a:cubicBezTo>
                    <a:pt x="420" y="674"/>
                    <a:pt x="420" y="674"/>
                    <a:pt x="420" y="674"/>
                  </a:cubicBezTo>
                  <a:cubicBezTo>
                    <a:pt x="420" y="674"/>
                    <a:pt x="420" y="674"/>
                    <a:pt x="420" y="674"/>
                  </a:cubicBezTo>
                  <a:cubicBezTo>
                    <a:pt x="418" y="674"/>
                    <a:pt x="418" y="674"/>
                    <a:pt x="418" y="674"/>
                  </a:cubicBezTo>
                  <a:cubicBezTo>
                    <a:pt x="418" y="674"/>
                    <a:pt x="418" y="674"/>
                    <a:pt x="418" y="674"/>
                  </a:cubicBezTo>
                  <a:cubicBezTo>
                    <a:pt x="417" y="673"/>
                    <a:pt x="417" y="673"/>
                    <a:pt x="417" y="673"/>
                  </a:cubicBezTo>
                  <a:cubicBezTo>
                    <a:pt x="417" y="673"/>
                    <a:pt x="417" y="673"/>
                    <a:pt x="417" y="673"/>
                  </a:cubicBezTo>
                  <a:cubicBezTo>
                    <a:pt x="417" y="673"/>
                    <a:pt x="417" y="673"/>
                    <a:pt x="417" y="673"/>
                  </a:cubicBezTo>
                  <a:cubicBezTo>
                    <a:pt x="417" y="673"/>
                    <a:pt x="417" y="673"/>
                    <a:pt x="417" y="673"/>
                  </a:cubicBezTo>
                  <a:cubicBezTo>
                    <a:pt x="417" y="672"/>
                    <a:pt x="417" y="672"/>
                    <a:pt x="417" y="672"/>
                  </a:cubicBezTo>
                  <a:cubicBezTo>
                    <a:pt x="417" y="672"/>
                    <a:pt x="417" y="672"/>
                    <a:pt x="417" y="672"/>
                  </a:cubicBezTo>
                  <a:cubicBezTo>
                    <a:pt x="416" y="672"/>
                    <a:pt x="416" y="672"/>
                    <a:pt x="416" y="672"/>
                  </a:cubicBezTo>
                  <a:cubicBezTo>
                    <a:pt x="416" y="672"/>
                    <a:pt x="416" y="672"/>
                    <a:pt x="416" y="672"/>
                  </a:cubicBezTo>
                  <a:cubicBezTo>
                    <a:pt x="416" y="671"/>
                    <a:pt x="416" y="671"/>
                    <a:pt x="416" y="671"/>
                  </a:cubicBezTo>
                  <a:cubicBezTo>
                    <a:pt x="416" y="671"/>
                    <a:pt x="416" y="671"/>
                    <a:pt x="416" y="671"/>
                  </a:cubicBezTo>
                  <a:cubicBezTo>
                    <a:pt x="416" y="671"/>
                    <a:pt x="416" y="671"/>
                    <a:pt x="416" y="671"/>
                  </a:cubicBezTo>
                  <a:cubicBezTo>
                    <a:pt x="416" y="671"/>
                    <a:pt x="416" y="671"/>
                    <a:pt x="416" y="671"/>
                  </a:cubicBezTo>
                  <a:cubicBezTo>
                    <a:pt x="416" y="671"/>
                    <a:pt x="416" y="671"/>
                    <a:pt x="416" y="671"/>
                  </a:cubicBezTo>
                  <a:cubicBezTo>
                    <a:pt x="416" y="671"/>
                    <a:pt x="416" y="671"/>
                    <a:pt x="416" y="671"/>
                  </a:cubicBezTo>
                  <a:cubicBezTo>
                    <a:pt x="416" y="670"/>
                    <a:pt x="416" y="670"/>
                    <a:pt x="416" y="670"/>
                  </a:cubicBezTo>
                  <a:cubicBezTo>
                    <a:pt x="416" y="670"/>
                    <a:pt x="416" y="670"/>
                    <a:pt x="416" y="670"/>
                  </a:cubicBezTo>
                  <a:cubicBezTo>
                    <a:pt x="416" y="670"/>
                    <a:pt x="416" y="670"/>
                    <a:pt x="416" y="670"/>
                  </a:cubicBezTo>
                  <a:cubicBezTo>
                    <a:pt x="416" y="670"/>
                    <a:pt x="416" y="670"/>
                    <a:pt x="416" y="670"/>
                  </a:cubicBezTo>
                  <a:cubicBezTo>
                    <a:pt x="417" y="670"/>
                    <a:pt x="417" y="670"/>
                    <a:pt x="417" y="670"/>
                  </a:cubicBezTo>
                  <a:cubicBezTo>
                    <a:pt x="417" y="670"/>
                    <a:pt x="417" y="670"/>
                    <a:pt x="417" y="670"/>
                  </a:cubicBezTo>
                  <a:cubicBezTo>
                    <a:pt x="418" y="670"/>
                    <a:pt x="418" y="670"/>
                    <a:pt x="418" y="670"/>
                  </a:cubicBezTo>
                  <a:cubicBezTo>
                    <a:pt x="418" y="670"/>
                    <a:pt x="418" y="670"/>
                    <a:pt x="418" y="670"/>
                  </a:cubicBezTo>
                  <a:cubicBezTo>
                    <a:pt x="419" y="670"/>
                    <a:pt x="419" y="670"/>
                    <a:pt x="419" y="670"/>
                  </a:cubicBezTo>
                  <a:cubicBezTo>
                    <a:pt x="419" y="670"/>
                    <a:pt x="419" y="670"/>
                    <a:pt x="419" y="670"/>
                  </a:cubicBezTo>
                  <a:cubicBezTo>
                    <a:pt x="420" y="670"/>
                    <a:pt x="420" y="670"/>
                    <a:pt x="420" y="670"/>
                  </a:cubicBezTo>
                  <a:cubicBezTo>
                    <a:pt x="420" y="670"/>
                    <a:pt x="420" y="670"/>
                    <a:pt x="420" y="670"/>
                  </a:cubicBezTo>
                  <a:cubicBezTo>
                    <a:pt x="421" y="670"/>
                    <a:pt x="421" y="670"/>
                    <a:pt x="421" y="670"/>
                  </a:cubicBezTo>
                  <a:cubicBezTo>
                    <a:pt x="421" y="670"/>
                    <a:pt x="421" y="670"/>
                    <a:pt x="421" y="670"/>
                  </a:cubicBezTo>
                  <a:cubicBezTo>
                    <a:pt x="422" y="670"/>
                    <a:pt x="422" y="670"/>
                    <a:pt x="422" y="670"/>
                  </a:cubicBezTo>
                  <a:cubicBezTo>
                    <a:pt x="422" y="670"/>
                    <a:pt x="422" y="670"/>
                    <a:pt x="422" y="670"/>
                  </a:cubicBezTo>
                  <a:cubicBezTo>
                    <a:pt x="423" y="670"/>
                    <a:pt x="423" y="670"/>
                    <a:pt x="423" y="670"/>
                  </a:cubicBezTo>
                  <a:cubicBezTo>
                    <a:pt x="423" y="670"/>
                    <a:pt x="423" y="670"/>
                    <a:pt x="423" y="670"/>
                  </a:cubicBezTo>
                  <a:cubicBezTo>
                    <a:pt x="425" y="669"/>
                    <a:pt x="425" y="669"/>
                    <a:pt x="425" y="669"/>
                  </a:cubicBezTo>
                  <a:cubicBezTo>
                    <a:pt x="425" y="669"/>
                    <a:pt x="425" y="669"/>
                    <a:pt x="425" y="669"/>
                  </a:cubicBezTo>
                  <a:cubicBezTo>
                    <a:pt x="426" y="669"/>
                    <a:pt x="426" y="669"/>
                    <a:pt x="426" y="669"/>
                  </a:cubicBezTo>
                  <a:cubicBezTo>
                    <a:pt x="426" y="669"/>
                    <a:pt x="426" y="669"/>
                    <a:pt x="426" y="669"/>
                  </a:cubicBezTo>
                  <a:cubicBezTo>
                    <a:pt x="428" y="669"/>
                    <a:pt x="428" y="669"/>
                    <a:pt x="428" y="669"/>
                  </a:cubicBezTo>
                  <a:cubicBezTo>
                    <a:pt x="428" y="669"/>
                    <a:pt x="428" y="669"/>
                    <a:pt x="428" y="669"/>
                  </a:cubicBezTo>
                  <a:cubicBezTo>
                    <a:pt x="429" y="669"/>
                    <a:pt x="429" y="669"/>
                    <a:pt x="429" y="669"/>
                  </a:cubicBezTo>
                  <a:cubicBezTo>
                    <a:pt x="429" y="669"/>
                    <a:pt x="429" y="669"/>
                    <a:pt x="429" y="669"/>
                  </a:cubicBezTo>
                  <a:cubicBezTo>
                    <a:pt x="431" y="669"/>
                    <a:pt x="431" y="669"/>
                    <a:pt x="431" y="669"/>
                  </a:cubicBezTo>
                  <a:cubicBezTo>
                    <a:pt x="431" y="669"/>
                    <a:pt x="431" y="669"/>
                    <a:pt x="431" y="669"/>
                  </a:cubicBezTo>
                  <a:cubicBezTo>
                    <a:pt x="432" y="669"/>
                    <a:pt x="432" y="669"/>
                    <a:pt x="432" y="669"/>
                  </a:cubicBezTo>
                  <a:cubicBezTo>
                    <a:pt x="432" y="669"/>
                    <a:pt x="432" y="669"/>
                    <a:pt x="432" y="669"/>
                  </a:cubicBezTo>
                  <a:cubicBezTo>
                    <a:pt x="434" y="668"/>
                    <a:pt x="434" y="668"/>
                    <a:pt x="434" y="668"/>
                  </a:cubicBezTo>
                  <a:cubicBezTo>
                    <a:pt x="434" y="668"/>
                    <a:pt x="434" y="668"/>
                    <a:pt x="434" y="668"/>
                  </a:cubicBezTo>
                  <a:cubicBezTo>
                    <a:pt x="435" y="668"/>
                    <a:pt x="435" y="668"/>
                    <a:pt x="435" y="668"/>
                  </a:cubicBezTo>
                  <a:cubicBezTo>
                    <a:pt x="435" y="668"/>
                    <a:pt x="435" y="668"/>
                    <a:pt x="435" y="668"/>
                  </a:cubicBezTo>
                  <a:cubicBezTo>
                    <a:pt x="437" y="667"/>
                    <a:pt x="437" y="667"/>
                    <a:pt x="437" y="667"/>
                  </a:cubicBezTo>
                  <a:cubicBezTo>
                    <a:pt x="437" y="667"/>
                    <a:pt x="437" y="667"/>
                    <a:pt x="437" y="667"/>
                  </a:cubicBezTo>
                  <a:cubicBezTo>
                    <a:pt x="449" y="661"/>
                    <a:pt x="449" y="661"/>
                    <a:pt x="449" y="661"/>
                  </a:cubicBezTo>
                  <a:cubicBezTo>
                    <a:pt x="449" y="661"/>
                    <a:pt x="449" y="661"/>
                    <a:pt x="449" y="661"/>
                  </a:cubicBezTo>
                  <a:cubicBezTo>
                    <a:pt x="449" y="661"/>
                    <a:pt x="449" y="661"/>
                    <a:pt x="449" y="661"/>
                  </a:cubicBezTo>
                  <a:cubicBezTo>
                    <a:pt x="449" y="661"/>
                    <a:pt x="449" y="661"/>
                    <a:pt x="449" y="661"/>
                  </a:cubicBezTo>
                  <a:cubicBezTo>
                    <a:pt x="449" y="661"/>
                    <a:pt x="449" y="661"/>
                    <a:pt x="449" y="661"/>
                  </a:cubicBezTo>
                  <a:cubicBezTo>
                    <a:pt x="449" y="661"/>
                    <a:pt x="449" y="661"/>
                    <a:pt x="449" y="661"/>
                  </a:cubicBezTo>
                  <a:cubicBezTo>
                    <a:pt x="448" y="660"/>
                    <a:pt x="448" y="660"/>
                    <a:pt x="448" y="660"/>
                  </a:cubicBezTo>
                  <a:cubicBezTo>
                    <a:pt x="448" y="660"/>
                    <a:pt x="448" y="660"/>
                    <a:pt x="448" y="660"/>
                  </a:cubicBezTo>
                  <a:cubicBezTo>
                    <a:pt x="448" y="660"/>
                    <a:pt x="448" y="660"/>
                    <a:pt x="448" y="660"/>
                  </a:cubicBezTo>
                  <a:cubicBezTo>
                    <a:pt x="448" y="660"/>
                    <a:pt x="448" y="660"/>
                    <a:pt x="448" y="660"/>
                  </a:cubicBezTo>
                  <a:cubicBezTo>
                    <a:pt x="448" y="660"/>
                    <a:pt x="448" y="660"/>
                    <a:pt x="448" y="660"/>
                  </a:cubicBezTo>
                  <a:cubicBezTo>
                    <a:pt x="448" y="660"/>
                    <a:pt x="448" y="660"/>
                    <a:pt x="448" y="660"/>
                  </a:cubicBezTo>
                  <a:cubicBezTo>
                    <a:pt x="447" y="659"/>
                    <a:pt x="447" y="659"/>
                    <a:pt x="447" y="659"/>
                  </a:cubicBezTo>
                  <a:cubicBezTo>
                    <a:pt x="447" y="659"/>
                    <a:pt x="447" y="659"/>
                    <a:pt x="447" y="659"/>
                  </a:cubicBezTo>
                  <a:cubicBezTo>
                    <a:pt x="447" y="659"/>
                    <a:pt x="447" y="659"/>
                    <a:pt x="447" y="659"/>
                  </a:cubicBezTo>
                  <a:cubicBezTo>
                    <a:pt x="447" y="659"/>
                    <a:pt x="447" y="659"/>
                    <a:pt x="447" y="659"/>
                  </a:cubicBezTo>
                  <a:cubicBezTo>
                    <a:pt x="446" y="659"/>
                    <a:pt x="446" y="659"/>
                    <a:pt x="446" y="659"/>
                  </a:cubicBezTo>
                  <a:cubicBezTo>
                    <a:pt x="446" y="659"/>
                    <a:pt x="446" y="659"/>
                    <a:pt x="446" y="659"/>
                  </a:cubicBezTo>
                  <a:cubicBezTo>
                    <a:pt x="445" y="658"/>
                    <a:pt x="445" y="658"/>
                    <a:pt x="445" y="658"/>
                  </a:cubicBezTo>
                  <a:cubicBezTo>
                    <a:pt x="445" y="658"/>
                    <a:pt x="445" y="658"/>
                    <a:pt x="445" y="658"/>
                  </a:cubicBezTo>
                  <a:cubicBezTo>
                    <a:pt x="445" y="658"/>
                    <a:pt x="445" y="658"/>
                    <a:pt x="445" y="658"/>
                  </a:cubicBezTo>
                  <a:cubicBezTo>
                    <a:pt x="445" y="658"/>
                    <a:pt x="445" y="658"/>
                    <a:pt x="445" y="658"/>
                  </a:cubicBezTo>
                  <a:cubicBezTo>
                    <a:pt x="445" y="657"/>
                    <a:pt x="445" y="657"/>
                    <a:pt x="445" y="657"/>
                  </a:cubicBezTo>
                  <a:cubicBezTo>
                    <a:pt x="445" y="657"/>
                    <a:pt x="445" y="657"/>
                    <a:pt x="445" y="657"/>
                  </a:cubicBezTo>
                  <a:cubicBezTo>
                    <a:pt x="445" y="656"/>
                    <a:pt x="445" y="656"/>
                    <a:pt x="445" y="656"/>
                  </a:cubicBezTo>
                  <a:cubicBezTo>
                    <a:pt x="445" y="656"/>
                    <a:pt x="445" y="656"/>
                    <a:pt x="445" y="656"/>
                  </a:cubicBezTo>
                  <a:cubicBezTo>
                    <a:pt x="445" y="656"/>
                    <a:pt x="445" y="656"/>
                    <a:pt x="445" y="656"/>
                  </a:cubicBezTo>
                  <a:cubicBezTo>
                    <a:pt x="445" y="656"/>
                    <a:pt x="445" y="656"/>
                    <a:pt x="445" y="656"/>
                  </a:cubicBezTo>
                  <a:cubicBezTo>
                    <a:pt x="445" y="655"/>
                    <a:pt x="445" y="655"/>
                    <a:pt x="445" y="655"/>
                  </a:cubicBezTo>
                  <a:cubicBezTo>
                    <a:pt x="445" y="655"/>
                    <a:pt x="445" y="655"/>
                    <a:pt x="445" y="655"/>
                  </a:cubicBezTo>
                  <a:cubicBezTo>
                    <a:pt x="445" y="654"/>
                    <a:pt x="445" y="654"/>
                    <a:pt x="445" y="654"/>
                  </a:cubicBezTo>
                  <a:cubicBezTo>
                    <a:pt x="445" y="654"/>
                    <a:pt x="445" y="654"/>
                    <a:pt x="445" y="654"/>
                  </a:cubicBezTo>
                  <a:cubicBezTo>
                    <a:pt x="445" y="653"/>
                    <a:pt x="445" y="653"/>
                    <a:pt x="445" y="653"/>
                  </a:cubicBezTo>
                  <a:cubicBezTo>
                    <a:pt x="445" y="653"/>
                    <a:pt x="445" y="653"/>
                    <a:pt x="445" y="653"/>
                  </a:cubicBezTo>
                  <a:cubicBezTo>
                    <a:pt x="444" y="653"/>
                    <a:pt x="444" y="653"/>
                    <a:pt x="444" y="653"/>
                  </a:cubicBezTo>
                  <a:cubicBezTo>
                    <a:pt x="444" y="653"/>
                    <a:pt x="444" y="653"/>
                    <a:pt x="444" y="653"/>
                  </a:cubicBezTo>
                  <a:cubicBezTo>
                    <a:pt x="443" y="654"/>
                    <a:pt x="443" y="654"/>
                    <a:pt x="443" y="654"/>
                  </a:cubicBezTo>
                  <a:cubicBezTo>
                    <a:pt x="443" y="654"/>
                    <a:pt x="443" y="654"/>
                    <a:pt x="443" y="654"/>
                  </a:cubicBezTo>
                  <a:cubicBezTo>
                    <a:pt x="442" y="655"/>
                    <a:pt x="442" y="655"/>
                    <a:pt x="442" y="655"/>
                  </a:cubicBezTo>
                  <a:cubicBezTo>
                    <a:pt x="442" y="655"/>
                    <a:pt x="442" y="655"/>
                    <a:pt x="442" y="655"/>
                  </a:cubicBezTo>
                  <a:cubicBezTo>
                    <a:pt x="441" y="656"/>
                    <a:pt x="441" y="656"/>
                    <a:pt x="441" y="656"/>
                  </a:cubicBezTo>
                  <a:cubicBezTo>
                    <a:pt x="441" y="656"/>
                    <a:pt x="441" y="656"/>
                    <a:pt x="441" y="656"/>
                  </a:cubicBezTo>
                  <a:cubicBezTo>
                    <a:pt x="440" y="656"/>
                    <a:pt x="440" y="656"/>
                    <a:pt x="440" y="656"/>
                  </a:cubicBezTo>
                  <a:cubicBezTo>
                    <a:pt x="440" y="656"/>
                    <a:pt x="440" y="656"/>
                    <a:pt x="440" y="656"/>
                  </a:cubicBezTo>
                  <a:cubicBezTo>
                    <a:pt x="439" y="656"/>
                    <a:pt x="439" y="656"/>
                    <a:pt x="439" y="656"/>
                  </a:cubicBezTo>
                  <a:cubicBezTo>
                    <a:pt x="439" y="656"/>
                    <a:pt x="439" y="656"/>
                    <a:pt x="439" y="656"/>
                  </a:cubicBezTo>
                  <a:cubicBezTo>
                    <a:pt x="438" y="656"/>
                    <a:pt x="438" y="656"/>
                    <a:pt x="438" y="656"/>
                  </a:cubicBezTo>
                  <a:cubicBezTo>
                    <a:pt x="438" y="656"/>
                    <a:pt x="438" y="656"/>
                    <a:pt x="438" y="656"/>
                  </a:cubicBezTo>
                  <a:cubicBezTo>
                    <a:pt x="437" y="656"/>
                    <a:pt x="437" y="656"/>
                    <a:pt x="437" y="656"/>
                  </a:cubicBezTo>
                  <a:cubicBezTo>
                    <a:pt x="437" y="656"/>
                    <a:pt x="437" y="656"/>
                    <a:pt x="437" y="656"/>
                  </a:cubicBezTo>
                  <a:cubicBezTo>
                    <a:pt x="436" y="656"/>
                    <a:pt x="436" y="656"/>
                    <a:pt x="436" y="656"/>
                  </a:cubicBezTo>
                  <a:cubicBezTo>
                    <a:pt x="436" y="656"/>
                    <a:pt x="436" y="656"/>
                    <a:pt x="436" y="656"/>
                  </a:cubicBezTo>
                  <a:cubicBezTo>
                    <a:pt x="436" y="655"/>
                    <a:pt x="436" y="655"/>
                    <a:pt x="436" y="655"/>
                  </a:cubicBezTo>
                  <a:cubicBezTo>
                    <a:pt x="436" y="655"/>
                    <a:pt x="436" y="655"/>
                    <a:pt x="436" y="655"/>
                  </a:cubicBezTo>
                  <a:cubicBezTo>
                    <a:pt x="436" y="654"/>
                    <a:pt x="436" y="654"/>
                    <a:pt x="436" y="654"/>
                  </a:cubicBezTo>
                  <a:cubicBezTo>
                    <a:pt x="436" y="654"/>
                    <a:pt x="436" y="654"/>
                    <a:pt x="436" y="654"/>
                  </a:cubicBezTo>
                  <a:cubicBezTo>
                    <a:pt x="435" y="654"/>
                    <a:pt x="435" y="654"/>
                    <a:pt x="435" y="654"/>
                  </a:cubicBezTo>
                  <a:cubicBezTo>
                    <a:pt x="435" y="654"/>
                    <a:pt x="435" y="654"/>
                    <a:pt x="435" y="654"/>
                  </a:cubicBezTo>
                  <a:cubicBezTo>
                    <a:pt x="435" y="652"/>
                    <a:pt x="435" y="652"/>
                    <a:pt x="435" y="652"/>
                  </a:cubicBezTo>
                  <a:cubicBezTo>
                    <a:pt x="435" y="652"/>
                    <a:pt x="435" y="652"/>
                    <a:pt x="435" y="652"/>
                  </a:cubicBezTo>
                  <a:cubicBezTo>
                    <a:pt x="434" y="652"/>
                    <a:pt x="434" y="652"/>
                    <a:pt x="434" y="652"/>
                  </a:cubicBezTo>
                  <a:cubicBezTo>
                    <a:pt x="434" y="652"/>
                    <a:pt x="434" y="652"/>
                    <a:pt x="434" y="652"/>
                  </a:cubicBezTo>
                  <a:cubicBezTo>
                    <a:pt x="434" y="651"/>
                    <a:pt x="434" y="651"/>
                    <a:pt x="434" y="651"/>
                  </a:cubicBezTo>
                  <a:cubicBezTo>
                    <a:pt x="434" y="651"/>
                    <a:pt x="434" y="651"/>
                    <a:pt x="434" y="651"/>
                  </a:cubicBezTo>
                  <a:cubicBezTo>
                    <a:pt x="435" y="650"/>
                    <a:pt x="435" y="650"/>
                    <a:pt x="435" y="650"/>
                  </a:cubicBezTo>
                  <a:cubicBezTo>
                    <a:pt x="435" y="650"/>
                    <a:pt x="435" y="650"/>
                    <a:pt x="435" y="650"/>
                  </a:cubicBezTo>
                  <a:cubicBezTo>
                    <a:pt x="436" y="649"/>
                    <a:pt x="436" y="649"/>
                    <a:pt x="436" y="649"/>
                  </a:cubicBezTo>
                  <a:cubicBezTo>
                    <a:pt x="436" y="649"/>
                    <a:pt x="436" y="649"/>
                    <a:pt x="436" y="649"/>
                  </a:cubicBezTo>
                  <a:cubicBezTo>
                    <a:pt x="436" y="650"/>
                    <a:pt x="436" y="650"/>
                    <a:pt x="436" y="650"/>
                  </a:cubicBezTo>
                  <a:cubicBezTo>
                    <a:pt x="436" y="650"/>
                    <a:pt x="436" y="650"/>
                    <a:pt x="436" y="650"/>
                  </a:cubicBezTo>
                  <a:cubicBezTo>
                    <a:pt x="436" y="650"/>
                    <a:pt x="436" y="650"/>
                    <a:pt x="436" y="650"/>
                  </a:cubicBezTo>
                  <a:cubicBezTo>
                    <a:pt x="436" y="650"/>
                    <a:pt x="436" y="650"/>
                    <a:pt x="436" y="650"/>
                  </a:cubicBezTo>
                  <a:cubicBezTo>
                    <a:pt x="436" y="650"/>
                    <a:pt x="436" y="650"/>
                    <a:pt x="436" y="650"/>
                  </a:cubicBezTo>
                  <a:cubicBezTo>
                    <a:pt x="436" y="650"/>
                    <a:pt x="436" y="650"/>
                    <a:pt x="436" y="650"/>
                  </a:cubicBezTo>
                  <a:cubicBezTo>
                    <a:pt x="437" y="651"/>
                    <a:pt x="437" y="651"/>
                    <a:pt x="437" y="651"/>
                  </a:cubicBezTo>
                  <a:cubicBezTo>
                    <a:pt x="437" y="651"/>
                    <a:pt x="437" y="651"/>
                    <a:pt x="437" y="651"/>
                  </a:cubicBezTo>
                  <a:cubicBezTo>
                    <a:pt x="437" y="651"/>
                    <a:pt x="437" y="651"/>
                    <a:pt x="437" y="651"/>
                  </a:cubicBezTo>
                  <a:cubicBezTo>
                    <a:pt x="437" y="651"/>
                    <a:pt x="437" y="651"/>
                    <a:pt x="437" y="651"/>
                  </a:cubicBezTo>
                  <a:cubicBezTo>
                    <a:pt x="438" y="651"/>
                    <a:pt x="438" y="651"/>
                    <a:pt x="438" y="651"/>
                  </a:cubicBezTo>
                  <a:cubicBezTo>
                    <a:pt x="438" y="651"/>
                    <a:pt x="438" y="651"/>
                    <a:pt x="438" y="651"/>
                  </a:cubicBezTo>
                  <a:cubicBezTo>
                    <a:pt x="438" y="651"/>
                    <a:pt x="438" y="651"/>
                    <a:pt x="438" y="651"/>
                  </a:cubicBezTo>
                  <a:cubicBezTo>
                    <a:pt x="438" y="651"/>
                    <a:pt x="438" y="651"/>
                    <a:pt x="438" y="651"/>
                  </a:cubicBezTo>
                  <a:cubicBezTo>
                    <a:pt x="439" y="651"/>
                    <a:pt x="439" y="651"/>
                    <a:pt x="439" y="651"/>
                  </a:cubicBezTo>
                  <a:cubicBezTo>
                    <a:pt x="439" y="651"/>
                    <a:pt x="439" y="651"/>
                    <a:pt x="439" y="651"/>
                  </a:cubicBezTo>
                  <a:cubicBezTo>
                    <a:pt x="440" y="651"/>
                    <a:pt x="440" y="651"/>
                    <a:pt x="440" y="651"/>
                  </a:cubicBezTo>
                  <a:cubicBezTo>
                    <a:pt x="440" y="651"/>
                    <a:pt x="440" y="651"/>
                    <a:pt x="440" y="651"/>
                  </a:cubicBezTo>
                  <a:cubicBezTo>
                    <a:pt x="441" y="650"/>
                    <a:pt x="441" y="650"/>
                    <a:pt x="441" y="650"/>
                  </a:cubicBezTo>
                  <a:cubicBezTo>
                    <a:pt x="441" y="650"/>
                    <a:pt x="441" y="650"/>
                    <a:pt x="441" y="650"/>
                  </a:cubicBezTo>
                  <a:cubicBezTo>
                    <a:pt x="441" y="650"/>
                    <a:pt x="441" y="650"/>
                    <a:pt x="441" y="650"/>
                  </a:cubicBezTo>
                  <a:cubicBezTo>
                    <a:pt x="441" y="650"/>
                    <a:pt x="441" y="650"/>
                    <a:pt x="441" y="650"/>
                  </a:cubicBezTo>
                  <a:cubicBezTo>
                    <a:pt x="442" y="650"/>
                    <a:pt x="442" y="650"/>
                    <a:pt x="442" y="650"/>
                  </a:cubicBezTo>
                  <a:cubicBezTo>
                    <a:pt x="442" y="650"/>
                    <a:pt x="442" y="650"/>
                    <a:pt x="442" y="650"/>
                  </a:cubicBezTo>
                  <a:cubicBezTo>
                    <a:pt x="443" y="650"/>
                    <a:pt x="443" y="650"/>
                    <a:pt x="443" y="650"/>
                  </a:cubicBezTo>
                  <a:cubicBezTo>
                    <a:pt x="443" y="650"/>
                    <a:pt x="443" y="650"/>
                    <a:pt x="443" y="650"/>
                  </a:cubicBezTo>
                  <a:cubicBezTo>
                    <a:pt x="444" y="649"/>
                    <a:pt x="444" y="649"/>
                    <a:pt x="444" y="649"/>
                  </a:cubicBezTo>
                  <a:cubicBezTo>
                    <a:pt x="444" y="649"/>
                    <a:pt x="444" y="649"/>
                    <a:pt x="444" y="649"/>
                  </a:cubicBezTo>
                  <a:cubicBezTo>
                    <a:pt x="444" y="649"/>
                    <a:pt x="444" y="649"/>
                    <a:pt x="444" y="649"/>
                  </a:cubicBezTo>
                  <a:cubicBezTo>
                    <a:pt x="444" y="649"/>
                    <a:pt x="444" y="649"/>
                    <a:pt x="444" y="649"/>
                  </a:cubicBezTo>
                  <a:cubicBezTo>
                    <a:pt x="445" y="647"/>
                    <a:pt x="445" y="647"/>
                    <a:pt x="445" y="647"/>
                  </a:cubicBezTo>
                  <a:cubicBezTo>
                    <a:pt x="445" y="647"/>
                    <a:pt x="445" y="647"/>
                    <a:pt x="445" y="647"/>
                  </a:cubicBezTo>
                  <a:cubicBezTo>
                    <a:pt x="445" y="640"/>
                    <a:pt x="445" y="640"/>
                    <a:pt x="445" y="640"/>
                  </a:cubicBezTo>
                  <a:cubicBezTo>
                    <a:pt x="445" y="639"/>
                    <a:pt x="445" y="639"/>
                    <a:pt x="445" y="639"/>
                  </a:cubicBezTo>
                  <a:cubicBezTo>
                    <a:pt x="445" y="633"/>
                    <a:pt x="445" y="633"/>
                    <a:pt x="445" y="633"/>
                  </a:cubicBezTo>
                  <a:cubicBezTo>
                    <a:pt x="445" y="633"/>
                    <a:pt x="445" y="633"/>
                    <a:pt x="445" y="633"/>
                  </a:cubicBezTo>
                  <a:cubicBezTo>
                    <a:pt x="445" y="634"/>
                    <a:pt x="445" y="634"/>
                    <a:pt x="445" y="634"/>
                  </a:cubicBezTo>
                  <a:cubicBezTo>
                    <a:pt x="445" y="634"/>
                    <a:pt x="445" y="634"/>
                    <a:pt x="445" y="634"/>
                  </a:cubicBezTo>
                  <a:cubicBezTo>
                    <a:pt x="446" y="634"/>
                    <a:pt x="446" y="634"/>
                    <a:pt x="446" y="634"/>
                  </a:cubicBezTo>
                  <a:cubicBezTo>
                    <a:pt x="446" y="634"/>
                    <a:pt x="446" y="634"/>
                    <a:pt x="446" y="634"/>
                  </a:cubicBezTo>
                  <a:cubicBezTo>
                    <a:pt x="447" y="635"/>
                    <a:pt x="447" y="635"/>
                    <a:pt x="447" y="635"/>
                  </a:cubicBezTo>
                  <a:cubicBezTo>
                    <a:pt x="447" y="635"/>
                    <a:pt x="447" y="635"/>
                    <a:pt x="447" y="635"/>
                  </a:cubicBezTo>
                  <a:cubicBezTo>
                    <a:pt x="447" y="635"/>
                    <a:pt x="447" y="635"/>
                    <a:pt x="447" y="635"/>
                  </a:cubicBezTo>
                  <a:cubicBezTo>
                    <a:pt x="447" y="635"/>
                    <a:pt x="447" y="635"/>
                    <a:pt x="447" y="635"/>
                  </a:cubicBezTo>
                  <a:cubicBezTo>
                    <a:pt x="448" y="636"/>
                    <a:pt x="448" y="636"/>
                    <a:pt x="448" y="636"/>
                  </a:cubicBezTo>
                  <a:cubicBezTo>
                    <a:pt x="448" y="636"/>
                    <a:pt x="448" y="636"/>
                    <a:pt x="448" y="636"/>
                  </a:cubicBezTo>
                  <a:cubicBezTo>
                    <a:pt x="449" y="636"/>
                    <a:pt x="449" y="636"/>
                    <a:pt x="449" y="636"/>
                  </a:cubicBezTo>
                  <a:cubicBezTo>
                    <a:pt x="449" y="636"/>
                    <a:pt x="449" y="636"/>
                    <a:pt x="449" y="636"/>
                  </a:cubicBezTo>
                  <a:cubicBezTo>
                    <a:pt x="449" y="637"/>
                    <a:pt x="449" y="637"/>
                    <a:pt x="449" y="637"/>
                  </a:cubicBezTo>
                  <a:cubicBezTo>
                    <a:pt x="449" y="637"/>
                    <a:pt x="449" y="637"/>
                    <a:pt x="449" y="637"/>
                  </a:cubicBezTo>
                  <a:cubicBezTo>
                    <a:pt x="450" y="637"/>
                    <a:pt x="450" y="637"/>
                    <a:pt x="450" y="637"/>
                  </a:cubicBezTo>
                  <a:cubicBezTo>
                    <a:pt x="450" y="637"/>
                    <a:pt x="450" y="637"/>
                    <a:pt x="450" y="637"/>
                  </a:cubicBezTo>
                  <a:cubicBezTo>
                    <a:pt x="451" y="639"/>
                    <a:pt x="451" y="639"/>
                    <a:pt x="451" y="639"/>
                  </a:cubicBezTo>
                  <a:cubicBezTo>
                    <a:pt x="451" y="639"/>
                    <a:pt x="451" y="639"/>
                    <a:pt x="451" y="639"/>
                  </a:cubicBezTo>
                  <a:cubicBezTo>
                    <a:pt x="451" y="640"/>
                    <a:pt x="451" y="640"/>
                    <a:pt x="451" y="640"/>
                  </a:cubicBezTo>
                  <a:cubicBezTo>
                    <a:pt x="451" y="640"/>
                    <a:pt x="451" y="640"/>
                    <a:pt x="451" y="640"/>
                  </a:cubicBezTo>
                  <a:cubicBezTo>
                    <a:pt x="451" y="642"/>
                    <a:pt x="451" y="642"/>
                    <a:pt x="451" y="642"/>
                  </a:cubicBezTo>
                  <a:cubicBezTo>
                    <a:pt x="451" y="642"/>
                    <a:pt x="451" y="642"/>
                    <a:pt x="451" y="642"/>
                  </a:cubicBezTo>
                  <a:cubicBezTo>
                    <a:pt x="450" y="644"/>
                    <a:pt x="450" y="644"/>
                    <a:pt x="450" y="644"/>
                  </a:cubicBezTo>
                  <a:cubicBezTo>
                    <a:pt x="450" y="644"/>
                    <a:pt x="450" y="644"/>
                    <a:pt x="450" y="644"/>
                  </a:cubicBezTo>
                  <a:cubicBezTo>
                    <a:pt x="450" y="646"/>
                    <a:pt x="450" y="646"/>
                    <a:pt x="450" y="646"/>
                  </a:cubicBezTo>
                  <a:cubicBezTo>
                    <a:pt x="450" y="646"/>
                    <a:pt x="450" y="646"/>
                    <a:pt x="450" y="646"/>
                  </a:cubicBezTo>
                  <a:cubicBezTo>
                    <a:pt x="450" y="648"/>
                    <a:pt x="450" y="648"/>
                    <a:pt x="450" y="648"/>
                  </a:cubicBezTo>
                  <a:cubicBezTo>
                    <a:pt x="450" y="648"/>
                    <a:pt x="450" y="648"/>
                    <a:pt x="450" y="648"/>
                  </a:cubicBezTo>
                  <a:cubicBezTo>
                    <a:pt x="450" y="649"/>
                    <a:pt x="450" y="649"/>
                    <a:pt x="450" y="649"/>
                  </a:cubicBezTo>
                  <a:cubicBezTo>
                    <a:pt x="450" y="649"/>
                    <a:pt x="450" y="649"/>
                    <a:pt x="450" y="649"/>
                  </a:cubicBezTo>
                  <a:cubicBezTo>
                    <a:pt x="451" y="650"/>
                    <a:pt x="451" y="650"/>
                    <a:pt x="451" y="650"/>
                  </a:cubicBezTo>
                  <a:cubicBezTo>
                    <a:pt x="451" y="650"/>
                    <a:pt x="451" y="650"/>
                    <a:pt x="451" y="650"/>
                  </a:cubicBezTo>
                  <a:cubicBezTo>
                    <a:pt x="452" y="650"/>
                    <a:pt x="452" y="650"/>
                    <a:pt x="452" y="650"/>
                  </a:cubicBezTo>
                  <a:cubicBezTo>
                    <a:pt x="452" y="650"/>
                    <a:pt x="452" y="650"/>
                    <a:pt x="452" y="650"/>
                  </a:cubicBezTo>
                  <a:cubicBezTo>
                    <a:pt x="453" y="650"/>
                    <a:pt x="453" y="650"/>
                    <a:pt x="453" y="650"/>
                  </a:cubicBezTo>
                  <a:cubicBezTo>
                    <a:pt x="453" y="650"/>
                    <a:pt x="453" y="650"/>
                    <a:pt x="453" y="650"/>
                  </a:cubicBezTo>
                  <a:cubicBezTo>
                    <a:pt x="453" y="649"/>
                    <a:pt x="453" y="649"/>
                    <a:pt x="453" y="649"/>
                  </a:cubicBezTo>
                  <a:cubicBezTo>
                    <a:pt x="453" y="649"/>
                    <a:pt x="453" y="649"/>
                    <a:pt x="453" y="649"/>
                  </a:cubicBezTo>
                  <a:cubicBezTo>
                    <a:pt x="453" y="648"/>
                    <a:pt x="453" y="648"/>
                    <a:pt x="453" y="648"/>
                  </a:cubicBezTo>
                  <a:cubicBezTo>
                    <a:pt x="453" y="648"/>
                    <a:pt x="453" y="648"/>
                    <a:pt x="453" y="648"/>
                  </a:cubicBezTo>
                  <a:cubicBezTo>
                    <a:pt x="454" y="647"/>
                    <a:pt x="454" y="647"/>
                    <a:pt x="454" y="647"/>
                  </a:cubicBezTo>
                  <a:cubicBezTo>
                    <a:pt x="454" y="647"/>
                    <a:pt x="454" y="647"/>
                    <a:pt x="454" y="647"/>
                  </a:cubicBezTo>
                  <a:cubicBezTo>
                    <a:pt x="453" y="646"/>
                    <a:pt x="453" y="646"/>
                    <a:pt x="453" y="646"/>
                  </a:cubicBezTo>
                  <a:cubicBezTo>
                    <a:pt x="453" y="646"/>
                    <a:pt x="453" y="646"/>
                    <a:pt x="453" y="646"/>
                  </a:cubicBezTo>
                  <a:cubicBezTo>
                    <a:pt x="453" y="645"/>
                    <a:pt x="453" y="645"/>
                    <a:pt x="453" y="645"/>
                  </a:cubicBezTo>
                  <a:cubicBezTo>
                    <a:pt x="453" y="645"/>
                    <a:pt x="453" y="645"/>
                    <a:pt x="453" y="645"/>
                  </a:cubicBezTo>
                  <a:cubicBezTo>
                    <a:pt x="453" y="644"/>
                    <a:pt x="453" y="644"/>
                    <a:pt x="453" y="644"/>
                  </a:cubicBezTo>
                  <a:cubicBezTo>
                    <a:pt x="453" y="644"/>
                    <a:pt x="453" y="644"/>
                    <a:pt x="453" y="644"/>
                  </a:cubicBezTo>
                  <a:cubicBezTo>
                    <a:pt x="453" y="643"/>
                    <a:pt x="453" y="643"/>
                    <a:pt x="453" y="643"/>
                  </a:cubicBezTo>
                  <a:cubicBezTo>
                    <a:pt x="453" y="643"/>
                    <a:pt x="453" y="643"/>
                    <a:pt x="453" y="643"/>
                  </a:cubicBezTo>
                  <a:cubicBezTo>
                    <a:pt x="454" y="643"/>
                    <a:pt x="454" y="643"/>
                    <a:pt x="454" y="643"/>
                  </a:cubicBezTo>
                  <a:cubicBezTo>
                    <a:pt x="454" y="643"/>
                    <a:pt x="454" y="643"/>
                    <a:pt x="454" y="643"/>
                  </a:cubicBezTo>
                  <a:cubicBezTo>
                    <a:pt x="454" y="643"/>
                    <a:pt x="454" y="643"/>
                    <a:pt x="454" y="643"/>
                  </a:cubicBezTo>
                  <a:cubicBezTo>
                    <a:pt x="454" y="643"/>
                    <a:pt x="454" y="643"/>
                    <a:pt x="454" y="643"/>
                  </a:cubicBezTo>
                  <a:cubicBezTo>
                    <a:pt x="454" y="643"/>
                    <a:pt x="454" y="643"/>
                    <a:pt x="454" y="643"/>
                  </a:cubicBezTo>
                  <a:cubicBezTo>
                    <a:pt x="454" y="643"/>
                    <a:pt x="454" y="643"/>
                    <a:pt x="454" y="643"/>
                  </a:cubicBezTo>
                  <a:cubicBezTo>
                    <a:pt x="455" y="643"/>
                    <a:pt x="455" y="643"/>
                    <a:pt x="455" y="643"/>
                  </a:cubicBezTo>
                  <a:cubicBezTo>
                    <a:pt x="455" y="643"/>
                    <a:pt x="455" y="643"/>
                    <a:pt x="455" y="643"/>
                  </a:cubicBezTo>
                  <a:cubicBezTo>
                    <a:pt x="455" y="644"/>
                    <a:pt x="455" y="644"/>
                    <a:pt x="455" y="644"/>
                  </a:cubicBezTo>
                  <a:cubicBezTo>
                    <a:pt x="455" y="644"/>
                    <a:pt x="455" y="644"/>
                    <a:pt x="455" y="644"/>
                  </a:cubicBezTo>
                  <a:cubicBezTo>
                    <a:pt x="455" y="644"/>
                    <a:pt x="455" y="644"/>
                    <a:pt x="455" y="644"/>
                  </a:cubicBezTo>
                  <a:cubicBezTo>
                    <a:pt x="455" y="644"/>
                    <a:pt x="455" y="644"/>
                    <a:pt x="455" y="644"/>
                  </a:cubicBezTo>
                  <a:cubicBezTo>
                    <a:pt x="456" y="644"/>
                    <a:pt x="456" y="644"/>
                    <a:pt x="456" y="644"/>
                  </a:cubicBezTo>
                  <a:cubicBezTo>
                    <a:pt x="456" y="644"/>
                    <a:pt x="456" y="644"/>
                    <a:pt x="456" y="644"/>
                  </a:cubicBezTo>
                  <a:cubicBezTo>
                    <a:pt x="456" y="644"/>
                    <a:pt x="456" y="644"/>
                    <a:pt x="456" y="644"/>
                  </a:cubicBezTo>
                  <a:cubicBezTo>
                    <a:pt x="456" y="644"/>
                    <a:pt x="456" y="644"/>
                    <a:pt x="456" y="644"/>
                  </a:cubicBezTo>
                  <a:cubicBezTo>
                    <a:pt x="458" y="644"/>
                    <a:pt x="458" y="644"/>
                    <a:pt x="458" y="644"/>
                  </a:cubicBezTo>
                  <a:cubicBezTo>
                    <a:pt x="458" y="644"/>
                    <a:pt x="458" y="644"/>
                    <a:pt x="458" y="644"/>
                  </a:cubicBezTo>
                  <a:cubicBezTo>
                    <a:pt x="460" y="640"/>
                    <a:pt x="460" y="640"/>
                    <a:pt x="460" y="640"/>
                  </a:cubicBezTo>
                  <a:cubicBezTo>
                    <a:pt x="460" y="640"/>
                    <a:pt x="460" y="640"/>
                    <a:pt x="460" y="640"/>
                  </a:cubicBezTo>
                  <a:cubicBezTo>
                    <a:pt x="455" y="652"/>
                    <a:pt x="455" y="652"/>
                    <a:pt x="455" y="652"/>
                  </a:cubicBezTo>
                  <a:cubicBezTo>
                    <a:pt x="455" y="652"/>
                    <a:pt x="455" y="652"/>
                    <a:pt x="455" y="652"/>
                  </a:cubicBezTo>
                  <a:cubicBezTo>
                    <a:pt x="455" y="652"/>
                    <a:pt x="455" y="652"/>
                    <a:pt x="455" y="652"/>
                  </a:cubicBezTo>
                  <a:cubicBezTo>
                    <a:pt x="455" y="652"/>
                    <a:pt x="455" y="652"/>
                    <a:pt x="455" y="652"/>
                  </a:cubicBezTo>
                  <a:cubicBezTo>
                    <a:pt x="454" y="652"/>
                    <a:pt x="454" y="652"/>
                    <a:pt x="454" y="652"/>
                  </a:cubicBezTo>
                  <a:cubicBezTo>
                    <a:pt x="454" y="652"/>
                    <a:pt x="454" y="652"/>
                    <a:pt x="454" y="652"/>
                  </a:cubicBezTo>
                  <a:cubicBezTo>
                    <a:pt x="454" y="652"/>
                    <a:pt x="454" y="652"/>
                    <a:pt x="454" y="652"/>
                  </a:cubicBezTo>
                  <a:cubicBezTo>
                    <a:pt x="454" y="652"/>
                    <a:pt x="454" y="652"/>
                    <a:pt x="454" y="652"/>
                  </a:cubicBezTo>
                  <a:cubicBezTo>
                    <a:pt x="454" y="652"/>
                    <a:pt x="454" y="652"/>
                    <a:pt x="454" y="652"/>
                  </a:cubicBezTo>
                  <a:cubicBezTo>
                    <a:pt x="454" y="652"/>
                    <a:pt x="454" y="652"/>
                    <a:pt x="454" y="652"/>
                  </a:cubicBezTo>
                  <a:cubicBezTo>
                    <a:pt x="453" y="652"/>
                    <a:pt x="453" y="652"/>
                    <a:pt x="453" y="652"/>
                  </a:cubicBezTo>
                  <a:cubicBezTo>
                    <a:pt x="453" y="652"/>
                    <a:pt x="453" y="652"/>
                    <a:pt x="453" y="652"/>
                  </a:cubicBezTo>
                  <a:cubicBezTo>
                    <a:pt x="453" y="652"/>
                    <a:pt x="453" y="652"/>
                    <a:pt x="453" y="652"/>
                  </a:cubicBezTo>
                  <a:cubicBezTo>
                    <a:pt x="453" y="652"/>
                    <a:pt x="453" y="652"/>
                    <a:pt x="453" y="652"/>
                  </a:cubicBezTo>
                  <a:cubicBezTo>
                    <a:pt x="452" y="652"/>
                    <a:pt x="452" y="652"/>
                    <a:pt x="452" y="652"/>
                  </a:cubicBezTo>
                  <a:cubicBezTo>
                    <a:pt x="452" y="652"/>
                    <a:pt x="452" y="652"/>
                    <a:pt x="452" y="652"/>
                  </a:cubicBezTo>
                  <a:cubicBezTo>
                    <a:pt x="452" y="652"/>
                    <a:pt x="452" y="652"/>
                    <a:pt x="452" y="652"/>
                  </a:cubicBezTo>
                  <a:cubicBezTo>
                    <a:pt x="452" y="652"/>
                    <a:pt x="452" y="652"/>
                    <a:pt x="452" y="652"/>
                  </a:cubicBezTo>
                  <a:cubicBezTo>
                    <a:pt x="451" y="653"/>
                    <a:pt x="451" y="653"/>
                    <a:pt x="451" y="653"/>
                  </a:cubicBezTo>
                  <a:cubicBezTo>
                    <a:pt x="451" y="653"/>
                    <a:pt x="451" y="653"/>
                    <a:pt x="451" y="653"/>
                  </a:cubicBezTo>
                  <a:cubicBezTo>
                    <a:pt x="451" y="654"/>
                    <a:pt x="451" y="654"/>
                    <a:pt x="451" y="654"/>
                  </a:cubicBezTo>
                  <a:cubicBezTo>
                    <a:pt x="451" y="654"/>
                    <a:pt x="451" y="654"/>
                    <a:pt x="451" y="654"/>
                  </a:cubicBezTo>
                  <a:cubicBezTo>
                    <a:pt x="450" y="655"/>
                    <a:pt x="450" y="655"/>
                    <a:pt x="450" y="655"/>
                  </a:cubicBezTo>
                  <a:cubicBezTo>
                    <a:pt x="450" y="655"/>
                    <a:pt x="450" y="655"/>
                    <a:pt x="450" y="655"/>
                  </a:cubicBezTo>
                  <a:cubicBezTo>
                    <a:pt x="450" y="656"/>
                    <a:pt x="450" y="656"/>
                    <a:pt x="450" y="656"/>
                  </a:cubicBezTo>
                  <a:cubicBezTo>
                    <a:pt x="450" y="656"/>
                    <a:pt x="450" y="656"/>
                    <a:pt x="450" y="656"/>
                  </a:cubicBezTo>
                  <a:cubicBezTo>
                    <a:pt x="450" y="658"/>
                    <a:pt x="450" y="658"/>
                    <a:pt x="450" y="658"/>
                  </a:cubicBezTo>
                  <a:cubicBezTo>
                    <a:pt x="450" y="658"/>
                    <a:pt x="450" y="658"/>
                    <a:pt x="450" y="658"/>
                  </a:cubicBezTo>
                  <a:cubicBezTo>
                    <a:pt x="450" y="659"/>
                    <a:pt x="450" y="659"/>
                    <a:pt x="450" y="659"/>
                  </a:cubicBezTo>
                  <a:cubicBezTo>
                    <a:pt x="450" y="659"/>
                    <a:pt x="450" y="659"/>
                    <a:pt x="450" y="659"/>
                  </a:cubicBezTo>
                  <a:cubicBezTo>
                    <a:pt x="450" y="660"/>
                    <a:pt x="450" y="660"/>
                    <a:pt x="450" y="660"/>
                  </a:cubicBezTo>
                  <a:cubicBezTo>
                    <a:pt x="450" y="660"/>
                    <a:pt x="450" y="660"/>
                    <a:pt x="450" y="660"/>
                  </a:cubicBezTo>
                  <a:cubicBezTo>
                    <a:pt x="451" y="660"/>
                    <a:pt x="451" y="660"/>
                    <a:pt x="451" y="660"/>
                  </a:cubicBezTo>
                  <a:cubicBezTo>
                    <a:pt x="451" y="660"/>
                    <a:pt x="451" y="660"/>
                    <a:pt x="451" y="660"/>
                  </a:cubicBezTo>
                  <a:cubicBezTo>
                    <a:pt x="460" y="656"/>
                    <a:pt x="460" y="656"/>
                    <a:pt x="460" y="656"/>
                  </a:cubicBezTo>
                  <a:cubicBezTo>
                    <a:pt x="460" y="656"/>
                    <a:pt x="460" y="656"/>
                    <a:pt x="460" y="656"/>
                  </a:cubicBezTo>
                  <a:cubicBezTo>
                    <a:pt x="464" y="632"/>
                    <a:pt x="464" y="632"/>
                    <a:pt x="464" y="632"/>
                  </a:cubicBezTo>
                  <a:cubicBezTo>
                    <a:pt x="464" y="632"/>
                    <a:pt x="464" y="632"/>
                    <a:pt x="464" y="632"/>
                  </a:cubicBezTo>
                  <a:cubicBezTo>
                    <a:pt x="464" y="631"/>
                    <a:pt x="464" y="631"/>
                    <a:pt x="464" y="631"/>
                  </a:cubicBezTo>
                  <a:cubicBezTo>
                    <a:pt x="464" y="631"/>
                    <a:pt x="464" y="631"/>
                    <a:pt x="464" y="631"/>
                  </a:cubicBezTo>
                  <a:cubicBezTo>
                    <a:pt x="463" y="630"/>
                    <a:pt x="463" y="630"/>
                    <a:pt x="463" y="630"/>
                  </a:cubicBezTo>
                  <a:cubicBezTo>
                    <a:pt x="463" y="630"/>
                    <a:pt x="463" y="630"/>
                    <a:pt x="463" y="630"/>
                  </a:cubicBezTo>
                  <a:cubicBezTo>
                    <a:pt x="463" y="630"/>
                    <a:pt x="463" y="630"/>
                    <a:pt x="463" y="630"/>
                  </a:cubicBezTo>
                  <a:cubicBezTo>
                    <a:pt x="463" y="630"/>
                    <a:pt x="463" y="630"/>
                    <a:pt x="463" y="630"/>
                  </a:cubicBezTo>
                  <a:cubicBezTo>
                    <a:pt x="463" y="629"/>
                    <a:pt x="463" y="629"/>
                    <a:pt x="463" y="629"/>
                  </a:cubicBezTo>
                  <a:cubicBezTo>
                    <a:pt x="463" y="629"/>
                    <a:pt x="463" y="629"/>
                    <a:pt x="463" y="629"/>
                  </a:cubicBezTo>
                  <a:cubicBezTo>
                    <a:pt x="463" y="628"/>
                    <a:pt x="463" y="628"/>
                    <a:pt x="463" y="628"/>
                  </a:cubicBezTo>
                  <a:cubicBezTo>
                    <a:pt x="463" y="628"/>
                    <a:pt x="463" y="628"/>
                    <a:pt x="463" y="628"/>
                  </a:cubicBezTo>
                  <a:cubicBezTo>
                    <a:pt x="463" y="627"/>
                    <a:pt x="463" y="627"/>
                    <a:pt x="463" y="627"/>
                  </a:cubicBezTo>
                  <a:cubicBezTo>
                    <a:pt x="463" y="627"/>
                    <a:pt x="463" y="627"/>
                    <a:pt x="463" y="627"/>
                  </a:cubicBezTo>
                  <a:cubicBezTo>
                    <a:pt x="463" y="626"/>
                    <a:pt x="463" y="626"/>
                    <a:pt x="463" y="626"/>
                  </a:cubicBezTo>
                  <a:cubicBezTo>
                    <a:pt x="463" y="626"/>
                    <a:pt x="463" y="626"/>
                    <a:pt x="463" y="626"/>
                  </a:cubicBezTo>
                  <a:cubicBezTo>
                    <a:pt x="464" y="625"/>
                    <a:pt x="464" y="625"/>
                    <a:pt x="464" y="625"/>
                  </a:cubicBezTo>
                  <a:cubicBezTo>
                    <a:pt x="464" y="625"/>
                    <a:pt x="464" y="625"/>
                    <a:pt x="464" y="625"/>
                  </a:cubicBezTo>
                  <a:cubicBezTo>
                    <a:pt x="464" y="626"/>
                    <a:pt x="464" y="626"/>
                    <a:pt x="464" y="626"/>
                  </a:cubicBezTo>
                  <a:cubicBezTo>
                    <a:pt x="464" y="626"/>
                    <a:pt x="464" y="626"/>
                    <a:pt x="464" y="626"/>
                  </a:cubicBezTo>
                  <a:cubicBezTo>
                    <a:pt x="465" y="625"/>
                    <a:pt x="465" y="625"/>
                    <a:pt x="465" y="625"/>
                  </a:cubicBezTo>
                  <a:cubicBezTo>
                    <a:pt x="465" y="625"/>
                    <a:pt x="465" y="625"/>
                    <a:pt x="465" y="625"/>
                  </a:cubicBezTo>
                  <a:cubicBezTo>
                    <a:pt x="465" y="625"/>
                    <a:pt x="465" y="625"/>
                    <a:pt x="465" y="625"/>
                  </a:cubicBezTo>
                  <a:cubicBezTo>
                    <a:pt x="465" y="625"/>
                    <a:pt x="465" y="625"/>
                    <a:pt x="465" y="625"/>
                  </a:cubicBezTo>
                  <a:cubicBezTo>
                    <a:pt x="466" y="625"/>
                    <a:pt x="466" y="625"/>
                    <a:pt x="466" y="625"/>
                  </a:cubicBezTo>
                  <a:cubicBezTo>
                    <a:pt x="466" y="625"/>
                    <a:pt x="466" y="625"/>
                    <a:pt x="466" y="625"/>
                  </a:cubicBezTo>
                  <a:cubicBezTo>
                    <a:pt x="467" y="625"/>
                    <a:pt x="467" y="625"/>
                    <a:pt x="467" y="625"/>
                  </a:cubicBezTo>
                  <a:cubicBezTo>
                    <a:pt x="467" y="625"/>
                    <a:pt x="467" y="625"/>
                    <a:pt x="467" y="625"/>
                  </a:cubicBezTo>
                  <a:cubicBezTo>
                    <a:pt x="467" y="625"/>
                    <a:pt x="467" y="625"/>
                    <a:pt x="467" y="625"/>
                  </a:cubicBezTo>
                  <a:cubicBezTo>
                    <a:pt x="467" y="625"/>
                    <a:pt x="467" y="625"/>
                    <a:pt x="467" y="625"/>
                  </a:cubicBezTo>
                  <a:cubicBezTo>
                    <a:pt x="468" y="625"/>
                    <a:pt x="468" y="625"/>
                    <a:pt x="468" y="625"/>
                  </a:cubicBezTo>
                  <a:cubicBezTo>
                    <a:pt x="468" y="625"/>
                    <a:pt x="468" y="625"/>
                    <a:pt x="468" y="625"/>
                  </a:cubicBezTo>
                  <a:cubicBezTo>
                    <a:pt x="469" y="625"/>
                    <a:pt x="469" y="625"/>
                    <a:pt x="469" y="625"/>
                  </a:cubicBezTo>
                  <a:cubicBezTo>
                    <a:pt x="469" y="625"/>
                    <a:pt x="469" y="625"/>
                    <a:pt x="469" y="625"/>
                  </a:cubicBezTo>
                  <a:cubicBezTo>
                    <a:pt x="469" y="629"/>
                    <a:pt x="469" y="629"/>
                    <a:pt x="469" y="629"/>
                  </a:cubicBezTo>
                  <a:cubicBezTo>
                    <a:pt x="469" y="629"/>
                    <a:pt x="469" y="629"/>
                    <a:pt x="469" y="629"/>
                  </a:cubicBezTo>
                  <a:cubicBezTo>
                    <a:pt x="468" y="632"/>
                    <a:pt x="468" y="632"/>
                    <a:pt x="468" y="632"/>
                  </a:cubicBezTo>
                  <a:cubicBezTo>
                    <a:pt x="468" y="632"/>
                    <a:pt x="468" y="632"/>
                    <a:pt x="468" y="632"/>
                  </a:cubicBezTo>
                  <a:cubicBezTo>
                    <a:pt x="467" y="636"/>
                    <a:pt x="467" y="636"/>
                    <a:pt x="467" y="636"/>
                  </a:cubicBezTo>
                  <a:cubicBezTo>
                    <a:pt x="467" y="636"/>
                    <a:pt x="467" y="636"/>
                    <a:pt x="467" y="636"/>
                  </a:cubicBezTo>
                  <a:cubicBezTo>
                    <a:pt x="467" y="639"/>
                    <a:pt x="467" y="639"/>
                    <a:pt x="467" y="639"/>
                  </a:cubicBezTo>
                  <a:cubicBezTo>
                    <a:pt x="467" y="639"/>
                    <a:pt x="467" y="639"/>
                    <a:pt x="467" y="639"/>
                  </a:cubicBezTo>
                  <a:cubicBezTo>
                    <a:pt x="465" y="643"/>
                    <a:pt x="465" y="643"/>
                    <a:pt x="465" y="643"/>
                  </a:cubicBezTo>
                  <a:cubicBezTo>
                    <a:pt x="465" y="643"/>
                    <a:pt x="465" y="643"/>
                    <a:pt x="465" y="643"/>
                  </a:cubicBezTo>
                  <a:cubicBezTo>
                    <a:pt x="465" y="647"/>
                    <a:pt x="465" y="647"/>
                    <a:pt x="465" y="647"/>
                  </a:cubicBezTo>
                  <a:cubicBezTo>
                    <a:pt x="465" y="647"/>
                    <a:pt x="465" y="647"/>
                    <a:pt x="465" y="647"/>
                  </a:cubicBezTo>
                  <a:cubicBezTo>
                    <a:pt x="464" y="650"/>
                    <a:pt x="464" y="650"/>
                    <a:pt x="464" y="650"/>
                  </a:cubicBezTo>
                  <a:cubicBezTo>
                    <a:pt x="464" y="650"/>
                    <a:pt x="464" y="650"/>
                    <a:pt x="464" y="650"/>
                  </a:cubicBezTo>
                  <a:cubicBezTo>
                    <a:pt x="464" y="654"/>
                    <a:pt x="464" y="654"/>
                    <a:pt x="464" y="654"/>
                  </a:cubicBezTo>
                  <a:cubicBezTo>
                    <a:pt x="464" y="654"/>
                    <a:pt x="464" y="654"/>
                    <a:pt x="464" y="654"/>
                  </a:cubicBezTo>
                  <a:cubicBezTo>
                    <a:pt x="464" y="654"/>
                    <a:pt x="464" y="654"/>
                    <a:pt x="464" y="654"/>
                  </a:cubicBezTo>
                  <a:cubicBezTo>
                    <a:pt x="464" y="654"/>
                    <a:pt x="464" y="654"/>
                    <a:pt x="464" y="654"/>
                  </a:cubicBezTo>
                  <a:cubicBezTo>
                    <a:pt x="474" y="652"/>
                    <a:pt x="474" y="652"/>
                    <a:pt x="474" y="652"/>
                  </a:cubicBezTo>
                  <a:cubicBezTo>
                    <a:pt x="474" y="652"/>
                    <a:pt x="474" y="652"/>
                    <a:pt x="474" y="652"/>
                  </a:cubicBezTo>
                  <a:cubicBezTo>
                    <a:pt x="477" y="658"/>
                    <a:pt x="477" y="658"/>
                    <a:pt x="477" y="658"/>
                  </a:cubicBezTo>
                  <a:cubicBezTo>
                    <a:pt x="477" y="658"/>
                    <a:pt x="477" y="658"/>
                    <a:pt x="477" y="658"/>
                  </a:cubicBezTo>
                  <a:cubicBezTo>
                    <a:pt x="475" y="657"/>
                    <a:pt x="475" y="657"/>
                    <a:pt x="475" y="657"/>
                  </a:cubicBezTo>
                  <a:cubicBezTo>
                    <a:pt x="475" y="657"/>
                    <a:pt x="475" y="657"/>
                    <a:pt x="475" y="657"/>
                  </a:cubicBezTo>
                  <a:cubicBezTo>
                    <a:pt x="473" y="657"/>
                    <a:pt x="473" y="657"/>
                    <a:pt x="473" y="657"/>
                  </a:cubicBezTo>
                  <a:cubicBezTo>
                    <a:pt x="473" y="657"/>
                    <a:pt x="473" y="657"/>
                    <a:pt x="473" y="657"/>
                  </a:cubicBezTo>
                  <a:cubicBezTo>
                    <a:pt x="471" y="656"/>
                    <a:pt x="471" y="656"/>
                    <a:pt x="471" y="656"/>
                  </a:cubicBezTo>
                  <a:cubicBezTo>
                    <a:pt x="471" y="656"/>
                    <a:pt x="471" y="656"/>
                    <a:pt x="471" y="656"/>
                  </a:cubicBezTo>
                  <a:cubicBezTo>
                    <a:pt x="469" y="656"/>
                    <a:pt x="469" y="656"/>
                    <a:pt x="469" y="656"/>
                  </a:cubicBezTo>
                  <a:cubicBezTo>
                    <a:pt x="469" y="656"/>
                    <a:pt x="469" y="656"/>
                    <a:pt x="469" y="656"/>
                  </a:cubicBezTo>
                  <a:cubicBezTo>
                    <a:pt x="467" y="656"/>
                    <a:pt x="467" y="656"/>
                    <a:pt x="467" y="656"/>
                  </a:cubicBezTo>
                  <a:cubicBezTo>
                    <a:pt x="467" y="656"/>
                    <a:pt x="467" y="656"/>
                    <a:pt x="467" y="656"/>
                  </a:cubicBezTo>
                  <a:cubicBezTo>
                    <a:pt x="465" y="657"/>
                    <a:pt x="465" y="657"/>
                    <a:pt x="465" y="657"/>
                  </a:cubicBezTo>
                  <a:cubicBezTo>
                    <a:pt x="465" y="657"/>
                    <a:pt x="465" y="657"/>
                    <a:pt x="465" y="657"/>
                  </a:cubicBezTo>
                  <a:cubicBezTo>
                    <a:pt x="462" y="657"/>
                    <a:pt x="462" y="657"/>
                    <a:pt x="462" y="657"/>
                  </a:cubicBezTo>
                  <a:cubicBezTo>
                    <a:pt x="462" y="657"/>
                    <a:pt x="462" y="657"/>
                    <a:pt x="462" y="657"/>
                  </a:cubicBezTo>
                  <a:cubicBezTo>
                    <a:pt x="461" y="658"/>
                    <a:pt x="461" y="658"/>
                    <a:pt x="461" y="658"/>
                  </a:cubicBezTo>
                  <a:cubicBezTo>
                    <a:pt x="461" y="658"/>
                    <a:pt x="461" y="658"/>
                    <a:pt x="461" y="658"/>
                  </a:cubicBezTo>
                  <a:cubicBezTo>
                    <a:pt x="446" y="666"/>
                    <a:pt x="446" y="666"/>
                    <a:pt x="446" y="666"/>
                  </a:cubicBezTo>
                  <a:cubicBezTo>
                    <a:pt x="446" y="666"/>
                    <a:pt x="446" y="666"/>
                    <a:pt x="446" y="666"/>
                  </a:cubicBezTo>
                  <a:cubicBezTo>
                    <a:pt x="445" y="667"/>
                    <a:pt x="445" y="667"/>
                    <a:pt x="445" y="667"/>
                  </a:cubicBezTo>
                  <a:cubicBezTo>
                    <a:pt x="445" y="667"/>
                    <a:pt x="445" y="667"/>
                    <a:pt x="445" y="667"/>
                  </a:cubicBezTo>
                  <a:cubicBezTo>
                    <a:pt x="445" y="667"/>
                    <a:pt x="445" y="667"/>
                    <a:pt x="445" y="667"/>
                  </a:cubicBezTo>
                  <a:cubicBezTo>
                    <a:pt x="445" y="667"/>
                    <a:pt x="445" y="667"/>
                    <a:pt x="445" y="667"/>
                  </a:cubicBezTo>
                  <a:cubicBezTo>
                    <a:pt x="445" y="668"/>
                    <a:pt x="445" y="668"/>
                    <a:pt x="445" y="668"/>
                  </a:cubicBezTo>
                  <a:cubicBezTo>
                    <a:pt x="445" y="668"/>
                    <a:pt x="445" y="668"/>
                    <a:pt x="445" y="668"/>
                  </a:cubicBezTo>
                  <a:cubicBezTo>
                    <a:pt x="445" y="668"/>
                    <a:pt x="445" y="668"/>
                    <a:pt x="445" y="668"/>
                  </a:cubicBezTo>
                  <a:cubicBezTo>
                    <a:pt x="445" y="668"/>
                    <a:pt x="445" y="668"/>
                    <a:pt x="445" y="668"/>
                  </a:cubicBezTo>
                  <a:cubicBezTo>
                    <a:pt x="445" y="669"/>
                    <a:pt x="445" y="669"/>
                    <a:pt x="445" y="669"/>
                  </a:cubicBezTo>
                  <a:cubicBezTo>
                    <a:pt x="445" y="669"/>
                    <a:pt x="445" y="669"/>
                    <a:pt x="445" y="669"/>
                  </a:cubicBezTo>
                  <a:cubicBezTo>
                    <a:pt x="445" y="669"/>
                    <a:pt x="445" y="669"/>
                    <a:pt x="445" y="669"/>
                  </a:cubicBezTo>
                  <a:cubicBezTo>
                    <a:pt x="445" y="669"/>
                    <a:pt x="445" y="669"/>
                    <a:pt x="445" y="669"/>
                  </a:cubicBezTo>
                  <a:cubicBezTo>
                    <a:pt x="445" y="670"/>
                    <a:pt x="445" y="670"/>
                    <a:pt x="445" y="670"/>
                  </a:cubicBezTo>
                  <a:cubicBezTo>
                    <a:pt x="445" y="670"/>
                    <a:pt x="445" y="670"/>
                    <a:pt x="445" y="670"/>
                  </a:cubicBezTo>
                  <a:cubicBezTo>
                    <a:pt x="446" y="670"/>
                    <a:pt x="446" y="670"/>
                    <a:pt x="446" y="670"/>
                  </a:cubicBezTo>
                  <a:cubicBezTo>
                    <a:pt x="446" y="670"/>
                    <a:pt x="446" y="670"/>
                    <a:pt x="446" y="670"/>
                  </a:cubicBezTo>
                  <a:cubicBezTo>
                    <a:pt x="447" y="670"/>
                    <a:pt x="447" y="670"/>
                    <a:pt x="447" y="670"/>
                  </a:cubicBezTo>
                  <a:cubicBezTo>
                    <a:pt x="447" y="670"/>
                    <a:pt x="447" y="670"/>
                    <a:pt x="447" y="670"/>
                  </a:cubicBezTo>
                  <a:cubicBezTo>
                    <a:pt x="456" y="664"/>
                    <a:pt x="456" y="664"/>
                    <a:pt x="456" y="664"/>
                  </a:cubicBezTo>
                  <a:cubicBezTo>
                    <a:pt x="456" y="664"/>
                    <a:pt x="456" y="664"/>
                    <a:pt x="456" y="664"/>
                  </a:cubicBezTo>
                  <a:cubicBezTo>
                    <a:pt x="456" y="664"/>
                    <a:pt x="456" y="664"/>
                    <a:pt x="456" y="664"/>
                  </a:cubicBezTo>
                  <a:cubicBezTo>
                    <a:pt x="456" y="664"/>
                    <a:pt x="456" y="664"/>
                    <a:pt x="456" y="664"/>
                  </a:cubicBezTo>
                  <a:cubicBezTo>
                    <a:pt x="457" y="664"/>
                    <a:pt x="457" y="664"/>
                    <a:pt x="457" y="664"/>
                  </a:cubicBezTo>
                  <a:cubicBezTo>
                    <a:pt x="457" y="664"/>
                    <a:pt x="457" y="664"/>
                    <a:pt x="457" y="664"/>
                  </a:cubicBezTo>
                  <a:cubicBezTo>
                    <a:pt x="458" y="664"/>
                    <a:pt x="458" y="664"/>
                    <a:pt x="458" y="664"/>
                  </a:cubicBezTo>
                  <a:cubicBezTo>
                    <a:pt x="458" y="664"/>
                    <a:pt x="458" y="664"/>
                    <a:pt x="458" y="664"/>
                  </a:cubicBezTo>
                  <a:cubicBezTo>
                    <a:pt x="459" y="664"/>
                    <a:pt x="459" y="664"/>
                    <a:pt x="459" y="664"/>
                  </a:cubicBezTo>
                  <a:cubicBezTo>
                    <a:pt x="459" y="664"/>
                    <a:pt x="459" y="664"/>
                    <a:pt x="459" y="664"/>
                  </a:cubicBezTo>
                  <a:cubicBezTo>
                    <a:pt x="460" y="664"/>
                    <a:pt x="460" y="664"/>
                    <a:pt x="460" y="664"/>
                  </a:cubicBezTo>
                  <a:cubicBezTo>
                    <a:pt x="460" y="664"/>
                    <a:pt x="460" y="664"/>
                    <a:pt x="460" y="664"/>
                  </a:cubicBezTo>
                  <a:cubicBezTo>
                    <a:pt x="461" y="664"/>
                    <a:pt x="461" y="664"/>
                    <a:pt x="461" y="664"/>
                  </a:cubicBezTo>
                  <a:cubicBezTo>
                    <a:pt x="461" y="664"/>
                    <a:pt x="461" y="664"/>
                    <a:pt x="461" y="664"/>
                  </a:cubicBezTo>
                  <a:cubicBezTo>
                    <a:pt x="462" y="665"/>
                    <a:pt x="462" y="665"/>
                    <a:pt x="462" y="665"/>
                  </a:cubicBezTo>
                  <a:cubicBezTo>
                    <a:pt x="462" y="665"/>
                    <a:pt x="462" y="665"/>
                    <a:pt x="462" y="665"/>
                  </a:cubicBezTo>
                  <a:cubicBezTo>
                    <a:pt x="463" y="665"/>
                    <a:pt x="463" y="665"/>
                    <a:pt x="463" y="665"/>
                  </a:cubicBezTo>
                  <a:cubicBezTo>
                    <a:pt x="463" y="665"/>
                    <a:pt x="463" y="665"/>
                    <a:pt x="463" y="665"/>
                  </a:cubicBezTo>
                  <a:cubicBezTo>
                    <a:pt x="460" y="670"/>
                    <a:pt x="458" y="671"/>
                    <a:pt x="458" y="671"/>
                  </a:cubicBezTo>
                  <a:cubicBezTo>
                    <a:pt x="458" y="671"/>
                    <a:pt x="458" y="671"/>
                    <a:pt x="458" y="671"/>
                  </a:cubicBezTo>
                  <a:cubicBezTo>
                    <a:pt x="458" y="672"/>
                    <a:pt x="458" y="672"/>
                    <a:pt x="458" y="672"/>
                  </a:cubicBezTo>
                  <a:cubicBezTo>
                    <a:pt x="458" y="672"/>
                    <a:pt x="458" y="672"/>
                    <a:pt x="458" y="672"/>
                  </a:cubicBezTo>
                  <a:cubicBezTo>
                    <a:pt x="457" y="673"/>
                    <a:pt x="457" y="673"/>
                    <a:pt x="457" y="673"/>
                  </a:cubicBezTo>
                  <a:cubicBezTo>
                    <a:pt x="457" y="673"/>
                    <a:pt x="457" y="673"/>
                    <a:pt x="457" y="673"/>
                  </a:cubicBezTo>
                  <a:cubicBezTo>
                    <a:pt x="457" y="673"/>
                    <a:pt x="457" y="673"/>
                    <a:pt x="457" y="673"/>
                  </a:cubicBezTo>
                  <a:cubicBezTo>
                    <a:pt x="457" y="673"/>
                    <a:pt x="457" y="673"/>
                    <a:pt x="457" y="673"/>
                  </a:cubicBezTo>
                  <a:cubicBezTo>
                    <a:pt x="457" y="673"/>
                    <a:pt x="457" y="673"/>
                    <a:pt x="457" y="673"/>
                  </a:cubicBezTo>
                  <a:cubicBezTo>
                    <a:pt x="457" y="673"/>
                    <a:pt x="457" y="673"/>
                    <a:pt x="457" y="673"/>
                  </a:cubicBezTo>
                  <a:cubicBezTo>
                    <a:pt x="457" y="673"/>
                    <a:pt x="457" y="673"/>
                    <a:pt x="457" y="673"/>
                  </a:cubicBezTo>
                  <a:cubicBezTo>
                    <a:pt x="457" y="673"/>
                    <a:pt x="457" y="673"/>
                    <a:pt x="457" y="673"/>
                  </a:cubicBezTo>
                  <a:cubicBezTo>
                    <a:pt x="457" y="674"/>
                    <a:pt x="457" y="674"/>
                    <a:pt x="457" y="674"/>
                  </a:cubicBezTo>
                  <a:cubicBezTo>
                    <a:pt x="457" y="674"/>
                    <a:pt x="457" y="674"/>
                    <a:pt x="457" y="674"/>
                  </a:cubicBezTo>
                  <a:cubicBezTo>
                    <a:pt x="457" y="674"/>
                    <a:pt x="457" y="674"/>
                    <a:pt x="457" y="674"/>
                  </a:cubicBezTo>
                  <a:cubicBezTo>
                    <a:pt x="457" y="674"/>
                    <a:pt x="457" y="674"/>
                    <a:pt x="457" y="674"/>
                  </a:cubicBezTo>
                  <a:cubicBezTo>
                    <a:pt x="457" y="674"/>
                    <a:pt x="457" y="674"/>
                    <a:pt x="457" y="674"/>
                  </a:cubicBezTo>
                  <a:cubicBezTo>
                    <a:pt x="457" y="674"/>
                    <a:pt x="457" y="674"/>
                    <a:pt x="457" y="674"/>
                  </a:cubicBezTo>
                  <a:cubicBezTo>
                    <a:pt x="457" y="675"/>
                    <a:pt x="457" y="675"/>
                    <a:pt x="457" y="675"/>
                  </a:cubicBezTo>
                  <a:cubicBezTo>
                    <a:pt x="457" y="675"/>
                    <a:pt x="457" y="675"/>
                    <a:pt x="457" y="675"/>
                  </a:cubicBezTo>
                  <a:cubicBezTo>
                    <a:pt x="457" y="675"/>
                    <a:pt x="457" y="675"/>
                    <a:pt x="457" y="675"/>
                  </a:cubicBezTo>
                  <a:cubicBezTo>
                    <a:pt x="457" y="675"/>
                    <a:pt x="457" y="675"/>
                    <a:pt x="457" y="675"/>
                  </a:cubicBezTo>
                  <a:cubicBezTo>
                    <a:pt x="457" y="675"/>
                    <a:pt x="457" y="675"/>
                    <a:pt x="457" y="675"/>
                  </a:cubicBezTo>
                  <a:cubicBezTo>
                    <a:pt x="457" y="675"/>
                    <a:pt x="457" y="675"/>
                    <a:pt x="457" y="675"/>
                  </a:cubicBezTo>
                  <a:cubicBezTo>
                    <a:pt x="457" y="676"/>
                    <a:pt x="457" y="676"/>
                    <a:pt x="457" y="676"/>
                  </a:cubicBezTo>
                  <a:cubicBezTo>
                    <a:pt x="457" y="676"/>
                    <a:pt x="457" y="676"/>
                    <a:pt x="457" y="676"/>
                  </a:cubicBezTo>
                  <a:cubicBezTo>
                    <a:pt x="457" y="676"/>
                    <a:pt x="457" y="676"/>
                    <a:pt x="457" y="676"/>
                  </a:cubicBezTo>
                  <a:cubicBezTo>
                    <a:pt x="457" y="676"/>
                    <a:pt x="457" y="676"/>
                    <a:pt x="457" y="676"/>
                  </a:cubicBezTo>
                  <a:cubicBezTo>
                    <a:pt x="457" y="676"/>
                    <a:pt x="457" y="676"/>
                    <a:pt x="457" y="676"/>
                  </a:cubicBezTo>
                  <a:cubicBezTo>
                    <a:pt x="457" y="676"/>
                    <a:pt x="457" y="676"/>
                    <a:pt x="457" y="676"/>
                  </a:cubicBezTo>
                  <a:cubicBezTo>
                    <a:pt x="458" y="676"/>
                    <a:pt x="458" y="676"/>
                    <a:pt x="458" y="676"/>
                  </a:cubicBezTo>
                  <a:cubicBezTo>
                    <a:pt x="458" y="676"/>
                    <a:pt x="458" y="676"/>
                    <a:pt x="458" y="676"/>
                  </a:cubicBezTo>
                  <a:cubicBezTo>
                    <a:pt x="458" y="676"/>
                    <a:pt x="458" y="676"/>
                    <a:pt x="458" y="676"/>
                  </a:cubicBezTo>
                  <a:cubicBezTo>
                    <a:pt x="458" y="676"/>
                    <a:pt x="458" y="676"/>
                    <a:pt x="458" y="676"/>
                  </a:cubicBezTo>
                  <a:cubicBezTo>
                    <a:pt x="458" y="677"/>
                    <a:pt x="458" y="677"/>
                    <a:pt x="458" y="677"/>
                  </a:cubicBezTo>
                  <a:cubicBezTo>
                    <a:pt x="458" y="677"/>
                    <a:pt x="458" y="677"/>
                    <a:pt x="458" y="677"/>
                  </a:cubicBezTo>
                  <a:cubicBezTo>
                    <a:pt x="458" y="678"/>
                    <a:pt x="458" y="678"/>
                    <a:pt x="458" y="678"/>
                  </a:cubicBezTo>
                  <a:cubicBezTo>
                    <a:pt x="458" y="678"/>
                    <a:pt x="458" y="678"/>
                    <a:pt x="458" y="678"/>
                  </a:cubicBezTo>
                  <a:cubicBezTo>
                    <a:pt x="458" y="679"/>
                    <a:pt x="458" y="679"/>
                    <a:pt x="458" y="679"/>
                  </a:cubicBezTo>
                  <a:cubicBezTo>
                    <a:pt x="458" y="679"/>
                    <a:pt x="458" y="679"/>
                    <a:pt x="458" y="679"/>
                  </a:cubicBezTo>
                  <a:cubicBezTo>
                    <a:pt x="457" y="679"/>
                    <a:pt x="457" y="679"/>
                    <a:pt x="457" y="679"/>
                  </a:cubicBezTo>
                  <a:cubicBezTo>
                    <a:pt x="457" y="679"/>
                    <a:pt x="457" y="679"/>
                    <a:pt x="457" y="679"/>
                  </a:cubicBezTo>
                  <a:cubicBezTo>
                    <a:pt x="457" y="679"/>
                    <a:pt x="457" y="679"/>
                    <a:pt x="457" y="679"/>
                  </a:cubicBezTo>
                  <a:cubicBezTo>
                    <a:pt x="457" y="679"/>
                    <a:pt x="457" y="679"/>
                    <a:pt x="457" y="679"/>
                  </a:cubicBezTo>
                  <a:cubicBezTo>
                    <a:pt x="456" y="679"/>
                    <a:pt x="456" y="679"/>
                    <a:pt x="456" y="679"/>
                  </a:cubicBezTo>
                  <a:cubicBezTo>
                    <a:pt x="456" y="679"/>
                    <a:pt x="456" y="679"/>
                    <a:pt x="456" y="679"/>
                  </a:cubicBezTo>
                  <a:cubicBezTo>
                    <a:pt x="456" y="680"/>
                    <a:pt x="456" y="680"/>
                    <a:pt x="456" y="680"/>
                  </a:cubicBezTo>
                  <a:cubicBezTo>
                    <a:pt x="456" y="680"/>
                    <a:pt x="456" y="680"/>
                    <a:pt x="456" y="680"/>
                  </a:cubicBezTo>
                  <a:cubicBezTo>
                    <a:pt x="455" y="680"/>
                    <a:pt x="455" y="680"/>
                    <a:pt x="455" y="680"/>
                  </a:cubicBezTo>
                  <a:cubicBezTo>
                    <a:pt x="455" y="680"/>
                    <a:pt x="455" y="680"/>
                    <a:pt x="455" y="680"/>
                  </a:cubicBezTo>
                  <a:cubicBezTo>
                    <a:pt x="455" y="681"/>
                    <a:pt x="455" y="681"/>
                    <a:pt x="455" y="681"/>
                  </a:cubicBezTo>
                  <a:cubicBezTo>
                    <a:pt x="455" y="681"/>
                    <a:pt x="455" y="681"/>
                    <a:pt x="455" y="681"/>
                  </a:cubicBezTo>
                  <a:cubicBezTo>
                    <a:pt x="454" y="681"/>
                    <a:pt x="454" y="681"/>
                    <a:pt x="454" y="681"/>
                  </a:cubicBezTo>
                  <a:cubicBezTo>
                    <a:pt x="454" y="681"/>
                    <a:pt x="454" y="681"/>
                    <a:pt x="454" y="681"/>
                  </a:cubicBezTo>
                  <a:cubicBezTo>
                    <a:pt x="454" y="681"/>
                    <a:pt x="454" y="681"/>
                    <a:pt x="454" y="681"/>
                  </a:cubicBezTo>
                  <a:cubicBezTo>
                    <a:pt x="454" y="681"/>
                    <a:pt x="454" y="681"/>
                    <a:pt x="454" y="681"/>
                  </a:cubicBezTo>
                  <a:cubicBezTo>
                    <a:pt x="454" y="682"/>
                    <a:pt x="454" y="682"/>
                    <a:pt x="454" y="682"/>
                  </a:cubicBezTo>
                  <a:cubicBezTo>
                    <a:pt x="454" y="682"/>
                    <a:pt x="454" y="682"/>
                    <a:pt x="454" y="682"/>
                  </a:cubicBezTo>
                  <a:cubicBezTo>
                    <a:pt x="454" y="682"/>
                    <a:pt x="454" y="682"/>
                    <a:pt x="454" y="682"/>
                  </a:cubicBezTo>
                  <a:cubicBezTo>
                    <a:pt x="454" y="682"/>
                    <a:pt x="454" y="682"/>
                    <a:pt x="454" y="682"/>
                  </a:cubicBezTo>
                  <a:cubicBezTo>
                    <a:pt x="455" y="683"/>
                    <a:pt x="455" y="683"/>
                    <a:pt x="455" y="683"/>
                  </a:cubicBezTo>
                  <a:cubicBezTo>
                    <a:pt x="455" y="683"/>
                    <a:pt x="455" y="683"/>
                    <a:pt x="455" y="683"/>
                  </a:cubicBezTo>
                  <a:cubicBezTo>
                    <a:pt x="455" y="683"/>
                    <a:pt x="455" y="683"/>
                    <a:pt x="455" y="683"/>
                  </a:cubicBezTo>
                  <a:cubicBezTo>
                    <a:pt x="455" y="683"/>
                    <a:pt x="455" y="683"/>
                    <a:pt x="455" y="683"/>
                  </a:cubicBezTo>
                  <a:cubicBezTo>
                    <a:pt x="455" y="683"/>
                    <a:pt x="455" y="683"/>
                    <a:pt x="455" y="683"/>
                  </a:cubicBezTo>
                  <a:cubicBezTo>
                    <a:pt x="455" y="683"/>
                    <a:pt x="455" y="683"/>
                    <a:pt x="455" y="683"/>
                  </a:cubicBezTo>
                  <a:cubicBezTo>
                    <a:pt x="456" y="683"/>
                    <a:pt x="456" y="683"/>
                    <a:pt x="456" y="683"/>
                  </a:cubicBezTo>
                  <a:cubicBezTo>
                    <a:pt x="456" y="683"/>
                    <a:pt x="456" y="683"/>
                    <a:pt x="456" y="683"/>
                  </a:cubicBezTo>
                  <a:cubicBezTo>
                    <a:pt x="457" y="684"/>
                    <a:pt x="457" y="684"/>
                    <a:pt x="457" y="684"/>
                  </a:cubicBezTo>
                  <a:cubicBezTo>
                    <a:pt x="457" y="684"/>
                    <a:pt x="457" y="684"/>
                    <a:pt x="457" y="684"/>
                  </a:cubicBezTo>
                  <a:cubicBezTo>
                    <a:pt x="457" y="684"/>
                    <a:pt x="457" y="684"/>
                    <a:pt x="457" y="684"/>
                  </a:cubicBezTo>
                  <a:cubicBezTo>
                    <a:pt x="457" y="684"/>
                    <a:pt x="457" y="684"/>
                    <a:pt x="457" y="684"/>
                  </a:cubicBezTo>
                  <a:cubicBezTo>
                    <a:pt x="457" y="684"/>
                    <a:pt x="457" y="684"/>
                    <a:pt x="457" y="684"/>
                  </a:cubicBezTo>
                  <a:cubicBezTo>
                    <a:pt x="457" y="684"/>
                    <a:pt x="457" y="684"/>
                    <a:pt x="457" y="684"/>
                  </a:cubicBezTo>
                  <a:cubicBezTo>
                    <a:pt x="457" y="685"/>
                    <a:pt x="457" y="685"/>
                    <a:pt x="457" y="685"/>
                  </a:cubicBezTo>
                  <a:cubicBezTo>
                    <a:pt x="457" y="685"/>
                    <a:pt x="457" y="685"/>
                    <a:pt x="457" y="685"/>
                  </a:cubicBezTo>
                  <a:cubicBezTo>
                    <a:pt x="457" y="685"/>
                    <a:pt x="457" y="685"/>
                    <a:pt x="457" y="685"/>
                  </a:cubicBezTo>
                  <a:cubicBezTo>
                    <a:pt x="457" y="685"/>
                    <a:pt x="457" y="685"/>
                    <a:pt x="457" y="685"/>
                  </a:cubicBezTo>
                  <a:cubicBezTo>
                    <a:pt x="457" y="685"/>
                    <a:pt x="457" y="685"/>
                    <a:pt x="457" y="685"/>
                  </a:cubicBezTo>
                  <a:cubicBezTo>
                    <a:pt x="457" y="685"/>
                    <a:pt x="457" y="685"/>
                    <a:pt x="457" y="685"/>
                  </a:cubicBezTo>
                  <a:cubicBezTo>
                    <a:pt x="457" y="685"/>
                    <a:pt x="457" y="685"/>
                    <a:pt x="457" y="685"/>
                  </a:cubicBezTo>
                  <a:cubicBezTo>
                    <a:pt x="457" y="685"/>
                    <a:pt x="457" y="685"/>
                    <a:pt x="457" y="685"/>
                  </a:cubicBezTo>
                  <a:cubicBezTo>
                    <a:pt x="457" y="686"/>
                    <a:pt x="457" y="686"/>
                    <a:pt x="457" y="686"/>
                  </a:cubicBezTo>
                  <a:cubicBezTo>
                    <a:pt x="457" y="686"/>
                    <a:pt x="457" y="686"/>
                    <a:pt x="457" y="686"/>
                  </a:cubicBezTo>
                  <a:cubicBezTo>
                    <a:pt x="457" y="686"/>
                    <a:pt x="457" y="686"/>
                    <a:pt x="457" y="686"/>
                  </a:cubicBezTo>
                  <a:cubicBezTo>
                    <a:pt x="457" y="686"/>
                    <a:pt x="457" y="686"/>
                    <a:pt x="457" y="686"/>
                  </a:cubicBezTo>
                  <a:cubicBezTo>
                    <a:pt x="455" y="686"/>
                    <a:pt x="455" y="686"/>
                    <a:pt x="455" y="686"/>
                  </a:cubicBezTo>
                  <a:cubicBezTo>
                    <a:pt x="455" y="686"/>
                    <a:pt x="455" y="686"/>
                    <a:pt x="455" y="686"/>
                  </a:cubicBezTo>
                  <a:cubicBezTo>
                    <a:pt x="455" y="687"/>
                    <a:pt x="455" y="687"/>
                    <a:pt x="455" y="687"/>
                  </a:cubicBezTo>
                  <a:cubicBezTo>
                    <a:pt x="455" y="687"/>
                    <a:pt x="455" y="687"/>
                    <a:pt x="455" y="687"/>
                  </a:cubicBezTo>
                  <a:cubicBezTo>
                    <a:pt x="455" y="687"/>
                    <a:pt x="455" y="687"/>
                    <a:pt x="455" y="687"/>
                  </a:cubicBezTo>
                  <a:cubicBezTo>
                    <a:pt x="455" y="687"/>
                    <a:pt x="455" y="687"/>
                    <a:pt x="455" y="687"/>
                  </a:cubicBezTo>
                  <a:cubicBezTo>
                    <a:pt x="455" y="688"/>
                    <a:pt x="455" y="688"/>
                    <a:pt x="455" y="688"/>
                  </a:cubicBezTo>
                  <a:cubicBezTo>
                    <a:pt x="455" y="688"/>
                    <a:pt x="455" y="688"/>
                    <a:pt x="455" y="688"/>
                  </a:cubicBezTo>
                  <a:cubicBezTo>
                    <a:pt x="456" y="688"/>
                    <a:pt x="456" y="688"/>
                    <a:pt x="456" y="688"/>
                  </a:cubicBezTo>
                  <a:cubicBezTo>
                    <a:pt x="456" y="688"/>
                    <a:pt x="456" y="688"/>
                    <a:pt x="456" y="688"/>
                  </a:cubicBezTo>
                  <a:cubicBezTo>
                    <a:pt x="456" y="689"/>
                    <a:pt x="456" y="689"/>
                    <a:pt x="456" y="689"/>
                  </a:cubicBezTo>
                  <a:cubicBezTo>
                    <a:pt x="456" y="689"/>
                    <a:pt x="456" y="689"/>
                    <a:pt x="456" y="689"/>
                  </a:cubicBezTo>
                  <a:cubicBezTo>
                    <a:pt x="456" y="689"/>
                    <a:pt x="456" y="689"/>
                    <a:pt x="456" y="689"/>
                  </a:cubicBezTo>
                  <a:cubicBezTo>
                    <a:pt x="456" y="689"/>
                    <a:pt x="456" y="689"/>
                    <a:pt x="456" y="689"/>
                  </a:cubicBezTo>
                  <a:cubicBezTo>
                    <a:pt x="456" y="690"/>
                    <a:pt x="456" y="690"/>
                    <a:pt x="456" y="690"/>
                  </a:cubicBezTo>
                  <a:cubicBezTo>
                    <a:pt x="456" y="690"/>
                    <a:pt x="456" y="690"/>
                    <a:pt x="456" y="690"/>
                  </a:cubicBezTo>
                  <a:cubicBezTo>
                    <a:pt x="456" y="690"/>
                    <a:pt x="456" y="690"/>
                    <a:pt x="456" y="690"/>
                  </a:cubicBezTo>
                  <a:cubicBezTo>
                    <a:pt x="456" y="690"/>
                    <a:pt x="456" y="690"/>
                    <a:pt x="456" y="690"/>
                  </a:cubicBezTo>
                  <a:cubicBezTo>
                    <a:pt x="455" y="690"/>
                    <a:pt x="455" y="690"/>
                    <a:pt x="455" y="690"/>
                  </a:cubicBezTo>
                  <a:cubicBezTo>
                    <a:pt x="455" y="690"/>
                    <a:pt x="455" y="690"/>
                    <a:pt x="455" y="690"/>
                  </a:cubicBezTo>
                  <a:cubicBezTo>
                    <a:pt x="455" y="691"/>
                    <a:pt x="455" y="691"/>
                    <a:pt x="455" y="691"/>
                  </a:cubicBezTo>
                  <a:cubicBezTo>
                    <a:pt x="455" y="691"/>
                    <a:pt x="455" y="691"/>
                    <a:pt x="455" y="691"/>
                  </a:cubicBezTo>
                  <a:cubicBezTo>
                    <a:pt x="454" y="691"/>
                    <a:pt x="454" y="691"/>
                    <a:pt x="454" y="691"/>
                  </a:cubicBezTo>
                  <a:cubicBezTo>
                    <a:pt x="454" y="691"/>
                    <a:pt x="454" y="691"/>
                    <a:pt x="454" y="691"/>
                  </a:cubicBezTo>
                  <a:cubicBezTo>
                    <a:pt x="454" y="691"/>
                    <a:pt x="454" y="691"/>
                    <a:pt x="454" y="691"/>
                  </a:cubicBezTo>
                  <a:cubicBezTo>
                    <a:pt x="454" y="691"/>
                    <a:pt x="454" y="691"/>
                    <a:pt x="454" y="691"/>
                  </a:cubicBezTo>
                  <a:cubicBezTo>
                    <a:pt x="453" y="691"/>
                    <a:pt x="453" y="691"/>
                    <a:pt x="453" y="691"/>
                  </a:cubicBezTo>
                  <a:cubicBezTo>
                    <a:pt x="453" y="691"/>
                    <a:pt x="453" y="691"/>
                    <a:pt x="453" y="691"/>
                  </a:cubicBezTo>
                  <a:cubicBezTo>
                    <a:pt x="453" y="691"/>
                    <a:pt x="453" y="691"/>
                    <a:pt x="453" y="691"/>
                  </a:cubicBezTo>
                  <a:cubicBezTo>
                    <a:pt x="453" y="691"/>
                    <a:pt x="453" y="691"/>
                    <a:pt x="453" y="691"/>
                  </a:cubicBezTo>
                  <a:cubicBezTo>
                    <a:pt x="452" y="692"/>
                    <a:pt x="452" y="692"/>
                    <a:pt x="452" y="692"/>
                  </a:cubicBezTo>
                  <a:cubicBezTo>
                    <a:pt x="452" y="692"/>
                    <a:pt x="452" y="692"/>
                    <a:pt x="452" y="692"/>
                  </a:cubicBezTo>
                  <a:cubicBezTo>
                    <a:pt x="452" y="692"/>
                    <a:pt x="452" y="692"/>
                    <a:pt x="452" y="692"/>
                  </a:cubicBezTo>
                  <a:cubicBezTo>
                    <a:pt x="452" y="692"/>
                    <a:pt x="452" y="692"/>
                    <a:pt x="452" y="692"/>
                  </a:cubicBezTo>
                  <a:cubicBezTo>
                    <a:pt x="451" y="712"/>
                    <a:pt x="451" y="712"/>
                    <a:pt x="451" y="712"/>
                  </a:cubicBezTo>
                  <a:cubicBezTo>
                    <a:pt x="451" y="712"/>
                    <a:pt x="451" y="712"/>
                    <a:pt x="451" y="712"/>
                  </a:cubicBezTo>
                  <a:cubicBezTo>
                    <a:pt x="449" y="712"/>
                    <a:pt x="449" y="712"/>
                    <a:pt x="449" y="712"/>
                  </a:cubicBezTo>
                  <a:cubicBezTo>
                    <a:pt x="449" y="712"/>
                    <a:pt x="449" y="712"/>
                    <a:pt x="449" y="712"/>
                  </a:cubicBezTo>
                  <a:cubicBezTo>
                    <a:pt x="449" y="711"/>
                    <a:pt x="449" y="711"/>
                    <a:pt x="449" y="711"/>
                  </a:cubicBezTo>
                  <a:cubicBezTo>
                    <a:pt x="449" y="711"/>
                    <a:pt x="449" y="711"/>
                    <a:pt x="449" y="711"/>
                  </a:cubicBezTo>
                  <a:cubicBezTo>
                    <a:pt x="448" y="710"/>
                    <a:pt x="448" y="710"/>
                    <a:pt x="448" y="710"/>
                  </a:cubicBezTo>
                  <a:cubicBezTo>
                    <a:pt x="448" y="710"/>
                    <a:pt x="448" y="710"/>
                    <a:pt x="448" y="710"/>
                  </a:cubicBezTo>
                  <a:cubicBezTo>
                    <a:pt x="447" y="710"/>
                    <a:pt x="447" y="710"/>
                    <a:pt x="447" y="710"/>
                  </a:cubicBezTo>
                  <a:cubicBezTo>
                    <a:pt x="447" y="710"/>
                    <a:pt x="447" y="710"/>
                    <a:pt x="447" y="710"/>
                  </a:cubicBezTo>
                  <a:cubicBezTo>
                    <a:pt x="446" y="709"/>
                    <a:pt x="446" y="709"/>
                    <a:pt x="446" y="709"/>
                  </a:cubicBezTo>
                  <a:cubicBezTo>
                    <a:pt x="446" y="709"/>
                    <a:pt x="446" y="709"/>
                    <a:pt x="446" y="709"/>
                  </a:cubicBezTo>
                  <a:cubicBezTo>
                    <a:pt x="444" y="709"/>
                    <a:pt x="444" y="709"/>
                    <a:pt x="444" y="709"/>
                  </a:cubicBezTo>
                  <a:cubicBezTo>
                    <a:pt x="444" y="709"/>
                    <a:pt x="444" y="709"/>
                    <a:pt x="444" y="709"/>
                  </a:cubicBezTo>
                  <a:cubicBezTo>
                    <a:pt x="443" y="709"/>
                    <a:pt x="443" y="709"/>
                    <a:pt x="443" y="709"/>
                  </a:cubicBezTo>
                  <a:cubicBezTo>
                    <a:pt x="443" y="709"/>
                    <a:pt x="443" y="709"/>
                    <a:pt x="443" y="709"/>
                  </a:cubicBezTo>
                  <a:cubicBezTo>
                    <a:pt x="442" y="708"/>
                    <a:pt x="442" y="708"/>
                    <a:pt x="442" y="708"/>
                  </a:cubicBezTo>
                  <a:cubicBezTo>
                    <a:pt x="442" y="708"/>
                    <a:pt x="442" y="708"/>
                    <a:pt x="442" y="708"/>
                  </a:cubicBezTo>
                  <a:cubicBezTo>
                    <a:pt x="441" y="708"/>
                    <a:pt x="441" y="708"/>
                    <a:pt x="441" y="708"/>
                  </a:cubicBezTo>
                  <a:cubicBezTo>
                    <a:pt x="441" y="708"/>
                    <a:pt x="441" y="708"/>
                    <a:pt x="441" y="708"/>
                  </a:cubicBezTo>
                  <a:cubicBezTo>
                    <a:pt x="439" y="708"/>
                    <a:pt x="439" y="708"/>
                    <a:pt x="439" y="708"/>
                  </a:cubicBezTo>
                  <a:cubicBezTo>
                    <a:pt x="439" y="708"/>
                    <a:pt x="439" y="708"/>
                    <a:pt x="439" y="708"/>
                  </a:cubicBezTo>
                  <a:cubicBezTo>
                    <a:pt x="434" y="712"/>
                    <a:pt x="434" y="712"/>
                    <a:pt x="434" y="712"/>
                  </a:cubicBezTo>
                  <a:cubicBezTo>
                    <a:pt x="434" y="712"/>
                    <a:pt x="434" y="712"/>
                    <a:pt x="434" y="712"/>
                  </a:cubicBezTo>
                  <a:cubicBezTo>
                    <a:pt x="432" y="713"/>
                    <a:pt x="432" y="713"/>
                    <a:pt x="432" y="713"/>
                  </a:cubicBezTo>
                  <a:cubicBezTo>
                    <a:pt x="432" y="713"/>
                    <a:pt x="432" y="713"/>
                    <a:pt x="432" y="713"/>
                  </a:cubicBezTo>
                  <a:cubicBezTo>
                    <a:pt x="431" y="715"/>
                    <a:pt x="431" y="715"/>
                    <a:pt x="431" y="715"/>
                  </a:cubicBezTo>
                  <a:cubicBezTo>
                    <a:pt x="431" y="715"/>
                    <a:pt x="431" y="715"/>
                    <a:pt x="431" y="715"/>
                  </a:cubicBezTo>
                  <a:cubicBezTo>
                    <a:pt x="430" y="716"/>
                    <a:pt x="430" y="716"/>
                    <a:pt x="430" y="716"/>
                  </a:cubicBezTo>
                  <a:cubicBezTo>
                    <a:pt x="430" y="716"/>
                    <a:pt x="430" y="716"/>
                    <a:pt x="430" y="716"/>
                  </a:cubicBezTo>
                  <a:cubicBezTo>
                    <a:pt x="430" y="718"/>
                    <a:pt x="430" y="718"/>
                    <a:pt x="430" y="718"/>
                  </a:cubicBezTo>
                  <a:cubicBezTo>
                    <a:pt x="430" y="718"/>
                    <a:pt x="430" y="718"/>
                    <a:pt x="430" y="718"/>
                  </a:cubicBezTo>
                  <a:cubicBezTo>
                    <a:pt x="429" y="719"/>
                    <a:pt x="429" y="719"/>
                    <a:pt x="429" y="719"/>
                  </a:cubicBezTo>
                  <a:cubicBezTo>
                    <a:pt x="429" y="719"/>
                    <a:pt x="429" y="719"/>
                    <a:pt x="429" y="719"/>
                  </a:cubicBezTo>
                  <a:cubicBezTo>
                    <a:pt x="428" y="721"/>
                    <a:pt x="428" y="721"/>
                    <a:pt x="428" y="721"/>
                  </a:cubicBezTo>
                  <a:cubicBezTo>
                    <a:pt x="428" y="721"/>
                    <a:pt x="428" y="721"/>
                    <a:pt x="428" y="721"/>
                  </a:cubicBezTo>
                  <a:cubicBezTo>
                    <a:pt x="427" y="722"/>
                    <a:pt x="427" y="722"/>
                    <a:pt x="427" y="722"/>
                  </a:cubicBezTo>
                  <a:cubicBezTo>
                    <a:pt x="427" y="722"/>
                    <a:pt x="427" y="722"/>
                    <a:pt x="427" y="722"/>
                  </a:cubicBezTo>
                  <a:cubicBezTo>
                    <a:pt x="426" y="723"/>
                    <a:pt x="426" y="723"/>
                    <a:pt x="426" y="723"/>
                  </a:cubicBezTo>
                  <a:lnTo>
                    <a:pt x="425" y="723"/>
                  </a:lnTo>
                  <a:close/>
                  <a:moveTo>
                    <a:pt x="270" y="716"/>
                  </a:moveTo>
                  <a:cubicBezTo>
                    <a:pt x="269" y="716"/>
                    <a:pt x="269" y="716"/>
                    <a:pt x="269" y="716"/>
                  </a:cubicBezTo>
                  <a:cubicBezTo>
                    <a:pt x="269" y="716"/>
                    <a:pt x="269" y="716"/>
                    <a:pt x="269" y="716"/>
                  </a:cubicBezTo>
                  <a:cubicBezTo>
                    <a:pt x="269" y="716"/>
                    <a:pt x="269" y="716"/>
                    <a:pt x="269" y="716"/>
                  </a:cubicBezTo>
                  <a:cubicBezTo>
                    <a:pt x="269" y="716"/>
                    <a:pt x="269" y="716"/>
                    <a:pt x="269" y="716"/>
                  </a:cubicBezTo>
                  <a:cubicBezTo>
                    <a:pt x="269" y="716"/>
                    <a:pt x="269" y="716"/>
                    <a:pt x="269" y="716"/>
                  </a:cubicBezTo>
                  <a:cubicBezTo>
                    <a:pt x="269" y="716"/>
                    <a:pt x="269" y="716"/>
                    <a:pt x="269" y="716"/>
                  </a:cubicBezTo>
                  <a:cubicBezTo>
                    <a:pt x="268" y="715"/>
                    <a:pt x="268" y="715"/>
                    <a:pt x="268" y="715"/>
                  </a:cubicBezTo>
                  <a:cubicBezTo>
                    <a:pt x="268" y="715"/>
                    <a:pt x="268" y="715"/>
                    <a:pt x="268" y="715"/>
                  </a:cubicBezTo>
                  <a:cubicBezTo>
                    <a:pt x="268" y="715"/>
                    <a:pt x="268" y="715"/>
                    <a:pt x="268" y="715"/>
                  </a:cubicBezTo>
                  <a:cubicBezTo>
                    <a:pt x="268" y="715"/>
                    <a:pt x="268" y="715"/>
                    <a:pt x="268" y="715"/>
                  </a:cubicBezTo>
                  <a:cubicBezTo>
                    <a:pt x="268" y="715"/>
                    <a:pt x="268" y="715"/>
                    <a:pt x="268" y="715"/>
                  </a:cubicBezTo>
                  <a:cubicBezTo>
                    <a:pt x="268" y="715"/>
                    <a:pt x="268" y="715"/>
                    <a:pt x="268" y="715"/>
                  </a:cubicBezTo>
                  <a:cubicBezTo>
                    <a:pt x="267" y="715"/>
                    <a:pt x="267" y="715"/>
                    <a:pt x="267" y="715"/>
                  </a:cubicBezTo>
                  <a:cubicBezTo>
                    <a:pt x="267" y="715"/>
                    <a:pt x="267" y="715"/>
                    <a:pt x="267" y="715"/>
                  </a:cubicBezTo>
                  <a:cubicBezTo>
                    <a:pt x="267" y="714"/>
                    <a:pt x="267" y="714"/>
                    <a:pt x="267" y="714"/>
                  </a:cubicBezTo>
                  <a:cubicBezTo>
                    <a:pt x="267" y="714"/>
                    <a:pt x="267" y="714"/>
                    <a:pt x="267" y="714"/>
                  </a:cubicBezTo>
                  <a:cubicBezTo>
                    <a:pt x="267" y="714"/>
                    <a:pt x="267" y="714"/>
                    <a:pt x="267" y="714"/>
                  </a:cubicBezTo>
                  <a:cubicBezTo>
                    <a:pt x="267" y="714"/>
                    <a:pt x="267" y="714"/>
                    <a:pt x="267" y="714"/>
                  </a:cubicBezTo>
                  <a:cubicBezTo>
                    <a:pt x="266" y="714"/>
                    <a:pt x="266" y="714"/>
                    <a:pt x="266" y="714"/>
                  </a:cubicBezTo>
                  <a:cubicBezTo>
                    <a:pt x="266" y="714"/>
                    <a:pt x="266" y="714"/>
                    <a:pt x="266" y="714"/>
                  </a:cubicBezTo>
                  <a:cubicBezTo>
                    <a:pt x="266" y="714"/>
                    <a:pt x="266" y="714"/>
                    <a:pt x="266" y="714"/>
                  </a:cubicBezTo>
                  <a:cubicBezTo>
                    <a:pt x="266" y="714"/>
                    <a:pt x="266" y="714"/>
                    <a:pt x="266" y="714"/>
                  </a:cubicBezTo>
                  <a:cubicBezTo>
                    <a:pt x="266" y="713"/>
                    <a:pt x="266" y="713"/>
                    <a:pt x="266" y="713"/>
                  </a:cubicBezTo>
                  <a:cubicBezTo>
                    <a:pt x="266" y="713"/>
                    <a:pt x="266" y="713"/>
                    <a:pt x="266" y="713"/>
                  </a:cubicBezTo>
                  <a:cubicBezTo>
                    <a:pt x="266" y="713"/>
                    <a:pt x="266" y="713"/>
                    <a:pt x="266" y="713"/>
                  </a:cubicBezTo>
                  <a:cubicBezTo>
                    <a:pt x="266" y="713"/>
                    <a:pt x="266" y="713"/>
                    <a:pt x="266" y="713"/>
                  </a:cubicBezTo>
                  <a:cubicBezTo>
                    <a:pt x="265" y="713"/>
                    <a:pt x="265" y="713"/>
                    <a:pt x="265" y="713"/>
                  </a:cubicBezTo>
                  <a:cubicBezTo>
                    <a:pt x="265" y="713"/>
                    <a:pt x="265" y="713"/>
                    <a:pt x="265" y="713"/>
                  </a:cubicBezTo>
                  <a:cubicBezTo>
                    <a:pt x="265" y="713"/>
                    <a:pt x="265" y="713"/>
                    <a:pt x="265" y="713"/>
                  </a:cubicBezTo>
                  <a:cubicBezTo>
                    <a:pt x="265" y="713"/>
                    <a:pt x="265" y="713"/>
                    <a:pt x="265" y="713"/>
                  </a:cubicBezTo>
                  <a:cubicBezTo>
                    <a:pt x="265" y="713"/>
                    <a:pt x="265" y="713"/>
                    <a:pt x="265" y="713"/>
                  </a:cubicBezTo>
                  <a:cubicBezTo>
                    <a:pt x="265" y="713"/>
                    <a:pt x="265" y="713"/>
                    <a:pt x="265" y="713"/>
                  </a:cubicBezTo>
                  <a:cubicBezTo>
                    <a:pt x="265" y="713"/>
                    <a:pt x="265" y="713"/>
                    <a:pt x="265" y="713"/>
                  </a:cubicBezTo>
                  <a:cubicBezTo>
                    <a:pt x="265" y="713"/>
                    <a:pt x="265" y="713"/>
                    <a:pt x="265" y="713"/>
                  </a:cubicBezTo>
                  <a:cubicBezTo>
                    <a:pt x="265" y="712"/>
                    <a:pt x="265" y="712"/>
                    <a:pt x="265" y="712"/>
                  </a:cubicBezTo>
                  <a:cubicBezTo>
                    <a:pt x="265" y="712"/>
                    <a:pt x="265" y="712"/>
                    <a:pt x="265" y="712"/>
                  </a:cubicBezTo>
                  <a:cubicBezTo>
                    <a:pt x="265" y="712"/>
                    <a:pt x="265" y="712"/>
                    <a:pt x="265" y="712"/>
                  </a:cubicBezTo>
                  <a:cubicBezTo>
                    <a:pt x="265" y="712"/>
                    <a:pt x="265" y="712"/>
                    <a:pt x="265" y="712"/>
                  </a:cubicBezTo>
                  <a:cubicBezTo>
                    <a:pt x="265" y="712"/>
                    <a:pt x="265" y="712"/>
                    <a:pt x="265" y="712"/>
                  </a:cubicBezTo>
                  <a:cubicBezTo>
                    <a:pt x="265" y="712"/>
                    <a:pt x="265" y="712"/>
                    <a:pt x="265" y="712"/>
                  </a:cubicBezTo>
                  <a:cubicBezTo>
                    <a:pt x="264" y="712"/>
                    <a:pt x="264" y="712"/>
                    <a:pt x="264" y="712"/>
                  </a:cubicBezTo>
                  <a:cubicBezTo>
                    <a:pt x="264" y="712"/>
                    <a:pt x="264" y="712"/>
                    <a:pt x="264" y="712"/>
                  </a:cubicBezTo>
                  <a:cubicBezTo>
                    <a:pt x="264" y="712"/>
                    <a:pt x="264" y="712"/>
                    <a:pt x="264" y="712"/>
                  </a:cubicBezTo>
                  <a:cubicBezTo>
                    <a:pt x="264" y="712"/>
                    <a:pt x="264" y="712"/>
                    <a:pt x="264" y="712"/>
                  </a:cubicBezTo>
                  <a:cubicBezTo>
                    <a:pt x="264" y="712"/>
                    <a:pt x="264" y="712"/>
                    <a:pt x="264" y="712"/>
                  </a:cubicBezTo>
                  <a:cubicBezTo>
                    <a:pt x="264" y="712"/>
                    <a:pt x="264" y="712"/>
                    <a:pt x="264" y="712"/>
                  </a:cubicBezTo>
                  <a:cubicBezTo>
                    <a:pt x="264" y="711"/>
                    <a:pt x="264" y="711"/>
                    <a:pt x="264" y="711"/>
                  </a:cubicBezTo>
                  <a:cubicBezTo>
                    <a:pt x="264" y="711"/>
                    <a:pt x="264" y="711"/>
                    <a:pt x="264" y="711"/>
                  </a:cubicBezTo>
                  <a:cubicBezTo>
                    <a:pt x="265" y="710"/>
                    <a:pt x="265" y="710"/>
                    <a:pt x="265" y="710"/>
                  </a:cubicBezTo>
                  <a:cubicBezTo>
                    <a:pt x="265" y="710"/>
                    <a:pt x="265" y="710"/>
                    <a:pt x="265" y="710"/>
                  </a:cubicBezTo>
                  <a:cubicBezTo>
                    <a:pt x="266" y="710"/>
                    <a:pt x="266" y="710"/>
                    <a:pt x="266" y="710"/>
                  </a:cubicBezTo>
                  <a:cubicBezTo>
                    <a:pt x="266" y="710"/>
                    <a:pt x="266" y="710"/>
                    <a:pt x="266" y="710"/>
                  </a:cubicBezTo>
                  <a:cubicBezTo>
                    <a:pt x="267" y="710"/>
                    <a:pt x="267" y="710"/>
                    <a:pt x="267" y="710"/>
                  </a:cubicBezTo>
                  <a:cubicBezTo>
                    <a:pt x="267" y="710"/>
                    <a:pt x="267" y="710"/>
                    <a:pt x="267" y="710"/>
                  </a:cubicBezTo>
                  <a:cubicBezTo>
                    <a:pt x="268" y="710"/>
                    <a:pt x="268" y="710"/>
                    <a:pt x="268" y="710"/>
                  </a:cubicBezTo>
                  <a:cubicBezTo>
                    <a:pt x="268" y="710"/>
                    <a:pt x="268" y="710"/>
                    <a:pt x="268" y="710"/>
                  </a:cubicBezTo>
                  <a:cubicBezTo>
                    <a:pt x="269" y="710"/>
                    <a:pt x="269" y="710"/>
                    <a:pt x="269" y="710"/>
                  </a:cubicBezTo>
                  <a:cubicBezTo>
                    <a:pt x="269" y="710"/>
                    <a:pt x="269" y="710"/>
                    <a:pt x="269" y="710"/>
                  </a:cubicBezTo>
                  <a:cubicBezTo>
                    <a:pt x="271" y="710"/>
                    <a:pt x="271" y="710"/>
                    <a:pt x="271" y="710"/>
                  </a:cubicBezTo>
                  <a:cubicBezTo>
                    <a:pt x="271" y="710"/>
                    <a:pt x="271" y="710"/>
                    <a:pt x="271" y="710"/>
                  </a:cubicBezTo>
                  <a:cubicBezTo>
                    <a:pt x="272" y="709"/>
                    <a:pt x="272" y="709"/>
                    <a:pt x="272" y="709"/>
                  </a:cubicBezTo>
                  <a:cubicBezTo>
                    <a:pt x="272" y="709"/>
                    <a:pt x="272" y="709"/>
                    <a:pt x="272" y="709"/>
                  </a:cubicBezTo>
                  <a:cubicBezTo>
                    <a:pt x="273" y="709"/>
                    <a:pt x="273" y="709"/>
                    <a:pt x="273" y="709"/>
                  </a:cubicBezTo>
                  <a:cubicBezTo>
                    <a:pt x="273" y="709"/>
                    <a:pt x="273" y="709"/>
                    <a:pt x="273" y="709"/>
                  </a:cubicBezTo>
                  <a:cubicBezTo>
                    <a:pt x="274" y="708"/>
                    <a:pt x="274" y="708"/>
                    <a:pt x="274" y="708"/>
                  </a:cubicBezTo>
                  <a:cubicBezTo>
                    <a:pt x="274" y="708"/>
                    <a:pt x="274" y="708"/>
                    <a:pt x="274" y="708"/>
                  </a:cubicBezTo>
                  <a:cubicBezTo>
                    <a:pt x="275" y="708"/>
                    <a:pt x="275" y="708"/>
                    <a:pt x="275" y="708"/>
                  </a:cubicBezTo>
                  <a:cubicBezTo>
                    <a:pt x="275" y="708"/>
                    <a:pt x="275" y="708"/>
                    <a:pt x="275" y="708"/>
                  </a:cubicBezTo>
                  <a:cubicBezTo>
                    <a:pt x="277" y="707"/>
                    <a:pt x="277" y="707"/>
                    <a:pt x="277" y="707"/>
                  </a:cubicBezTo>
                  <a:cubicBezTo>
                    <a:pt x="277" y="707"/>
                    <a:pt x="277" y="707"/>
                    <a:pt x="277" y="707"/>
                  </a:cubicBezTo>
                  <a:cubicBezTo>
                    <a:pt x="278" y="706"/>
                    <a:pt x="278" y="706"/>
                    <a:pt x="278" y="706"/>
                  </a:cubicBezTo>
                  <a:cubicBezTo>
                    <a:pt x="278" y="706"/>
                    <a:pt x="278" y="706"/>
                    <a:pt x="278" y="706"/>
                  </a:cubicBezTo>
                  <a:cubicBezTo>
                    <a:pt x="279" y="705"/>
                    <a:pt x="279" y="705"/>
                    <a:pt x="279" y="705"/>
                  </a:cubicBezTo>
                  <a:cubicBezTo>
                    <a:pt x="279" y="705"/>
                    <a:pt x="279" y="705"/>
                    <a:pt x="279" y="705"/>
                  </a:cubicBezTo>
                  <a:cubicBezTo>
                    <a:pt x="280" y="704"/>
                    <a:pt x="280" y="704"/>
                    <a:pt x="280" y="704"/>
                  </a:cubicBezTo>
                  <a:cubicBezTo>
                    <a:pt x="280" y="704"/>
                    <a:pt x="280" y="704"/>
                    <a:pt x="280" y="704"/>
                  </a:cubicBezTo>
                  <a:cubicBezTo>
                    <a:pt x="281" y="703"/>
                    <a:pt x="281" y="703"/>
                    <a:pt x="281" y="703"/>
                  </a:cubicBezTo>
                  <a:cubicBezTo>
                    <a:pt x="281" y="703"/>
                    <a:pt x="281" y="703"/>
                    <a:pt x="281" y="703"/>
                  </a:cubicBezTo>
                  <a:cubicBezTo>
                    <a:pt x="282" y="701"/>
                    <a:pt x="282" y="701"/>
                    <a:pt x="282" y="701"/>
                  </a:cubicBezTo>
                  <a:cubicBezTo>
                    <a:pt x="282" y="701"/>
                    <a:pt x="282" y="701"/>
                    <a:pt x="282" y="701"/>
                  </a:cubicBezTo>
                  <a:cubicBezTo>
                    <a:pt x="283" y="700"/>
                    <a:pt x="283" y="700"/>
                    <a:pt x="283" y="700"/>
                  </a:cubicBezTo>
                  <a:cubicBezTo>
                    <a:pt x="283" y="700"/>
                    <a:pt x="283" y="700"/>
                    <a:pt x="283" y="700"/>
                  </a:cubicBezTo>
                  <a:cubicBezTo>
                    <a:pt x="284" y="701"/>
                    <a:pt x="284" y="701"/>
                    <a:pt x="284" y="701"/>
                  </a:cubicBezTo>
                  <a:cubicBezTo>
                    <a:pt x="284" y="701"/>
                    <a:pt x="284" y="701"/>
                    <a:pt x="284" y="701"/>
                  </a:cubicBezTo>
                  <a:cubicBezTo>
                    <a:pt x="283" y="703"/>
                    <a:pt x="283" y="703"/>
                    <a:pt x="283" y="703"/>
                  </a:cubicBezTo>
                  <a:cubicBezTo>
                    <a:pt x="283" y="703"/>
                    <a:pt x="283" y="703"/>
                    <a:pt x="283" y="703"/>
                  </a:cubicBezTo>
                  <a:cubicBezTo>
                    <a:pt x="282" y="704"/>
                    <a:pt x="282" y="704"/>
                    <a:pt x="282" y="704"/>
                  </a:cubicBezTo>
                  <a:cubicBezTo>
                    <a:pt x="282" y="704"/>
                    <a:pt x="282" y="704"/>
                    <a:pt x="282" y="704"/>
                  </a:cubicBezTo>
                  <a:cubicBezTo>
                    <a:pt x="280" y="706"/>
                    <a:pt x="280" y="706"/>
                    <a:pt x="280" y="706"/>
                  </a:cubicBezTo>
                  <a:cubicBezTo>
                    <a:pt x="280" y="706"/>
                    <a:pt x="280" y="706"/>
                    <a:pt x="280" y="706"/>
                  </a:cubicBezTo>
                  <a:cubicBezTo>
                    <a:pt x="279" y="707"/>
                    <a:pt x="279" y="707"/>
                    <a:pt x="279" y="707"/>
                  </a:cubicBezTo>
                  <a:cubicBezTo>
                    <a:pt x="279" y="707"/>
                    <a:pt x="279" y="707"/>
                    <a:pt x="279" y="707"/>
                  </a:cubicBezTo>
                  <a:cubicBezTo>
                    <a:pt x="277" y="709"/>
                    <a:pt x="277" y="709"/>
                    <a:pt x="277" y="709"/>
                  </a:cubicBezTo>
                  <a:cubicBezTo>
                    <a:pt x="277" y="709"/>
                    <a:pt x="277" y="709"/>
                    <a:pt x="277" y="709"/>
                  </a:cubicBezTo>
                  <a:cubicBezTo>
                    <a:pt x="276" y="711"/>
                    <a:pt x="276" y="711"/>
                    <a:pt x="276" y="711"/>
                  </a:cubicBezTo>
                  <a:cubicBezTo>
                    <a:pt x="276" y="711"/>
                    <a:pt x="276" y="711"/>
                    <a:pt x="276" y="711"/>
                  </a:cubicBezTo>
                  <a:cubicBezTo>
                    <a:pt x="274" y="713"/>
                    <a:pt x="274" y="713"/>
                    <a:pt x="274" y="713"/>
                  </a:cubicBezTo>
                  <a:cubicBezTo>
                    <a:pt x="274" y="713"/>
                    <a:pt x="274" y="713"/>
                    <a:pt x="274" y="713"/>
                  </a:cubicBezTo>
                  <a:cubicBezTo>
                    <a:pt x="274" y="715"/>
                    <a:pt x="274" y="715"/>
                    <a:pt x="274" y="715"/>
                  </a:cubicBezTo>
                  <a:cubicBezTo>
                    <a:pt x="274" y="715"/>
                    <a:pt x="274" y="715"/>
                    <a:pt x="274" y="715"/>
                  </a:cubicBezTo>
                  <a:cubicBezTo>
                    <a:pt x="273" y="715"/>
                    <a:pt x="273" y="715"/>
                    <a:pt x="273" y="715"/>
                  </a:cubicBezTo>
                  <a:cubicBezTo>
                    <a:pt x="273" y="715"/>
                    <a:pt x="273" y="715"/>
                    <a:pt x="273" y="715"/>
                  </a:cubicBezTo>
                  <a:cubicBezTo>
                    <a:pt x="273" y="715"/>
                    <a:pt x="273" y="715"/>
                    <a:pt x="273" y="715"/>
                  </a:cubicBezTo>
                  <a:cubicBezTo>
                    <a:pt x="273" y="715"/>
                    <a:pt x="273" y="715"/>
                    <a:pt x="273" y="715"/>
                  </a:cubicBezTo>
                  <a:cubicBezTo>
                    <a:pt x="272" y="715"/>
                    <a:pt x="272" y="715"/>
                    <a:pt x="272" y="715"/>
                  </a:cubicBezTo>
                  <a:cubicBezTo>
                    <a:pt x="272" y="715"/>
                    <a:pt x="272" y="715"/>
                    <a:pt x="272" y="715"/>
                  </a:cubicBezTo>
                  <a:cubicBezTo>
                    <a:pt x="272" y="715"/>
                    <a:pt x="272" y="715"/>
                    <a:pt x="272" y="715"/>
                  </a:cubicBezTo>
                  <a:cubicBezTo>
                    <a:pt x="272" y="715"/>
                    <a:pt x="272" y="715"/>
                    <a:pt x="272" y="715"/>
                  </a:cubicBezTo>
                  <a:cubicBezTo>
                    <a:pt x="271" y="715"/>
                    <a:pt x="271" y="715"/>
                    <a:pt x="271" y="715"/>
                  </a:cubicBezTo>
                  <a:cubicBezTo>
                    <a:pt x="271" y="715"/>
                    <a:pt x="271" y="715"/>
                    <a:pt x="271" y="715"/>
                  </a:cubicBezTo>
                  <a:cubicBezTo>
                    <a:pt x="271" y="716"/>
                    <a:pt x="271" y="716"/>
                    <a:pt x="271" y="716"/>
                  </a:cubicBezTo>
                  <a:cubicBezTo>
                    <a:pt x="271" y="716"/>
                    <a:pt x="271" y="716"/>
                    <a:pt x="271" y="716"/>
                  </a:cubicBezTo>
                  <a:cubicBezTo>
                    <a:pt x="270" y="716"/>
                    <a:pt x="270" y="716"/>
                    <a:pt x="270" y="716"/>
                  </a:cubicBezTo>
                  <a:cubicBezTo>
                    <a:pt x="270" y="716"/>
                    <a:pt x="270" y="716"/>
                    <a:pt x="270" y="716"/>
                  </a:cubicBezTo>
                  <a:cubicBezTo>
                    <a:pt x="270" y="716"/>
                    <a:pt x="270" y="716"/>
                    <a:pt x="270" y="716"/>
                  </a:cubicBezTo>
                  <a:close/>
                  <a:moveTo>
                    <a:pt x="562" y="715"/>
                  </a:moveTo>
                  <a:cubicBezTo>
                    <a:pt x="562" y="715"/>
                    <a:pt x="562" y="715"/>
                    <a:pt x="562" y="715"/>
                  </a:cubicBezTo>
                  <a:cubicBezTo>
                    <a:pt x="562" y="715"/>
                    <a:pt x="562" y="715"/>
                    <a:pt x="562" y="715"/>
                  </a:cubicBezTo>
                  <a:cubicBezTo>
                    <a:pt x="561" y="714"/>
                    <a:pt x="561" y="714"/>
                    <a:pt x="561" y="714"/>
                  </a:cubicBezTo>
                  <a:cubicBezTo>
                    <a:pt x="561" y="714"/>
                    <a:pt x="561" y="714"/>
                    <a:pt x="561" y="714"/>
                  </a:cubicBezTo>
                  <a:cubicBezTo>
                    <a:pt x="560" y="714"/>
                    <a:pt x="560" y="714"/>
                    <a:pt x="560" y="714"/>
                  </a:cubicBezTo>
                  <a:cubicBezTo>
                    <a:pt x="560" y="714"/>
                    <a:pt x="560" y="714"/>
                    <a:pt x="560" y="714"/>
                  </a:cubicBezTo>
                  <a:cubicBezTo>
                    <a:pt x="560" y="714"/>
                    <a:pt x="560" y="714"/>
                    <a:pt x="560" y="714"/>
                  </a:cubicBezTo>
                  <a:cubicBezTo>
                    <a:pt x="560" y="714"/>
                    <a:pt x="560" y="714"/>
                    <a:pt x="560" y="714"/>
                  </a:cubicBezTo>
                  <a:cubicBezTo>
                    <a:pt x="559" y="713"/>
                    <a:pt x="559" y="713"/>
                    <a:pt x="559" y="713"/>
                  </a:cubicBezTo>
                  <a:cubicBezTo>
                    <a:pt x="559" y="713"/>
                    <a:pt x="559" y="713"/>
                    <a:pt x="559" y="713"/>
                  </a:cubicBezTo>
                  <a:cubicBezTo>
                    <a:pt x="559" y="713"/>
                    <a:pt x="559" y="713"/>
                    <a:pt x="559" y="713"/>
                  </a:cubicBezTo>
                  <a:cubicBezTo>
                    <a:pt x="559" y="713"/>
                    <a:pt x="559" y="713"/>
                    <a:pt x="559" y="713"/>
                  </a:cubicBezTo>
                  <a:cubicBezTo>
                    <a:pt x="558" y="713"/>
                    <a:pt x="558" y="713"/>
                    <a:pt x="558" y="713"/>
                  </a:cubicBezTo>
                  <a:cubicBezTo>
                    <a:pt x="558" y="713"/>
                    <a:pt x="558" y="713"/>
                    <a:pt x="558" y="713"/>
                  </a:cubicBezTo>
                  <a:cubicBezTo>
                    <a:pt x="557" y="713"/>
                    <a:pt x="557" y="713"/>
                    <a:pt x="557" y="713"/>
                  </a:cubicBezTo>
                  <a:cubicBezTo>
                    <a:pt x="557" y="713"/>
                    <a:pt x="557" y="713"/>
                    <a:pt x="557" y="713"/>
                  </a:cubicBezTo>
                  <a:cubicBezTo>
                    <a:pt x="557" y="698"/>
                    <a:pt x="557" y="698"/>
                    <a:pt x="557" y="698"/>
                  </a:cubicBezTo>
                  <a:cubicBezTo>
                    <a:pt x="557" y="698"/>
                    <a:pt x="557" y="698"/>
                    <a:pt x="557" y="698"/>
                  </a:cubicBezTo>
                  <a:cubicBezTo>
                    <a:pt x="557" y="698"/>
                    <a:pt x="557" y="698"/>
                    <a:pt x="557" y="698"/>
                  </a:cubicBezTo>
                  <a:cubicBezTo>
                    <a:pt x="557" y="698"/>
                    <a:pt x="557" y="698"/>
                    <a:pt x="557" y="698"/>
                  </a:cubicBezTo>
                  <a:cubicBezTo>
                    <a:pt x="557" y="698"/>
                    <a:pt x="557" y="698"/>
                    <a:pt x="557" y="698"/>
                  </a:cubicBezTo>
                  <a:cubicBezTo>
                    <a:pt x="557" y="698"/>
                    <a:pt x="557" y="698"/>
                    <a:pt x="557" y="698"/>
                  </a:cubicBezTo>
                  <a:cubicBezTo>
                    <a:pt x="557" y="698"/>
                    <a:pt x="557" y="698"/>
                    <a:pt x="557" y="698"/>
                  </a:cubicBezTo>
                  <a:cubicBezTo>
                    <a:pt x="557" y="698"/>
                    <a:pt x="557" y="698"/>
                    <a:pt x="557" y="698"/>
                  </a:cubicBezTo>
                  <a:cubicBezTo>
                    <a:pt x="557" y="698"/>
                    <a:pt x="557" y="698"/>
                    <a:pt x="557" y="698"/>
                  </a:cubicBezTo>
                  <a:cubicBezTo>
                    <a:pt x="557" y="698"/>
                    <a:pt x="557" y="698"/>
                    <a:pt x="557" y="698"/>
                  </a:cubicBezTo>
                  <a:cubicBezTo>
                    <a:pt x="558" y="698"/>
                    <a:pt x="558" y="698"/>
                    <a:pt x="558" y="698"/>
                  </a:cubicBezTo>
                  <a:cubicBezTo>
                    <a:pt x="558" y="698"/>
                    <a:pt x="558" y="698"/>
                    <a:pt x="558" y="698"/>
                  </a:cubicBezTo>
                  <a:cubicBezTo>
                    <a:pt x="558" y="698"/>
                    <a:pt x="558" y="698"/>
                    <a:pt x="558" y="698"/>
                  </a:cubicBezTo>
                  <a:cubicBezTo>
                    <a:pt x="558" y="698"/>
                    <a:pt x="558" y="698"/>
                    <a:pt x="558" y="698"/>
                  </a:cubicBezTo>
                  <a:cubicBezTo>
                    <a:pt x="558" y="698"/>
                    <a:pt x="558" y="698"/>
                    <a:pt x="558" y="698"/>
                  </a:cubicBezTo>
                  <a:cubicBezTo>
                    <a:pt x="558" y="698"/>
                    <a:pt x="558" y="698"/>
                    <a:pt x="558" y="698"/>
                  </a:cubicBezTo>
                  <a:cubicBezTo>
                    <a:pt x="559" y="698"/>
                    <a:pt x="559" y="698"/>
                    <a:pt x="559" y="698"/>
                  </a:cubicBezTo>
                  <a:cubicBezTo>
                    <a:pt x="559" y="698"/>
                    <a:pt x="559" y="698"/>
                    <a:pt x="559" y="698"/>
                  </a:cubicBezTo>
                  <a:cubicBezTo>
                    <a:pt x="559" y="700"/>
                    <a:pt x="559" y="700"/>
                    <a:pt x="559" y="700"/>
                  </a:cubicBezTo>
                  <a:cubicBezTo>
                    <a:pt x="559" y="700"/>
                    <a:pt x="559" y="700"/>
                    <a:pt x="559" y="700"/>
                  </a:cubicBezTo>
                  <a:cubicBezTo>
                    <a:pt x="561" y="702"/>
                    <a:pt x="561" y="702"/>
                    <a:pt x="561" y="702"/>
                  </a:cubicBezTo>
                  <a:cubicBezTo>
                    <a:pt x="561" y="702"/>
                    <a:pt x="561" y="702"/>
                    <a:pt x="561" y="702"/>
                  </a:cubicBezTo>
                  <a:cubicBezTo>
                    <a:pt x="562" y="704"/>
                    <a:pt x="562" y="704"/>
                    <a:pt x="562" y="704"/>
                  </a:cubicBezTo>
                  <a:cubicBezTo>
                    <a:pt x="562" y="704"/>
                    <a:pt x="562" y="704"/>
                    <a:pt x="562" y="704"/>
                  </a:cubicBezTo>
                  <a:cubicBezTo>
                    <a:pt x="563" y="706"/>
                    <a:pt x="563" y="706"/>
                    <a:pt x="563" y="706"/>
                  </a:cubicBezTo>
                  <a:cubicBezTo>
                    <a:pt x="563" y="706"/>
                    <a:pt x="563" y="706"/>
                    <a:pt x="563" y="706"/>
                  </a:cubicBezTo>
                  <a:cubicBezTo>
                    <a:pt x="564" y="708"/>
                    <a:pt x="564" y="708"/>
                    <a:pt x="564" y="708"/>
                  </a:cubicBezTo>
                  <a:cubicBezTo>
                    <a:pt x="564" y="708"/>
                    <a:pt x="564" y="708"/>
                    <a:pt x="564" y="708"/>
                  </a:cubicBezTo>
                  <a:cubicBezTo>
                    <a:pt x="565" y="710"/>
                    <a:pt x="565" y="710"/>
                    <a:pt x="565" y="710"/>
                  </a:cubicBezTo>
                  <a:cubicBezTo>
                    <a:pt x="565" y="710"/>
                    <a:pt x="565" y="710"/>
                    <a:pt x="565" y="710"/>
                  </a:cubicBezTo>
                  <a:cubicBezTo>
                    <a:pt x="565" y="712"/>
                    <a:pt x="565" y="712"/>
                    <a:pt x="565" y="712"/>
                  </a:cubicBezTo>
                  <a:cubicBezTo>
                    <a:pt x="565" y="712"/>
                    <a:pt x="565" y="712"/>
                    <a:pt x="565" y="712"/>
                  </a:cubicBezTo>
                  <a:cubicBezTo>
                    <a:pt x="564" y="714"/>
                    <a:pt x="564" y="714"/>
                    <a:pt x="564" y="714"/>
                  </a:cubicBezTo>
                  <a:cubicBezTo>
                    <a:pt x="564" y="714"/>
                    <a:pt x="564" y="714"/>
                    <a:pt x="564" y="714"/>
                  </a:cubicBezTo>
                  <a:cubicBezTo>
                    <a:pt x="564" y="714"/>
                    <a:pt x="564" y="714"/>
                    <a:pt x="564" y="714"/>
                  </a:cubicBezTo>
                  <a:cubicBezTo>
                    <a:pt x="564" y="714"/>
                    <a:pt x="564" y="714"/>
                    <a:pt x="564" y="714"/>
                  </a:cubicBezTo>
                  <a:cubicBezTo>
                    <a:pt x="564" y="714"/>
                    <a:pt x="564" y="714"/>
                    <a:pt x="564" y="714"/>
                  </a:cubicBezTo>
                  <a:cubicBezTo>
                    <a:pt x="564" y="714"/>
                    <a:pt x="564" y="714"/>
                    <a:pt x="564" y="714"/>
                  </a:cubicBezTo>
                  <a:cubicBezTo>
                    <a:pt x="564" y="714"/>
                    <a:pt x="564" y="714"/>
                    <a:pt x="564" y="714"/>
                  </a:cubicBezTo>
                  <a:cubicBezTo>
                    <a:pt x="564" y="714"/>
                    <a:pt x="564" y="714"/>
                    <a:pt x="564" y="714"/>
                  </a:cubicBezTo>
                  <a:cubicBezTo>
                    <a:pt x="564" y="714"/>
                    <a:pt x="564" y="714"/>
                    <a:pt x="564" y="714"/>
                  </a:cubicBezTo>
                  <a:cubicBezTo>
                    <a:pt x="564" y="714"/>
                    <a:pt x="564" y="714"/>
                    <a:pt x="564" y="714"/>
                  </a:cubicBezTo>
                  <a:cubicBezTo>
                    <a:pt x="563" y="714"/>
                    <a:pt x="563" y="714"/>
                    <a:pt x="563" y="714"/>
                  </a:cubicBezTo>
                  <a:cubicBezTo>
                    <a:pt x="563" y="714"/>
                    <a:pt x="563" y="714"/>
                    <a:pt x="563" y="714"/>
                  </a:cubicBezTo>
                  <a:cubicBezTo>
                    <a:pt x="563" y="715"/>
                    <a:pt x="563" y="715"/>
                    <a:pt x="563" y="715"/>
                  </a:cubicBezTo>
                  <a:cubicBezTo>
                    <a:pt x="563" y="715"/>
                    <a:pt x="563" y="715"/>
                    <a:pt x="563" y="715"/>
                  </a:cubicBezTo>
                  <a:cubicBezTo>
                    <a:pt x="563" y="715"/>
                    <a:pt x="563" y="715"/>
                    <a:pt x="563" y="715"/>
                  </a:cubicBezTo>
                  <a:cubicBezTo>
                    <a:pt x="563" y="715"/>
                    <a:pt x="563" y="715"/>
                    <a:pt x="563" y="715"/>
                  </a:cubicBezTo>
                  <a:cubicBezTo>
                    <a:pt x="562" y="715"/>
                    <a:pt x="562" y="715"/>
                    <a:pt x="562" y="715"/>
                  </a:cubicBezTo>
                  <a:close/>
                  <a:moveTo>
                    <a:pt x="304" y="713"/>
                  </a:moveTo>
                  <a:cubicBezTo>
                    <a:pt x="302" y="712"/>
                    <a:pt x="302" y="712"/>
                    <a:pt x="302" y="712"/>
                  </a:cubicBezTo>
                  <a:cubicBezTo>
                    <a:pt x="302" y="712"/>
                    <a:pt x="302" y="712"/>
                    <a:pt x="302" y="712"/>
                  </a:cubicBezTo>
                  <a:cubicBezTo>
                    <a:pt x="301" y="711"/>
                    <a:pt x="301" y="711"/>
                    <a:pt x="301" y="711"/>
                  </a:cubicBezTo>
                  <a:cubicBezTo>
                    <a:pt x="301" y="711"/>
                    <a:pt x="301" y="711"/>
                    <a:pt x="301" y="711"/>
                  </a:cubicBezTo>
                  <a:cubicBezTo>
                    <a:pt x="300" y="710"/>
                    <a:pt x="300" y="710"/>
                    <a:pt x="300" y="710"/>
                  </a:cubicBezTo>
                  <a:cubicBezTo>
                    <a:pt x="300" y="710"/>
                    <a:pt x="300" y="710"/>
                    <a:pt x="300" y="710"/>
                  </a:cubicBezTo>
                  <a:cubicBezTo>
                    <a:pt x="298" y="708"/>
                    <a:pt x="298" y="708"/>
                    <a:pt x="298" y="708"/>
                  </a:cubicBezTo>
                  <a:cubicBezTo>
                    <a:pt x="298" y="708"/>
                    <a:pt x="298" y="708"/>
                    <a:pt x="298" y="708"/>
                  </a:cubicBezTo>
                  <a:cubicBezTo>
                    <a:pt x="296" y="708"/>
                    <a:pt x="296" y="708"/>
                    <a:pt x="296" y="708"/>
                  </a:cubicBezTo>
                  <a:cubicBezTo>
                    <a:pt x="296" y="708"/>
                    <a:pt x="296" y="708"/>
                    <a:pt x="296" y="708"/>
                  </a:cubicBezTo>
                  <a:cubicBezTo>
                    <a:pt x="294" y="707"/>
                    <a:pt x="294" y="707"/>
                    <a:pt x="294" y="707"/>
                  </a:cubicBezTo>
                  <a:cubicBezTo>
                    <a:pt x="294" y="707"/>
                    <a:pt x="294" y="707"/>
                    <a:pt x="294" y="707"/>
                  </a:cubicBezTo>
                  <a:cubicBezTo>
                    <a:pt x="292" y="706"/>
                    <a:pt x="292" y="706"/>
                    <a:pt x="292" y="706"/>
                  </a:cubicBezTo>
                  <a:cubicBezTo>
                    <a:pt x="292" y="706"/>
                    <a:pt x="292" y="706"/>
                    <a:pt x="292" y="706"/>
                  </a:cubicBezTo>
                  <a:cubicBezTo>
                    <a:pt x="291" y="706"/>
                    <a:pt x="291" y="706"/>
                    <a:pt x="291" y="706"/>
                  </a:cubicBezTo>
                  <a:cubicBezTo>
                    <a:pt x="291" y="706"/>
                    <a:pt x="291" y="706"/>
                    <a:pt x="291" y="706"/>
                  </a:cubicBezTo>
                  <a:cubicBezTo>
                    <a:pt x="291" y="705"/>
                    <a:pt x="291" y="705"/>
                    <a:pt x="291" y="705"/>
                  </a:cubicBezTo>
                  <a:cubicBezTo>
                    <a:pt x="291" y="705"/>
                    <a:pt x="291" y="705"/>
                    <a:pt x="291" y="705"/>
                  </a:cubicBezTo>
                  <a:cubicBezTo>
                    <a:pt x="292" y="705"/>
                    <a:pt x="292" y="705"/>
                    <a:pt x="292" y="705"/>
                  </a:cubicBezTo>
                  <a:cubicBezTo>
                    <a:pt x="292" y="705"/>
                    <a:pt x="292" y="705"/>
                    <a:pt x="292" y="705"/>
                  </a:cubicBezTo>
                  <a:cubicBezTo>
                    <a:pt x="293" y="705"/>
                    <a:pt x="293" y="705"/>
                    <a:pt x="293" y="705"/>
                  </a:cubicBezTo>
                  <a:cubicBezTo>
                    <a:pt x="293" y="705"/>
                    <a:pt x="293" y="705"/>
                    <a:pt x="293" y="705"/>
                  </a:cubicBezTo>
                  <a:cubicBezTo>
                    <a:pt x="293" y="705"/>
                    <a:pt x="293" y="705"/>
                    <a:pt x="293" y="705"/>
                  </a:cubicBezTo>
                  <a:cubicBezTo>
                    <a:pt x="293" y="705"/>
                    <a:pt x="293" y="705"/>
                    <a:pt x="293" y="705"/>
                  </a:cubicBezTo>
                  <a:cubicBezTo>
                    <a:pt x="295" y="705"/>
                    <a:pt x="295" y="705"/>
                    <a:pt x="295" y="705"/>
                  </a:cubicBezTo>
                  <a:cubicBezTo>
                    <a:pt x="295" y="705"/>
                    <a:pt x="295" y="705"/>
                    <a:pt x="295" y="705"/>
                  </a:cubicBezTo>
                  <a:cubicBezTo>
                    <a:pt x="296" y="705"/>
                    <a:pt x="296" y="705"/>
                    <a:pt x="296" y="705"/>
                  </a:cubicBezTo>
                  <a:cubicBezTo>
                    <a:pt x="296" y="705"/>
                    <a:pt x="296" y="705"/>
                    <a:pt x="296" y="705"/>
                  </a:cubicBezTo>
                  <a:cubicBezTo>
                    <a:pt x="297" y="705"/>
                    <a:pt x="297" y="705"/>
                    <a:pt x="297" y="705"/>
                  </a:cubicBezTo>
                  <a:cubicBezTo>
                    <a:pt x="297" y="705"/>
                    <a:pt x="297" y="705"/>
                    <a:pt x="297" y="705"/>
                  </a:cubicBezTo>
                  <a:cubicBezTo>
                    <a:pt x="298" y="705"/>
                    <a:pt x="298" y="705"/>
                    <a:pt x="298" y="705"/>
                  </a:cubicBezTo>
                  <a:cubicBezTo>
                    <a:pt x="298" y="705"/>
                    <a:pt x="298" y="705"/>
                    <a:pt x="298" y="705"/>
                  </a:cubicBezTo>
                  <a:cubicBezTo>
                    <a:pt x="299" y="705"/>
                    <a:pt x="299" y="705"/>
                    <a:pt x="299" y="705"/>
                  </a:cubicBezTo>
                  <a:cubicBezTo>
                    <a:pt x="299" y="705"/>
                    <a:pt x="299" y="705"/>
                    <a:pt x="299" y="705"/>
                  </a:cubicBezTo>
                  <a:cubicBezTo>
                    <a:pt x="300" y="704"/>
                    <a:pt x="300" y="704"/>
                    <a:pt x="300" y="704"/>
                  </a:cubicBezTo>
                  <a:cubicBezTo>
                    <a:pt x="300" y="704"/>
                    <a:pt x="300" y="704"/>
                    <a:pt x="300" y="704"/>
                  </a:cubicBezTo>
                  <a:cubicBezTo>
                    <a:pt x="300" y="684"/>
                    <a:pt x="300" y="684"/>
                    <a:pt x="300" y="684"/>
                  </a:cubicBezTo>
                  <a:cubicBezTo>
                    <a:pt x="300" y="684"/>
                    <a:pt x="300" y="684"/>
                    <a:pt x="300" y="684"/>
                  </a:cubicBezTo>
                  <a:cubicBezTo>
                    <a:pt x="300" y="684"/>
                    <a:pt x="300" y="684"/>
                    <a:pt x="300" y="684"/>
                  </a:cubicBezTo>
                  <a:cubicBezTo>
                    <a:pt x="300" y="684"/>
                    <a:pt x="300" y="684"/>
                    <a:pt x="300" y="684"/>
                  </a:cubicBezTo>
                  <a:cubicBezTo>
                    <a:pt x="300" y="684"/>
                    <a:pt x="300" y="684"/>
                    <a:pt x="300" y="684"/>
                  </a:cubicBezTo>
                  <a:cubicBezTo>
                    <a:pt x="300" y="684"/>
                    <a:pt x="300" y="684"/>
                    <a:pt x="300" y="684"/>
                  </a:cubicBezTo>
                  <a:cubicBezTo>
                    <a:pt x="299" y="684"/>
                    <a:pt x="299" y="684"/>
                    <a:pt x="299" y="684"/>
                  </a:cubicBezTo>
                  <a:cubicBezTo>
                    <a:pt x="299" y="684"/>
                    <a:pt x="299" y="684"/>
                    <a:pt x="299" y="684"/>
                  </a:cubicBezTo>
                  <a:cubicBezTo>
                    <a:pt x="299" y="684"/>
                    <a:pt x="299" y="684"/>
                    <a:pt x="299" y="684"/>
                  </a:cubicBezTo>
                  <a:cubicBezTo>
                    <a:pt x="299" y="684"/>
                    <a:pt x="299" y="684"/>
                    <a:pt x="299" y="684"/>
                  </a:cubicBezTo>
                  <a:cubicBezTo>
                    <a:pt x="298" y="684"/>
                    <a:pt x="298" y="684"/>
                    <a:pt x="298" y="684"/>
                  </a:cubicBezTo>
                  <a:cubicBezTo>
                    <a:pt x="298" y="684"/>
                    <a:pt x="298" y="684"/>
                    <a:pt x="298" y="684"/>
                  </a:cubicBezTo>
                  <a:cubicBezTo>
                    <a:pt x="298" y="683"/>
                    <a:pt x="298" y="683"/>
                    <a:pt x="298" y="683"/>
                  </a:cubicBezTo>
                  <a:cubicBezTo>
                    <a:pt x="298" y="683"/>
                    <a:pt x="298" y="683"/>
                    <a:pt x="298" y="683"/>
                  </a:cubicBezTo>
                  <a:cubicBezTo>
                    <a:pt x="297" y="683"/>
                    <a:pt x="297" y="683"/>
                    <a:pt x="297" y="683"/>
                  </a:cubicBezTo>
                  <a:cubicBezTo>
                    <a:pt x="297" y="683"/>
                    <a:pt x="297" y="683"/>
                    <a:pt x="297" y="683"/>
                  </a:cubicBezTo>
                  <a:cubicBezTo>
                    <a:pt x="297" y="683"/>
                    <a:pt x="297" y="683"/>
                    <a:pt x="297" y="683"/>
                  </a:cubicBezTo>
                  <a:cubicBezTo>
                    <a:pt x="297" y="683"/>
                    <a:pt x="297" y="683"/>
                    <a:pt x="297" y="683"/>
                  </a:cubicBezTo>
                  <a:cubicBezTo>
                    <a:pt x="297" y="683"/>
                    <a:pt x="297" y="683"/>
                    <a:pt x="297" y="683"/>
                  </a:cubicBezTo>
                  <a:cubicBezTo>
                    <a:pt x="297" y="683"/>
                    <a:pt x="297" y="683"/>
                    <a:pt x="297" y="683"/>
                  </a:cubicBezTo>
                  <a:cubicBezTo>
                    <a:pt x="297" y="683"/>
                    <a:pt x="297" y="683"/>
                    <a:pt x="297" y="683"/>
                  </a:cubicBezTo>
                  <a:cubicBezTo>
                    <a:pt x="297" y="683"/>
                    <a:pt x="297" y="683"/>
                    <a:pt x="297" y="683"/>
                  </a:cubicBezTo>
                  <a:cubicBezTo>
                    <a:pt x="297" y="683"/>
                    <a:pt x="297" y="683"/>
                    <a:pt x="297" y="683"/>
                  </a:cubicBezTo>
                  <a:cubicBezTo>
                    <a:pt x="297" y="683"/>
                    <a:pt x="297" y="683"/>
                    <a:pt x="297" y="683"/>
                  </a:cubicBezTo>
                  <a:cubicBezTo>
                    <a:pt x="297" y="682"/>
                    <a:pt x="297" y="682"/>
                    <a:pt x="297" y="682"/>
                  </a:cubicBezTo>
                  <a:cubicBezTo>
                    <a:pt x="297" y="682"/>
                    <a:pt x="297" y="682"/>
                    <a:pt x="297" y="682"/>
                  </a:cubicBezTo>
                  <a:cubicBezTo>
                    <a:pt x="296" y="682"/>
                    <a:pt x="296" y="682"/>
                    <a:pt x="296" y="682"/>
                  </a:cubicBezTo>
                  <a:cubicBezTo>
                    <a:pt x="296" y="682"/>
                    <a:pt x="296" y="682"/>
                    <a:pt x="296" y="682"/>
                  </a:cubicBezTo>
                  <a:cubicBezTo>
                    <a:pt x="296" y="682"/>
                    <a:pt x="296" y="682"/>
                    <a:pt x="296" y="682"/>
                  </a:cubicBezTo>
                  <a:cubicBezTo>
                    <a:pt x="296" y="682"/>
                    <a:pt x="296" y="682"/>
                    <a:pt x="296" y="682"/>
                  </a:cubicBezTo>
                  <a:cubicBezTo>
                    <a:pt x="296" y="682"/>
                    <a:pt x="296" y="682"/>
                    <a:pt x="296" y="682"/>
                  </a:cubicBezTo>
                  <a:cubicBezTo>
                    <a:pt x="296" y="682"/>
                    <a:pt x="296" y="682"/>
                    <a:pt x="296" y="682"/>
                  </a:cubicBezTo>
                  <a:cubicBezTo>
                    <a:pt x="296" y="681"/>
                    <a:pt x="296" y="681"/>
                    <a:pt x="296" y="681"/>
                  </a:cubicBezTo>
                  <a:cubicBezTo>
                    <a:pt x="296" y="681"/>
                    <a:pt x="296" y="681"/>
                    <a:pt x="296" y="681"/>
                  </a:cubicBezTo>
                  <a:cubicBezTo>
                    <a:pt x="296" y="681"/>
                    <a:pt x="296" y="681"/>
                    <a:pt x="296" y="681"/>
                  </a:cubicBezTo>
                  <a:cubicBezTo>
                    <a:pt x="296" y="681"/>
                    <a:pt x="296" y="681"/>
                    <a:pt x="296" y="681"/>
                  </a:cubicBezTo>
                  <a:cubicBezTo>
                    <a:pt x="297" y="681"/>
                    <a:pt x="297" y="681"/>
                    <a:pt x="297" y="681"/>
                  </a:cubicBezTo>
                  <a:cubicBezTo>
                    <a:pt x="297" y="681"/>
                    <a:pt x="297" y="681"/>
                    <a:pt x="297" y="681"/>
                  </a:cubicBezTo>
                  <a:cubicBezTo>
                    <a:pt x="297" y="681"/>
                    <a:pt x="297" y="681"/>
                    <a:pt x="297" y="681"/>
                  </a:cubicBezTo>
                  <a:cubicBezTo>
                    <a:pt x="297" y="681"/>
                    <a:pt x="297" y="681"/>
                    <a:pt x="297" y="681"/>
                  </a:cubicBezTo>
                  <a:cubicBezTo>
                    <a:pt x="298" y="680"/>
                    <a:pt x="298" y="680"/>
                    <a:pt x="298" y="680"/>
                  </a:cubicBezTo>
                  <a:cubicBezTo>
                    <a:pt x="298" y="680"/>
                    <a:pt x="298" y="680"/>
                    <a:pt x="298" y="680"/>
                  </a:cubicBezTo>
                  <a:cubicBezTo>
                    <a:pt x="299" y="680"/>
                    <a:pt x="299" y="680"/>
                    <a:pt x="299" y="680"/>
                  </a:cubicBezTo>
                  <a:cubicBezTo>
                    <a:pt x="299" y="680"/>
                    <a:pt x="299" y="680"/>
                    <a:pt x="299" y="680"/>
                  </a:cubicBezTo>
                  <a:cubicBezTo>
                    <a:pt x="299" y="680"/>
                    <a:pt x="299" y="680"/>
                    <a:pt x="299" y="680"/>
                  </a:cubicBezTo>
                  <a:cubicBezTo>
                    <a:pt x="299" y="680"/>
                    <a:pt x="299" y="680"/>
                    <a:pt x="299" y="680"/>
                  </a:cubicBezTo>
                  <a:cubicBezTo>
                    <a:pt x="300" y="679"/>
                    <a:pt x="300" y="679"/>
                    <a:pt x="300" y="679"/>
                  </a:cubicBezTo>
                  <a:cubicBezTo>
                    <a:pt x="300" y="679"/>
                    <a:pt x="300" y="679"/>
                    <a:pt x="300" y="679"/>
                  </a:cubicBezTo>
                  <a:cubicBezTo>
                    <a:pt x="301" y="679"/>
                    <a:pt x="301" y="679"/>
                    <a:pt x="301" y="679"/>
                  </a:cubicBezTo>
                  <a:cubicBezTo>
                    <a:pt x="301" y="679"/>
                    <a:pt x="301" y="679"/>
                    <a:pt x="301" y="679"/>
                  </a:cubicBezTo>
                  <a:cubicBezTo>
                    <a:pt x="302" y="669"/>
                    <a:pt x="302" y="669"/>
                    <a:pt x="302" y="669"/>
                  </a:cubicBezTo>
                  <a:cubicBezTo>
                    <a:pt x="302" y="669"/>
                    <a:pt x="302" y="669"/>
                    <a:pt x="302" y="669"/>
                  </a:cubicBezTo>
                  <a:cubicBezTo>
                    <a:pt x="300" y="669"/>
                    <a:pt x="300" y="669"/>
                    <a:pt x="300" y="669"/>
                  </a:cubicBezTo>
                  <a:cubicBezTo>
                    <a:pt x="300" y="669"/>
                    <a:pt x="300" y="669"/>
                    <a:pt x="300" y="669"/>
                  </a:cubicBezTo>
                  <a:cubicBezTo>
                    <a:pt x="300" y="669"/>
                    <a:pt x="300" y="669"/>
                    <a:pt x="300" y="669"/>
                  </a:cubicBezTo>
                  <a:cubicBezTo>
                    <a:pt x="300" y="669"/>
                    <a:pt x="300" y="669"/>
                    <a:pt x="300" y="669"/>
                  </a:cubicBezTo>
                  <a:cubicBezTo>
                    <a:pt x="300" y="668"/>
                    <a:pt x="300" y="668"/>
                    <a:pt x="300" y="668"/>
                  </a:cubicBezTo>
                  <a:cubicBezTo>
                    <a:pt x="300" y="668"/>
                    <a:pt x="300" y="668"/>
                    <a:pt x="300" y="668"/>
                  </a:cubicBezTo>
                  <a:cubicBezTo>
                    <a:pt x="300" y="668"/>
                    <a:pt x="300" y="668"/>
                    <a:pt x="300" y="668"/>
                  </a:cubicBezTo>
                  <a:cubicBezTo>
                    <a:pt x="300" y="668"/>
                    <a:pt x="300" y="668"/>
                    <a:pt x="300" y="668"/>
                  </a:cubicBezTo>
                  <a:cubicBezTo>
                    <a:pt x="300" y="668"/>
                    <a:pt x="300" y="668"/>
                    <a:pt x="300" y="668"/>
                  </a:cubicBezTo>
                  <a:cubicBezTo>
                    <a:pt x="300" y="668"/>
                    <a:pt x="300" y="668"/>
                    <a:pt x="300" y="668"/>
                  </a:cubicBezTo>
                  <a:cubicBezTo>
                    <a:pt x="300" y="668"/>
                    <a:pt x="300" y="668"/>
                    <a:pt x="300" y="668"/>
                  </a:cubicBezTo>
                  <a:cubicBezTo>
                    <a:pt x="300" y="668"/>
                    <a:pt x="300" y="668"/>
                    <a:pt x="300" y="668"/>
                  </a:cubicBezTo>
                  <a:cubicBezTo>
                    <a:pt x="300" y="667"/>
                    <a:pt x="300" y="667"/>
                    <a:pt x="300" y="667"/>
                  </a:cubicBezTo>
                  <a:cubicBezTo>
                    <a:pt x="300" y="667"/>
                    <a:pt x="300" y="667"/>
                    <a:pt x="300" y="667"/>
                  </a:cubicBezTo>
                  <a:cubicBezTo>
                    <a:pt x="300" y="667"/>
                    <a:pt x="300" y="667"/>
                    <a:pt x="300" y="667"/>
                  </a:cubicBezTo>
                  <a:cubicBezTo>
                    <a:pt x="300" y="667"/>
                    <a:pt x="300" y="667"/>
                    <a:pt x="300" y="667"/>
                  </a:cubicBezTo>
                  <a:cubicBezTo>
                    <a:pt x="300" y="666"/>
                    <a:pt x="300" y="666"/>
                    <a:pt x="300" y="666"/>
                  </a:cubicBezTo>
                  <a:cubicBezTo>
                    <a:pt x="300" y="666"/>
                    <a:pt x="300" y="666"/>
                    <a:pt x="300" y="666"/>
                  </a:cubicBezTo>
                  <a:cubicBezTo>
                    <a:pt x="300" y="666"/>
                    <a:pt x="300" y="666"/>
                    <a:pt x="300" y="666"/>
                  </a:cubicBezTo>
                  <a:cubicBezTo>
                    <a:pt x="300" y="666"/>
                    <a:pt x="300" y="666"/>
                    <a:pt x="300" y="666"/>
                  </a:cubicBezTo>
                  <a:cubicBezTo>
                    <a:pt x="300" y="666"/>
                    <a:pt x="300" y="666"/>
                    <a:pt x="300" y="666"/>
                  </a:cubicBezTo>
                  <a:cubicBezTo>
                    <a:pt x="300" y="666"/>
                    <a:pt x="300" y="666"/>
                    <a:pt x="300" y="666"/>
                  </a:cubicBezTo>
                  <a:cubicBezTo>
                    <a:pt x="300" y="666"/>
                    <a:pt x="300" y="666"/>
                    <a:pt x="300" y="666"/>
                  </a:cubicBezTo>
                  <a:cubicBezTo>
                    <a:pt x="300" y="666"/>
                    <a:pt x="300" y="666"/>
                    <a:pt x="300" y="666"/>
                  </a:cubicBezTo>
                  <a:cubicBezTo>
                    <a:pt x="301" y="666"/>
                    <a:pt x="301" y="666"/>
                    <a:pt x="301" y="666"/>
                  </a:cubicBezTo>
                  <a:cubicBezTo>
                    <a:pt x="301" y="666"/>
                    <a:pt x="301" y="666"/>
                    <a:pt x="301" y="666"/>
                  </a:cubicBezTo>
                  <a:cubicBezTo>
                    <a:pt x="301" y="666"/>
                    <a:pt x="301" y="666"/>
                    <a:pt x="301" y="666"/>
                  </a:cubicBezTo>
                  <a:cubicBezTo>
                    <a:pt x="301" y="666"/>
                    <a:pt x="301" y="666"/>
                    <a:pt x="301" y="666"/>
                  </a:cubicBezTo>
                  <a:cubicBezTo>
                    <a:pt x="301" y="666"/>
                    <a:pt x="301" y="666"/>
                    <a:pt x="301" y="666"/>
                  </a:cubicBezTo>
                  <a:cubicBezTo>
                    <a:pt x="301" y="666"/>
                    <a:pt x="301" y="666"/>
                    <a:pt x="301" y="666"/>
                  </a:cubicBezTo>
                  <a:cubicBezTo>
                    <a:pt x="302" y="665"/>
                    <a:pt x="302" y="665"/>
                    <a:pt x="302" y="665"/>
                  </a:cubicBezTo>
                  <a:cubicBezTo>
                    <a:pt x="302" y="665"/>
                    <a:pt x="302" y="665"/>
                    <a:pt x="302" y="665"/>
                  </a:cubicBezTo>
                  <a:cubicBezTo>
                    <a:pt x="302" y="665"/>
                    <a:pt x="302" y="665"/>
                    <a:pt x="302" y="665"/>
                  </a:cubicBezTo>
                  <a:cubicBezTo>
                    <a:pt x="302" y="665"/>
                    <a:pt x="302" y="665"/>
                    <a:pt x="302" y="665"/>
                  </a:cubicBezTo>
                  <a:cubicBezTo>
                    <a:pt x="302" y="664"/>
                    <a:pt x="302" y="664"/>
                    <a:pt x="302" y="664"/>
                  </a:cubicBezTo>
                  <a:cubicBezTo>
                    <a:pt x="302" y="664"/>
                    <a:pt x="302" y="664"/>
                    <a:pt x="302" y="664"/>
                  </a:cubicBezTo>
                  <a:cubicBezTo>
                    <a:pt x="302" y="664"/>
                    <a:pt x="302" y="664"/>
                    <a:pt x="302" y="664"/>
                  </a:cubicBezTo>
                  <a:cubicBezTo>
                    <a:pt x="302" y="664"/>
                    <a:pt x="302" y="664"/>
                    <a:pt x="302" y="664"/>
                  </a:cubicBezTo>
                  <a:cubicBezTo>
                    <a:pt x="302" y="663"/>
                    <a:pt x="302" y="663"/>
                    <a:pt x="302" y="663"/>
                  </a:cubicBezTo>
                  <a:cubicBezTo>
                    <a:pt x="302" y="663"/>
                    <a:pt x="302" y="663"/>
                    <a:pt x="302" y="663"/>
                  </a:cubicBezTo>
                  <a:cubicBezTo>
                    <a:pt x="302" y="663"/>
                    <a:pt x="302" y="663"/>
                    <a:pt x="302" y="663"/>
                  </a:cubicBezTo>
                  <a:cubicBezTo>
                    <a:pt x="302" y="663"/>
                    <a:pt x="302" y="663"/>
                    <a:pt x="302" y="663"/>
                  </a:cubicBezTo>
                  <a:cubicBezTo>
                    <a:pt x="302" y="662"/>
                    <a:pt x="302" y="662"/>
                    <a:pt x="302" y="662"/>
                  </a:cubicBezTo>
                  <a:cubicBezTo>
                    <a:pt x="302" y="662"/>
                    <a:pt x="302" y="662"/>
                    <a:pt x="302" y="662"/>
                  </a:cubicBezTo>
                  <a:cubicBezTo>
                    <a:pt x="302" y="661"/>
                    <a:pt x="302" y="661"/>
                    <a:pt x="302" y="661"/>
                  </a:cubicBezTo>
                  <a:cubicBezTo>
                    <a:pt x="302" y="661"/>
                    <a:pt x="302" y="661"/>
                    <a:pt x="302" y="661"/>
                  </a:cubicBezTo>
                  <a:cubicBezTo>
                    <a:pt x="302" y="661"/>
                    <a:pt x="302" y="661"/>
                    <a:pt x="302" y="661"/>
                  </a:cubicBezTo>
                  <a:cubicBezTo>
                    <a:pt x="302" y="661"/>
                    <a:pt x="302" y="661"/>
                    <a:pt x="302" y="661"/>
                  </a:cubicBezTo>
                  <a:cubicBezTo>
                    <a:pt x="301" y="661"/>
                    <a:pt x="301" y="661"/>
                    <a:pt x="301" y="661"/>
                  </a:cubicBezTo>
                  <a:cubicBezTo>
                    <a:pt x="301" y="661"/>
                    <a:pt x="301" y="661"/>
                    <a:pt x="301" y="661"/>
                  </a:cubicBezTo>
                  <a:cubicBezTo>
                    <a:pt x="301" y="661"/>
                    <a:pt x="301" y="661"/>
                    <a:pt x="301" y="661"/>
                  </a:cubicBezTo>
                  <a:cubicBezTo>
                    <a:pt x="301" y="661"/>
                    <a:pt x="301" y="661"/>
                    <a:pt x="301" y="661"/>
                  </a:cubicBezTo>
                  <a:cubicBezTo>
                    <a:pt x="301" y="661"/>
                    <a:pt x="301" y="661"/>
                    <a:pt x="301" y="661"/>
                  </a:cubicBezTo>
                  <a:cubicBezTo>
                    <a:pt x="301" y="661"/>
                    <a:pt x="301" y="661"/>
                    <a:pt x="301" y="661"/>
                  </a:cubicBezTo>
                  <a:cubicBezTo>
                    <a:pt x="301" y="661"/>
                    <a:pt x="301" y="661"/>
                    <a:pt x="301" y="661"/>
                  </a:cubicBezTo>
                  <a:cubicBezTo>
                    <a:pt x="301" y="661"/>
                    <a:pt x="301" y="661"/>
                    <a:pt x="301" y="661"/>
                  </a:cubicBezTo>
                  <a:cubicBezTo>
                    <a:pt x="300" y="661"/>
                    <a:pt x="300" y="661"/>
                    <a:pt x="300" y="661"/>
                  </a:cubicBezTo>
                  <a:cubicBezTo>
                    <a:pt x="300" y="661"/>
                    <a:pt x="300" y="661"/>
                    <a:pt x="300" y="661"/>
                  </a:cubicBezTo>
                  <a:cubicBezTo>
                    <a:pt x="300" y="661"/>
                    <a:pt x="300" y="661"/>
                    <a:pt x="300" y="661"/>
                  </a:cubicBezTo>
                  <a:cubicBezTo>
                    <a:pt x="300" y="661"/>
                    <a:pt x="300" y="661"/>
                    <a:pt x="300" y="661"/>
                  </a:cubicBezTo>
                  <a:cubicBezTo>
                    <a:pt x="300" y="661"/>
                    <a:pt x="300" y="661"/>
                    <a:pt x="300" y="661"/>
                  </a:cubicBezTo>
                  <a:cubicBezTo>
                    <a:pt x="300" y="661"/>
                    <a:pt x="300" y="661"/>
                    <a:pt x="300" y="661"/>
                  </a:cubicBezTo>
                  <a:cubicBezTo>
                    <a:pt x="300" y="661"/>
                    <a:pt x="300" y="661"/>
                    <a:pt x="300" y="661"/>
                  </a:cubicBezTo>
                  <a:cubicBezTo>
                    <a:pt x="300" y="661"/>
                    <a:pt x="300" y="661"/>
                    <a:pt x="300" y="661"/>
                  </a:cubicBezTo>
                  <a:cubicBezTo>
                    <a:pt x="298" y="663"/>
                    <a:pt x="298" y="663"/>
                    <a:pt x="298" y="663"/>
                  </a:cubicBezTo>
                  <a:cubicBezTo>
                    <a:pt x="298" y="663"/>
                    <a:pt x="298" y="663"/>
                    <a:pt x="298" y="663"/>
                  </a:cubicBezTo>
                  <a:cubicBezTo>
                    <a:pt x="296" y="664"/>
                    <a:pt x="296" y="664"/>
                    <a:pt x="296" y="664"/>
                  </a:cubicBezTo>
                  <a:cubicBezTo>
                    <a:pt x="296" y="664"/>
                    <a:pt x="296" y="664"/>
                    <a:pt x="296" y="664"/>
                  </a:cubicBezTo>
                  <a:cubicBezTo>
                    <a:pt x="294" y="667"/>
                    <a:pt x="294" y="667"/>
                    <a:pt x="294" y="667"/>
                  </a:cubicBezTo>
                  <a:cubicBezTo>
                    <a:pt x="294" y="667"/>
                    <a:pt x="294" y="667"/>
                    <a:pt x="294" y="667"/>
                  </a:cubicBezTo>
                  <a:cubicBezTo>
                    <a:pt x="293" y="668"/>
                    <a:pt x="293" y="668"/>
                    <a:pt x="293" y="668"/>
                  </a:cubicBezTo>
                  <a:cubicBezTo>
                    <a:pt x="293" y="668"/>
                    <a:pt x="293" y="668"/>
                    <a:pt x="293" y="668"/>
                  </a:cubicBezTo>
                  <a:cubicBezTo>
                    <a:pt x="292" y="671"/>
                    <a:pt x="292" y="671"/>
                    <a:pt x="292" y="671"/>
                  </a:cubicBezTo>
                  <a:cubicBezTo>
                    <a:pt x="292" y="671"/>
                    <a:pt x="292" y="671"/>
                    <a:pt x="292" y="671"/>
                  </a:cubicBezTo>
                  <a:cubicBezTo>
                    <a:pt x="291" y="673"/>
                    <a:pt x="291" y="673"/>
                    <a:pt x="291" y="673"/>
                  </a:cubicBezTo>
                  <a:cubicBezTo>
                    <a:pt x="291" y="673"/>
                    <a:pt x="291" y="673"/>
                    <a:pt x="291" y="673"/>
                  </a:cubicBezTo>
                  <a:cubicBezTo>
                    <a:pt x="289" y="675"/>
                    <a:pt x="289" y="675"/>
                    <a:pt x="289" y="675"/>
                  </a:cubicBezTo>
                  <a:cubicBezTo>
                    <a:pt x="289" y="675"/>
                    <a:pt x="289" y="675"/>
                    <a:pt x="289" y="675"/>
                  </a:cubicBezTo>
                  <a:cubicBezTo>
                    <a:pt x="287" y="677"/>
                    <a:pt x="287" y="677"/>
                    <a:pt x="287" y="677"/>
                  </a:cubicBezTo>
                  <a:cubicBezTo>
                    <a:pt x="287" y="677"/>
                    <a:pt x="287" y="677"/>
                    <a:pt x="287" y="677"/>
                  </a:cubicBezTo>
                  <a:cubicBezTo>
                    <a:pt x="287" y="677"/>
                    <a:pt x="287" y="677"/>
                    <a:pt x="287" y="677"/>
                  </a:cubicBezTo>
                  <a:cubicBezTo>
                    <a:pt x="287" y="677"/>
                    <a:pt x="287" y="677"/>
                    <a:pt x="287" y="677"/>
                  </a:cubicBezTo>
                  <a:cubicBezTo>
                    <a:pt x="286" y="677"/>
                    <a:pt x="286" y="677"/>
                    <a:pt x="286" y="677"/>
                  </a:cubicBezTo>
                  <a:cubicBezTo>
                    <a:pt x="286" y="677"/>
                    <a:pt x="286" y="677"/>
                    <a:pt x="286" y="677"/>
                  </a:cubicBezTo>
                  <a:cubicBezTo>
                    <a:pt x="286" y="677"/>
                    <a:pt x="286" y="677"/>
                    <a:pt x="286" y="677"/>
                  </a:cubicBezTo>
                  <a:cubicBezTo>
                    <a:pt x="286" y="677"/>
                    <a:pt x="286" y="677"/>
                    <a:pt x="286" y="677"/>
                  </a:cubicBezTo>
                  <a:cubicBezTo>
                    <a:pt x="286" y="677"/>
                    <a:pt x="286" y="677"/>
                    <a:pt x="286" y="677"/>
                  </a:cubicBezTo>
                  <a:cubicBezTo>
                    <a:pt x="286" y="677"/>
                    <a:pt x="286" y="677"/>
                    <a:pt x="286" y="677"/>
                  </a:cubicBezTo>
                  <a:cubicBezTo>
                    <a:pt x="285" y="677"/>
                    <a:pt x="285" y="677"/>
                    <a:pt x="285" y="677"/>
                  </a:cubicBezTo>
                  <a:cubicBezTo>
                    <a:pt x="285" y="677"/>
                    <a:pt x="285" y="677"/>
                    <a:pt x="285" y="677"/>
                  </a:cubicBezTo>
                  <a:cubicBezTo>
                    <a:pt x="285" y="677"/>
                    <a:pt x="285" y="677"/>
                    <a:pt x="285" y="677"/>
                  </a:cubicBezTo>
                  <a:cubicBezTo>
                    <a:pt x="285" y="677"/>
                    <a:pt x="285" y="677"/>
                    <a:pt x="285" y="677"/>
                  </a:cubicBezTo>
                  <a:cubicBezTo>
                    <a:pt x="285" y="677"/>
                    <a:pt x="285" y="677"/>
                    <a:pt x="285" y="677"/>
                  </a:cubicBezTo>
                  <a:cubicBezTo>
                    <a:pt x="285" y="677"/>
                    <a:pt x="285" y="677"/>
                    <a:pt x="285" y="677"/>
                  </a:cubicBezTo>
                  <a:cubicBezTo>
                    <a:pt x="285" y="676"/>
                    <a:pt x="285" y="676"/>
                    <a:pt x="285" y="676"/>
                  </a:cubicBezTo>
                  <a:cubicBezTo>
                    <a:pt x="285" y="676"/>
                    <a:pt x="285" y="676"/>
                    <a:pt x="285" y="676"/>
                  </a:cubicBezTo>
                  <a:cubicBezTo>
                    <a:pt x="284" y="675"/>
                    <a:pt x="284" y="675"/>
                    <a:pt x="284" y="675"/>
                  </a:cubicBezTo>
                  <a:cubicBezTo>
                    <a:pt x="284" y="675"/>
                    <a:pt x="284" y="675"/>
                    <a:pt x="284" y="675"/>
                  </a:cubicBezTo>
                  <a:cubicBezTo>
                    <a:pt x="284" y="674"/>
                    <a:pt x="284" y="674"/>
                    <a:pt x="284" y="674"/>
                  </a:cubicBezTo>
                  <a:cubicBezTo>
                    <a:pt x="284" y="674"/>
                    <a:pt x="284" y="674"/>
                    <a:pt x="284" y="674"/>
                  </a:cubicBezTo>
                  <a:cubicBezTo>
                    <a:pt x="284" y="673"/>
                    <a:pt x="284" y="673"/>
                    <a:pt x="284" y="673"/>
                  </a:cubicBezTo>
                  <a:cubicBezTo>
                    <a:pt x="284" y="673"/>
                    <a:pt x="284" y="673"/>
                    <a:pt x="284" y="673"/>
                  </a:cubicBezTo>
                  <a:cubicBezTo>
                    <a:pt x="285" y="672"/>
                    <a:pt x="285" y="672"/>
                    <a:pt x="285" y="672"/>
                  </a:cubicBezTo>
                  <a:cubicBezTo>
                    <a:pt x="285" y="672"/>
                    <a:pt x="285" y="672"/>
                    <a:pt x="285" y="672"/>
                  </a:cubicBezTo>
                  <a:cubicBezTo>
                    <a:pt x="286" y="671"/>
                    <a:pt x="286" y="671"/>
                    <a:pt x="286" y="671"/>
                  </a:cubicBezTo>
                  <a:cubicBezTo>
                    <a:pt x="286" y="671"/>
                    <a:pt x="286" y="671"/>
                    <a:pt x="286" y="671"/>
                  </a:cubicBezTo>
                  <a:cubicBezTo>
                    <a:pt x="287" y="670"/>
                    <a:pt x="287" y="670"/>
                    <a:pt x="287" y="670"/>
                  </a:cubicBezTo>
                  <a:cubicBezTo>
                    <a:pt x="287" y="670"/>
                    <a:pt x="287" y="670"/>
                    <a:pt x="287" y="670"/>
                  </a:cubicBezTo>
                  <a:cubicBezTo>
                    <a:pt x="287" y="668"/>
                    <a:pt x="287" y="668"/>
                    <a:pt x="287" y="668"/>
                  </a:cubicBezTo>
                  <a:cubicBezTo>
                    <a:pt x="287" y="668"/>
                    <a:pt x="287" y="668"/>
                    <a:pt x="287" y="668"/>
                  </a:cubicBezTo>
                  <a:cubicBezTo>
                    <a:pt x="288" y="667"/>
                    <a:pt x="288" y="667"/>
                    <a:pt x="288" y="667"/>
                  </a:cubicBezTo>
                  <a:cubicBezTo>
                    <a:pt x="288" y="667"/>
                    <a:pt x="288" y="667"/>
                    <a:pt x="288" y="667"/>
                  </a:cubicBezTo>
                  <a:cubicBezTo>
                    <a:pt x="288" y="667"/>
                    <a:pt x="288" y="667"/>
                    <a:pt x="288" y="667"/>
                  </a:cubicBezTo>
                  <a:cubicBezTo>
                    <a:pt x="288" y="667"/>
                    <a:pt x="288" y="667"/>
                    <a:pt x="288" y="667"/>
                  </a:cubicBezTo>
                  <a:cubicBezTo>
                    <a:pt x="288" y="667"/>
                    <a:pt x="288" y="667"/>
                    <a:pt x="288" y="667"/>
                  </a:cubicBezTo>
                  <a:cubicBezTo>
                    <a:pt x="288" y="667"/>
                    <a:pt x="288" y="667"/>
                    <a:pt x="288" y="667"/>
                  </a:cubicBezTo>
                  <a:cubicBezTo>
                    <a:pt x="289" y="667"/>
                    <a:pt x="289" y="667"/>
                    <a:pt x="289" y="667"/>
                  </a:cubicBezTo>
                  <a:cubicBezTo>
                    <a:pt x="289" y="667"/>
                    <a:pt x="289" y="667"/>
                    <a:pt x="289" y="667"/>
                  </a:cubicBezTo>
                  <a:cubicBezTo>
                    <a:pt x="289" y="666"/>
                    <a:pt x="289" y="666"/>
                    <a:pt x="289" y="666"/>
                  </a:cubicBezTo>
                  <a:cubicBezTo>
                    <a:pt x="289" y="666"/>
                    <a:pt x="289" y="666"/>
                    <a:pt x="289" y="666"/>
                  </a:cubicBezTo>
                  <a:cubicBezTo>
                    <a:pt x="289" y="666"/>
                    <a:pt x="289" y="666"/>
                    <a:pt x="289" y="666"/>
                  </a:cubicBezTo>
                  <a:cubicBezTo>
                    <a:pt x="289" y="666"/>
                    <a:pt x="289" y="666"/>
                    <a:pt x="289" y="666"/>
                  </a:cubicBezTo>
                  <a:cubicBezTo>
                    <a:pt x="289" y="665"/>
                    <a:pt x="289" y="665"/>
                    <a:pt x="289" y="665"/>
                  </a:cubicBezTo>
                  <a:cubicBezTo>
                    <a:pt x="289" y="665"/>
                    <a:pt x="289" y="665"/>
                    <a:pt x="289" y="665"/>
                  </a:cubicBezTo>
                  <a:cubicBezTo>
                    <a:pt x="290" y="665"/>
                    <a:pt x="290" y="665"/>
                    <a:pt x="290" y="665"/>
                  </a:cubicBezTo>
                  <a:cubicBezTo>
                    <a:pt x="290" y="665"/>
                    <a:pt x="290" y="665"/>
                    <a:pt x="290" y="665"/>
                  </a:cubicBezTo>
                  <a:cubicBezTo>
                    <a:pt x="290" y="664"/>
                    <a:pt x="290" y="664"/>
                    <a:pt x="290" y="664"/>
                  </a:cubicBezTo>
                  <a:cubicBezTo>
                    <a:pt x="290" y="664"/>
                    <a:pt x="290" y="664"/>
                    <a:pt x="290" y="664"/>
                  </a:cubicBezTo>
                  <a:cubicBezTo>
                    <a:pt x="290" y="665"/>
                    <a:pt x="290" y="665"/>
                    <a:pt x="290" y="665"/>
                  </a:cubicBezTo>
                  <a:cubicBezTo>
                    <a:pt x="290" y="665"/>
                    <a:pt x="290" y="665"/>
                    <a:pt x="290" y="665"/>
                  </a:cubicBezTo>
                  <a:cubicBezTo>
                    <a:pt x="290" y="665"/>
                    <a:pt x="290" y="665"/>
                    <a:pt x="290" y="665"/>
                  </a:cubicBezTo>
                  <a:cubicBezTo>
                    <a:pt x="290" y="665"/>
                    <a:pt x="290" y="665"/>
                    <a:pt x="290" y="665"/>
                  </a:cubicBezTo>
                  <a:cubicBezTo>
                    <a:pt x="290" y="666"/>
                    <a:pt x="290" y="666"/>
                    <a:pt x="290" y="666"/>
                  </a:cubicBezTo>
                  <a:cubicBezTo>
                    <a:pt x="290" y="666"/>
                    <a:pt x="290" y="666"/>
                    <a:pt x="290" y="666"/>
                  </a:cubicBezTo>
                  <a:cubicBezTo>
                    <a:pt x="290" y="666"/>
                    <a:pt x="290" y="666"/>
                    <a:pt x="290" y="666"/>
                  </a:cubicBezTo>
                  <a:cubicBezTo>
                    <a:pt x="290" y="666"/>
                    <a:pt x="290" y="666"/>
                    <a:pt x="290" y="666"/>
                  </a:cubicBezTo>
                  <a:cubicBezTo>
                    <a:pt x="289" y="667"/>
                    <a:pt x="289" y="667"/>
                    <a:pt x="289" y="667"/>
                  </a:cubicBezTo>
                  <a:cubicBezTo>
                    <a:pt x="289" y="667"/>
                    <a:pt x="289" y="667"/>
                    <a:pt x="289" y="667"/>
                  </a:cubicBezTo>
                  <a:cubicBezTo>
                    <a:pt x="289" y="667"/>
                    <a:pt x="289" y="667"/>
                    <a:pt x="289" y="667"/>
                  </a:cubicBezTo>
                  <a:cubicBezTo>
                    <a:pt x="289" y="667"/>
                    <a:pt x="289" y="667"/>
                    <a:pt x="289" y="667"/>
                  </a:cubicBezTo>
                  <a:cubicBezTo>
                    <a:pt x="289" y="668"/>
                    <a:pt x="289" y="668"/>
                    <a:pt x="289" y="668"/>
                  </a:cubicBezTo>
                  <a:cubicBezTo>
                    <a:pt x="289" y="668"/>
                    <a:pt x="289" y="668"/>
                    <a:pt x="289" y="668"/>
                  </a:cubicBezTo>
                  <a:cubicBezTo>
                    <a:pt x="290" y="668"/>
                    <a:pt x="290" y="668"/>
                    <a:pt x="290" y="668"/>
                  </a:cubicBezTo>
                  <a:cubicBezTo>
                    <a:pt x="290" y="668"/>
                    <a:pt x="290" y="668"/>
                    <a:pt x="290" y="668"/>
                  </a:cubicBezTo>
                  <a:cubicBezTo>
                    <a:pt x="290" y="668"/>
                    <a:pt x="290" y="668"/>
                    <a:pt x="290" y="668"/>
                  </a:cubicBezTo>
                  <a:cubicBezTo>
                    <a:pt x="290" y="668"/>
                    <a:pt x="290" y="668"/>
                    <a:pt x="290" y="668"/>
                  </a:cubicBezTo>
                  <a:cubicBezTo>
                    <a:pt x="291" y="668"/>
                    <a:pt x="291" y="668"/>
                    <a:pt x="291" y="668"/>
                  </a:cubicBezTo>
                  <a:cubicBezTo>
                    <a:pt x="291" y="668"/>
                    <a:pt x="291" y="668"/>
                    <a:pt x="291" y="668"/>
                  </a:cubicBezTo>
                  <a:cubicBezTo>
                    <a:pt x="292" y="667"/>
                    <a:pt x="292" y="667"/>
                    <a:pt x="292" y="667"/>
                  </a:cubicBezTo>
                  <a:cubicBezTo>
                    <a:pt x="292" y="667"/>
                    <a:pt x="292" y="667"/>
                    <a:pt x="292" y="667"/>
                  </a:cubicBezTo>
                  <a:cubicBezTo>
                    <a:pt x="293" y="666"/>
                    <a:pt x="293" y="666"/>
                    <a:pt x="293" y="666"/>
                  </a:cubicBezTo>
                  <a:cubicBezTo>
                    <a:pt x="293" y="666"/>
                    <a:pt x="293" y="666"/>
                    <a:pt x="293" y="666"/>
                  </a:cubicBezTo>
                  <a:cubicBezTo>
                    <a:pt x="294" y="665"/>
                    <a:pt x="294" y="665"/>
                    <a:pt x="294" y="665"/>
                  </a:cubicBezTo>
                  <a:cubicBezTo>
                    <a:pt x="294" y="665"/>
                    <a:pt x="294" y="665"/>
                    <a:pt x="294" y="665"/>
                  </a:cubicBezTo>
                  <a:cubicBezTo>
                    <a:pt x="295" y="664"/>
                    <a:pt x="295" y="664"/>
                    <a:pt x="295" y="664"/>
                  </a:cubicBezTo>
                  <a:cubicBezTo>
                    <a:pt x="295" y="664"/>
                    <a:pt x="295" y="664"/>
                    <a:pt x="295" y="664"/>
                  </a:cubicBezTo>
                  <a:cubicBezTo>
                    <a:pt x="295" y="663"/>
                    <a:pt x="295" y="663"/>
                    <a:pt x="295" y="663"/>
                  </a:cubicBezTo>
                  <a:cubicBezTo>
                    <a:pt x="295" y="663"/>
                    <a:pt x="295" y="663"/>
                    <a:pt x="295" y="663"/>
                  </a:cubicBezTo>
                  <a:cubicBezTo>
                    <a:pt x="296" y="663"/>
                    <a:pt x="296" y="663"/>
                    <a:pt x="296" y="663"/>
                  </a:cubicBezTo>
                  <a:cubicBezTo>
                    <a:pt x="296" y="663"/>
                    <a:pt x="296" y="663"/>
                    <a:pt x="296" y="663"/>
                  </a:cubicBezTo>
                  <a:cubicBezTo>
                    <a:pt x="300" y="659"/>
                    <a:pt x="300" y="659"/>
                    <a:pt x="300" y="659"/>
                  </a:cubicBezTo>
                  <a:cubicBezTo>
                    <a:pt x="300" y="659"/>
                    <a:pt x="300" y="659"/>
                    <a:pt x="300" y="659"/>
                  </a:cubicBezTo>
                  <a:cubicBezTo>
                    <a:pt x="301" y="659"/>
                    <a:pt x="301" y="659"/>
                    <a:pt x="301" y="659"/>
                  </a:cubicBezTo>
                  <a:cubicBezTo>
                    <a:pt x="301" y="659"/>
                    <a:pt x="301" y="659"/>
                    <a:pt x="301" y="659"/>
                  </a:cubicBezTo>
                  <a:cubicBezTo>
                    <a:pt x="301" y="658"/>
                    <a:pt x="301" y="658"/>
                    <a:pt x="301" y="658"/>
                  </a:cubicBezTo>
                  <a:cubicBezTo>
                    <a:pt x="301" y="658"/>
                    <a:pt x="301" y="658"/>
                    <a:pt x="301" y="658"/>
                  </a:cubicBezTo>
                  <a:cubicBezTo>
                    <a:pt x="302" y="658"/>
                    <a:pt x="302" y="658"/>
                    <a:pt x="302" y="658"/>
                  </a:cubicBezTo>
                  <a:cubicBezTo>
                    <a:pt x="302" y="658"/>
                    <a:pt x="302" y="658"/>
                    <a:pt x="302" y="658"/>
                  </a:cubicBezTo>
                  <a:cubicBezTo>
                    <a:pt x="302" y="658"/>
                    <a:pt x="302" y="658"/>
                    <a:pt x="302" y="658"/>
                  </a:cubicBezTo>
                  <a:cubicBezTo>
                    <a:pt x="302" y="658"/>
                    <a:pt x="302" y="658"/>
                    <a:pt x="302" y="658"/>
                  </a:cubicBezTo>
                  <a:cubicBezTo>
                    <a:pt x="302" y="657"/>
                    <a:pt x="302" y="657"/>
                    <a:pt x="302" y="657"/>
                  </a:cubicBezTo>
                  <a:cubicBezTo>
                    <a:pt x="302" y="657"/>
                    <a:pt x="302" y="657"/>
                    <a:pt x="302" y="657"/>
                  </a:cubicBezTo>
                  <a:cubicBezTo>
                    <a:pt x="302" y="656"/>
                    <a:pt x="302" y="656"/>
                    <a:pt x="302" y="656"/>
                  </a:cubicBezTo>
                  <a:cubicBezTo>
                    <a:pt x="302" y="656"/>
                    <a:pt x="302" y="656"/>
                    <a:pt x="302" y="656"/>
                  </a:cubicBezTo>
                  <a:cubicBezTo>
                    <a:pt x="302" y="656"/>
                    <a:pt x="302" y="656"/>
                    <a:pt x="302" y="656"/>
                  </a:cubicBezTo>
                  <a:cubicBezTo>
                    <a:pt x="302" y="656"/>
                    <a:pt x="302" y="656"/>
                    <a:pt x="302" y="656"/>
                  </a:cubicBezTo>
                  <a:cubicBezTo>
                    <a:pt x="302" y="655"/>
                    <a:pt x="302" y="655"/>
                    <a:pt x="302" y="655"/>
                  </a:cubicBezTo>
                  <a:cubicBezTo>
                    <a:pt x="302" y="655"/>
                    <a:pt x="302" y="655"/>
                    <a:pt x="302" y="655"/>
                  </a:cubicBezTo>
                  <a:cubicBezTo>
                    <a:pt x="302" y="654"/>
                    <a:pt x="302" y="654"/>
                    <a:pt x="302" y="654"/>
                  </a:cubicBezTo>
                  <a:cubicBezTo>
                    <a:pt x="302" y="654"/>
                    <a:pt x="302" y="654"/>
                    <a:pt x="302" y="654"/>
                  </a:cubicBezTo>
                  <a:cubicBezTo>
                    <a:pt x="296" y="656"/>
                    <a:pt x="296" y="656"/>
                    <a:pt x="296" y="656"/>
                  </a:cubicBezTo>
                  <a:cubicBezTo>
                    <a:pt x="296" y="656"/>
                    <a:pt x="296" y="656"/>
                    <a:pt x="296" y="656"/>
                  </a:cubicBezTo>
                  <a:cubicBezTo>
                    <a:pt x="302" y="652"/>
                    <a:pt x="302" y="652"/>
                    <a:pt x="302" y="652"/>
                  </a:cubicBezTo>
                  <a:cubicBezTo>
                    <a:pt x="302" y="652"/>
                    <a:pt x="302" y="652"/>
                    <a:pt x="302" y="652"/>
                  </a:cubicBezTo>
                  <a:cubicBezTo>
                    <a:pt x="302" y="651"/>
                    <a:pt x="302" y="651"/>
                    <a:pt x="302" y="651"/>
                  </a:cubicBezTo>
                  <a:cubicBezTo>
                    <a:pt x="302" y="651"/>
                    <a:pt x="302" y="651"/>
                    <a:pt x="302" y="651"/>
                  </a:cubicBezTo>
                  <a:cubicBezTo>
                    <a:pt x="302" y="651"/>
                    <a:pt x="302" y="651"/>
                    <a:pt x="302" y="651"/>
                  </a:cubicBezTo>
                  <a:cubicBezTo>
                    <a:pt x="302" y="651"/>
                    <a:pt x="302" y="651"/>
                    <a:pt x="302" y="651"/>
                  </a:cubicBezTo>
                  <a:cubicBezTo>
                    <a:pt x="302" y="650"/>
                    <a:pt x="302" y="650"/>
                    <a:pt x="302" y="650"/>
                  </a:cubicBezTo>
                  <a:cubicBezTo>
                    <a:pt x="302" y="650"/>
                    <a:pt x="302" y="650"/>
                    <a:pt x="302" y="650"/>
                  </a:cubicBezTo>
                  <a:cubicBezTo>
                    <a:pt x="303" y="650"/>
                    <a:pt x="303" y="650"/>
                    <a:pt x="303" y="650"/>
                  </a:cubicBezTo>
                  <a:cubicBezTo>
                    <a:pt x="303" y="650"/>
                    <a:pt x="303" y="650"/>
                    <a:pt x="303" y="650"/>
                  </a:cubicBezTo>
                  <a:cubicBezTo>
                    <a:pt x="303" y="649"/>
                    <a:pt x="303" y="649"/>
                    <a:pt x="303" y="649"/>
                  </a:cubicBezTo>
                  <a:cubicBezTo>
                    <a:pt x="303" y="649"/>
                    <a:pt x="303" y="649"/>
                    <a:pt x="303" y="649"/>
                  </a:cubicBezTo>
                  <a:cubicBezTo>
                    <a:pt x="303" y="649"/>
                    <a:pt x="303" y="649"/>
                    <a:pt x="303" y="649"/>
                  </a:cubicBezTo>
                  <a:cubicBezTo>
                    <a:pt x="303" y="649"/>
                    <a:pt x="303" y="649"/>
                    <a:pt x="303" y="649"/>
                  </a:cubicBezTo>
                  <a:cubicBezTo>
                    <a:pt x="303" y="648"/>
                    <a:pt x="303" y="648"/>
                    <a:pt x="303" y="648"/>
                  </a:cubicBezTo>
                  <a:cubicBezTo>
                    <a:pt x="303" y="648"/>
                    <a:pt x="303" y="648"/>
                    <a:pt x="303" y="648"/>
                  </a:cubicBezTo>
                  <a:cubicBezTo>
                    <a:pt x="303" y="647"/>
                    <a:pt x="303" y="647"/>
                    <a:pt x="303" y="647"/>
                  </a:cubicBezTo>
                  <a:cubicBezTo>
                    <a:pt x="303" y="647"/>
                    <a:pt x="303" y="647"/>
                    <a:pt x="303" y="647"/>
                  </a:cubicBezTo>
                  <a:cubicBezTo>
                    <a:pt x="302" y="647"/>
                    <a:pt x="302" y="647"/>
                    <a:pt x="302" y="647"/>
                  </a:cubicBezTo>
                  <a:cubicBezTo>
                    <a:pt x="302" y="647"/>
                    <a:pt x="302" y="647"/>
                    <a:pt x="302" y="647"/>
                  </a:cubicBezTo>
                  <a:cubicBezTo>
                    <a:pt x="296" y="651"/>
                    <a:pt x="296" y="651"/>
                    <a:pt x="296" y="651"/>
                  </a:cubicBezTo>
                  <a:cubicBezTo>
                    <a:pt x="296" y="651"/>
                    <a:pt x="296" y="651"/>
                    <a:pt x="296" y="651"/>
                  </a:cubicBezTo>
                  <a:cubicBezTo>
                    <a:pt x="295" y="652"/>
                    <a:pt x="295" y="652"/>
                    <a:pt x="295" y="652"/>
                  </a:cubicBezTo>
                  <a:cubicBezTo>
                    <a:pt x="295" y="652"/>
                    <a:pt x="295" y="652"/>
                    <a:pt x="295" y="652"/>
                  </a:cubicBezTo>
                  <a:cubicBezTo>
                    <a:pt x="294" y="653"/>
                    <a:pt x="294" y="653"/>
                    <a:pt x="294" y="653"/>
                  </a:cubicBezTo>
                  <a:cubicBezTo>
                    <a:pt x="294" y="653"/>
                    <a:pt x="294" y="653"/>
                    <a:pt x="294" y="653"/>
                  </a:cubicBezTo>
                  <a:cubicBezTo>
                    <a:pt x="293" y="654"/>
                    <a:pt x="293" y="654"/>
                    <a:pt x="293" y="654"/>
                  </a:cubicBezTo>
                  <a:cubicBezTo>
                    <a:pt x="293" y="654"/>
                    <a:pt x="293" y="654"/>
                    <a:pt x="293" y="654"/>
                  </a:cubicBezTo>
                  <a:cubicBezTo>
                    <a:pt x="292" y="655"/>
                    <a:pt x="292" y="655"/>
                    <a:pt x="292" y="655"/>
                  </a:cubicBezTo>
                  <a:cubicBezTo>
                    <a:pt x="292" y="655"/>
                    <a:pt x="292" y="655"/>
                    <a:pt x="292" y="655"/>
                  </a:cubicBezTo>
                  <a:cubicBezTo>
                    <a:pt x="290" y="656"/>
                    <a:pt x="290" y="656"/>
                    <a:pt x="290" y="656"/>
                  </a:cubicBezTo>
                  <a:cubicBezTo>
                    <a:pt x="290" y="656"/>
                    <a:pt x="290" y="656"/>
                    <a:pt x="290" y="656"/>
                  </a:cubicBezTo>
                  <a:cubicBezTo>
                    <a:pt x="289" y="656"/>
                    <a:pt x="289" y="656"/>
                    <a:pt x="289" y="656"/>
                  </a:cubicBezTo>
                  <a:cubicBezTo>
                    <a:pt x="289" y="656"/>
                    <a:pt x="289" y="656"/>
                    <a:pt x="289" y="656"/>
                  </a:cubicBezTo>
                  <a:cubicBezTo>
                    <a:pt x="287" y="656"/>
                    <a:pt x="287" y="656"/>
                    <a:pt x="287" y="656"/>
                  </a:cubicBezTo>
                  <a:cubicBezTo>
                    <a:pt x="287" y="656"/>
                    <a:pt x="287" y="656"/>
                    <a:pt x="287" y="656"/>
                  </a:cubicBezTo>
                  <a:cubicBezTo>
                    <a:pt x="286" y="656"/>
                    <a:pt x="286" y="656"/>
                    <a:pt x="286" y="656"/>
                  </a:cubicBezTo>
                  <a:cubicBezTo>
                    <a:pt x="286" y="656"/>
                    <a:pt x="286" y="656"/>
                    <a:pt x="286" y="656"/>
                  </a:cubicBezTo>
                  <a:cubicBezTo>
                    <a:pt x="285" y="656"/>
                    <a:pt x="285" y="656"/>
                    <a:pt x="285" y="656"/>
                  </a:cubicBezTo>
                  <a:cubicBezTo>
                    <a:pt x="285" y="656"/>
                    <a:pt x="285" y="656"/>
                    <a:pt x="285" y="656"/>
                  </a:cubicBezTo>
                  <a:cubicBezTo>
                    <a:pt x="284" y="656"/>
                    <a:pt x="284" y="656"/>
                    <a:pt x="284" y="656"/>
                  </a:cubicBezTo>
                  <a:cubicBezTo>
                    <a:pt x="284" y="656"/>
                    <a:pt x="284" y="656"/>
                    <a:pt x="284" y="656"/>
                  </a:cubicBezTo>
                  <a:cubicBezTo>
                    <a:pt x="283" y="656"/>
                    <a:pt x="283" y="656"/>
                    <a:pt x="283" y="656"/>
                  </a:cubicBezTo>
                  <a:cubicBezTo>
                    <a:pt x="283" y="656"/>
                    <a:pt x="283" y="656"/>
                    <a:pt x="283" y="656"/>
                  </a:cubicBezTo>
                  <a:cubicBezTo>
                    <a:pt x="282" y="656"/>
                    <a:pt x="282" y="656"/>
                    <a:pt x="282" y="656"/>
                  </a:cubicBezTo>
                  <a:cubicBezTo>
                    <a:pt x="282" y="656"/>
                    <a:pt x="282" y="656"/>
                    <a:pt x="282" y="656"/>
                  </a:cubicBezTo>
                  <a:cubicBezTo>
                    <a:pt x="281" y="655"/>
                    <a:pt x="281" y="655"/>
                    <a:pt x="281" y="655"/>
                  </a:cubicBezTo>
                  <a:cubicBezTo>
                    <a:pt x="281" y="655"/>
                    <a:pt x="281" y="655"/>
                    <a:pt x="281" y="655"/>
                  </a:cubicBezTo>
                  <a:cubicBezTo>
                    <a:pt x="281" y="655"/>
                    <a:pt x="281" y="655"/>
                    <a:pt x="281" y="655"/>
                  </a:cubicBezTo>
                  <a:cubicBezTo>
                    <a:pt x="281" y="655"/>
                    <a:pt x="281" y="655"/>
                    <a:pt x="281" y="655"/>
                  </a:cubicBezTo>
                  <a:cubicBezTo>
                    <a:pt x="280" y="654"/>
                    <a:pt x="280" y="654"/>
                    <a:pt x="280" y="654"/>
                  </a:cubicBezTo>
                  <a:cubicBezTo>
                    <a:pt x="280" y="654"/>
                    <a:pt x="280" y="654"/>
                    <a:pt x="280" y="654"/>
                  </a:cubicBezTo>
                  <a:cubicBezTo>
                    <a:pt x="280" y="654"/>
                    <a:pt x="280" y="654"/>
                    <a:pt x="280" y="654"/>
                  </a:cubicBezTo>
                  <a:cubicBezTo>
                    <a:pt x="280" y="654"/>
                    <a:pt x="280" y="654"/>
                    <a:pt x="280" y="654"/>
                  </a:cubicBezTo>
                  <a:cubicBezTo>
                    <a:pt x="288" y="650"/>
                    <a:pt x="288" y="650"/>
                    <a:pt x="288" y="650"/>
                  </a:cubicBezTo>
                  <a:cubicBezTo>
                    <a:pt x="288" y="650"/>
                    <a:pt x="288" y="650"/>
                    <a:pt x="288" y="650"/>
                  </a:cubicBezTo>
                  <a:cubicBezTo>
                    <a:pt x="302" y="644"/>
                    <a:pt x="302" y="644"/>
                    <a:pt x="302" y="644"/>
                  </a:cubicBezTo>
                  <a:cubicBezTo>
                    <a:pt x="302" y="644"/>
                    <a:pt x="302" y="644"/>
                    <a:pt x="302" y="644"/>
                  </a:cubicBezTo>
                  <a:cubicBezTo>
                    <a:pt x="302" y="642"/>
                    <a:pt x="302" y="642"/>
                    <a:pt x="302" y="642"/>
                  </a:cubicBezTo>
                  <a:cubicBezTo>
                    <a:pt x="302" y="642"/>
                    <a:pt x="302" y="642"/>
                    <a:pt x="302" y="642"/>
                  </a:cubicBezTo>
                  <a:cubicBezTo>
                    <a:pt x="303" y="639"/>
                    <a:pt x="303" y="639"/>
                    <a:pt x="303" y="639"/>
                  </a:cubicBezTo>
                  <a:cubicBezTo>
                    <a:pt x="303" y="639"/>
                    <a:pt x="303" y="639"/>
                    <a:pt x="303" y="639"/>
                  </a:cubicBezTo>
                  <a:cubicBezTo>
                    <a:pt x="303" y="636"/>
                    <a:pt x="303" y="636"/>
                    <a:pt x="303" y="636"/>
                  </a:cubicBezTo>
                  <a:cubicBezTo>
                    <a:pt x="303" y="636"/>
                    <a:pt x="303" y="636"/>
                    <a:pt x="303" y="636"/>
                  </a:cubicBezTo>
                  <a:cubicBezTo>
                    <a:pt x="303" y="632"/>
                    <a:pt x="303" y="632"/>
                    <a:pt x="303" y="632"/>
                  </a:cubicBezTo>
                  <a:cubicBezTo>
                    <a:pt x="303" y="632"/>
                    <a:pt x="303" y="632"/>
                    <a:pt x="303" y="632"/>
                  </a:cubicBezTo>
                  <a:cubicBezTo>
                    <a:pt x="302" y="630"/>
                    <a:pt x="302" y="630"/>
                    <a:pt x="302" y="630"/>
                  </a:cubicBezTo>
                  <a:cubicBezTo>
                    <a:pt x="302" y="630"/>
                    <a:pt x="302" y="630"/>
                    <a:pt x="302" y="630"/>
                  </a:cubicBezTo>
                  <a:cubicBezTo>
                    <a:pt x="302" y="627"/>
                    <a:pt x="302" y="627"/>
                    <a:pt x="302" y="627"/>
                  </a:cubicBezTo>
                  <a:cubicBezTo>
                    <a:pt x="302" y="627"/>
                    <a:pt x="302" y="627"/>
                    <a:pt x="302" y="627"/>
                  </a:cubicBezTo>
                  <a:cubicBezTo>
                    <a:pt x="302" y="624"/>
                    <a:pt x="302" y="624"/>
                    <a:pt x="302" y="624"/>
                  </a:cubicBezTo>
                  <a:cubicBezTo>
                    <a:pt x="302" y="624"/>
                    <a:pt x="302" y="624"/>
                    <a:pt x="302" y="624"/>
                  </a:cubicBezTo>
                  <a:cubicBezTo>
                    <a:pt x="302" y="621"/>
                    <a:pt x="302" y="621"/>
                    <a:pt x="302" y="621"/>
                  </a:cubicBezTo>
                  <a:cubicBezTo>
                    <a:pt x="303" y="621"/>
                    <a:pt x="303" y="621"/>
                    <a:pt x="303" y="621"/>
                  </a:cubicBezTo>
                  <a:cubicBezTo>
                    <a:pt x="309" y="625"/>
                    <a:pt x="309" y="625"/>
                    <a:pt x="309" y="625"/>
                  </a:cubicBezTo>
                  <a:cubicBezTo>
                    <a:pt x="309" y="625"/>
                    <a:pt x="309" y="625"/>
                    <a:pt x="309" y="625"/>
                  </a:cubicBezTo>
                  <a:cubicBezTo>
                    <a:pt x="309" y="627"/>
                    <a:pt x="309" y="627"/>
                    <a:pt x="309" y="627"/>
                  </a:cubicBezTo>
                  <a:cubicBezTo>
                    <a:pt x="309" y="627"/>
                    <a:pt x="309" y="627"/>
                    <a:pt x="309" y="627"/>
                  </a:cubicBezTo>
                  <a:cubicBezTo>
                    <a:pt x="309" y="628"/>
                    <a:pt x="309" y="628"/>
                    <a:pt x="309" y="628"/>
                  </a:cubicBezTo>
                  <a:cubicBezTo>
                    <a:pt x="309" y="628"/>
                    <a:pt x="309" y="628"/>
                    <a:pt x="309" y="628"/>
                  </a:cubicBezTo>
                  <a:cubicBezTo>
                    <a:pt x="309" y="630"/>
                    <a:pt x="309" y="630"/>
                    <a:pt x="309" y="630"/>
                  </a:cubicBezTo>
                  <a:cubicBezTo>
                    <a:pt x="309" y="630"/>
                    <a:pt x="309" y="630"/>
                    <a:pt x="309" y="630"/>
                  </a:cubicBezTo>
                  <a:cubicBezTo>
                    <a:pt x="309" y="631"/>
                    <a:pt x="309" y="631"/>
                    <a:pt x="309" y="631"/>
                  </a:cubicBezTo>
                  <a:cubicBezTo>
                    <a:pt x="309" y="631"/>
                    <a:pt x="309" y="631"/>
                    <a:pt x="309" y="631"/>
                  </a:cubicBezTo>
                  <a:cubicBezTo>
                    <a:pt x="309" y="633"/>
                    <a:pt x="309" y="633"/>
                    <a:pt x="309" y="633"/>
                  </a:cubicBezTo>
                  <a:cubicBezTo>
                    <a:pt x="309" y="633"/>
                    <a:pt x="309" y="633"/>
                    <a:pt x="309" y="633"/>
                  </a:cubicBezTo>
                  <a:cubicBezTo>
                    <a:pt x="308" y="634"/>
                    <a:pt x="308" y="634"/>
                    <a:pt x="308" y="634"/>
                  </a:cubicBezTo>
                  <a:cubicBezTo>
                    <a:pt x="308" y="634"/>
                    <a:pt x="308" y="634"/>
                    <a:pt x="308" y="634"/>
                  </a:cubicBezTo>
                  <a:cubicBezTo>
                    <a:pt x="308" y="635"/>
                    <a:pt x="308" y="635"/>
                    <a:pt x="308" y="635"/>
                  </a:cubicBezTo>
                  <a:cubicBezTo>
                    <a:pt x="308" y="635"/>
                    <a:pt x="308" y="635"/>
                    <a:pt x="308" y="635"/>
                  </a:cubicBezTo>
                  <a:cubicBezTo>
                    <a:pt x="308" y="636"/>
                    <a:pt x="308" y="636"/>
                    <a:pt x="308" y="636"/>
                  </a:cubicBezTo>
                  <a:cubicBezTo>
                    <a:pt x="308" y="636"/>
                    <a:pt x="308" y="636"/>
                    <a:pt x="308" y="636"/>
                  </a:cubicBezTo>
                  <a:cubicBezTo>
                    <a:pt x="307" y="637"/>
                    <a:pt x="307" y="637"/>
                    <a:pt x="307" y="637"/>
                  </a:cubicBezTo>
                  <a:cubicBezTo>
                    <a:pt x="307" y="637"/>
                    <a:pt x="307" y="637"/>
                    <a:pt x="307" y="637"/>
                  </a:cubicBezTo>
                  <a:cubicBezTo>
                    <a:pt x="307" y="638"/>
                    <a:pt x="307" y="638"/>
                    <a:pt x="307" y="638"/>
                  </a:cubicBezTo>
                  <a:cubicBezTo>
                    <a:pt x="307" y="638"/>
                    <a:pt x="307" y="638"/>
                    <a:pt x="307" y="638"/>
                  </a:cubicBezTo>
                  <a:cubicBezTo>
                    <a:pt x="307" y="638"/>
                    <a:pt x="307" y="638"/>
                    <a:pt x="307" y="638"/>
                  </a:cubicBezTo>
                  <a:cubicBezTo>
                    <a:pt x="307" y="638"/>
                    <a:pt x="307" y="638"/>
                    <a:pt x="307" y="638"/>
                  </a:cubicBezTo>
                  <a:cubicBezTo>
                    <a:pt x="307" y="639"/>
                    <a:pt x="307" y="639"/>
                    <a:pt x="307" y="639"/>
                  </a:cubicBezTo>
                  <a:cubicBezTo>
                    <a:pt x="307" y="639"/>
                    <a:pt x="307" y="639"/>
                    <a:pt x="307" y="639"/>
                  </a:cubicBezTo>
                  <a:cubicBezTo>
                    <a:pt x="307" y="639"/>
                    <a:pt x="307" y="639"/>
                    <a:pt x="307" y="639"/>
                  </a:cubicBezTo>
                  <a:cubicBezTo>
                    <a:pt x="307" y="639"/>
                    <a:pt x="307" y="639"/>
                    <a:pt x="307" y="639"/>
                  </a:cubicBezTo>
                  <a:cubicBezTo>
                    <a:pt x="307" y="640"/>
                    <a:pt x="307" y="640"/>
                    <a:pt x="307" y="640"/>
                  </a:cubicBezTo>
                  <a:cubicBezTo>
                    <a:pt x="307" y="640"/>
                    <a:pt x="307" y="640"/>
                    <a:pt x="307" y="640"/>
                  </a:cubicBezTo>
                  <a:cubicBezTo>
                    <a:pt x="307" y="641"/>
                    <a:pt x="307" y="641"/>
                    <a:pt x="307" y="641"/>
                  </a:cubicBezTo>
                  <a:cubicBezTo>
                    <a:pt x="307" y="641"/>
                    <a:pt x="307" y="641"/>
                    <a:pt x="307" y="641"/>
                  </a:cubicBezTo>
                  <a:cubicBezTo>
                    <a:pt x="307" y="641"/>
                    <a:pt x="307" y="641"/>
                    <a:pt x="307" y="641"/>
                  </a:cubicBezTo>
                  <a:cubicBezTo>
                    <a:pt x="307" y="641"/>
                    <a:pt x="307" y="641"/>
                    <a:pt x="307" y="641"/>
                  </a:cubicBezTo>
                  <a:cubicBezTo>
                    <a:pt x="308" y="642"/>
                    <a:pt x="308" y="642"/>
                    <a:pt x="308" y="642"/>
                  </a:cubicBezTo>
                  <a:cubicBezTo>
                    <a:pt x="308" y="642"/>
                    <a:pt x="308" y="642"/>
                    <a:pt x="308" y="642"/>
                  </a:cubicBezTo>
                  <a:cubicBezTo>
                    <a:pt x="318" y="638"/>
                    <a:pt x="318" y="638"/>
                    <a:pt x="318" y="638"/>
                  </a:cubicBezTo>
                  <a:cubicBezTo>
                    <a:pt x="318" y="638"/>
                    <a:pt x="318" y="638"/>
                    <a:pt x="318" y="638"/>
                  </a:cubicBezTo>
                  <a:cubicBezTo>
                    <a:pt x="318" y="638"/>
                    <a:pt x="318" y="638"/>
                    <a:pt x="318" y="638"/>
                  </a:cubicBezTo>
                  <a:cubicBezTo>
                    <a:pt x="318" y="638"/>
                    <a:pt x="318" y="638"/>
                    <a:pt x="318" y="638"/>
                  </a:cubicBezTo>
                  <a:cubicBezTo>
                    <a:pt x="318" y="638"/>
                    <a:pt x="318" y="638"/>
                    <a:pt x="318" y="638"/>
                  </a:cubicBezTo>
                  <a:cubicBezTo>
                    <a:pt x="318" y="638"/>
                    <a:pt x="318" y="638"/>
                    <a:pt x="318" y="638"/>
                  </a:cubicBezTo>
                  <a:cubicBezTo>
                    <a:pt x="319" y="639"/>
                    <a:pt x="319" y="639"/>
                    <a:pt x="319" y="639"/>
                  </a:cubicBezTo>
                  <a:cubicBezTo>
                    <a:pt x="319" y="639"/>
                    <a:pt x="319" y="639"/>
                    <a:pt x="319" y="639"/>
                  </a:cubicBezTo>
                  <a:cubicBezTo>
                    <a:pt x="319" y="639"/>
                    <a:pt x="319" y="639"/>
                    <a:pt x="319" y="639"/>
                  </a:cubicBezTo>
                  <a:cubicBezTo>
                    <a:pt x="319" y="639"/>
                    <a:pt x="319" y="639"/>
                    <a:pt x="319" y="639"/>
                  </a:cubicBezTo>
                  <a:cubicBezTo>
                    <a:pt x="319" y="639"/>
                    <a:pt x="319" y="639"/>
                    <a:pt x="319" y="639"/>
                  </a:cubicBezTo>
                  <a:cubicBezTo>
                    <a:pt x="319" y="639"/>
                    <a:pt x="319" y="639"/>
                    <a:pt x="319" y="639"/>
                  </a:cubicBezTo>
                  <a:cubicBezTo>
                    <a:pt x="320" y="639"/>
                    <a:pt x="320" y="639"/>
                    <a:pt x="320" y="639"/>
                  </a:cubicBezTo>
                  <a:cubicBezTo>
                    <a:pt x="320" y="639"/>
                    <a:pt x="320" y="639"/>
                    <a:pt x="320" y="639"/>
                  </a:cubicBezTo>
                  <a:cubicBezTo>
                    <a:pt x="320" y="639"/>
                    <a:pt x="320" y="639"/>
                    <a:pt x="320" y="639"/>
                  </a:cubicBezTo>
                  <a:cubicBezTo>
                    <a:pt x="320" y="639"/>
                    <a:pt x="320" y="639"/>
                    <a:pt x="320" y="639"/>
                  </a:cubicBezTo>
                  <a:cubicBezTo>
                    <a:pt x="320" y="640"/>
                    <a:pt x="320" y="640"/>
                    <a:pt x="320" y="640"/>
                  </a:cubicBezTo>
                  <a:cubicBezTo>
                    <a:pt x="320" y="640"/>
                    <a:pt x="320" y="640"/>
                    <a:pt x="320" y="640"/>
                  </a:cubicBezTo>
                  <a:cubicBezTo>
                    <a:pt x="320" y="640"/>
                    <a:pt x="320" y="640"/>
                    <a:pt x="320" y="640"/>
                  </a:cubicBezTo>
                  <a:cubicBezTo>
                    <a:pt x="320" y="640"/>
                    <a:pt x="320" y="640"/>
                    <a:pt x="320" y="640"/>
                  </a:cubicBezTo>
                  <a:cubicBezTo>
                    <a:pt x="319" y="641"/>
                    <a:pt x="319" y="641"/>
                    <a:pt x="319" y="641"/>
                  </a:cubicBezTo>
                  <a:cubicBezTo>
                    <a:pt x="319" y="641"/>
                    <a:pt x="319" y="641"/>
                    <a:pt x="319" y="641"/>
                  </a:cubicBezTo>
                  <a:cubicBezTo>
                    <a:pt x="319" y="641"/>
                    <a:pt x="319" y="641"/>
                    <a:pt x="319" y="641"/>
                  </a:cubicBezTo>
                  <a:cubicBezTo>
                    <a:pt x="319" y="641"/>
                    <a:pt x="319" y="641"/>
                    <a:pt x="319" y="641"/>
                  </a:cubicBezTo>
                  <a:cubicBezTo>
                    <a:pt x="318" y="641"/>
                    <a:pt x="318" y="641"/>
                    <a:pt x="318" y="641"/>
                  </a:cubicBezTo>
                  <a:cubicBezTo>
                    <a:pt x="318" y="641"/>
                    <a:pt x="318" y="641"/>
                    <a:pt x="318" y="641"/>
                  </a:cubicBezTo>
                  <a:cubicBezTo>
                    <a:pt x="318" y="641"/>
                    <a:pt x="318" y="641"/>
                    <a:pt x="318" y="641"/>
                  </a:cubicBezTo>
                  <a:cubicBezTo>
                    <a:pt x="318" y="641"/>
                    <a:pt x="318" y="641"/>
                    <a:pt x="318" y="641"/>
                  </a:cubicBezTo>
                  <a:cubicBezTo>
                    <a:pt x="317" y="641"/>
                    <a:pt x="317" y="641"/>
                    <a:pt x="317" y="641"/>
                  </a:cubicBezTo>
                  <a:cubicBezTo>
                    <a:pt x="317" y="641"/>
                    <a:pt x="317" y="641"/>
                    <a:pt x="317" y="641"/>
                  </a:cubicBezTo>
                  <a:cubicBezTo>
                    <a:pt x="317" y="641"/>
                    <a:pt x="317" y="641"/>
                    <a:pt x="317" y="641"/>
                  </a:cubicBezTo>
                  <a:cubicBezTo>
                    <a:pt x="317" y="641"/>
                    <a:pt x="317" y="641"/>
                    <a:pt x="317" y="641"/>
                  </a:cubicBezTo>
                  <a:cubicBezTo>
                    <a:pt x="316" y="641"/>
                    <a:pt x="316" y="641"/>
                    <a:pt x="316" y="641"/>
                  </a:cubicBezTo>
                  <a:cubicBezTo>
                    <a:pt x="316" y="641"/>
                    <a:pt x="316" y="641"/>
                    <a:pt x="316" y="641"/>
                  </a:cubicBezTo>
                  <a:cubicBezTo>
                    <a:pt x="316" y="641"/>
                    <a:pt x="316" y="641"/>
                    <a:pt x="316" y="641"/>
                  </a:cubicBezTo>
                  <a:cubicBezTo>
                    <a:pt x="316" y="641"/>
                    <a:pt x="316" y="641"/>
                    <a:pt x="316" y="641"/>
                  </a:cubicBezTo>
                  <a:cubicBezTo>
                    <a:pt x="307" y="649"/>
                    <a:pt x="307" y="649"/>
                    <a:pt x="307" y="649"/>
                  </a:cubicBezTo>
                  <a:cubicBezTo>
                    <a:pt x="307" y="649"/>
                    <a:pt x="307" y="649"/>
                    <a:pt x="307" y="649"/>
                  </a:cubicBezTo>
                  <a:cubicBezTo>
                    <a:pt x="306" y="650"/>
                    <a:pt x="306" y="650"/>
                    <a:pt x="306" y="650"/>
                  </a:cubicBezTo>
                  <a:cubicBezTo>
                    <a:pt x="306" y="650"/>
                    <a:pt x="306" y="650"/>
                    <a:pt x="306" y="650"/>
                  </a:cubicBezTo>
                  <a:cubicBezTo>
                    <a:pt x="306" y="650"/>
                    <a:pt x="306" y="650"/>
                    <a:pt x="306" y="650"/>
                  </a:cubicBezTo>
                  <a:cubicBezTo>
                    <a:pt x="306" y="650"/>
                    <a:pt x="306" y="650"/>
                    <a:pt x="306" y="650"/>
                  </a:cubicBezTo>
                  <a:cubicBezTo>
                    <a:pt x="306" y="651"/>
                    <a:pt x="306" y="651"/>
                    <a:pt x="306" y="651"/>
                  </a:cubicBezTo>
                  <a:cubicBezTo>
                    <a:pt x="306" y="651"/>
                    <a:pt x="306" y="651"/>
                    <a:pt x="306" y="651"/>
                  </a:cubicBezTo>
                  <a:cubicBezTo>
                    <a:pt x="306" y="651"/>
                    <a:pt x="306" y="651"/>
                    <a:pt x="306" y="651"/>
                  </a:cubicBezTo>
                  <a:cubicBezTo>
                    <a:pt x="306" y="651"/>
                    <a:pt x="306" y="651"/>
                    <a:pt x="306" y="651"/>
                  </a:cubicBezTo>
                  <a:cubicBezTo>
                    <a:pt x="306" y="652"/>
                    <a:pt x="306" y="652"/>
                    <a:pt x="306" y="652"/>
                  </a:cubicBezTo>
                  <a:cubicBezTo>
                    <a:pt x="306" y="652"/>
                    <a:pt x="306" y="652"/>
                    <a:pt x="306" y="652"/>
                  </a:cubicBezTo>
                  <a:cubicBezTo>
                    <a:pt x="306" y="652"/>
                    <a:pt x="306" y="652"/>
                    <a:pt x="306" y="652"/>
                  </a:cubicBezTo>
                  <a:cubicBezTo>
                    <a:pt x="306" y="652"/>
                    <a:pt x="306" y="652"/>
                    <a:pt x="306" y="652"/>
                  </a:cubicBezTo>
                  <a:cubicBezTo>
                    <a:pt x="306" y="653"/>
                    <a:pt x="306" y="653"/>
                    <a:pt x="306" y="653"/>
                  </a:cubicBezTo>
                  <a:cubicBezTo>
                    <a:pt x="306" y="653"/>
                    <a:pt x="306" y="653"/>
                    <a:pt x="306" y="653"/>
                  </a:cubicBezTo>
                  <a:cubicBezTo>
                    <a:pt x="307" y="653"/>
                    <a:pt x="307" y="653"/>
                    <a:pt x="307" y="653"/>
                  </a:cubicBezTo>
                  <a:cubicBezTo>
                    <a:pt x="307" y="653"/>
                    <a:pt x="307" y="653"/>
                    <a:pt x="307" y="653"/>
                  </a:cubicBezTo>
                  <a:cubicBezTo>
                    <a:pt x="308" y="653"/>
                    <a:pt x="308" y="653"/>
                    <a:pt x="308" y="653"/>
                  </a:cubicBezTo>
                  <a:cubicBezTo>
                    <a:pt x="308" y="653"/>
                    <a:pt x="308" y="653"/>
                    <a:pt x="308" y="653"/>
                  </a:cubicBezTo>
                  <a:cubicBezTo>
                    <a:pt x="310" y="652"/>
                    <a:pt x="310" y="652"/>
                    <a:pt x="310" y="652"/>
                  </a:cubicBezTo>
                  <a:cubicBezTo>
                    <a:pt x="310" y="652"/>
                    <a:pt x="310" y="652"/>
                    <a:pt x="310" y="652"/>
                  </a:cubicBezTo>
                  <a:cubicBezTo>
                    <a:pt x="311" y="650"/>
                    <a:pt x="311" y="650"/>
                    <a:pt x="311" y="650"/>
                  </a:cubicBezTo>
                  <a:cubicBezTo>
                    <a:pt x="311" y="650"/>
                    <a:pt x="311" y="650"/>
                    <a:pt x="311" y="650"/>
                  </a:cubicBezTo>
                  <a:cubicBezTo>
                    <a:pt x="312" y="649"/>
                    <a:pt x="312" y="649"/>
                    <a:pt x="312" y="649"/>
                  </a:cubicBezTo>
                  <a:cubicBezTo>
                    <a:pt x="312" y="649"/>
                    <a:pt x="312" y="649"/>
                    <a:pt x="312" y="649"/>
                  </a:cubicBezTo>
                  <a:cubicBezTo>
                    <a:pt x="314" y="649"/>
                    <a:pt x="314" y="649"/>
                    <a:pt x="314" y="649"/>
                  </a:cubicBezTo>
                  <a:cubicBezTo>
                    <a:pt x="314" y="649"/>
                    <a:pt x="314" y="649"/>
                    <a:pt x="314" y="649"/>
                  </a:cubicBezTo>
                  <a:cubicBezTo>
                    <a:pt x="315" y="648"/>
                    <a:pt x="315" y="648"/>
                    <a:pt x="315" y="648"/>
                  </a:cubicBezTo>
                  <a:cubicBezTo>
                    <a:pt x="315" y="648"/>
                    <a:pt x="315" y="648"/>
                    <a:pt x="315" y="648"/>
                  </a:cubicBezTo>
                  <a:cubicBezTo>
                    <a:pt x="317" y="648"/>
                    <a:pt x="317" y="648"/>
                    <a:pt x="317" y="648"/>
                  </a:cubicBezTo>
                  <a:cubicBezTo>
                    <a:pt x="317" y="648"/>
                    <a:pt x="317" y="648"/>
                    <a:pt x="317" y="648"/>
                  </a:cubicBezTo>
                  <a:cubicBezTo>
                    <a:pt x="319" y="648"/>
                    <a:pt x="319" y="648"/>
                    <a:pt x="319" y="648"/>
                  </a:cubicBezTo>
                  <a:cubicBezTo>
                    <a:pt x="319" y="648"/>
                    <a:pt x="319" y="648"/>
                    <a:pt x="319" y="648"/>
                  </a:cubicBezTo>
                  <a:cubicBezTo>
                    <a:pt x="320" y="648"/>
                    <a:pt x="320" y="648"/>
                    <a:pt x="320" y="648"/>
                  </a:cubicBezTo>
                  <a:cubicBezTo>
                    <a:pt x="320" y="648"/>
                    <a:pt x="320" y="648"/>
                    <a:pt x="320" y="648"/>
                  </a:cubicBezTo>
                  <a:cubicBezTo>
                    <a:pt x="320" y="649"/>
                    <a:pt x="320" y="649"/>
                    <a:pt x="320" y="649"/>
                  </a:cubicBezTo>
                  <a:cubicBezTo>
                    <a:pt x="320" y="649"/>
                    <a:pt x="320" y="649"/>
                    <a:pt x="320" y="649"/>
                  </a:cubicBezTo>
                  <a:cubicBezTo>
                    <a:pt x="321" y="649"/>
                    <a:pt x="321" y="649"/>
                    <a:pt x="321" y="649"/>
                  </a:cubicBezTo>
                  <a:cubicBezTo>
                    <a:pt x="321" y="649"/>
                    <a:pt x="321" y="649"/>
                    <a:pt x="321" y="649"/>
                  </a:cubicBezTo>
                  <a:cubicBezTo>
                    <a:pt x="321" y="650"/>
                    <a:pt x="321" y="650"/>
                    <a:pt x="321" y="650"/>
                  </a:cubicBezTo>
                  <a:cubicBezTo>
                    <a:pt x="321" y="650"/>
                    <a:pt x="321" y="650"/>
                    <a:pt x="321" y="650"/>
                  </a:cubicBezTo>
                  <a:cubicBezTo>
                    <a:pt x="321" y="651"/>
                    <a:pt x="321" y="651"/>
                    <a:pt x="321" y="651"/>
                  </a:cubicBezTo>
                  <a:cubicBezTo>
                    <a:pt x="321" y="651"/>
                    <a:pt x="321" y="651"/>
                    <a:pt x="321" y="651"/>
                  </a:cubicBezTo>
                  <a:cubicBezTo>
                    <a:pt x="321" y="651"/>
                    <a:pt x="321" y="651"/>
                    <a:pt x="321" y="651"/>
                  </a:cubicBezTo>
                  <a:cubicBezTo>
                    <a:pt x="321" y="651"/>
                    <a:pt x="321" y="651"/>
                    <a:pt x="321" y="651"/>
                  </a:cubicBezTo>
                  <a:cubicBezTo>
                    <a:pt x="321" y="652"/>
                    <a:pt x="321" y="652"/>
                    <a:pt x="321" y="652"/>
                  </a:cubicBezTo>
                  <a:cubicBezTo>
                    <a:pt x="321" y="652"/>
                    <a:pt x="321" y="652"/>
                    <a:pt x="321" y="652"/>
                  </a:cubicBezTo>
                  <a:cubicBezTo>
                    <a:pt x="322" y="653"/>
                    <a:pt x="322" y="653"/>
                    <a:pt x="322" y="653"/>
                  </a:cubicBezTo>
                  <a:cubicBezTo>
                    <a:pt x="322" y="653"/>
                    <a:pt x="322" y="653"/>
                    <a:pt x="322" y="653"/>
                  </a:cubicBezTo>
                  <a:cubicBezTo>
                    <a:pt x="315" y="659"/>
                    <a:pt x="315" y="659"/>
                    <a:pt x="315" y="659"/>
                  </a:cubicBezTo>
                  <a:cubicBezTo>
                    <a:pt x="315" y="659"/>
                    <a:pt x="315" y="659"/>
                    <a:pt x="315" y="659"/>
                  </a:cubicBezTo>
                  <a:cubicBezTo>
                    <a:pt x="309" y="664"/>
                    <a:pt x="309" y="664"/>
                    <a:pt x="309" y="664"/>
                  </a:cubicBezTo>
                  <a:cubicBezTo>
                    <a:pt x="309" y="664"/>
                    <a:pt x="309" y="664"/>
                    <a:pt x="309" y="664"/>
                  </a:cubicBezTo>
                  <a:cubicBezTo>
                    <a:pt x="304" y="669"/>
                    <a:pt x="304" y="669"/>
                    <a:pt x="304" y="669"/>
                  </a:cubicBezTo>
                  <a:cubicBezTo>
                    <a:pt x="304" y="669"/>
                    <a:pt x="304" y="669"/>
                    <a:pt x="304" y="669"/>
                  </a:cubicBezTo>
                  <a:cubicBezTo>
                    <a:pt x="303" y="676"/>
                    <a:pt x="303" y="676"/>
                    <a:pt x="303" y="676"/>
                  </a:cubicBezTo>
                  <a:cubicBezTo>
                    <a:pt x="303" y="676"/>
                    <a:pt x="303" y="676"/>
                    <a:pt x="303" y="676"/>
                  </a:cubicBezTo>
                  <a:cubicBezTo>
                    <a:pt x="304" y="676"/>
                    <a:pt x="304" y="676"/>
                    <a:pt x="304" y="676"/>
                  </a:cubicBezTo>
                  <a:cubicBezTo>
                    <a:pt x="304" y="676"/>
                    <a:pt x="304" y="676"/>
                    <a:pt x="304" y="676"/>
                  </a:cubicBezTo>
                  <a:cubicBezTo>
                    <a:pt x="305" y="676"/>
                    <a:pt x="305" y="676"/>
                    <a:pt x="305" y="676"/>
                  </a:cubicBezTo>
                  <a:cubicBezTo>
                    <a:pt x="305" y="676"/>
                    <a:pt x="305" y="676"/>
                    <a:pt x="305" y="676"/>
                  </a:cubicBezTo>
                  <a:cubicBezTo>
                    <a:pt x="305" y="676"/>
                    <a:pt x="305" y="676"/>
                    <a:pt x="305" y="676"/>
                  </a:cubicBezTo>
                  <a:cubicBezTo>
                    <a:pt x="305" y="676"/>
                    <a:pt x="305" y="676"/>
                    <a:pt x="305" y="676"/>
                  </a:cubicBezTo>
                  <a:cubicBezTo>
                    <a:pt x="306" y="676"/>
                    <a:pt x="306" y="676"/>
                    <a:pt x="306" y="676"/>
                  </a:cubicBezTo>
                  <a:cubicBezTo>
                    <a:pt x="306" y="676"/>
                    <a:pt x="306" y="676"/>
                    <a:pt x="306" y="676"/>
                  </a:cubicBezTo>
                  <a:cubicBezTo>
                    <a:pt x="306" y="675"/>
                    <a:pt x="306" y="675"/>
                    <a:pt x="306" y="675"/>
                  </a:cubicBezTo>
                  <a:cubicBezTo>
                    <a:pt x="306" y="675"/>
                    <a:pt x="306" y="675"/>
                    <a:pt x="306" y="675"/>
                  </a:cubicBezTo>
                  <a:cubicBezTo>
                    <a:pt x="307" y="674"/>
                    <a:pt x="307" y="674"/>
                    <a:pt x="307" y="674"/>
                  </a:cubicBezTo>
                  <a:cubicBezTo>
                    <a:pt x="307" y="674"/>
                    <a:pt x="307" y="674"/>
                    <a:pt x="307" y="674"/>
                  </a:cubicBezTo>
                  <a:cubicBezTo>
                    <a:pt x="307" y="674"/>
                    <a:pt x="307" y="674"/>
                    <a:pt x="307" y="674"/>
                  </a:cubicBezTo>
                  <a:cubicBezTo>
                    <a:pt x="307" y="674"/>
                    <a:pt x="307" y="674"/>
                    <a:pt x="307" y="674"/>
                  </a:cubicBezTo>
                  <a:cubicBezTo>
                    <a:pt x="308" y="673"/>
                    <a:pt x="308" y="673"/>
                    <a:pt x="308" y="673"/>
                  </a:cubicBezTo>
                  <a:cubicBezTo>
                    <a:pt x="308" y="673"/>
                    <a:pt x="308" y="673"/>
                    <a:pt x="308" y="673"/>
                  </a:cubicBezTo>
                  <a:cubicBezTo>
                    <a:pt x="308" y="672"/>
                    <a:pt x="308" y="672"/>
                    <a:pt x="308" y="672"/>
                  </a:cubicBezTo>
                  <a:cubicBezTo>
                    <a:pt x="308" y="672"/>
                    <a:pt x="308" y="672"/>
                    <a:pt x="308" y="672"/>
                  </a:cubicBezTo>
                  <a:cubicBezTo>
                    <a:pt x="308" y="672"/>
                    <a:pt x="308" y="672"/>
                    <a:pt x="308" y="672"/>
                  </a:cubicBezTo>
                  <a:cubicBezTo>
                    <a:pt x="308" y="672"/>
                    <a:pt x="308" y="672"/>
                    <a:pt x="308" y="672"/>
                  </a:cubicBezTo>
                  <a:cubicBezTo>
                    <a:pt x="308" y="672"/>
                    <a:pt x="308" y="672"/>
                    <a:pt x="308" y="672"/>
                  </a:cubicBezTo>
                  <a:cubicBezTo>
                    <a:pt x="308" y="672"/>
                    <a:pt x="308" y="672"/>
                    <a:pt x="308" y="672"/>
                  </a:cubicBezTo>
                  <a:cubicBezTo>
                    <a:pt x="308" y="672"/>
                    <a:pt x="308" y="672"/>
                    <a:pt x="308" y="672"/>
                  </a:cubicBezTo>
                  <a:cubicBezTo>
                    <a:pt x="308" y="672"/>
                    <a:pt x="308" y="672"/>
                    <a:pt x="308" y="672"/>
                  </a:cubicBezTo>
                  <a:cubicBezTo>
                    <a:pt x="308" y="671"/>
                    <a:pt x="308" y="671"/>
                    <a:pt x="308" y="671"/>
                  </a:cubicBezTo>
                  <a:cubicBezTo>
                    <a:pt x="308" y="671"/>
                    <a:pt x="308" y="671"/>
                    <a:pt x="308" y="671"/>
                  </a:cubicBezTo>
                  <a:cubicBezTo>
                    <a:pt x="308" y="671"/>
                    <a:pt x="308" y="671"/>
                    <a:pt x="308" y="671"/>
                  </a:cubicBezTo>
                  <a:cubicBezTo>
                    <a:pt x="308" y="671"/>
                    <a:pt x="308" y="671"/>
                    <a:pt x="308" y="671"/>
                  </a:cubicBezTo>
                  <a:cubicBezTo>
                    <a:pt x="308" y="670"/>
                    <a:pt x="308" y="670"/>
                    <a:pt x="308" y="670"/>
                  </a:cubicBezTo>
                  <a:cubicBezTo>
                    <a:pt x="308" y="670"/>
                    <a:pt x="308" y="670"/>
                    <a:pt x="308" y="670"/>
                  </a:cubicBezTo>
                  <a:cubicBezTo>
                    <a:pt x="308" y="670"/>
                    <a:pt x="308" y="670"/>
                    <a:pt x="308" y="670"/>
                  </a:cubicBezTo>
                  <a:cubicBezTo>
                    <a:pt x="308" y="670"/>
                    <a:pt x="308" y="670"/>
                    <a:pt x="308" y="670"/>
                  </a:cubicBezTo>
                  <a:cubicBezTo>
                    <a:pt x="308" y="670"/>
                    <a:pt x="308" y="670"/>
                    <a:pt x="308" y="670"/>
                  </a:cubicBezTo>
                  <a:cubicBezTo>
                    <a:pt x="308" y="670"/>
                    <a:pt x="308" y="670"/>
                    <a:pt x="308" y="670"/>
                  </a:cubicBezTo>
                  <a:cubicBezTo>
                    <a:pt x="309" y="670"/>
                    <a:pt x="309" y="670"/>
                    <a:pt x="309" y="670"/>
                  </a:cubicBezTo>
                  <a:cubicBezTo>
                    <a:pt x="309" y="670"/>
                    <a:pt x="309" y="670"/>
                    <a:pt x="309" y="670"/>
                  </a:cubicBezTo>
                  <a:cubicBezTo>
                    <a:pt x="309" y="671"/>
                    <a:pt x="309" y="671"/>
                    <a:pt x="309" y="671"/>
                  </a:cubicBezTo>
                  <a:cubicBezTo>
                    <a:pt x="309" y="671"/>
                    <a:pt x="309" y="671"/>
                    <a:pt x="309" y="671"/>
                  </a:cubicBezTo>
                  <a:cubicBezTo>
                    <a:pt x="309" y="672"/>
                    <a:pt x="309" y="672"/>
                    <a:pt x="309" y="672"/>
                  </a:cubicBezTo>
                  <a:cubicBezTo>
                    <a:pt x="309" y="672"/>
                    <a:pt x="309" y="672"/>
                    <a:pt x="309" y="672"/>
                  </a:cubicBezTo>
                  <a:cubicBezTo>
                    <a:pt x="309" y="673"/>
                    <a:pt x="309" y="673"/>
                    <a:pt x="309" y="673"/>
                  </a:cubicBezTo>
                  <a:cubicBezTo>
                    <a:pt x="309" y="673"/>
                    <a:pt x="309" y="673"/>
                    <a:pt x="309" y="673"/>
                  </a:cubicBezTo>
                  <a:cubicBezTo>
                    <a:pt x="309" y="674"/>
                    <a:pt x="309" y="674"/>
                    <a:pt x="309" y="674"/>
                  </a:cubicBezTo>
                  <a:cubicBezTo>
                    <a:pt x="309" y="674"/>
                    <a:pt x="309" y="674"/>
                    <a:pt x="309" y="674"/>
                  </a:cubicBezTo>
                  <a:cubicBezTo>
                    <a:pt x="309" y="675"/>
                    <a:pt x="309" y="675"/>
                    <a:pt x="309" y="675"/>
                  </a:cubicBezTo>
                  <a:cubicBezTo>
                    <a:pt x="309" y="675"/>
                    <a:pt x="309" y="675"/>
                    <a:pt x="309" y="675"/>
                  </a:cubicBezTo>
                  <a:cubicBezTo>
                    <a:pt x="309" y="676"/>
                    <a:pt x="309" y="676"/>
                    <a:pt x="309" y="676"/>
                  </a:cubicBezTo>
                  <a:cubicBezTo>
                    <a:pt x="309" y="676"/>
                    <a:pt x="309" y="676"/>
                    <a:pt x="309" y="676"/>
                  </a:cubicBezTo>
                  <a:cubicBezTo>
                    <a:pt x="308" y="676"/>
                    <a:pt x="308" y="676"/>
                    <a:pt x="308" y="676"/>
                  </a:cubicBezTo>
                  <a:cubicBezTo>
                    <a:pt x="308" y="676"/>
                    <a:pt x="308" y="676"/>
                    <a:pt x="308" y="676"/>
                  </a:cubicBezTo>
                  <a:cubicBezTo>
                    <a:pt x="308" y="677"/>
                    <a:pt x="308" y="677"/>
                    <a:pt x="308" y="677"/>
                  </a:cubicBezTo>
                  <a:cubicBezTo>
                    <a:pt x="308" y="677"/>
                    <a:pt x="308" y="677"/>
                    <a:pt x="308" y="677"/>
                  </a:cubicBezTo>
                  <a:cubicBezTo>
                    <a:pt x="304" y="681"/>
                    <a:pt x="304" y="681"/>
                    <a:pt x="304" y="681"/>
                  </a:cubicBezTo>
                  <a:cubicBezTo>
                    <a:pt x="304" y="681"/>
                    <a:pt x="304" y="681"/>
                    <a:pt x="304" y="681"/>
                  </a:cubicBezTo>
                  <a:cubicBezTo>
                    <a:pt x="304" y="685"/>
                    <a:pt x="304" y="685"/>
                    <a:pt x="304" y="685"/>
                  </a:cubicBezTo>
                  <a:cubicBezTo>
                    <a:pt x="304" y="685"/>
                    <a:pt x="304" y="685"/>
                    <a:pt x="304" y="685"/>
                  </a:cubicBezTo>
                  <a:cubicBezTo>
                    <a:pt x="304" y="688"/>
                    <a:pt x="304" y="688"/>
                    <a:pt x="304" y="688"/>
                  </a:cubicBezTo>
                  <a:cubicBezTo>
                    <a:pt x="304" y="688"/>
                    <a:pt x="304" y="688"/>
                    <a:pt x="304" y="688"/>
                  </a:cubicBezTo>
                  <a:cubicBezTo>
                    <a:pt x="304" y="692"/>
                    <a:pt x="304" y="692"/>
                    <a:pt x="304" y="692"/>
                  </a:cubicBezTo>
                  <a:cubicBezTo>
                    <a:pt x="304" y="692"/>
                    <a:pt x="304" y="692"/>
                    <a:pt x="304" y="692"/>
                  </a:cubicBezTo>
                  <a:cubicBezTo>
                    <a:pt x="305" y="696"/>
                    <a:pt x="305" y="696"/>
                    <a:pt x="305" y="696"/>
                  </a:cubicBezTo>
                  <a:cubicBezTo>
                    <a:pt x="305" y="696"/>
                    <a:pt x="305" y="696"/>
                    <a:pt x="305" y="696"/>
                  </a:cubicBezTo>
                  <a:cubicBezTo>
                    <a:pt x="305" y="701"/>
                    <a:pt x="305" y="701"/>
                    <a:pt x="305" y="701"/>
                  </a:cubicBezTo>
                  <a:cubicBezTo>
                    <a:pt x="305" y="701"/>
                    <a:pt x="305" y="701"/>
                    <a:pt x="305" y="701"/>
                  </a:cubicBezTo>
                  <a:cubicBezTo>
                    <a:pt x="306" y="704"/>
                    <a:pt x="306" y="704"/>
                    <a:pt x="306" y="704"/>
                  </a:cubicBezTo>
                  <a:cubicBezTo>
                    <a:pt x="306" y="704"/>
                    <a:pt x="306" y="704"/>
                    <a:pt x="306" y="704"/>
                  </a:cubicBezTo>
                  <a:cubicBezTo>
                    <a:pt x="306" y="708"/>
                    <a:pt x="306" y="708"/>
                    <a:pt x="306" y="708"/>
                  </a:cubicBezTo>
                  <a:cubicBezTo>
                    <a:pt x="306" y="708"/>
                    <a:pt x="306" y="708"/>
                    <a:pt x="306" y="708"/>
                  </a:cubicBezTo>
                  <a:cubicBezTo>
                    <a:pt x="306" y="712"/>
                    <a:pt x="306" y="712"/>
                    <a:pt x="306" y="712"/>
                  </a:cubicBezTo>
                  <a:cubicBezTo>
                    <a:pt x="306" y="712"/>
                    <a:pt x="306" y="712"/>
                    <a:pt x="306" y="712"/>
                  </a:cubicBezTo>
                  <a:cubicBezTo>
                    <a:pt x="306" y="713"/>
                    <a:pt x="306" y="713"/>
                    <a:pt x="306" y="713"/>
                  </a:cubicBezTo>
                  <a:cubicBezTo>
                    <a:pt x="306" y="713"/>
                    <a:pt x="306" y="713"/>
                    <a:pt x="306" y="713"/>
                  </a:cubicBezTo>
                  <a:cubicBezTo>
                    <a:pt x="306" y="713"/>
                    <a:pt x="306" y="713"/>
                    <a:pt x="306" y="713"/>
                  </a:cubicBezTo>
                  <a:cubicBezTo>
                    <a:pt x="306" y="713"/>
                    <a:pt x="306" y="713"/>
                    <a:pt x="306" y="713"/>
                  </a:cubicBezTo>
                  <a:cubicBezTo>
                    <a:pt x="306" y="713"/>
                    <a:pt x="306" y="713"/>
                    <a:pt x="306" y="713"/>
                  </a:cubicBezTo>
                  <a:cubicBezTo>
                    <a:pt x="306" y="713"/>
                    <a:pt x="306" y="713"/>
                    <a:pt x="306" y="713"/>
                  </a:cubicBezTo>
                  <a:cubicBezTo>
                    <a:pt x="305" y="713"/>
                    <a:pt x="305" y="713"/>
                    <a:pt x="305" y="713"/>
                  </a:cubicBezTo>
                  <a:cubicBezTo>
                    <a:pt x="305" y="713"/>
                    <a:pt x="305" y="713"/>
                    <a:pt x="305" y="713"/>
                  </a:cubicBezTo>
                  <a:cubicBezTo>
                    <a:pt x="305" y="713"/>
                    <a:pt x="305" y="713"/>
                    <a:pt x="305" y="713"/>
                  </a:cubicBezTo>
                  <a:cubicBezTo>
                    <a:pt x="305" y="713"/>
                    <a:pt x="305" y="713"/>
                    <a:pt x="305" y="713"/>
                  </a:cubicBezTo>
                  <a:cubicBezTo>
                    <a:pt x="305" y="713"/>
                    <a:pt x="305" y="713"/>
                    <a:pt x="305" y="713"/>
                  </a:cubicBezTo>
                  <a:cubicBezTo>
                    <a:pt x="305" y="713"/>
                    <a:pt x="305" y="713"/>
                    <a:pt x="305" y="713"/>
                  </a:cubicBezTo>
                  <a:cubicBezTo>
                    <a:pt x="304" y="713"/>
                    <a:pt x="304" y="713"/>
                    <a:pt x="304" y="713"/>
                  </a:cubicBezTo>
                  <a:cubicBezTo>
                    <a:pt x="304" y="713"/>
                    <a:pt x="304" y="713"/>
                    <a:pt x="304" y="713"/>
                  </a:cubicBezTo>
                  <a:cubicBezTo>
                    <a:pt x="304" y="713"/>
                    <a:pt x="304" y="713"/>
                    <a:pt x="304" y="713"/>
                  </a:cubicBezTo>
                  <a:close/>
                  <a:moveTo>
                    <a:pt x="506" y="712"/>
                  </a:moveTo>
                  <a:cubicBezTo>
                    <a:pt x="506" y="710"/>
                    <a:pt x="506" y="710"/>
                    <a:pt x="506" y="710"/>
                  </a:cubicBezTo>
                  <a:cubicBezTo>
                    <a:pt x="506" y="710"/>
                    <a:pt x="506" y="710"/>
                    <a:pt x="506" y="710"/>
                  </a:cubicBezTo>
                  <a:cubicBezTo>
                    <a:pt x="507" y="710"/>
                    <a:pt x="507" y="710"/>
                    <a:pt x="507" y="710"/>
                  </a:cubicBezTo>
                  <a:cubicBezTo>
                    <a:pt x="507" y="710"/>
                    <a:pt x="507" y="710"/>
                    <a:pt x="507" y="710"/>
                  </a:cubicBezTo>
                  <a:cubicBezTo>
                    <a:pt x="509" y="709"/>
                    <a:pt x="509" y="709"/>
                    <a:pt x="509" y="709"/>
                  </a:cubicBezTo>
                  <a:cubicBezTo>
                    <a:pt x="509" y="709"/>
                    <a:pt x="509" y="709"/>
                    <a:pt x="509" y="709"/>
                  </a:cubicBezTo>
                  <a:cubicBezTo>
                    <a:pt x="511" y="708"/>
                    <a:pt x="511" y="708"/>
                    <a:pt x="511" y="708"/>
                  </a:cubicBezTo>
                  <a:cubicBezTo>
                    <a:pt x="511" y="708"/>
                    <a:pt x="511" y="708"/>
                    <a:pt x="511" y="708"/>
                  </a:cubicBezTo>
                  <a:cubicBezTo>
                    <a:pt x="512" y="708"/>
                    <a:pt x="512" y="708"/>
                    <a:pt x="512" y="708"/>
                  </a:cubicBezTo>
                  <a:cubicBezTo>
                    <a:pt x="512" y="708"/>
                    <a:pt x="512" y="708"/>
                    <a:pt x="512" y="708"/>
                  </a:cubicBezTo>
                  <a:cubicBezTo>
                    <a:pt x="514" y="707"/>
                    <a:pt x="514" y="707"/>
                    <a:pt x="514" y="707"/>
                  </a:cubicBezTo>
                  <a:cubicBezTo>
                    <a:pt x="514" y="707"/>
                    <a:pt x="514" y="707"/>
                    <a:pt x="514" y="707"/>
                  </a:cubicBezTo>
                  <a:cubicBezTo>
                    <a:pt x="516" y="706"/>
                    <a:pt x="516" y="706"/>
                    <a:pt x="516" y="706"/>
                  </a:cubicBezTo>
                  <a:cubicBezTo>
                    <a:pt x="516" y="706"/>
                    <a:pt x="516" y="706"/>
                    <a:pt x="516" y="706"/>
                  </a:cubicBezTo>
                  <a:cubicBezTo>
                    <a:pt x="517" y="705"/>
                    <a:pt x="517" y="705"/>
                    <a:pt x="517" y="705"/>
                  </a:cubicBezTo>
                  <a:cubicBezTo>
                    <a:pt x="517" y="705"/>
                    <a:pt x="517" y="705"/>
                    <a:pt x="517" y="705"/>
                  </a:cubicBezTo>
                  <a:cubicBezTo>
                    <a:pt x="520" y="703"/>
                    <a:pt x="520" y="703"/>
                    <a:pt x="520" y="703"/>
                  </a:cubicBezTo>
                  <a:cubicBezTo>
                    <a:pt x="520" y="703"/>
                    <a:pt x="520" y="703"/>
                    <a:pt x="520" y="703"/>
                  </a:cubicBezTo>
                  <a:cubicBezTo>
                    <a:pt x="522" y="701"/>
                    <a:pt x="522" y="701"/>
                    <a:pt x="522" y="701"/>
                  </a:cubicBezTo>
                  <a:cubicBezTo>
                    <a:pt x="522" y="701"/>
                    <a:pt x="522" y="701"/>
                    <a:pt x="522" y="701"/>
                  </a:cubicBezTo>
                  <a:cubicBezTo>
                    <a:pt x="525" y="699"/>
                    <a:pt x="525" y="699"/>
                    <a:pt x="525" y="699"/>
                  </a:cubicBezTo>
                  <a:cubicBezTo>
                    <a:pt x="525" y="699"/>
                    <a:pt x="525" y="699"/>
                    <a:pt x="525" y="699"/>
                  </a:cubicBezTo>
                  <a:cubicBezTo>
                    <a:pt x="527" y="696"/>
                    <a:pt x="527" y="696"/>
                    <a:pt x="527" y="696"/>
                  </a:cubicBezTo>
                  <a:cubicBezTo>
                    <a:pt x="527" y="696"/>
                    <a:pt x="527" y="696"/>
                    <a:pt x="527" y="696"/>
                  </a:cubicBezTo>
                  <a:cubicBezTo>
                    <a:pt x="528" y="693"/>
                    <a:pt x="528" y="693"/>
                    <a:pt x="528" y="693"/>
                  </a:cubicBezTo>
                  <a:cubicBezTo>
                    <a:pt x="528" y="693"/>
                    <a:pt x="528" y="693"/>
                    <a:pt x="528" y="693"/>
                  </a:cubicBezTo>
                  <a:cubicBezTo>
                    <a:pt x="530" y="690"/>
                    <a:pt x="530" y="690"/>
                    <a:pt x="530" y="690"/>
                  </a:cubicBezTo>
                  <a:cubicBezTo>
                    <a:pt x="530" y="690"/>
                    <a:pt x="530" y="690"/>
                    <a:pt x="530" y="690"/>
                  </a:cubicBezTo>
                  <a:cubicBezTo>
                    <a:pt x="531" y="687"/>
                    <a:pt x="531" y="687"/>
                    <a:pt x="531" y="687"/>
                  </a:cubicBezTo>
                  <a:cubicBezTo>
                    <a:pt x="531" y="687"/>
                    <a:pt x="531" y="687"/>
                    <a:pt x="531" y="687"/>
                  </a:cubicBezTo>
                  <a:cubicBezTo>
                    <a:pt x="533" y="683"/>
                    <a:pt x="533" y="683"/>
                    <a:pt x="533" y="683"/>
                  </a:cubicBezTo>
                  <a:cubicBezTo>
                    <a:pt x="533" y="683"/>
                    <a:pt x="533" y="683"/>
                    <a:pt x="533" y="683"/>
                  </a:cubicBezTo>
                  <a:cubicBezTo>
                    <a:pt x="533" y="683"/>
                    <a:pt x="533" y="683"/>
                    <a:pt x="533" y="683"/>
                  </a:cubicBezTo>
                  <a:cubicBezTo>
                    <a:pt x="533" y="683"/>
                    <a:pt x="533" y="683"/>
                    <a:pt x="533" y="683"/>
                  </a:cubicBezTo>
                  <a:cubicBezTo>
                    <a:pt x="533" y="683"/>
                    <a:pt x="533" y="683"/>
                    <a:pt x="533" y="683"/>
                  </a:cubicBezTo>
                  <a:cubicBezTo>
                    <a:pt x="533" y="683"/>
                    <a:pt x="533" y="683"/>
                    <a:pt x="533" y="683"/>
                  </a:cubicBezTo>
                  <a:cubicBezTo>
                    <a:pt x="533" y="683"/>
                    <a:pt x="533" y="683"/>
                    <a:pt x="533" y="683"/>
                  </a:cubicBezTo>
                  <a:cubicBezTo>
                    <a:pt x="533" y="683"/>
                    <a:pt x="533" y="683"/>
                    <a:pt x="533" y="683"/>
                  </a:cubicBezTo>
                  <a:cubicBezTo>
                    <a:pt x="533" y="683"/>
                    <a:pt x="533" y="683"/>
                    <a:pt x="533" y="683"/>
                  </a:cubicBezTo>
                  <a:cubicBezTo>
                    <a:pt x="533" y="683"/>
                    <a:pt x="533" y="683"/>
                    <a:pt x="533" y="683"/>
                  </a:cubicBezTo>
                  <a:cubicBezTo>
                    <a:pt x="532" y="682"/>
                    <a:pt x="532" y="682"/>
                    <a:pt x="532" y="682"/>
                  </a:cubicBezTo>
                  <a:cubicBezTo>
                    <a:pt x="532" y="682"/>
                    <a:pt x="532" y="682"/>
                    <a:pt x="532" y="682"/>
                  </a:cubicBezTo>
                  <a:cubicBezTo>
                    <a:pt x="532" y="682"/>
                    <a:pt x="532" y="682"/>
                    <a:pt x="532" y="682"/>
                  </a:cubicBezTo>
                  <a:cubicBezTo>
                    <a:pt x="532" y="682"/>
                    <a:pt x="532" y="682"/>
                    <a:pt x="532" y="682"/>
                  </a:cubicBezTo>
                  <a:cubicBezTo>
                    <a:pt x="532" y="682"/>
                    <a:pt x="532" y="682"/>
                    <a:pt x="532" y="682"/>
                  </a:cubicBezTo>
                  <a:cubicBezTo>
                    <a:pt x="532" y="682"/>
                    <a:pt x="532" y="682"/>
                    <a:pt x="532" y="682"/>
                  </a:cubicBezTo>
                  <a:cubicBezTo>
                    <a:pt x="532" y="681"/>
                    <a:pt x="532" y="681"/>
                    <a:pt x="532" y="681"/>
                  </a:cubicBezTo>
                  <a:cubicBezTo>
                    <a:pt x="532" y="681"/>
                    <a:pt x="532" y="681"/>
                    <a:pt x="532" y="681"/>
                  </a:cubicBezTo>
                  <a:cubicBezTo>
                    <a:pt x="529" y="682"/>
                    <a:pt x="529" y="682"/>
                    <a:pt x="529" y="682"/>
                  </a:cubicBezTo>
                  <a:cubicBezTo>
                    <a:pt x="529" y="682"/>
                    <a:pt x="529" y="682"/>
                    <a:pt x="529" y="682"/>
                  </a:cubicBezTo>
                  <a:cubicBezTo>
                    <a:pt x="526" y="682"/>
                    <a:pt x="526" y="682"/>
                    <a:pt x="526" y="682"/>
                  </a:cubicBezTo>
                  <a:cubicBezTo>
                    <a:pt x="526" y="682"/>
                    <a:pt x="526" y="682"/>
                    <a:pt x="526" y="682"/>
                  </a:cubicBezTo>
                  <a:cubicBezTo>
                    <a:pt x="523" y="684"/>
                    <a:pt x="523" y="684"/>
                    <a:pt x="523" y="684"/>
                  </a:cubicBezTo>
                  <a:cubicBezTo>
                    <a:pt x="523" y="684"/>
                    <a:pt x="523" y="684"/>
                    <a:pt x="523" y="684"/>
                  </a:cubicBezTo>
                  <a:cubicBezTo>
                    <a:pt x="520" y="685"/>
                    <a:pt x="520" y="685"/>
                    <a:pt x="520" y="685"/>
                  </a:cubicBezTo>
                  <a:cubicBezTo>
                    <a:pt x="520" y="685"/>
                    <a:pt x="520" y="685"/>
                    <a:pt x="520" y="685"/>
                  </a:cubicBezTo>
                  <a:cubicBezTo>
                    <a:pt x="517" y="686"/>
                    <a:pt x="517" y="686"/>
                    <a:pt x="517" y="686"/>
                  </a:cubicBezTo>
                  <a:cubicBezTo>
                    <a:pt x="517" y="686"/>
                    <a:pt x="517" y="686"/>
                    <a:pt x="517" y="686"/>
                  </a:cubicBezTo>
                  <a:cubicBezTo>
                    <a:pt x="514" y="688"/>
                    <a:pt x="514" y="688"/>
                    <a:pt x="514" y="688"/>
                  </a:cubicBezTo>
                  <a:cubicBezTo>
                    <a:pt x="514" y="688"/>
                    <a:pt x="514" y="688"/>
                    <a:pt x="514" y="688"/>
                  </a:cubicBezTo>
                  <a:cubicBezTo>
                    <a:pt x="511" y="689"/>
                    <a:pt x="511" y="689"/>
                    <a:pt x="511" y="689"/>
                  </a:cubicBezTo>
                  <a:cubicBezTo>
                    <a:pt x="511" y="689"/>
                    <a:pt x="511" y="689"/>
                    <a:pt x="511" y="689"/>
                  </a:cubicBezTo>
                  <a:cubicBezTo>
                    <a:pt x="508" y="690"/>
                    <a:pt x="508" y="690"/>
                    <a:pt x="508" y="690"/>
                  </a:cubicBezTo>
                  <a:cubicBezTo>
                    <a:pt x="508" y="690"/>
                    <a:pt x="508" y="690"/>
                    <a:pt x="508" y="690"/>
                  </a:cubicBezTo>
                  <a:cubicBezTo>
                    <a:pt x="501" y="694"/>
                    <a:pt x="501" y="694"/>
                    <a:pt x="501" y="694"/>
                  </a:cubicBezTo>
                  <a:cubicBezTo>
                    <a:pt x="501" y="694"/>
                    <a:pt x="501" y="694"/>
                    <a:pt x="501" y="694"/>
                  </a:cubicBezTo>
                  <a:cubicBezTo>
                    <a:pt x="500" y="694"/>
                    <a:pt x="500" y="694"/>
                    <a:pt x="500" y="694"/>
                  </a:cubicBezTo>
                  <a:cubicBezTo>
                    <a:pt x="500" y="694"/>
                    <a:pt x="500" y="694"/>
                    <a:pt x="500" y="694"/>
                  </a:cubicBezTo>
                  <a:cubicBezTo>
                    <a:pt x="499" y="695"/>
                    <a:pt x="499" y="695"/>
                    <a:pt x="499" y="695"/>
                  </a:cubicBezTo>
                  <a:cubicBezTo>
                    <a:pt x="499" y="695"/>
                    <a:pt x="499" y="695"/>
                    <a:pt x="499" y="695"/>
                  </a:cubicBezTo>
                  <a:cubicBezTo>
                    <a:pt x="498" y="695"/>
                    <a:pt x="498" y="695"/>
                    <a:pt x="498" y="695"/>
                  </a:cubicBezTo>
                  <a:cubicBezTo>
                    <a:pt x="498" y="695"/>
                    <a:pt x="498" y="695"/>
                    <a:pt x="498" y="695"/>
                  </a:cubicBezTo>
                  <a:cubicBezTo>
                    <a:pt x="498" y="695"/>
                    <a:pt x="498" y="695"/>
                    <a:pt x="498" y="695"/>
                  </a:cubicBezTo>
                  <a:cubicBezTo>
                    <a:pt x="498" y="695"/>
                    <a:pt x="498" y="695"/>
                    <a:pt x="498" y="695"/>
                  </a:cubicBezTo>
                  <a:cubicBezTo>
                    <a:pt x="497" y="696"/>
                    <a:pt x="497" y="696"/>
                    <a:pt x="497" y="696"/>
                  </a:cubicBezTo>
                  <a:cubicBezTo>
                    <a:pt x="497" y="696"/>
                    <a:pt x="497" y="696"/>
                    <a:pt x="497" y="696"/>
                  </a:cubicBezTo>
                  <a:cubicBezTo>
                    <a:pt x="496" y="696"/>
                    <a:pt x="496" y="696"/>
                    <a:pt x="496" y="696"/>
                  </a:cubicBezTo>
                  <a:cubicBezTo>
                    <a:pt x="496" y="696"/>
                    <a:pt x="496" y="696"/>
                    <a:pt x="496" y="696"/>
                  </a:cubicBezTo>
                  <a:cubicBezTo>
                    <a:pt x="495" y="696"/>
                    <a:pt x="495" y="696"/>
                    <a:pt x="495" y="696"/>
                  </a:cubicBezTo>
                  <a:cubicBezTo>
                    <a:pt x="495" y="696"/>
                    <a:pt x="495" y="696"/>
                    <a:pt x="495" y="696"/>
                  </a:cubicBezTo>
                  <a:cubicBezTo>
                    <a:pt x="494" y="695"/>
                    <a:pt x="494" y="695"/>
                    <a:pt x="494" y="695"/>
                  </a:cubicBezTo>
                  <a:cubicBezTo>
                    <a:pt x="494" y="695"/>
                    <a:pt x="494" y="695"/>
                    <a:pt x="494" y="695"/>
                  </a:cubicBezTo>
                  <a:cubicBezTo>
                    <a:pt x="487" y="690"/>
                    <a:pt x="487" y="690"/>
                    <a:pt x="487" y="690"/>
                  </a:cubicBezTo>
                  <a:cubicBezTo>
                    <a:pt x="487" y="690"/>
                    <a:pt x="487" y="690"/>
                    <a:pt x="487" y="690"/>
                  </a:cubicBezTo>
                  <a:cubicBezTo>
                    <a:pt x="490" y="690"/>
                    <a:pt x="490" y="690"/>
                    <a:pt x="490" y="690"/>
                  </a:cubicBezTo>
                  <a:cubicBezTo>
                    <a:pt x="490" y="690"/>
                    <a:pt x="490" y="690"/>
                    <a:pt x="490" y="690"/>
                  </a:cubicBezTo>
                  <a:cubicBezTo>
                    <a:pt x="493" y="689"/>
                    <a:pt x="493" y="689"/>
                    <a:pt x="493" y="689"/>
                  </a:cubicBezTo>
                  <a:cubicBezTo>
                    <a:pt x="493" y="689"/>
                    <a:pt x="493" y="689"/>
                    <a:pt x="493" y="689"/>
                  </a:cubicBezTo>
                  <a:cubicBezTo>
                    <a:pt x="496" y="688"/>
                    <a:pt x="496" y="688"/>
                    <a:pt x="496" y="688"/>
                  </a:cubicBezTo>
                  <a:cubicBezTo>
                    <a:pt x="496" y="688"/>
                    <a:pt x="496" y="688"/>
                    <a:pt x="496" y="688"/>
                  </a:cubicBezTo>
                  <a:cubicBezTo>
                    <a:pt x="499" y="686"/>
                    <a:pt x="499" y="686"/>
                    <a:pt x="499" y="686"/>
                  </a:cubicBezTo>
                  <a:cubicBezTo>
                    <a:pt x="499" y="686"/>
                    <a:pt x="499" y="686"/>
                    <a:pt x="499" y="686"/>
                  </a:cubicBezTo>
                  <a:cubicBezTo>
                    <a:pt x="502" y="685"/>
                    <a:pt x="502" y="685"/>
                    <a:pt x="502" y="685"/>
                  </a:cubicBezTo>
                  <a:cubicBezTo>
                    <a:pt x="502" y="685"/>
                    <a:pt x="502" y="685"/>
                    <a:pt x="502" y="685"/>
                  </a:cubicBezTo>
                  <a:cubicBezTo>
                    <a:pt x="506" y="684"/>
                    <a:pt x="506" y="684"/>
                    <a:pt x="506" y="684"/>
                  </a:cubicBezTo>
                  <a:cubicBezTo>
                    <a:pt x="506" y="684"/>
                    <a:pt x="506" y="684"/>
                    <a:pt x="506" y="684"/>
                  </a:cubicBezTo>
                  <a:cubicBezTo>
                    <a:pt x="509" y="683"/>
                    <a:pt x="509" y="683"/>
                    <a:pt x="509" y="683"/>
                  </a:cubicBezTo>
                  <a:cubicBezTo>
                    <a:pt x="509" y="683"/>
                    <a:pt x="509" y="683"/>
                    <a:pt x="509" y="683"/>
                  </a:cubicBezTo>
                  <a:cubicBezTo>
                    <a:pt x="512" y="683"/>
                    <a:pt x="512" y="683"/>
                    <a:pt x="512" y="683"/>
                  </a:cubicBezTo>
                  <a:cubicBezTo>
                    <a:pt x="512" y="683"/>
                    <a:pt x="512" y="683"/>
                    <a:pt x="512" y="683"/>
                  </a:cubicBezTo>
                  <a:cubicBezTo>
                    <a:pt x="522" y="679"/>
                    <a:pt x="522" y="679"/>
                    <a:pt x="522" y="679"/>
                  </a:cubicBezTo>
                  <a:cubicBezTo>
                    <a:pt x="522" y="679"/>
                    <a:pt x="522" y="679"/>
                    <a:pt x="522" y="679"/>
                  </a:cubicBezTo>
                  <a:cubicBezTo>
                    <a:pt x="533" y="677"/>
                    <a:pt x="533" y="677"/>
                    <a:pt x="533" y="677"/>
                  </a:cubicBezTo>
                  <a:cubicBezTo>
                    <a:pt x="533" y="677"/>
                    <a:pt x="533" y="677"/>
                    <a:pt x="533" y="677"/>
                  </a:cubicBezTo>
                  <a:cubicBezTo>
                    <a:pt x="534" y="674"/>
                    <a:pt x="534" y="674"/>
                    <a:pt x="534" y="674"/>
                  </a:cubicBezTo>
                  <a:cubicBezTo>
                    <a:pt x="534" y="674"/>
                    <a:pt x="534" y="674"/>
                    <a:pt x="534" y="674"/>
                  </a:cubicBezTo>
                  <a:cubicBezTo>
                    <a:pt x="536" y="671"/>
                    <a:pt x="536" y="671"/>
                    <a:pt x="536" y="671"/>
                  </a:cubicBezTo>
                  <a:cubicBezTo>
                    <a:pt x="536" y="671"/>
                    <a:pt x="536" y="671"/>
                    <a:pt x="536" y="671"/>
                  </a:cubicBezTo>
                  <a:cubicBezTo>
                    <a:pt x="536" y="668"/>
                    <a:pt x="536" y="668"/>
                    <a:pt x="536" y="668"/>
                  </a:cubicBezTo>
                  <a:cubicBezTo>
                    <a:pt x="536" y="668"/>
                    <a:pt x="536" y="668"/>
                    <a:pt x="536" y="668"/>
                  </a:cubicBezTo>
                  <a:cubicBezTo>
                    <a:pt x="536" y="664"/>
                    <a:pt x="536" y="664"/>
                    <a:pt x="536" y="664"/>
                  </a:cubicBezTo>
                  <a:cubicBezTo>
                    <a:pt x="536" y="664"/>
                    <a:pt x="536" y="664"/>
                    <a:pt x="536" y="664"/>
                  </a:cubicBezTo>
                  <a:cubicBezTo>
                    <a:pt x="536" y="661"/>
                    <a:pt x="536" y="661"/>
                    <a:pt x="536" y="661"/>
                  </a:cubicBezTo>
                  <a:cubicBezTo>
                    <a:pt x="536" y="661"/>
                    <a:pt x="536" y="661"/>
                    <a:pt x="536" y="661"/>
                  </a:cubicBezTo>
                  <a:cubicBezTo>
                    <a:pt x="536" y="657"/>
                    <a:pt x="536" y="657"/>
                    <a:pt x="536" y="657"/>
                  </a:cubicBezTo>
                  <a:cubicBezTo>
                    <a:pt x="536" y="657"/>
                    <a:pt x="536" y="657"/>
                    <a:pt x="536" y="657"/>
                  </a:cubicBezTo>
                  <a:cubicBezTo>
                    <a:pt x="536" y="654"/>
                    <a:pt x="536" y="654"/>
                    <a:pt x="536" y="654"/>
                  </a:cubicBezTo>
                  <a:cubicBezTo>
                    <a:pt x="536" y="654"/>
                    <a:pt x="536" y="654"/>
                    <a:pt x="536" y="654"/>
                  </a:cubicBezTo>
                  <a:cubicBezTo>
                    <a:pt x="536" y="650"/>
                    <a:pt x="536" y="650"/>
                    <a:pt x="535" y="647"/>
                  </a:cubicBezTo>
                  <a:cubicBezTo>
                    <a:pt x="535" y="647"/>
                    <a:pt x="535" y="647"/>
                    <a:pt x="535" y="647"/>
                  </a:cubicBezTo>
                  <a:cubicBezTo>
                    <a:pt x="535" y="645"/>
                    <a:pt x="534" y="644"/>
                    <a:pt x="534" y="643"/>
                  </a:cubicBezTo>
                  <a:cubicBezTo>
                    <a:pt x="534" y="643"/>
                    <a:pt x="534" y="643"/>
                    <a:pt x="534" y="643"/>
                  </a:cubicBezTo>
                  <a:cubicBezTo>
                    <a:pt x="534" y="641"/>
                    <a:pt x="534" y="641"/>
                    <a:pt x="534" y="641"/>
                  </a:cubicBezTo>
                  <a:cubicBezTo>
                    <a:pt x="534" y="641"/>
                    <a:pt x="534" y="641"/>
                    <a:pt x="534" y="641"/>
                  </a:cubicBezTo>
                  <a:cubicBezTo>
                    <a:pt x="533" y="639"/>
                    <a:pt x="533" y="639"/>
                    <a:pt x="533" y="639"/>
                  </a:cubicBezTo>
                  <a:cubicBezTo>
                    <a:pt x="533" y="639"/>
                    <a:pt x="533" y="639"/>
                    <a:pt x="533" y="639"/>
                  </a:cubicBezTo>
                  <a:cubicBezTo>
                    <a:pt x="532" y="637"/>
                    <a:pt x="532" y="637"/>
                    <a:pt x="532" y="637"/>
                  </a:cubicBezTo>
                  <a:cubicBezTo>
                    <a:pt x="532" y="637"/>
                    <a:pt x="532" y="637"/>
                    <a:pt x="532" y="637"/>
                  </a:cubicBezTo>
                  <a:cubicBezTo>
                    <a:pt x="531" y="635"/>
                    <a:pt x="531" y="635"/>
                    <a:pt x="531" y="635"/>
                  </a:cubicBezTo>
                  <a:cubicBezTo>
                    <a:pt x="531" y="635"/>
                    <a:pt x="531" y="635"/>
                    <a:pt x="531" y="635"/>
                  </a:cubicBezTo>
                  <a:cubicBezTo>
                    <a:pt x="531" y="635"/>
                    <a:pt x="531" y="635"/>
                    <a:pt x="531" y="635"/>
                  </a:cubicBezTo>
                  <a:cubicBezTo>
                    <a:pt x="531" y="635"/>
                    <a:pt x="531" y="635"/>
                    <a:pt x="531" y="635"/>
                  </a:cubicBezTo>
                  <a:cubicBezTo>
                    <a:pt x="531" y="635"/>
                    <a:pt x="531" y="635"/>
                    <a:pt x="531" y="635"/>
                  </a:cubicBezTo>
                  <a:cubicBezTo>
                    <a:pt x="531" y="635"/>
                    <a:pt x="531" y="635"/>
                    <a:pt x="531" y="635"/>
                  </a:cubicBezTo>
                  <a:cubicBezTo>
                    <a:pt x="532" y="635"/>
                    <a:pt x="532" y="635"/>
                    <a:pt x="532" y="635"/>
                  </a:cubicBezTo>
                  <a:cubicBezTo>
                    <a:pt x="532" y="635"/>
                    <a:pt x="532" y="635"/>
                    <a:pt x="532" y="635"/>
                  </a:cubicBezTo>
                  <a:cubicBezTo>
                    <a:pt x="533" y="635"/>
                    <a:pt x="533" y="635"/>
                    <a:pt x="533" y="635"/>
                  </a:cubicBezTo>
                  <a:cubicBezTo>
                    <a:pt x="533" y="635"/>
                    <a:pt x="533" y="635"/>
                    <a:pt x="533" y="635"/>
                  </a:cubicBezTo>
                  <a:cubicBezTo>
                    <a:pt x="533" y="635"/>
                    <a:pt x="533" y="635"/>
                    <a:pt x="533" y="635"/>
                  </a:cubicBezTo>
                  <a:cubicBezTo>
                    <a:pt x="533" y="635"/>
                    <a:pt x="533" y="635"/>
                    <a:pt x="533" y="635"/>
                  </a:cubicBezTo>
                  <a:cubicBezTo>
                    <a:pt x="534" y="635"/>
                    <a:pt x="534" y="635"/>
                    <a:pt x="534" y="635"/>
                  </a:cubicBezTo>
                  <a:cubicBezTo>
                    <a:pt x="534" y="635"/>
                    <a:pt x="534" y="635"/>
                    <a:pt x="534" y="635"/>
                  </a:cubicBezTo>
                  <a:cubicBezTo>
                    <a:pt x="534" y="635"/>
                    <a:pt x="534" y="635"/>
                    <a:pt x="534" y="635"/>
                  </a:cubicBezTo>
                  <a:cubicBezTo>
                    <a:pt x="534" y="635"/>
                    <a:pt x="534" y="635"/>
                    <a:pt x="534" y="635"/>
                  </a:cubicBezTo>
                  <a:cubicBezTo>
                    <a:pt x="536" y="637"/>
                    <a:pt x="536" y="637"/>
                    <a:pt x="536" y="637"/>
                  </a:cubicBezTo>
                  <a:cubicBezTo>
                    <a:pt x="536" y="637"/>
                    <a:pt x="536" y="637"/>
                    <a:pt x="536" y="637"/>
                  </a:cubicBezTo>
                  <a:cubicBezTo>
                    <a:pt x="538" y="638"/>
                    <a:pt x="538" y="638"/>
                    <a:pt x="538" y="638"/>
                  </a:cubicBezTo>
                  <a:cubicBezTo>
                    <a:pt x="538" y="638"/>
                    <a:pt x="538" y="638"/>
                    <a:pt x="538" y="638"/>
                  </a:cubicBezTo>
                  <a:cubicBezTo>
                    <a:pt x="540" y="640"/>
                    <a:pt x="540" y="640"/>
                    <a:pt x="540" y="640"/>
                  </a:cubicBezTo>
                  <a:cubicBezTo>
                    <a:pt x="540" y="640"/>
                    <a:pt x="540" y="640"/>
                    <a:pt x="540" y="640"/>
                  </a:cubicBezTo>
                  <a:cubicBezTo>
                    <a:pt x="541" y="641"/>
                    <a:pt x="541" y="641"/>
                    <a:pt x="541" y="641"/>
                  </a:cubicBezTo>
                  <a:cubicBezTo>
                    <a:pt x="541" y="641"/>
                    <a:pt x="541" y="641"/>
                    <a:pt x="541" y="641"/>
                  </a:cubicBezTo>
                  <a:cubicBezTo>
                    <a:pt x="542" y="642"/>
                    <a:pt x="542" y="642"/>
                    <a:pt x="543" y="643"/>
                  </a:cubicBezTo>
                  <a:cubicBezTo>
                    <a:pt x="543" y="643"/>
                    <a:pt x="543" y="643"/>
                    <a:pt x="543" y="643"/>
                  </a:cubicBezTo>
                  <a:cubicBezTo>
                    <a:pt x="544" y="645"/>
                    <a:pt x="544" y="645"/>
                    <a:pt x="544" y="647"/>
                  </a:cubicBezTo>
                  <a:cubicBezTo>
                    <a:pt x="544" y="647"/>
                    <a:pt x="544" y="647"/>
                    <a:pt x="544" y="647"/>
                  </a:cubicBezTo>
                  <a:cubicBezTo>
                    <a:pt x="544" y="648"/>
                    <a:pt x="544" y="648"/>
                    <a:pt x="544" y="649"/>
                  </a:cubicBezTo>
                  <a:cubicBezTo>
                    <a:pt x="544" y="649"/>
                    <a:pt x="544" y="649"/>
                    <a:pt x="544" y="649"/>
                  </a:cubicBezTo>
                  <a:cubicBezTo>
                    <a:pt x="539" y="675"/>
                    <a:pt x="539" y="675"/>
                    <a:pt x="539" y="675"/>
                  </a:cubicBezTo>
                  <a:cubicBezTo>
                    <a:pt x="540" y="675"/>
                    <a:pt x="540" y="675"/>
                    <a:pt x="540" y="675"/>
                  </a:cubicBezTo>
                  <a:cubicBezTo>
                    <a:pt x="543" y="674"/>
                    <a:pt x="543" y="674"/>
                    <a:pt x="543" y="674"/>
                  </a:cubicBezTo>
                  <a:cubicBezTo>
                    <a:pt x="543" y="674"/>
                    <a:pt x="543" y="674"/>
                    <a:pt x="543" y="674"/>
                  </a:cubicBezTo>
                  <a:cubicBezTo>
                    <a:pt x="545" y="674"/>
                    <a:pt x="545" y="674"/>
                    <a:pt x="545" y="674"/>
                  </a:cubicBezTo>
                  <a:cubicBezTo>
                    <a:pt x="545" y="674"/>
                    <a:pt x="545" y="674"/>
                    <a:pt x="545" y="674"/>
                  </a:cubicBezTo>
                  <a:cubicBezTo>
                    <a:pt x="548" y="672"/>
                    <a:pt x="548" y="672"/>
                    <a:pt x="548" y="672"/>
                  </a:cubicBezTo>
                  <a:cubicBezTo>
                    <a:pt x="548" y="672"/>
                    <a:pt x="548" y="672"/>
                    <a:pt x="548" y="672"/>
                  </a:cubicBezTo>
                  <a:cubicBezTo>
                    <a:pt x="551" y="671"/>
                    <a:pt x="551" y="671"/>
                    <a:pt x="551" y="671"/>
                  </a:cubicBezTo>
                  <a:cubicBezTo>
                    <a:pt x="551" y="671"/>
                    <a:pt x="551" y="671"/>
                    <a:pt x="551" y="671"/>
                  </a:cubicBezTo>
                  <a:cubicBezTo>
                    <a:pt x="553" y="670"/>
                    <a:pt x="553" y="670"/>
                    <a:pt x="553" y="670"/>
                  </a:cubicBezTo>
                  <a:cubicBezTo>
                    <a:pt x="553" y="670"/>
                    <a:pt x="553" y="670"/>
                    <a:pt x="553" y="670"/>
                  </a:cubicBezTo>
                  <a:cubicBezTo>
                    <a:pt x="555" y="668"/>
                    <a:pt x="555" y="668"/>
                    <a:pt x="555" y="668"/>
                  </a:cubicBezTo>
                  <a:cubicBezTo>
                    <a:pt x="555" y="668"/>
                    <a:pt x="555" y="668"/>
                    <a:pt x="555" y="668"/>
                  </a:cubicBezTo>
                  <a:cubicBezTo>
                    <a:pt x="557" y="666"/>
                    <a:pt x="557" y="666"/>
                    <a:pt x="557" y="666"/>
                  </a:cubicBezTo>
                  <a:cubicBezTo>
                    <a:pt x="557" y="666"/>
                    <a:pt x="557" y="666"/>
                    <a:pt x="557" y="666"/>
                  </a:cubicBezTo>
                  <a:cubicBezTo>
                    <a:pt x="559" y="664"/>
                    <a:pt x="559" y="664"/>
                    <a:pt x="559" y="664"/>
                  </a:cubicBezTo>
                  <a:cubicBezTo>
                    <a:pt x="559" y="664"/>
                    <a:pt x="559" y="664"/>
                    <a:pt x="559" y="664"/>
                  </a:cubicBezTo>
                  <a:cubicBezTo>
                    <a:pt x="560" y="665"/>
                    <a:pt x="560" y="665"/>
                    <a:pt x="560" y="665"/>
                  </a:cubicBezTo>
                  <a:cubicBezTo>
                    <a:pt x="560" y="665"/>
                    <a:pt x="560" y="665"/>
                    <a:pt x="560" y="665"/>
                  </a:cubicBezTo>
                  <a:cubicBezTo>
                    <a:pt x="561" y="665"/>
                    <a:pt x="561" y="665"/>
                    <a:pt x="561" y="665"/>
                  </a:cubicBezTo>
                  <a:cubicBezTo>
                    <a:pt x="561" y="665"/>
                    <a:pt x="561" y="665"/>
                    <a:pt x="561" y="665"/>
                  </a:cubicBezTo>
                  <a:cubicBezTo>
                    <a:pt x="561" y="665"/>
                    <a:pt x="561" y="665"/>
                    <a:pt x="561" y="665"/>
                  </a:cubicBezTo>
                  <a:cubicBezTo>
                    <a:pt x="561" y="665"/>
                    <a:pt x="561" y="665"/>
                    <a:pt x="561" y="665"/>
                  </a:cubicBezTo>
                  <a:cubicBezTo>
                    <a:pt x="562" y="665"/>
                    <a:pt x="562" y="665"/>
                    <a:pt x="562" y="665"/>
                  </a:cubicBezTo>
                  <a:cubicBezTo>
                    <a:pt x="562" y="665"/>
                    <a:pt x="562" y="665"/>
                    <a:pt x="562" y="665"/>
                  </a:cubicBezTo>
                  <a:cubicBezTo>
                    <a:pt x="563" y="666"/>
                    <a:pt x="563" y="666"/>
                    <a:pt x="563" y="666"/>
                  </a:cubicBezTo>
                  <a:cubicBezTo>
                    <a:pt x="563" y="666"/>
                    <a:pt x="563" y="666"/>
                    <a:pt x="563" y="666"/>
                  </a:cubicBezTo>
                  <a:cubicBezTo>
                    <a:pt x="564" y="666"/>
                    <a:pt x="564" y="666"/>
                    <a:pt x="564" y="666"/>
                  </a:cubicBezTo>
                  <a:cubicBezTo>
                    <a:pt x="564" y="666"/>
                    <a:pt x="564" y="666"/>
                    <a:pt x="564" y="666"/>
                  </a:cubicBezTo>
                  <a:cubicBezTo>
                    <a:pt x="564" y="667"/>
                    <a:pt x="564" y="667"/>
                    <a:pt x="564" y="667"/>
                  </a:cubicBezTo>
                  <a:cubicBezTo>
                    <a:pt x="564" y="667"/>
                    <a:pt x="564" y="667"/>
                    <a:pt x="564" y="667"/>
                  </a:cubicBezTo>
                  <a:cubicBezTo>
                    <a:pt x="565" y="667"/>
                    <a:pt x="565" y="667"/>
                    <a:pt x="565" y="667"/>
                  </a:cubicBezTo>
                  <a:cubicBezTo>
                    <a:pt x="565" y="667"/>
                    <a:pt x="565" y="667"/>
                    <a:pt x="565" y="667"/>
                  </a:cubicBezTo>
                  <a:cubicBezTo>
                    <a:pt x="547" y="676"/>
                    <a:pt x="547" y="676"/>
                    <a:pt x="547" y="676"/>
                  </a:cubicBezTo>
                  <a:cubicBezTo>
                    <a:pt x="547" y="676"/>
                    <a:pt x="547" y="676"/>
                    <a:pt x="547" y="676"/>
                  </a:cubicBezTo>
                  <a:cubicBezTo>
                    <a:pt x="546" y="676"/>
                    <a:pt x="546" y="676"/>
                    <a:pt x="546" y="676"/>
                  </a:cubicBezTo>
                  <a:cubicBezTo>
                    <a:pt x="546" y="676"/>
                    <a:pt x="546" y="676"/>
                    <a:pt x="546" y="676"/>
                  </a:cubicBezTo>
                  <a:cubicBezTo>
                    <a:pt x="545" y="676"/>
                    <a:pt x="545" y="676"/>
                    <a:pt x="545" y="676"/>
                  </a:cubicBezTo>
                  <a:cubicBezTo>
                    <a:pt x="545" y="676"/>
                    <a:pt x="545" y="676"/>
                    <a:pt x="545" y="676"/>
                  </a:cubicBezTo>
                  <a:cubicBezTo>
                    <a:pt x="545" y="676"/>
                    <a:pt x="545" y="676"/>
                    <a:pt x="545" y="676"/>
                  </a:cubicBezTo>
                  <a:cubicBezTo>
                    <a:pt x="545" y="676"/>
                    <a:pt x="545" y="676"/>
                    <a:pt x="545" y="676"/>
                  </a:cubicBezTo>
                  <a:cubicBezTo>
                    <a:pt x="544" y="676"/>
                    <a:pt x="544" y="676"/>
                    <a:pt x="544" y="676"/>
                  </a:cubicBezTo>
                  <a:cubicBezTo>
                    <a:pt x="544" y="676"/>
                    <a:pt x="544" y="676"/>
                    <a:pt x="544" y="676"/>
                  </a:cubicBezTo>
                  <a:cubicBezTo>
                    <a:pt x="544" y="677"/>
                    <a:pt x="544" y="677"/>
                    <a:pt x="544" y="677"/>
                  </a:cubicBezTo>
                  <a:cubicBezTo>
                    <a:pt x="544" y="677"/>
                    <a:pt x="544" y="677"/>
                    <a:pt x="544" y="677"/>
                  </a:cubicBezTo>
                  <a:cubicBezTo>
                    <a:pt x="543" y="677"/>
                    <a:pt x="543" y="677"/>
                    <a:pt x="543" y="677"/>
                  </a:cubicBezTo>
                  <a:cubicBezTo>
                    <a:pt x="543" y="677"/>
                    <a:pt x="543" y="677"/>
                    <a:pt x="543" y="677"/>
                  </a:cubicBezTo>
                  <a:cubicBezTo>
                    <a:pt x="543" y="677"/>
                    <a:pt x="543" y="677"/>
                    <a:pt x="543" y="677"/>
                  </a:cubicBezTo>
                  <a:cubicBezTo>
                    <a:pt x="543" y="677"/>
                    <a:pt x="543" y="677"/>
                    <a:pt x="543" y="677"/>
                  </a:cubicBezTo>
                  <a:cubicBezTo>
                    <a:pt x="543" y="677"/>
                    <a:pt x="543" y="677"/>
                    <a:pt x="543" y="677"/>
                  </a:cubicBezTo>
                  <a:cubicBezTo>
                    <a:pt x="543" y="677"/>
                    <a:pt x="543" y="677"/>
                    <a:pt x="543" y="677"/>
                  </a:cubicBezTo>
                  <a:cubicBezTo>
                    <a:pt x="542" y="678"/>
                    <a:pt x="542" y="678"/>
                    <a:pt x="542" y="678"/>
                  </a:cubicBezTo>
                  <a:cubicBezTo>
                    <a:pt x="542" y="678"/>
                    <a:pt x="542" y="678"/>
                    <a:pt x="542" y="678"/>
                  </a:cubicBezTo>
                  <a:cubicBezTo>
                    <a:pt x="542" y="678"/>
                    <a:pt x="542" y="678"/>
                    <a:pt x="542" y="678"/>
                  </a:cubicBezTo>
                  <a:cubicBezTo>
                    <a:pt x="542" y="678"/>
                    <a:pt x="542" y="678"/>
                    <a:pt x="542" y="678"/>
                  </a:cubicBezTo>
                  <a:cubicBezTo>
                    <a:pt x="541" y="678"/>
                    <a:pt x="541" y="678"/>
                    <a:pt x="541" y="678"/>
                  </a:cubicBezTo>
                  <a:cubicBezTo>
                    <a:pt x="541" y="678"/>
                    <a:pt x="541" y="678"/>
                    <a:pt x="541" y="678"/>
                  </a:cubicBezTo>
                  <a:cubicBezTo>
                    <a:pt x="540" y="678"/>
                    <a:pt x="540" y="678"/>
                    <a:pt x="540" y="678"/>
                  </a:cubicBezTo>
                  <a:cubicBezTo>
                    <a:pt x="540" y="678"/>
                    <a:pt x="540" y="678"/>
                    <a:pt x="540" y="678"/>
                  </a:cubicBezTo>
                  <a:cubicBezTo>
                    <a:pt x="540" y="679"/>
                    <a:pt x="540" y="679"/>
                    <a:pt x="540" y="679"/>
                  </a:cubicBezTo>
                  <a:cubicBezTo>
                    <a:pt x="540" y="679"/>
                    <a:pt x="540" y="679"/>
                    <a:pt x="540" y="679"/>
                  </a:cubicBezTo>
                  <a:cubicBezTo>
                    <a:pt x="539" y="679"/>
                    <a:pt x="539" y="679"/>
                    <a:pt x="539" y="679"/>
                  </a:cubicBezTo>
                  <a:cubicBezTo>
                    <a:pt x="539" y="679"/>
                    <a:pt x="539" y="679"/>
                    <a:pt x="539" y="679"/>
                  </a:cubicBezTo>
                  <a:cubicBezTo>
                    <a:pt x="539" y="679"/>
                    <a:pt x="539" y="679"/>
                    <a:pt x="539" y="679"/>
                  </a:cubicBezTo>
                  <a:cubicBezTo>
                    <a:pt x="539" y="679"/>
                    <a:pt x="539" y="679"/>
                    <a:pt x="539" y="679"/>
                  </a:cubicBezTo>
                  <a:cubicBezTo>
                    <a:pt x="538" y="679"/>
                    <a:pt x="538" y="679"/>
                    <a:pt x="538" y="679"/>
                  </a:cubicBezTo>
                  <a:cubicBezTo>
                    <a:pt x="538" y="679"/>
                    <a:pt x="538" y="679"/>
                    <a:pt x="538" y="679"/>
                  </a:cubicBezTo>
                  <a:cubicBezTo>
                    <a:pt x="535" y="690"/>
                    <a:pt x="535" y="690"/>
                    <a:pt x="535" y="690"/>
                  </a:cubicBezTo>
                  <a:cubicBezTo>
                    <a:pt x="535" y="690"/>
                    <a:pt x="535" y="690"/>
                    <a:pt x="535" y="690"/>
                  </a:cubicBezTo>
                  <a:cubicBezTo>
                    <a:pt x="531" y="698"/>
                    <a:pt x="531" y="698"/>
                    <a:pt x="531" y="698"/>
                  </a:cubicBezTo>
                  <a:cubicBezTo>
                    <a:pt x="531" y="698"/>
                    <a:pt x="531" y="698"/>
                    <a:pt x="531" y="698"/>
                  </a:cubicBezTo>
                  <a:cubicBezTo>
                    <a:pt x="530" y="699"/>
                    <a:pt x="530" y="699"/>
                    <a:pt x="530" y="699"/>
                  </a:cubicBezTo>
                  <a:cubicBezTo>
                    <a:pt x="530" y="699"/>
                    <a:pt x="530" y="699"/>
                    <a:pt x="530" y="699"/>
                  </a:cubicBezTo>
                  <a:cubicBezTo>
                    <a:pt x="529" y="700"/>
                    <a:pt x="529" y="700"/>
                    <a:pt x="529" y="700"/>
                  </a:cubicBezTo>
                  <a:cubicBezTo>
                    <a:pt x="529" y="700"/>
                    <a:pt x="529" y="700"/>
                    <a:pt x="529" y="700"/>
                  </a:cubicBezTo>
                  <a:cubicBezTo>
                    <a:pt x="528" y="701"/>
                    <a:pt x="528" y="701"/>
                    <a:pt x="528" y="701"/>
                  </a:cubicBezTo>
                  <a:cubicBezTo>
                    <a:pt x="528" y="701"/>
                    <a:pt x="528" y="701"/>
                    <a:pt x="528" y="701"/>
                  </a:cubicBezTo>
                  <a:cubicBezTo>
                    <a:pt x="527" y="702"/>
                    <a:pt x="527" y="702"/>
                    <a:pt x="527" y="702"/>
                  </a:cubicBezTo>
                  <a:cubicBezTo>
                    <a:pt x="527" y="702"/>
                    <a:pt x="527" y="702"/>
                    <a:pt x="527" y="702"/>
                  </a:cubicBezTo>
                  <a:cubicBezTo>
                    <a:pt x="526" y="703"/>
                    <a:pt x="526" y="703"/>
                    <a:pt x="526" y="703"/>
                  </a:cubicBezTo>
                  <a:cubicBezTo>
                    <a:pt x="526" y="703"/>
                    <a:pt x="526" y="703"/>
                    <a:pt x="526" y="703"/>
                  </a:cubicBezTo>
                  <a:cubicBezTo>
                    <a:pt x="525" y="704"/>
                    <a:pt x="525" y="704"/>
                    <a:pt x="525" y="704"/>
                  </a:cubicBezTo>
                  <a:cubicBezTo>
                    <a:pt x="525" y="704"/>
                    <a:pt x="525" y="704"/>
                    <a:pt x="525" y="704"/>
                  </a:cubicBezTo>
                  <a:cubicBezTo>
                    <a:pt x="523" y="705"/>
                    <a:pt x="523" y="705"/>
                    <a:pt x="523" y="705"/>
                  </a:cubicBezTo>
                  <a:cubicBezTo>
                    <a:pt x="523" y="705"/>
                    <a:pt x="523" y="705"/>
                    <a:pt x="523" y="705"/>
                  </a:cubicBezTo>
                  <a:cubicBezTo>
                    <a:pt x="521" y="705"/>
                    <a:pt x="521" y="705"/>
                    <a:pt x="521" y="705"/>
                  </a:cubicBezTo>
                  <a:cubicBezTo>
                    <a:pt x="521" y="705"/>
                    <a:pt x="521" y="705"/>
                    <a:pt x="521" y="705"/>
                  </a:cubicBezTo>
                  <a:cubicBezTo>
                    <a:pt x="515" y="708"/>
                    <a:pt x="515" y="708"/>
                    <a:pt x="515" y="708"/>
                  </a:cubicBezTo>
                  <a:cubicBezTo>
                    <a:pt x="515" y="708"/>
                    <a:pt x="515" y="708"/>
                    <a:pt x="515" y="708"/>
                  </a:cubicBezTo>
                  <a:cubicBezTo>
                    <a:pt x="515" y="709"/>
                    <a:pt x="515" y="709"/>
                    <a:pt x="515" y="709"/>
                  </a:cubicBezTo>
                  <a:cubicBezTo>
                    <a:pt x="515" y="709"/>
                    <a:pt x="515" y="709"/>
                    <a:pt x="515" y="709"/>
                  </a:cubicBezTo>
                  <a:cubicBezTo>
                    <a:pt x="514" y="709"/>
                    <a:pt x="514" y="709"/>
                    <a:pt x="514" y="709"/>
                  </a:cubicBezTo>
                  <a:cubicBezTo>
                    <a:pt x="514" y="709"/>
                    <a:pt x="514" y="709"/>
                    <a:pt x="514" y="709"/>
                  </a:cubicBezTo>
                  <a:cubicBezTo>
                    <a:pt x="514" y="709"/>
                    <a:pt x="514" y="709"/>
                    <a:pt x="514" y="709"/>
                  </a:cubicBezTo>
                  <a:cubicBezTo>
                    <a:pt x="514" y="709"/>
                    <a:pt x="514" y="709"/>
                    <a:pt x="514" y="709"/>
                  </a:cubicBezTo>
                  <a:cubicBezTo>
                    <a:pt x="514" y="709"/>
                    <a:pt x="514" y="709"/>
                    <a:pt x="514" y="709"/>
                  </a:cubicBezTo>
                  <a:cubicBezTo>
                    <a:pt x="514" y="709"/>
                    <a:pt x="514" y="709"/>
                    <a:pt x="514" y="709"/>
                  </a:cubicBezTo>
                  <a:cubicBezTo>
                    <a:pt x="513" y="709"/>
                    <a:pt x="513" y="709"/>
                    <a:pt x="513" y="709"/>
                  </a:cubicBezTo>
                  <a:cubicBezTo>
                    <a:pt x="513" y="709"/>
                    <a:pt x="513" y="709"/>
                    <a:pt x="513" y="709"/>
                  </a:cubicBezTo>
                  <a:cubicBezTo>
                    <a:pt x="513" y="710"/>
                    <a:pt x="513" y="710"/>
                    <a:pt x="513" y="710"/>
                  </a:cubicBezTo>
                  <a:cubicBezTo>
                    <a:pt x="513" y="710"/>
                    <a:pt x="513" y="710"/>
                    <a:pt x="513" y="710"/>
                  </a:cubicBezTo>
                  <a:cubicBezTo>
                    <a:pt x="512" y="710"/>
                    <a:pt x="512" y="710"/>
                    <a:pt x="512" y="710"/>
                  </a:cubicBezTo>
                  <a:cubicBezTo>
                    <a:pt x="512" y="710"/>
                    <a:pt x="512" y="710"/>
                    <a:pt x="512" y="710"/>
                  </a:cubicBezTo>
                  <a:cubicBezTo>
                    <a:pt x="512" y="710"/>
                    <a:pt x="512" y="710"/>
                    <a:pt x="512" y="710"/>
                  </a:cubicBezTo>
                  <a:cubicBezTo>
                    <a:pt x="512" y="710"/>
                    <a:pt x="512" y="710"/>
                    <a:pt x="512" y="710"/>
                  </a:cubicBezTo>
                  <a:cubicBezTo>
                    <a:pt x="507" y="712"/>
                    <a:pt x="507" y="712"/>
                    <a:pt x="507" y="712"/>
                  </a:cubicBezTo>
                  <a:lnTo>
                    <a:pt x="506" y="712"/>
                  </a:lnTo>
                  <a:close/>
                  <a:moveTo>
                    <a:pt x="242" y="710"/>
                  </a:moveTo>
                  <a:cubicBezTo>
                    <a:pt x="241" y="710"/>
                    <a:pt x="241" y="710"/>
                    <a:pt x="241" y="710"/>
                  </a:cubicBezTo>
                  <a:cubicBezTo>
                    <a:pt x="241" y="710"/>
                    <a:pt x="241" y="710"/>
                    <a:pt x="241" y="710"/>
                  </a:cubicBezTo>
                  <a:cubicBezTo>
                    <a:pt x="241" y="710"/>
                    <a:pt x="241" y="710"/>
                    <a:pt x="241" y="710"/>
                  </a:cubicBezTo>
                  <a:cubicBezTo>
                    <a:pt x="241" y="710"/>
                    <a:pt x="241" y="710"/>
                    <a:pt x="241" y="710"/>
                  </a:cubicBezTo>
                  <a:cubicBezTo>
                    <a:pt x="241" y="710"/>
                    <a:pt x="241" y="710"/>
                    <a:pt x="241" y="710"/>
                  </a:cubicBezTo>
                  <a:cubicBezTo>
                    <a:pt x="241" y="710"/>
                    <a:pt x="241" y="710"/>
                    <a:pt x="241" y="710"/>
                  </a:cubicBezTo>
                  <a:cubicBezTo>
                    <a:pt x="241" y="710"/>
                    <a:pt x="241" y="710"/>
                    <a:pt x="241" y="710"/>
                  </a:cubicBezTo>
                  <a:cubicBezTo>
                    <a:pt x="241" y="710"/>
                    <a:pt x="241" y="710"/>
                    <a:pt x="241" y="710"/>
                  </a:cubicBezTo>
                  <a:cubicBezTo>
                    <a:pt x="240" y="710"/>
                    <a:pt x="240" y="710"/>
                    <a:pt x="240" y="710"/>
                  </a:cubicBezTo>
                  <a:cubicBezTo>
                    <a:pt x="240" y="710"/>
                    <a:pt x="240" y="710"/>
                    <a:pt x="240" y="710"/>
                  </a:cubicBezTo>
                  <a:cubicBezTo>
                    <a:pt x="240" y="710"/>
                    <a:pt x="240" y="710"/>
                    <a:pt x="240" y="710"/>
                  </a:cubicBezTo>
                  <a:cubicBezTo>
                    <a:pt x="240" y="710"/>
                    <a:pt x="240" y="710"/>
                    <a:pt x="240" y="710"/>
                  </a:cubicBezTo>
                  <a:cubicBezTo>
                    <a:pt x="240" y="709"/>
                    <a:pt x="240" y="709"/>
                    <a:pt x="240" y="709"/>
                  </a:cubicBezTo>
                  <a:cubicBezTo>
                    <a:pt x="240" y="709"/>
                    <a:pt x="240" y="709"/>
                    <a:pt x="240" y="709"/>
                  </a:cubicBezTo>
                  <a:cubicBezTo>
                    <a:pt x="240" y="709"/>
                    <a:pt x="240" y="709"/>
                    <a:pt x="240" y="709"/>
                  </a:cubicBezTo>
                  <a:cubicBezTo>
                    <a:pt x="240" y="709"/>
                    <a:pt x="240" y="709"/>
                    <a:pt x="240" y="709"/>
                  </a:cubicBezTo>
                  <a:cubicBezTo>
                    <a:pt x="240" y="708"/>
                    <a:pt x="240" y="708"/>
                    <a:pt x="240" y="708"/>
                  </a:cubicBezTo>
                  <a:cubicBezTo>
                    <a:pt x="240" y="708"/>
                    <a:pt x="240" y="708"/>
                    <a:pt x="240" y="708"/>
                  </a:cubicBezTo>
                  <a:cubicBezTo>
                    <a:pt x="240" y="706"/>
                    <a:pt x="240" y="706"/>
                    <a:pt x="240" y="706"/>
                  </a:cubicBezTo>
                  <a:cubicBezTo>
                    <a:pt x="240" y="706"/>
                    <a:pt x="240" y="706"/>
                    <a:pt x="240" y="706"/>
                  </a:cubicBezTo>
                  <a:cubicBezTo>
                    <a:pt x="239" y="705"/>
                    <a:pt x="239" y="705"/>
                    <a:pt x="239" y="705"/>
                  </a:cubicBezTo>
                  <a:cubicBezTo>
                    <a:pt x="239" y="705"/>
                    <a:pt x="239" y="705"/>
                    <a:pt x="239" y="705"/>
                  </a:cubicBezTo>
                  <a:cubicBezTo>
                    <a:pt x="239" y="704"/>
                    <a:pt x="239" y="704"/>
                    <a:pt x="239" y="704"/>
                  </a:cubicBezTo>
                  <a:cubicBezTo>
                    <a:pt x="239" y="704"/>
                    <a:pt x="239" y="704"/>
                    <a:pt x="239" y="704"/>
                  </a:cubicBezTo>
                  <a:cubicBezTo>
                    <a:pt x="238" y="703"/>
                    <a:pt x="238" y="703"/>
                    <a:pt x="238" y="703"/>
                  </a:cubicBezTo>
                  <a:cubicBezTo>
                    <a:pt x="238" y="703"/>
                    <a:pt x="238" y="703"/>
                    <a:pt x="238" y="703"/>
                  </a:cubicBezTo>
                  <a:cubicBezTo>
                    <a:pt x="237" y="702"/>
                    <a:pt x="237" y="702"/>
                    <a:pt x="237" y="702"/>
                  </a:cubicBezTo>
                  <a:cubicBezTo>
                    <a:pt x="237" y="702"/>
                    <a:pt x="237" y="702"/>
                    <a:pt x="237" y="702"/>
                  </a:cubicBezTo>
                  <a:cubicBezTo>
                    <a:pt x="236" y="701"/>
                    <a:pt x="236" y="701"/>
                    <a:pt x="236" y="701"/>
                  </a:cubicBezTo>
                  <a:cubicBezTo>
                    <a:pt x="236" y="701"/>
                    <a:pt x="236" y="701"/>
                    <a:pt x="236" y="701"/>
                  </a:cubicBezTo>
                  <a:cubicBezTo>
                    <a:pt x="235" y="700"/>
                    <a:pt x="235" y="700"/>
                    <a:pt x="235" y="700"/>
                  </a:cubicBezTo>
                  <a:cubicBezTo>
                    <a:pt x="235" y="700"/>
                    <a:pt x="235" y="700"/>
                    <a:pt x="235" y="700"/>
                  </a:cubicBezTo>
                  <a:cubicBezTo>
                    <a:pt x="235" y="700"/>
                    <a:pt x="235" y="700"/>
                    <a:pt x="235" y="700"/>
                  </a:cubicBezTo>
                  <a:cubicBezTo>
                    <a:pt x="235" y="700"/>
                    <a:pt x="235" y="700"/>
                    <a:pt x="235" y="700"/>
                  </a:cubicBezTo>
                  <a:cubicBezTo>
                    <a:pt x="235" y="700"/>
                    <a:pt x="235" y="700"/>
                    <a:pt x="235" y="700"/>
                  </a:cubicBezTo>
                  <a:cubicBezTo>
                    <a:pt x="235" y="700"/>
                    <a:pt x="235" y="700"/>
                    <a:pt x="235" y="700"/>
                  </a:cubicBezTo>
                  <a:cubicBezTo>
                    <a:pt x="235" y="700"/>
                    <a:pt x="235" y="700"/>
                    <a:pt x="235" y="700"/>
                  </a:cubicBezTo>
                  <a:cubicBezTo>
                    <a:pt x="235" y="700"/>
                    <a:pt x="235" y="700"/>
                    <a:pt x="235" y="700"/>
                  </a:cubicBezTo>
                  <a:cubicBezTo>
                    <a:pt x="235" y="699"/>
                    <a:pt x="235" y="699"/>
                    <a:pt x="235" y="699"/>
                  </a:cubicBezTo>
                  <a:cubicBezTo>
                    <a:pt x="235" y="699"/>
                    <a:pt x="235" y="699"/>
                    <a:pt x="235" y="699"/>
                  </a:cubicBezTo>
                  <a:cubicBezTo>
                    <a:pt x="236" y="699"/>
                    <a:pt x="236" y="699"/>
                    <a:pt x="236" y="699"/>
                  </a:cubicBezTo>
                  <a:cubicBezTo>
                    <a:pt x="236" y="699"/>
                    <a:pt x="236" y="699"/>
                    <a:pt x="236" y="699"/>
                  </a:cubicBezTo>
                  <a:cubicBezTo>
                    <a:pt x="236" y="699"/>
                    <a:pt x="236" y="699"/>
                    <a:pt x="236" y="699"/>
                  </a:cubicBezTo>
                  <a:cubicBezTo>
                    <a:pt x="236" y="699"/>
                    <a:pt x="236" y="699"/>
                    <a:pt x="236" y="699"/>
                  </a:cubicBezTo>
                  <a:cubicBezTo>
                    <a:pt x="236" y="699"/>
                    <a:pt x="236" y="699"/>
                    <a:pt x="236" y="699"/>
                  </a:cubicBezTo>
                  <a:cubicBezTo>
                    <a:pt x="236" y="699"/>
                    <a:pt x="236" y="699"/>
                    <a:pt x="236" y="699"/>
                  </a:cubicBezTo>
                  <a:cubicBezTo>
                    <a:pt x="237" y="699"/>
                    <a:pt x="237" y="699"/>
                    <a:pt x="237" y="699"/>
                  </a:cubicBezTo>
                  <a:cubicBezTo>
                    <a:pt x="237" y="699"/>
                    <a:pt x="237" y="699"/>
                    <a:pt x="237" y="699"/>
                  </a:cubicBezTo>
                  <a:cubicBezTo>
                    <a:pt x="238" y="699"/>
                    <a:pt x="238" y="699"/>
                    <a:pt x="238" y="699"/>
                  </a:cubicBezTo>
                  <a:cubicBezTo>
                    <a:pt x="238" y="699"/>
                    <a:pt x="238" y="699"/>
                    <a:pt x="238" y="699"/>
                  </a:cubicBezTo>
                  <a:cubicBezTo>
                    <a:pt x="239" y="700"/>
                    <a:pt x="239" y="700"/>
                    <a:pt x="239" y="700"/>
                  </a:cubicBezTo>
                  <a:cubicBezTo>
                    <a:pt x="239" y="700"/>
                    <a:pt x="239" y="700"/>
                    <a:pt x="239" y="700"/>
                  </a:cubicBezTo>
                  <a:cubicBezTo>
                    <a:pt x="241" y="701"/>
                    <a:pt x="241" y="701"/>
                    <a:pt x="241" y="701"/>
                  </a:cubicBezTo>
                  <a:cubicBezTo>
                    <a:pt x="241" y="701"/>
                    <a:pt x="241" y="701"/>
                    <a:pt x="241" y="701"/>
                  </a:cubicBezTo>
                  <a:cubicBezTo>
                    <a:pt x="242" y="702"/>
                    <a:pt x="242" y="702"/>
                    <a:pt x="242" y="702"/>
                  </a:cubicBezTo>
                  <a:cubicBezTo>
                    <a:pt x="242" y="702"/>
                    <a:pt x="242" y="702"/>
                    <a:pt x="242" y="702"/>
                  </a:cubicBezTo>
                  <a:cubicBezTo>
                    <a:pt x="244" y="703"/>
                    <a:pt x="244" y="703"/>
                    <a:pt x="244" y="703"/>
                  </a:cubicBezTo>
                  <a:cubicBezTo>
                    <a:pt x="244" y="703"/>
                    <a:pt x="244" y="703"/>
                    <a:pt x="244" y="703"/>
                  </a:cubicBezTo>
                  <a:cubicBezTo>
                    <a:pt x="245" y="704"/>
                    <a:pt x="245" y="704"/>
                    <a:pt x="245" y="704"/>
                  </a:cubicBezTo>
                  <a:cubicBezTo>
                    <a:pt x="245" y="704"/>
                    <a:pt x="245" y="704"/>
                    <a:pt x="245" y="704"/>
                  </a:cubicBezTo>
                  <a:cubicBezTo>
                    <a:pt x="246" y="705"/>
                    <a:pt x="246" y="705"/>
                    <a:pt x="246" y="705"/>
                  </a:cubicBezTo>
                  <a:cubicBezTo>
                    <a:pt x="246" y="705"/>
                    <a:pt x="246" y="705"/>
                    <a:pt x="246" y="705"/>
                  </a:cubicBezTo>
                  <a:cubicBezTo>
                    <a:pt x="247" y="706"/>
                    <a:pt x="247" y="706"/>
                    <a:pt x="247" y="706"/>
                  </a:cubicBezTo>
                  <a:cubicBezTo>
                    <a:pt x="247" y="706"/>
                    <a:pt x="247" y="706"/>
                    <a:pt x="247" y="706"/>
                  </a:cubicBezTo>
                  <a:cubicBezTo>
                    <a:pt x="247" y="706"/>
                    <a:pt x="247" y="706"/>
                    <a:pt x="247" y="706"/>
                  </a:cubicBezTo>
                  <a:cubicBezTo>
                    <a:pt x="247" y="706"/>
                    <a:pt x="247" y="706"/>
                    <a:pt x="247" y="706"/>
                  </a:cubicBezTo>
                  <a:cubicBezTo>
                    <a:pt x="247" y="706"/>
                    <a:pt x="247" y="706"/>
                    <a:pt x="247" y="706"/>
                  </a:cubicBezTo>
                  <a:cubicBezTo>
                    <a:pt x="247" y="706"/>
                    <a:pt x="247" y="706"/>
                    <a:pt x="247" y="706"/>
                  </a:cubicBezTo>
                  <a:cubicBezTo>
                    <a:pt x="247" y="706"/>
                    <a:pt x="247" y="706"/>
                    <a:pt x="247" y="706"/>
                  </a:cubicBezTo>
                  <a:cubicBezTo>
                    <a:pt x="247" y="706"/>
                    <a:pt x="247" y="706"/>
                    <a:pt x="247" y="706"/>
                  </a:cubicBezTo>
                  <a:cubicBezTo>
                    <a:pt x="247" y="707"/>
                    <a:pt x="247" y="707"/>
                    <a:pt x="247" y="707"/>
                  </a:cubicBezTo>
                  <a:cubicBezTo>
                    <a:pt x="247" y="707"/>
                    <a:pt x="247" y="707"/>
                    <a:pt x="247" y="707"/>
                  </a:cubicBezTo>
                  <a:cubicBezTo>
                    <a:pt x="247" y="707"/>
                    <a:pt x="247" y="707"/>
                    <a:pt x="247" y="707"/>
                  </a:cubicBezTo>
                  <a:cubicBezTo>
                    <a:pt x="247" y="707"/>
                    <a:pt x="247" y="707"/>
                    <a:pt x="247" y="707"/>
                  </a:cubicBezTo>
                  <a:cubicBezTo>
                    <a:pt x="247" y="707"/>
                    <a:pt x="247" y="707"/>
                    <a:pt x="247" y="707"/>
                  </a:cubicBezTo>
                  <a:cubicBezTo>
                    <a:pt x="247" y="707"/>
                    <a:pt x="247" y="707"/>
                    <a:pt x="247" y="707"/>
                  </a:cubicBezTo>
                  <a:cubicBezTo>
                    <a:pt x="247" y="708"/>
                    <a:pt x="247" y="708"/>
                    <a:pt x="247" y="708"/>
                  </a:cubicBezTo>
                  <a:cubicBezTo>
                    <a:pt x="247" y="708"/>
                    <a:pt x="247" y="708"/>
                    <a:pt x="247" y="708"/>
                  </a:cubicBezTo>
                  <a:cubicBezTo>
                    <a:pt x="247" y="708"/>
                    <a:pt x="247" y="708"/>
                    <a:pt x="247" y="708"/>
                  </a:cubicBezTo>
                  <a:cubicBezTo>
                    <a:pt x="247" y="708"/>
                    <a:pt x="247" y="708"/>
                    <a:pt x="247" y="708"/>
                  </a:cubicBezTo>
                  <a:cubicBezTo>
                    <a:pt x="247" y="708"/>
                    <a:pt x="247" y="708"/>
                    <a:pt x="247" y="708"/>
                  </a:cubicBezTo>
                  <a:cubicBezTo>
                    <a:pt x="247" y="708"/>
                    <a:pt x="247" y="708"/>
                    <a:pt x="247" y="708"/>
                  </a:cubicBezTo>
                  <a:cubicBezTo>
                    <a:pt x="246" y="709"/>
                    <a:pt x="246" y="709"/>
                    <a:pt x="246" y="709"/>
                  </a:cubicBezTo>
                  <a:cubicBezTo>
                    <a:pt x="246" y="709"/>
                    <a:pt x="246" y="709"/>
                    <a:pt x="246" y="709"/>
                  </a:cubicBezTo>
                  <a:cubicBezTo>
                    <a:pt x="246" y="709"/>
                    <a:pt x="246" y="709"/>
                    <a:pt x="246" y="709"/>
                  </a:cubicBezTo>
                  <a:cubicBezTo>
                    <a:pt x="246" y="709"/>
                    <a:pt x="246" y="709"/>
                    <a:pt x="246" y="709"/>
                  </a:cubicBezTo>
                  <a:cubicBezTo>
                    <a:pt x="245" y="709"/>
                    <a:pt x="245" y="709"/>
                    <a:pt x="245" y="709"/>
                  </a:cubicBezTo>
                  <a:cubicBezTo>
                    <a:pt x="245" y="709"/>
                    <a:pt x="245" y="709"/>
                    <a:pt x="245" y="709"/>
                  </a:cubicBezTo>
                  <a:cubicBezTo>
                    <a:pt x="245" y="710"/>
                    <a:pt x="245" y="710"/>
                    <a:pt x="245" y="710"/>
                  </a:cubicBezTo>
                  <a:cubicBezTo>
                    <a:pt x="245" y="710"/>
                    <a:pt x="245" y="710"/>
                    <a:pt x="245" y="710"/>
                  </a:cubicBezTo>
                  <a:cubicBezTo>
                    <a:pt x="244" y="710"/>
                    <a:pt x="244" y="710"/>
                    <a:pt x="244" y="710"/>
                  </a:cubicBezTo>
                  <a:cubicBezTo>
                    <a:pt x="244" y="710"/>
                    <a:pt x="244" y="710"/>
                    <a:pt x="244" y="710"/>
                  </a:cubicBezTo>
                  <a:cubicBezTo>
                    <a:pt x="244" y="710"/>
                    <a:pt x="244" y="710"/>
                    <a:pt x="244" y="710"/>
                  </a:cubicBezTo>
                  <a:cubicBezTo>
                    <a:pt x="244" y="710"/>
                    <a:pt x="244" y="710"/>
                    <a:pt x="244" y="710"/>
                  </a:cubicBezTo>
                  <a:cubicBezTo>
                    <a:pt x="244" y="710"/>
                    <a:pt x="244" y="710"/>
                    <a:pt x="244" y="710"/>
                  </a:cubicBezTo>
                  <a:cubicBezTo>
                    <a:pt x="244" y="710"/>
                    <a:pt x="244" y="710"/>
                    <a:pt x="244" y="710"/>
                  </a:cubicBezTo>
                  <a:cubicBezTo>
                    <a:pt x="242" y="710"/>
                    <a:pt x="242" y="710"/>
                    <a:pt x="242" y="710"/>
                  </a:cubicBezTo>
                  <a:close/>
                  <a:moveTo>
                    <a:pt x="468" y="708"/>
                  </a:moveTo>
                  <a:cubicBezTo>
                    <a:pt x="467" y="707"/>
                    <a:pt x="467" y="707"/>
                    <a:pt x="467" y="707"/>
                  </a:cubicBezTo>
                  <a:cubicBezTo>
                    <a:pt x="467" y="707"/>
                    <a:pt x="467" y="707"/>
                    <a:pt x="467" y="707"/>
                  </a:cubicBezTo>
                  <a:cubicBezTo>
                    <a:pt x="466" y="706"/>
                    <a:pt x="466" y="706"/>
                    <a:pt x="466" y="706"/>
                  </a:cubicBezTo>
                  <a:cubicBezTo>
                    <a:pt x="466" y="706"/>
                    <a:pt x="466" y="706"/>
                    <a:pt x="466" y="706"/>
                  </a:cubicBezTo>
                  <a:cubicBezTo>
                    <a:pt x="465" y="705"/>
                    <a:pt x="465" y="705"/>
                    <a:pt x="465" y="705"/>
                  </a:cubicBezTo>
                  <a:cubicBezTo>
                    <a:pt x="465" y="705"/>
                    <a:pt x="465" y="705"/>
                    <a:pt x="465" y="705"/>
                  </a:cubicBezTo>
                  <a:cubicBezTo>
                    <a:pt x="464" y="704"/>
                    <a:pt x="464" y="704"/>
                    <a:pt x="464" y="704"/>
                  </a:cubicBezTo>
                  <a:cubicBezTo>
                    <a:pt x="464" y="704"/>
                    <a:pt x="464" y="704"/>
                    <a:pt x="464" y="704"/>
                  </a:cubicBezTo>
                  <a:cubicBezTo>
                    <a:pt x="463" y="703"/>
                    <a:pt x="463" y="703"/>
                    <a:pt x="463" y="703"/>
                  </a:cubicBezTo>
                  <a:cubicBezTo>
                    <a:pt x="463" y="703"/>
                    <a:pt x="463" y="703"/>
                    <a:pt x="463" y="703"/>
                  </a:cubicBezTo>
                  <a:cubicBezTo>
                    <a:pt x="461" y="702"/>
                    <a:pt x="461" y="702"/>
                    <a:pt x="461" y="702"/>
                  </a:cubicBezTo>
                  <a:cubicBezTo>
                    <a:pt x="461" y="702"/>
                    <a:pt x="461" y="702"/>
                    <a:pt x="461" y="702"/>
                  </a:cubicBezTo>
                  <a:cubicBezTo>
                    <a:pt x="460" y="701"/>
                    <a:pt x="460" y="701"/>
                    <a:pt x="460" y="701"/>
                  </a:cubicBezTo>
                  <a:cubicBezTo>
                    <a:pt x="460" y="701"/>
                    <a:pt x="460" y="701"/>
                    <a:pt x="460" y="701"/>
                  </a:cubicBezTo>
                  <a:cubicBezTo>
                    <a:pt x="459" y="701"/>
                    <a:pt x="459" y="701"/>
                    <a:pt x="459" y="701"/>
                  </a:cubicBezTo>
                  <a:cubicBezTo>
                    <a:pt x="459" y="701"/>
                    <a:pt x="459" y="701"/>
                    <a:pt x="459" y="701"/>
                  </a:cubicBezTo>
                  <a:cubicBezTo>
                    <a:pt x="459" y="699"/>
                    <a:pt x="459" y="699"/>
                    <a:pt x="459" y="699"/>
                  </a:cubicBezTo>
                  <a:cubicBezTo>
                    <a:pt x="459" y="699"/>
                    <a:pt x="459" y="699"/>
                    <a:pt x="459" y="699"/>
                  </a:cubicBezTo>
                  <a:cubicBezTo>
                    <a:pt x="459" y="699"/>
                    <a:pt x="459" y="699"/>
                    <a:pt x="459" y="699"/>
                  </a:cubicBezTo>
                  <a:cubicBezTo>
                    <a:pt x="459" y="699"/>
                    <a:pt x="459" y="699"/>
                    <a:pt x="459" y="699"/>
                  </a:cubicBezTo>
                  <a:cubicBezTo>
                    <a:pt x="461" y="699"/>
                    <a:pt x="461" y="699"/>
                    <a:pt x="461" y="699"/>
                  </a:cubicBezTo>
                  <a:cubicBezTo>
                    <a:pt x="461" y="699"/>
                    <a:pt x="461" y="699"/>
                    <a:pt x="461" y="699"/>
                  </a:cubicBezTo>
                  <a:cubicBezTo>
                    <a:pt x="461" y="699"/>
                    <a:pt x="461" y="699"/>
                    <a:pt x="461" y="699"/>
                  </a:cubicBezTo>
                  <a:cubicBezTo>
                    <a:pt x="461" y="699"/>
                    <a:pt x="461" y="699"/>
                    <a:pt x="461" y="699"/>
                  </a:cubicBezTo>
                  <a:cubicBezTo>
                    <a:pt x="463" y="699"/>
                    <a:pt x="463" y="699"/>
                    <a:pt x="463" y="699"/>
                  </a:cubicBezTo>
                  <a:cubicBezTo>
                    <a:pt x="463" y="699"/>
                    <a:pt x="463" y="699"/>
                    <a:pt x="463" y="699"/>
                  </a:cubicBezTo>
                  <a:cubicBezTo>
                    <a:pt x="464" y="699"/>
                    <a:pt x="464" y="699"/>
                    <a:pt x="464" y="699"/>
                  </a:cubicBezTo>
                  <a:cubicBezTo>
                    <a:pt x="464" y="699"/>
                    <a:pt x="464" y="699"/>
                    <a:pt x="464" y="699"/>
                  </a:cubicBezTo>
                  <a:cubicBezTo>
                    <a:pt x="465" y="699"/>
                    <a:pt x="465" y="699"/>
                    <a:pt x="465" y="699"/>
                  </a:cubicBezTo>
                  <a:cubicBezTo>
                    <a:pt x="465" y="699"/>
                    <a:pt x="465" y="699"/>
                    <a:pt x="465" y="699"/>
                  </a:cubicBezTo>
                  <a:cubicBezTo>
                    <a:pt x="466" y="699"/>
                    <a:pt x="466" y="699"/>
                    <a:pt x="466" y="699"/>
                  </a:cubicBezTo>
                  <a:cubicBezTo>
                    <a:pt x="466" y="699"/>
                    <a:pt x="466" y="699"/>
                    <a:pt x="466" y="699"/>
                  </a:cubicBezTo>
                  <a:cubicBezTo>
                    <a:pt x="467" y="699"/>
                    <a:pt x="467" y="699"/>
                    <a:pt x="467" y="699"/>
                  </a:cubicBezTo>
                  <a:cubicBezTo>
                    <a:pt x="467" y="699"/>
                    <a:pt x="467" y="699"/>
                    <a:pt x="467" y="699"/>
                  </a:cubicBezTo>
                  <a:cubicBezTo>
                    <a:pt x="468" y="700"/>
                    <a:pt x="468" y="700"/>
                    <a:pt x="468" y="700"/>
                  </a:cubicBezTo>
                  <a:cubicBezTo>
                    <a:pt x="468" y="700"/>
                    <a:pt x="468" y="700"/>
                    <a:pt x="468" y="700"/>
                  </a:cubicBezTo>
                  <a:cubicBezTo>
                    <a:pt x="468" y="700"/>
                    <a:pt x="468" y="700"/>
                    <a:pt x="468" y="700"/>
                  </a:cubicBezTo>
                  <a:cubicBezTo>
                    <a:pt x="468" y="700"/>
                    <a:pt x="468" y="700"/>
                    <a:pt x="468" y="700"/>
                  </a:cubicBezTo>
                  <a:cubicBezTo>
                    <a:pt x="469" y="700"/>
                    <a:pt x="469" y="700"/>
                    <a:pt x="469" y="700"/>
                  </a:cubicBezTo>
                  <a:cubicBezTo>
                    <a:pt x="469" y="700"/>
                    <a:pt x="469" y="700"/>
                    <a:pt x="469" y="700"/>
                  </a:cubicBezTo>
                  <a:cubicBezTo>
                    <a:pt x="469" y="701"/>
                    <a:pt x="469" y="701"/>
                    <a:pt x="469" y="701"/>
                  </a:cubicBezTo>
                  <a:cubicBezTo>
                    <a:pt x="469" y="701"/>
                    <a:pt x="469" y="701"/>
                    <a:pt x="469" y="701"/>
                  </a:cubicBezTo>
                  <a:cubicBezTo>
                    <a:pt x="469" y="701"/>
                    <a:pt x="469" y="701"/>
                    <a:pt x="469" y="701"/>
                  </a:cubicBezTo>
                  <a:cubicBezTo>
                    <a:pt x="469" y="701"/>
                    <a:pt x="469" y="701"/>
                    <a:pt x="469" y="701"/>
                  </a:cubicBezTo>
                  <a:cubicBezTo>
                    <a:pt x="470" y="702"/>
                    <a:pt x="470" y="702"/>
                    <a:pt x="470" y="702"/>
                  </a:cubicBezTo>
                  <a:cubicBezTo>
                    <a:pt x="470" y="702"/>
                    <a:pt x="470" y="702"/>
                    <a:pt x="470" y="702"/>
                  </a:cubicBezTo>
                  <a:cubicBezTo>
                    <a:pt x="470" y="702"/>
                    <a:pt x="470" y="702"/>
                    <a:pt x="470" y="702"/>
                  </a:cubicBezTo>
                  <a:cubicBezTo>
                    <a:pt x="470" y="702"/>
                    <a:pt x="470" y="702"/>
                    <a:pt x="470" y="702"/>
                  </a:cubicBezTo>
                  <a:cubicBezTo>
                    <a:pt x="471" y="703"/>
                    <a:pt x="471" y="703"/>
                    <a:pt x="471" y="703"/>
                  </a:cubicBezTo>
                  <a:cubicBezTo>
                    <a:pt x="471" y="703"/>
                    <a:pt x="471" y="703"/>
                    <a:pt x="471" y="703"/>
                  </a:cubicBezTo>
                  <a:cubicBezTo>
                    <a:pt x="471" y="703"/>
                    <a:pt x="471" y="703"/>
                    <a:pt x="471" y="703"/>
                  </a:cubicBezTo>
                  <a:cubicBezTo>
                    <a:pt x="471" y="703"/>
                    <a:pt x="471" y="703"/>
                    <a:pt x="471" y="703"/>
                  </a:cubicBezTo>
                  <a:cubicBezTo>
                    <a:pt x="471" y="704"/>
                    <a:pt x="471" y="704"/>
                    <a:pt x="471" y="704"/>
                  </a:cubicBezTo>
                  <a:cubicBezTo>
                    <a:pt x="471" y="704"/>
                    <a:pt x="471" y="704"/>
                    <a:pt x="471" y="704"/>
                  </a:cubicBezTo>
                  <a:cubicBezTo>
                    <a:pt x="471" y="705"/>
                    <a:pt x="471" y="705"/>
                    <a:pt x="471" y="705"/>
                  </a:cubicBezTo>
                  <a:cubicBezTo>
                    <a:pt x="471" y="705"/>
                    <a:pt x="471" y="705"/>
                    <a:pt x="471" y="705"/>
                  </a:cubicBezTo>
                  <a:cubicBezTo>
                    <a:pt x="471" y="705"/>
                    <a:pt x="471" y="705"/>
                    <a:pt x="471" y="705"/>
                  </a:cubicBezTo>
                  <a:cubicBezTo>
                    <a:pt x="471" y="705"/>
                    <a:pt x="471" y="705"/>
                    <a:pt x="471" y="705"/>
                  </a:cubicBezTo>
                  <a:cubicBezTo>
                    <a:pt x="470" y="706"/>
                    <a:pt x="470" y="706"/>
                    <a:pt x="470" y="706"/>
                  </a:cubicBezTo>
                  <a:cubicBezTo>
                    <a:pt x="470" y="706"/>
                    <a:pt x="470" y="706"/>
                    <a:pt x="470" y="706"/>
                  </a:cubicBezTo>
                  <a:cubicBezTo>
                    <a:pt x="470" y="706"/>
                    <a:pt x="470" y="706"/>
                    <a:pt x="470" y="706"/>
                  </a:cubicBezTo>
                  <a:cubicBezTo>
                    <a:pt x="470" y="706"/>
                    <a:pt x="470" y="706"/>
                    <a:pt x="470" y="706"/>
                  </a:cubicBezTo>
                  <a:cubicBezTo>
                    <a:pt x="470" y="707"/>
                    <a:pt x="470" y="707"/>
                    <a:pt x="470" y="707"/>
                  </a:cubicBezTo>
                  <a:cubicBezTo>
                    <a:pt x="470" y="707"/>
                    <a:pt x="470" y="707"/>
                    <a:pt x="470" y="707"/>
                  </a:cubicBezTo>
                  <a:cubicBezTo>
                    <a:pt x="469" y="707"/>
                    <a:pt x="469" y="707"/>
                    <a:pt x="469" y="707"/>
                  </a:cubicBezTo>
                  <a:cubicBezTo>
                    <a:pt x="469" y="707"/>
                    <a:pt x="469" y="707"/>
                    <a:pt x="469" y="707"/>
                  </a:cubicBezTo>
                  <a:cubicBezTo>
                    <a:pt x="469" y="708"/>
                    <a:pt x="469" y="708"/>
                    <a:pt x="469" y="708"/>
                  </a:cubicBezTo>
                  <a:cubicBezTo>
                    <a:pt x="469" y="708"/>
                    <a:pt x="469" y="708"/>
                    <a:pt x="469" y="708"/>
                  </a:cubicBezTo>
                  <a:cubicBezTo>
                    <a:pt x="469" y="708"/>
                    <a:pt x="469" y="708"/>
                    <a:pt x="469" y="708"/>
                  </a:cubicBezTo>
                  <a:cubicBezTo>
                    <a:pt x="469" y="708"/>
                    <a:pt x="469" y="708"/>
                    <a:pt x="469" y="708"/>
                  </a:cubicBezTo>
                  <a:cubicBezTo>
                    <a:pt x="469" y="708"/>
                    <a:pt x="469" y="708"/>
                    <a:pt x="469" y="708"/>
                  </a:cubicBezTo>
                  <a:cubicBezTo>
                    <a:pt x="469" y="708"/>
                    <a:pt x="469" y="708"/>
                    <a:pt x="469" y="708"/>
                  </a:cubicBezTo>
                  <a:cubicBezTo>
                    <a:pt x="469" y="708"/>
                    <a:pt x="469" y="708"/>
                    <a:pt x="469" y="708"/>
                  </a:cubicBezTo>
                  <a:cubicBezTo>
                    <a:pt x="469" y="708"/>
                    <a:pt x="469" y="708"/>
                    <a:pt x="469" y="708"/>
                  </a:cubicBezTo>
                  <a:cubicBezTo>
                    <a:pt x="468" y="708"/>
                    <a:pt x="468" y="708"/>
                    <a:pt x="468" y="708"/>
                  </a:cubicBezTo>
                  <a:cubicBezTo>
                    <a:pt x="468" y="708"/>
                    <a:pt x="468" y="708"/>
                    <a:pt x="468" y="708"/>
                  </a:cubicBezTo>
                  <a:cubicBezTo>
                    <a:pt x="468" y="708"/>
                    <a:pt x="468" y="708"/>
                    <a:pt x="468" y="708"/>
                  </a:cubicBezTo>
                  <a:cubicBezTo>
                    <a:pt x="468" y="708"/>
                    <a:pt x="468" y="708"/>
                    <a:pt x="468" y="708"/>
                  </a:cubicBezTo>
                  <a:cubicBezTo>
                    <a:pt x="468" y="708"/>
                    <a:pt x="468" y="708"/>
                    <a:pt x="468" y="708"/>
                  </a:cubicBezTo>
                  <a:cubicBezTo>
                    <a:pt x="468" y="708"/>
                    <a:pt x="468" y="708"/>
                    <a:pt x="468" y="708"/>
                  </a:cubicBezTo>
                  <a:cubicBezTo>
                    <a:pt x="468" y="708"/>
                    <a:pt x="468" y="708"/>
                    <a:pt x="468" y="708"/>
                  </a:cubicBezTo>
                  <a:close/>
                  <a:moveTo>
                    <a:pt x="445" y="707"/>
                  </a:moveTo>
                  <a:cubicBezTo>
                    <a:pt x="444" y="707"/>
                    <a:pt x="444" y="707"/>
                    <a:pt x="444" y="707"/>
                  </a:cubicBezTo>
                  <a:cubicBezTo>
                    <a:pt x="444" y="707"/>
                    <a:pt x="444" y="707"/>
                    <a:pt x="444" y="707"/>
                  </a:cubicBezTo>
                  <a:cubicBezTo>
                    <a:pt x="444" y="707"/>
                    <a:pt x="444" y="707"/>
                    <a:pt x="444" y="707"/>
                  </a:cubicBezTo>
                  <a:cubicBezTo>
                    <a:pt x="444" y="707"/>
                    <a:pt x="444" y="707"/>
                    <a:pt x="444" y="707"/>
                  </a:cubicBezTo>
                  <a:cubicBezTo>
                    <a:pt x="444" y="707"/>
                    <a:pt x="444" y="707"/>
                    <a:pt x="444" y="707"/>
                  </a:cubicBezTo>
                  <a:cubicBezTo>
                    <a:pt x="444" y="707"/>
                    <a:pt x="444" y="707"/>
                    <a:pt x="444" y="707"/>
                  </a:cubicBezTo>
                  <a:cubicBezTo>
                    <a:pt x="444" y="707"/>
                    <a:pt x="444" y="707"/>
                    <a:pt x="444" y="707"/>
                  </a:cubicBezTo>
                  <a:cubicBezTo>
                    <a:pt x="444" y="707"/>
                    <a:pt x="444" y="707"/>
                    <a:pt x="444" y="707"/>
                  </a:cubicBezTo>
                  <a:cubicBezTo>
                    <a:pt x="443" y="707"/>
                    <a:pt x="443" y="707"/>
                    <a:pt x="443" y="707"/>
                  </a:cubicBezTo>
                  <a:cubicBezTo>
                    <a:pt x="443" y="707"/>
                    <a:pt x="443" y="707"/>
                    <a:pt x="443" y="707"/>
                  </a:cubicBezTo>
                  <a:cubicBezTo>
                    <a:pt x="443" y="706"/>
                    <a:pt x="443" y="706"/>
                    <a:pt x="443" y="706"/>
                  </a:cubicBezTo>
                  <a:cubicBezTo>
                    <a:pt x="443" y="706"/>
                    <a:pt x="443" y="706"/>
                    <a:pt x="443" y="706"/>
                  </a:cubicBezTo>
                  <a:cubicBezTo>
                    <a:pt x="443" y="706"/>
                    <a:pt x="443" y="706"/>
                    <a:pt x="443" y="706"/>
                  </a:cubicBezTo>
                  <a:cubicBezTo>
                    <a:pt x="443" y="706"/>
                    <a:pt x="443" y="706"/>
                    <a:pt x="443" y="706"/>
                  </a:cubicBezTo>
                  <a:cubicBezTo>
                    <a:pt x="443" y="706"/>
                    <a:pt x="443" y="706"/>
                    <a:pt x="443" y="706"/>
                  </a:cubicBezTo>
                  <a:cubicBezTo>
                    <a:pt x="443" y="706"/>
                    <a:pt x="443" y="706"/>
                    <a:pt x="443" y="706"/>
                  </a:cubicBezTo>
                  <a:cubicBezTo>
                    <a:pt x="443" y="706"/>
                    <a:pt x="443" y="706"/>
                    <a:pt x="443" y="706"/>
                  </a:cubicBezTo>
                  <a:cubicBezTo>
                    <a:pt x="443" y="706"/>
                    <a:pt x="443" y="706"/>
                    <a:pt x="443" y="706"/>
                  </a:cubicBezTo>
                  <a:cubicBezTo>
                    <a:pt x="443" y="705"/>
                    <a:pt x="443" y="705"/>
                    <a:pt x="443" y="705"/>
                  </a:cubicBezTo>
                  <a:cubicBezTo>
                    <a:pt x="443" y="705"/>
                    <a:pt x="443" y="705"/>
                    <a:pt x="443" y="705"/>
                  </a:cubicBezTo>
                  <a:cubicBezTo>
                    <a:pt x="443" y="705"/>
                    <a:pt x="443" y="705"/>
                    <a:pt x="443" y="705"/>
                  </a:cubicBezTo>
                  <a:cubicBezTo>
                    <a:pt x="443" y="705"/>
                    <a:pt x="443" y="705"/>
                    <a:pt x="443" y="705"/>
                  </a:cubicBezTo>
                  <a:cubicBezTo>
                    <a:pt x="444" y="704"/>
                    <a:pt x="444" y="704"/>
                    <a:pt x="444" y="704"/>
                  </a:cubicBezTo>
                  <a:cubicBezTo>
                    <a:pt x="444" y="704"/>
                    <a:pt x="444" y="704"/>
                    <a:pt x="444" y="704"/>
                  </a:cubicBezTo>
                  <a:cubicBezTo>
                    <a:pt x="444" y="704"/>
                    <a:pt x="444" y="704"/>
                    <a:pt x="444" y="704"/>
                  </a:cubicBezTo>
                  <a:cubicBezTo>
                    <a:pt x="444" y="704"/>
                    <a:pt x="444" y="704"/>
                    <a:pt x="444" y="704"/>
                  </a:cubicBezTo>
                  <a:cubicBezTo>
                    <a:pt x="445" y="704"/>
                    <a:pt x="445" y="704"/>
                    <a:pt x="445" y="704"/>
                  </a:cubicBezTo>
                  <a:cubicBezTo>
                    <a:pt x="445" y="704"/>
                    <a:pt x="445" y="704"/>
                    <a:pt x="445" y="704"/>
                  </a:cubicBezTo>
                  <a:cubicBezTo>
                    <a:pt x="445" y="703"/>
                    <a:pt x="445" y="703"/>
                    <a:pt x="445" y="703"/>
                  </a:cubicBezTo>
                  <a:cubicBezTo>
                    <a:pt x="445" y="703"/>
                    <a:pt x="445" y="703"/>
                    <a:pt x="445" y="703"/>
                  </a:cubicBezTo>
                  <a:cubicBezTo>
                    <a:pt x="446" y="702"/>
                    <a:pt x="446" y="702"/>
                    <a:pt x="446" y="702"/>
                  </a:cubicBezTo>
                  <a:cubicBezTo>
                    <a:pt x="446" y="702"/>
                    <a:pt x="446" y="702"/>
                    <a:pt x="446" y="702"/>
                  </a:cubicBezTo>
                  <a:cubicBezTo>
                    <a:pt x="447" y="703"/>
                    <a:pt x="447" y="703"/>
                    <a:pt x="447" y="703"/>
                  </a:cubicBezTo>
                  <a:cubicBezTo>
                    <a:pt x="447" y="703"/>
                    <a:pt x="447" y="703"/>
                    <a:pt x="447" y="703"/>
                  </a:cubicBezTo>
                  <a:cubicBezTo>
                    <a:pt x="447" y="703"/>
                    <a:pt x="447" y="703"/>
                    <a:pt x="447" y="703"/>
                  </a:cubicBezTo>
                  <a:cubicBezTo>
                    <a:pt x="447" y="703"/>
                    <a:pt x="447" y="703"/>
                    <a:pt x="447" y="703"/>
                  </a:cubicBezTo>
                  <a:cubicBezTo>
                    <a:pt x="447" y="703"/>
                    <a:pt x="447" y="703"/>
                    <a:pt x="447" y="703"/>
                  </a:cubicBezTo>
                  <a:cubicBezTo>
                    <a:pt x="447" y="703"/>
                    <a:pt x="447" y="703"/>
                    <a:pt x="447" y="703"/>
                  </a:cubicBezTo>
                  <a:cubicBezTo>
                    <a:pt x="447" y="704"/>
                    <a:pt x="447" y="704"/>
                    <a:pt x="447" y="704"/>
                  </a:cubicBezTo>
                  <a:cubicBezTo>
                    <a:pt x="447" y="704"/>
                    <a:pt x="447" y="704"/>
                    <a:pt x="447" y="704"/>
                  </a:cubicBezTo>
                  <a:cubicBezTo>
                    <a:pt x="447" y="704"/>
                    <a:pt x="447" y="704"/>
                    <a:pt x="447" y="704"/>
                  </a:cubicBezTo>
                  <a:cubicBezTo>
                    <a:pt x="447" y="704"/>
                    <a:pt x="447" y="704"/>
                    <a:pt x="447" y="704"/>
                  </a:cubicBezTo>
                  <a:cubicBezTo>
                    <a:pt x="447" y="705"/>
                    <a:pt x="447" y="705"/>
                    <a:pt x="447" y="705"/>
                  </a:cubicBezTo>
                  <a:cubicBezTo>
                    <a:pt x="447" y="705"/>
                    <a:pt x="447" y="705"/>
                    <a:pt x="447" y="705"/>
                  </a:cubicBezTo>
                  <a:cubicBezTo>
                    <a:pt x="447" y="705"/>
                    <a:pt x="447" y="705"/>
                    <a:pt x="447" y="705"/>
                  </a:cubicBezTo>
                  <a:cubicBezTo>
                    <a:pt x="447" y="705"/>
                    <a:pt x="447" y="705"/>
                    <a:pt x="447" y="705"/>
                  </a:cubicBezTo>
                  <a:cubicBezTo>
                    <a:pt x="447" y="706"/>
                    <a:pt x="447" y="706"/>
                    <a:pt x="447" y="706"/>
                  </a:cubicBezTo>
                  <a:cubicBezTo>
                    <a:pt x="447" y="706"/>
                    <a:pt x="447" y="706"/>
                    <a:pt x="447" y="706"/>
                  </a:cubicBezTo>
                  <a:cubicBezTo>
                    <a:pt x="447" y="706"/>
                    <a:pt x="447" y="706"/>
                    <a:pt x="447" y="706"/>
                  </a:cubicBezTo>
                  <a:cubicBezTo>
                    <a:pt x="447" y="706"/>
                    <a:pt x="447" y="706"/>
                    <a:pt x="447" y="706"/>
                  </a:cubicBezTo>
                  <a:cubicBezTo>
                    <a:pt x="447" y="706"/>
                    <a:pt x="447" y="706"/>
                    <a:pt x="447" y="706"/>
                  </a:cubicBezTo>
                  <a:cubicBezTo>
                    <a:pt x="447" y="706"/>
                    <a:pt x="447" y="706"/>
                    <a:pt x="447" y="706"/>
                  </a:cubicBezTo>
                  <a:cubicBezTo>
                    <a:pt x="447" y="706"/>
                    <a:pt x="447" y="706"/>
                    <a:pt x="447" y="706"/>
                  </a:cubicBezTo>
                  <a:cubicBezTo>
                    <a:pt x="447" y="706"/>
                    <a:pt x="447" y="706"/>
                    <a:pt x="447" y="706"/>
                  </a:cubicBezTo>
                  <a:cubicBezTo>
                    <a:pt x="446" y="707"/>
                    <a:pt x="446" y="707"/>
                    <a:pt x="446" y="707"/>
                  </a:cubicBezTo>
                  <a:cubicBezTo>
                    <a:pt x="446" y="707"/>
                    <a:pt x="446" y="707"/>
                    <a:pt x="446" y="707"/>
                  </a:cubicBezTo>
                  <a:cubicBezTo>
                    <a:pt x="446" y="707"/>
                    <a:pt x="446" y="707"/>
                    <a:pt x="446" y="707"/>
                  </a:cubicBezTo>
                  <a:cubicBezTo>
                    <a:pt x="446" y="707"/>
                    <a:pt x="446" y="707"/>
                    <a:pt x="446" y="707"/>
                  </a:cubicBezTo>
                  <a:cubicBezTo>
                    <a:pt x="446" y="707"/>
                    <a:pt x="446" y="707"/>
                    <a:pt x="446" y="707"/>
                  </a:cubicBezTo>
                  <a:cubicBezTo>
                    <a:pt x="446" y="707"/>
                    <a:pt x="446" y="707"/>
                    <a:pt x="446" y="707"/>
                  </a:cubicBezTo>
                  <a:cubicBezTo>
                    <a:pt x="445" y="707"/>
                    <a:pt x="445" y="707"/>
                    <a:pt x="445" y="707"/>
                  </a:cubicBezTo>
                  <a:cubicBezTo>
                    <a:pt x="445" y="707"/>
                    <a:pt x="445" y="707"/>
                    <a:pt x="445" y="707"/>
                  </a:cubicBezTo>
                  <a:cubicBezTo>
                    <a:pt x="445" y="707"/>
                    <a:pt x="445" y="707"/>
                    <a:pt x="445" y="707"/>
                  </a:cubicBezTo>
                  <a:cubicBezTo>
                    <a:pt x="445" y="707"/>
                    <a:pt x="445" y="707"/>
                    <a:pt x="445" y="707"/>
                  </a:cubicBezTo>
                  <a:cubicBezTo>
                    <a:pt x="445" y="707"/>
                    <a:pt x="445" y="707"/>
                    <a:pt x="445" y="707"/>
                  </a:cubicBezTo>
                  <a:close/>
                  <a:moveTo>
                    <a:pt x="352" y="706"/>
                  </a:moveTo>
                  <a:cubicBezTo>
                    <a:pt x="340" y="700"/>
                    <a:pt x="340" y="700"/>
                    <a:pt x="340" y="700"/>
                  </a:cubicBezTo>
                  <a:cubicBezTo>
                    <a:pt x="340" y="700"/>
                    <a:pt x="340" y="700"/>
                    <a:pt x="340" y="700"/>
                  </a:cubicBezTo>
                  <a:cubicBezTo>
                    <a:pt x="340" y="700"/>
                    <a:pt x="340" y="700"/>
                    <a:pt x="340" y="700"/>
                  </a:cubicBezTo>
                  <a:cubicBezTo>
                    <a:pt x="340" y="700"/>
                    <a:pt x="340" y="700"/>
                    <a:pt x="340" y="700"/>
                  </a:cubicBezTo>
                  <a:cubicBezTo>
                    <a:pt x="340" y="700"/>
                    <a:pt x="340" y="700"/>
                    <a:pt x="340" y="700"/>
                  </a:cubicBezTo>
                  <a:cubicBezTo>
                    <a:pt x="340" y="700"/>
                    <a:pt x="340" y="700"/>
                    <a:pt x="340" y="700"/>
                  </a:cubicBezTo>
                  <a:cubicBezTo>
                    <a:pt x="340" y="700"/>
                    <a:pt x="340" y="700"/>
                    <a:pt x="340" y="700"/>
                  </a:cubicBezTo>
                  <a:cubicBezTo>
                    <a:pt x="340" y="700"/>
                    <a:pt x="340" y="700"/>
                    <a:pt x="340" y="700"/>
                  </a:cubicBezTo>
                  <a:cubicBezTo>
                    <a:pt x="340" y="699"/>
                    <a:pt x="340" y="699"/>
                    <a:pt x="340" y="699"/>
                  </a:cubicBezTo>
                  <a:cubicBezTo>
                    <a:pt x="340" y="699"/>
                    <a:pt x="340" y="699"/>
                    <a:pt x="340" y="699"/>
                  </a:cubicBezTo>
                  <a:cubicBezTo>
                    <a:pt x="340" y="699"/>
                    <a:pt x="340" y="699"/>
                    <a:pt x="340" y="699"/>
                  </a:cubicBezTo>
                  <a:cubicBezTo>
                    <a:pt x="340" y="699"/>
                    <a:pt x="340" y="699"/>
                    <a:pt x="340" y="699"/>
                  </a:cubicBezTo>
                  <a:cubicBezTo>
                    <a:pt x="340" y="699"/>
                    <a:pt x="340" y="699"/>
                    <a:pt x="340" y="699"/>
                  </a:cubicBezTo>
                  <a:cubicBezTo>
                    <a:pt x="340" y="699"/>
                    <a:pt x="340" y="699"/>
                    <a:pt x="340" y="699"/>
                  </a:cubicBezTo>
                  <a:cubicBezTo>
                    <a:pt x="340" y="698"/>
                    <a:pt x="340" y="698"/>
                    <a:pt x="340" y="698"/>
                  </a:cubicBezTo>
                  <a:cubicBezTo>
                    <a:pt x="340" y="698"/>
                    <a:pt x="340" y="698"/>
                    <a:pt x="340" y="698"/>
                  </a:cubicBezTo>
                  <a:cubicBezTo>
                    <a:pt x="341" y="698"/>
                    <a:pt x="341" y="698"/>
                    <a:pt x="341" y="698"/>
                  </a:cubicBezTo>
                  <a:cubicBezTo>
                    <a:pt x="341" y="698"/>
                    <a:pt x="341" y="698"/>
                    <a:pt x="341" y="698"/>
                  </a:cubicBezTo>
                  <a:cubicBezTo>
                    <a:pt x="341" y="698"/>
                    <a:pt x="341" y="698"/>
                    <a:pt x="341" y="698"/>
                  </a:cubicBezTo>
                  <a:cubicBezTo>
                    <a:pt x="341" y="698"/>
                    <a:pt x="341" y="698"/>
                    <a:pt x="341" y="698"/>
                  </a:cubicBezTo>
                  <a:cubicBezTo>
                    <a:pt x="341" y="698"/>
                    <a:pt x="341" y="698"/>
                    <a:pt x="341" y="698"/>
                  </a:cubicBezTo>
                  <a:cubicBezTo>
                    <a:pt x="341" y="698"/>
                    <a:pt x="341" y="698"/>
                    <a:pt x="341" y="698"/>
                  </a:cubicBezTo>
                  <a:cubicBezTo>
                    <a:pt x="342" y="697"/>
                    <a:pt x="342" y="697"/>
                    <a:pt x="342" y="697"/>
                  </a:cubicBezTo>
                  <a:cubicBezTo>
                    <a:pt x="342" y="697"/>
                    <a:pt x="342" y="697"/>
                    <a:pt x="342" y="697"/>
                  </a:cubicBezTo>
                  <a:cubicBezTo>
                    <a:pt x="343" y="697"/>
                    <a:pt x="343" y="697"/>
                    <a:pt x="343" y="697"/>
                  </a:cubicBezTo>
                  <a:cubicBezTo>
                    <a:pt x="343" y="697"/>
                    <a:pt x="343" y="697"/>
                    <a:pt x="343" y="697"/>
                  </a:cubicBezTo>
                  <a:cubicBezTo>
                    <a:pt x="343" y="697"/>
                    <a:pt x="343" y="697"/>
                    <a:pt x="343" y="697"/>
                  </a:cubicBezTo>
                  <a:cubicBezTo>
                    <a:pt x="343" y="697"/>
                    <a:pt x="343" y="697"/>
                    <a:pt x="343" y="697"/>
                  </a:cubicBezTo>
                  <a:cubicBezTo>
                    <a:pt x="344" y="697"/>
                    <a:pt x="344" y="697"/>
                    <a:pt x="344" y="697"/>
                  </a:cubicBezTo>
                  <a:cubicBezTo>
                    <a:pt x="344" y="697"/>
                    <a:pt x="344" y="697"/>
                    <a:pt x="344" y="697"/>
                  </a:cubicBezTo>
                  <a:cubicBezTo>
                    <a:pt x="344" y="697"/>
                    <a:pt x="344" y="697"/>
                    <a:pt x="344" y="697"/>
                  </a:cubicBezTo>
                  <a:cubicBezTo>
                    <a:pt x="344" y="697"/>
                    <a:pt x="344" y="697"/>
                    <a:pt x="344" y="697"/>
                  </a:cubicBezTo>
                  <a:cubicBezTo>
                    <a:pt x="345" y="697"/>
                    <a:pt x="345" y="697"/>
                    <a:pt x="345" y="697"/>
                  </a:cubicBezTo>
                  <a:cubicBezTo>
                    <a:pt x="345" y="697"/>
                    <a:pt x="345" y="697"/>
                    <a:pt x="345" y="697"/>
                  </a:cubicBezTo>
                  <a:cubicBezTo>
                    <a:pt x="345" y="698"/>
                    <a:pt x="345" y="698"/>
                    <a:pt x="345" y="698"/>
                  </a:cubicBezTo>
                  <a:cubicBezTo>
                    <a:pt x="345" y="698"/>
                    <a:pt x="345" y="698"/>
                    <a:pt x="345" y="698"/>
                  </a:cubicBezTo>
                  <a:cubicBezTo>
                    <a:pt x="345" y="698"/>
                    <a:pt x="345" y="698"/>
                    <a:pt x="345" y="698"/>
                  </a:cubicBezTo>
                  <a:cubicBezTo>
                    <a:pt x="345" y="698"/>
                    <a:pt x="345" y="698"/>
                    <a:pt x="345" y="698"/>
                  </a:cubicBezTo>
                  <a:cubicBezTo>
                    <a:pt x="345" y="698"/>
                    <a:pt x="345" y="698"/>
                    <a:pt x="345" y="698"/>
                  </a:cubicBezTo>
                  <a:cubicBezTo>
                    <a:pt x="345" y="698"/>
                    <a:pt x="345" y="698"/>
                    <a:pt x="345" y="698"/>
                  </a:cubicBezTo>
                  <a:cubicBezTo>
                    <a:pt x="346" y="698"/>
                    <a:pt x="346" y="698"/>
                    <a:pt x="346" y="698"/>
                  </a:cubicBezTo>
                  <a:cubicBezTo>
                    <a:pt x="346" y="698"/>
                    <a:pt x="346" y="698"/>
                    <a:pt x="346" y="698"/>
                  </a:cubicBezTo>
                  <a:cubicBezTo>
                    <a:pt x="346" y="698"/>
                    <a:pt x="346" y="698"/>
                    <a:pt x="346" y="698"/>
                  </a:cubicBezTo>
                  <a:cubicBezTo>
                    <a:pt x="346" y="698"/>
                    <a:pt x="346" y="698"/>
                    <a:pt x="346" y="698"/>
                  </a:cubicBezTo>
                  <a:cubicBezTo>
                    <a:pt x="346" y="697"/>
                    <a:pt x="346" y="697"/>
                    <a:pt x="346" y="697"/>
                  </a:cubicBezTo>
                  <a:cubicBezTo>
                    <a:pt x="346" y="697"/>
                    <a:pt x="346" y="697"/>
                    <a:pt x="346" y="697"/>
                  </a:cubicBezTo>
                  <a:cubicBezTo>
                    <a:pt x="347" y="697"/>
                    <a:pt x="347" y="697"/>
                    <a:pt x="347" y="697"/>
                  </a:cubicBezTo>
                  <a:cubicBezTo>
                    <a:pt x="347" y="697"/>
                    <a:pt x="347" y="697"/>
                    <a:pt x="347" y="697"/>
                  </a:cubicBezTo>
                  <a:cubicBezTo>
                    <a:pt x="347" y="697"/>
                    <a:pt x="347" y="697"/>
                    <a:pt x="347" y="697"/>
                  </a:cubicBezTo>
                  <a:cubicBezTo>
                    <a:pt x="347" y="697"/>
                    <a:pt x="347" y="697"/>
                    <a:pt x="347" y="697"/>
                  </a:cubicBezTo>
                  <a:cubicBezTo>
                    <a:pt x="347" y="697"/>
                    <a:pt x="347" y="697"/>
                    <a:pt x="347" y="697"/>
                  </a:cubicBezTo>
                  <a:cubicBezTo>
                    <a:pt x="347" y="697"/>
                    <a:pt x="347" y="697"/>
                    <a:pt x="347" y="697"/>
                  </a:cubicBezTo>
                  <a:cubicBezTo>
                    <a:pt x="347" y="697"/>
                    <a:pt x="347" y="697"/>
                    <a:pt x="347" y="697"/>
                  </a:cubicBezTo>
                  <a:cubicBezTo>
                    <a:pt x="347" y="697"/>
                    <a:pt x="347" y="697"/>
                    <a:pt x="347" y="697"/>
                  </a:cubicBezTo>
                  <a:cubicBezTo>
                    <a:pt x="348" y="697"/>
                    <a:pt x="348" y="697"/>
                    <a:pt x="348" y="697"/>
                  </a:cubicBezTo>
                  <a:cubicBezTo>
                    <a:pt x="348" y="697"/>
                    <a:pt x="348" y="697"/>
                    <a:pt x="348" y="697"/>
                  </a:cubicBezTo>
                  <a:cubicBezTo>
                    <a:pt x="348" y="697"/>
                    <a:pt x="348" y="697"/>
                    <a:pt x="348" y="697"/>
                  </a:cubicBezTo>
                  <a:cubicBezTo>
                    <a:pt x="348" y="697"/>
                    <a:pt x="348" y="697"/>
                    <a:pt x="348" y="697"/>
                  </a:cubicBezTo>
                  <a:cubicBezTo>
                    <a:pt x="348" y="697"/>
                    <a:pt x="348" y="697"/>
                    <a:pt x="348" y="697"/>
                  </a:cubicBezTo>
                  <a:cubicBezTo>
                    <a:pt x="348" y="697"/>
                    <a:pt x="348" y="697"/>
                    <a:pt x="348" y="697"/>
                  </a:cubicBezTo>
                  <a:cubicBezTo>
                    <a:pt x="349" y="697"/>
                    <a:pt x="349" y="697"/>
                    <a:pt x="349" y="697"/>
                  </a:cubicBezTo>
                  <a:cubicBezTo>
                    <a:pt x="349" y="697"/>
                    <a:pt x="349" y="697"/>
                    <a:pt x="349" y="697"/>
                  </a:cubicBezTo>
                  <a:cubicBezTo>
                    <a:pt x="349" y="697"/>
                    <a:pt x="349" y="697"/>
                    <a:pt x="349" y="697"/>
                  </a:cubicBezTo>
                  <a:cubicBezTo>
                    <a:pt x="349" y="697"/>
                    <a:pt x="349" y="697"/>
                    <a:pt x="349" y="697"/>
                  </a:cubicBezTo>
                  <a:cubicBezTo>
                    <a:pt x="349" y="697"/>
                    <a:pt x="349" y="697"/>
                    <a:pt x="349" y="697"/>
                  </a:cubicBezTo>
                  <a:cubicBezTo>
                    <a:pt x="349" y="697"/>
                    <a:pt x="349" y="697"/>
                    <a:pt x="349" y="697"/>
                  </a:cubicBezTo>
                  <a:cubicBezTo>
                    <a:pt x="352" y="697"/>
                    <a:pt x="352" y="697"/>
                    <a:pt x="352" y="697"/>
                  </a:cubicBezTo>
                  <a:cubicBezTo>
                    <a:pt x="352" y="697"/>
                    <a:pt x="352" y="697"/>
                    <a:pt x="352" y="697"/>
                  </a:cubicBezTo>
                  <a:cubicBezTo>
                    <a:pt x="355" y="697"/>
                    <a:pt x="355" y="697"/>
                    <a:pt x="355" y="697"/>
                  </a:cubicBezTo>
                  <a:cubicBezTo>
                    <a:pt x="355" y="697"/>
                    <a:pt x="355" y="697"/>
                    <a:pt x="355" y="697"/>
                  </a:cubicBezTo>
                  <a:cubicBezTo>
                    <a:pt x="358" y="696"/>
                    <a:pt x="358" y="696"/>
                    <a:pt x="358" y="696"/>
                  </a:cubicBezTo>
                  <a:cubicBezTo>
                    <a:pt x="358" y="696"/>
                    <a:pt x="358" y="696"/>
                    <a:pt x="358" y="696"/>
                  </a:cubicBezTo>
                  <a:cubicBezTo>
                    <a:pt x="361" y="695"/>
                    <a:pt x="361" y="695"/>
                    <a:pt x="361" y="695"/>
                  </a:cubicBezTo>
                  <a:cubicBezTo>
                    <a:pt x="361" y="695"/>
                    <a:pt x="361" y="695"/>
                    <a:pt x="361" y="695"/>
                  </a:cubicBezTo>
                  <a:cubicBezTo>
                    <a:pt x="364" y="694"/>
                    <a:pt x="364" y="694"/>
                    <a:pt x="364" y="694"/>
                  </a:cubicBezTo>
                  <a:cubicBezTo>
                    <a:pt x="364" y="694"/>
                    <a:pt x="364" y="694"/>
                    <a:pt x="364" y="694"/>
                  </a:cubicBezTo>
                  <a:cubicBezTo>
                    <a:pt x="367" y="693"/>
                    <a:pt x="367" y="693"/>
                    <a:pt x="367" y="693"/>
                  </a:cubicBezTo>
                  <a:cubicBezTo>
                    <a:pt x="367" y="693"/>
                    <a:pt x="367" y="693"/>
                    <a:pt x="367" y="693"/>
                  </a:cubicBezTo>
                  <a:cubicBezTo>
                    <a:pt x="370" y="691"/>
                    <a:pt x="370" y="691"/>
                    <a:pt x="370" y="691"/>
                  </a:cubicBezTo>
                  <a:cubicBezTo>
                    <a:pt x="370" y="691"/>
                    <a:pt x="370" y="691"/>
                    <a:pt x="370" y="691"/>
                  </a:cubicBezTo>
                  <a:cubicBezTo>
                    <a:pt x="372" y="688"/>
                    <a:pt x="372" y="688"/>
                    <a:pt x="372" y="688"/>
                  </a:cubicBezTo>
                  <a:cubicBezTo>
                    <a:pt x="372" y="688"/>
                    <a:pt x="372" y="688"/>
                    <a:pt x="372" y="688"/>
                  </a:cubicBezTo>
                  <a:cubicBezTo>
                    <a:pt x="380" y="679"/>
                    <a:pt x="380" y="679"/>
                    <a:pt x="380" y="679"/>
                  </a:cubicBezTo>
                  <a:cubicBezTo>
                    <a:pt x="380" y="679"/>
                    <a:pt x="380" y="679"/>
                    <a:pt x="380" y="679"/>
                  </a:cubicBezTo>
                  <a:cubicBezTo>
                    <a:pt x="380" y="679"/>
                    <a:pt x="380" y="679"/>
                    <a:pt x="380" y="679"/>
                  </a:cubicBezTo>
                  <a:cubicBezTo>
                    <a:pt x="380" y="679"/>
                    <a:pt x="380" y="679"/>
                    <a:pt x="380" y="679"/>
                  </a:cubicBezTo>
                  <a:cubicBezTo>
                    <a:pt x="381" y="679"/>
                    <a:pt x="381" y="679"/>
                    <a:pt x="381" y="679"/>
                  </a:cubicBezTo>
                  <a:cubicBezTo>
                    <a:pt x="381" y="679"/>
                    <a:pt x="381" y="679"/>
                    <a:pt x="381" y="679"/>
                  </a:cubicBezTo>
                  <a:cubicBezTo>
                    <a:pt x="381" y="678"/>
                    <a:pt x="381" y="678"/>
                    <a:pt x="381" y="678"/>
                  </a:cubicBezTo>
                  <a:cubicBezTo>
                    <a:pt x="381" y="678"/>
                    <a:pt x="381" y="678"/>
                    <a:pt x="381" y="678"/>
                  </a:cubicBezTo>
                  <a:cubicBezTo>
                    <a:pt x="382" y="677"/>
                    <a:pt x="382" y="677"/>
                    <a:pt x="382" y="677"/>
                  </a:cubicBezTo>
                  <a:cubicBezTo>
                    <a:pt x="382" y="677"/>
                    <a:pt x="382" y="677"/>
                    <a:pt x="382" y="677"/>
                  </a:cubicBezTo>
                  <a:cubicBezTo>
                    <a:pt x="382" y="677"/>
                    <a:pt x="382" y="677"/>
                    <a:pt x="382" y="677"/>
                  </a:cubicBezTo>
                  <a:cubicBezTo>
                    <a:pt x="382" y="677"/>
                    <a:pt x="382" y="677"/>
                    <a:pt x="382" y="677"/>
                  </a:cubicBezTo>
                  <a:cubicBezTo>
                    <a:pt x="383" y="677"/>
                    <a:pt x="383" y="677"/>
                    <a:pt x="383" y="677"/>
                  </a:cubicBezTo>
                  <a:cubicBezTo>
                    <a:pt x="383" y="677"/>
                    <a:pt x="383" y="677"/>
                    <a:pt x="383" y="677"/>
                  </a:cubicBezTo>
                  <a:cubicBezTo>
                    <a:pt x="383" y="676"/>
                    <a:pt x="383" y="676"/>
                    <a:pt x="383" y="676"/>
                  </a:cubicBezTo>
                  <a:cubicBezTo>
                    <a:pt x="383" y="676"/>
                    <a:pt x="383" y="676"/>
                    <a:pt x="383" y="676"/>
                  </a:cubicBezTo>
                  <a:cubicBezTo>
                    <a:pt x="384" y="676"/>
                    <a:pt x="384" y="676"/>
                    <a:pt x="384" y="676"/>
                  </a:cubicBezTo>
                  <a:cubicBezTo>
                    <a:pt x="384" y="676"/>
                    <a:pt x="384" y="676"/>
                    <a:pt x="384" y="676"/>
                  </a:cubicBezTo>
                  <a:cubicBezTo>
                    <a:pt x="385" y="674"/>
                    <a:pt x="385" y="674"/>
                    <a:pt x="385" y="674"/>
                  </a:cubicBezTo>
                  <a:cubicBezTo>
                    <a:pt x="385" y="674"/>
                    <a:pt x="385" y="674"/>
                    <a:pt x="385" y="674"/>
                  </a:cubicBezTo>
                  <a:cubicBezTo>
                    <a:pt x="387" y="673"/>
                    <a:pt x="387" y="673"/>
                    <a:pt x="387" y="673"/>
                  </a:cubicBezTo>
                  <a:cubicBezTo>
                    <a:pt x="387" y="673"/>
                    <a:pt x="387" y="673"/>
                    <a:pt x="387" y="673"/>
                  </a:cubicBezTo>
                  <a:cubicBezTo>
                    <a:pt x="388" y="671"/>
                    <a:pt x="388" y="671"/>
                    <a:pt x="388" y="671"/>
                  </a:cubicBezTo>
                  <a:cubicBezTo>
                    <a:pt x="388" y="671"/>
                    <a:pt x="388" y="671"/>
                    <a:pt x="388" y="671"/>
                  </a:cubicBezTo>
                  <a:cubicBezTo>
                    <a:pt x="390" y="670"/>
                    <a:pt x="390" y="670"/>
                    <a:pt x="390" y="670"/>
                  </a:cubicBezTo>
                  <a:cubicBezTo>
                    <a:pt x="390" y="670"/>
                    <a:pt x="390" y="670"/>
                    <a:pt x="390" y="670"/>
                  </a:cubicBezTo>
                  <a:cubicBezTo>
                    <a:pt x="391" y="668"/>
                    <a:pt x="391" y="668"/>
                    <a:pt x="391" y="668"/>
                  </a:cubicBezTo>
                  <a:cubicBezTo>
                    <a:pt x="391" y="668"/>
                    <a:pt x="391" y="668"/>
                    <a:pt x="391" y="668"/>
                  </a:cubicBezTo>
                  <a:cubicBezTo>
                    <a:pt x="392" y="667"/>
                    <a:pt x="392" y="667"/>
                    <a:pt x="392" y="667"/>
                  </a:cubicBezTo>
                  <a:cubicBezTo>
                    <a:pt x="392" y="667"/>
                    <a:pt x="392" y="667"/>
                    <a:pt x="392" y="667"/>
                  </a:cubicBezTo>
                  <a:cubicBezTo>
                    <a:pt x="393" y="665"/>
                    <a:pt x="393" y="665"/>
                    <a:pt x="393" y="665"/>
                  </a:cubicBezTo>
                  <a:cubicBezTo>
                    <a:pt x="393" y="665"/>
                    <a:pt x="393" y="665"/>
                    <a:pt x="393" y="665"/>
                  </a:cubicBezTo>
                  <a:cubicBezTo>
                    <a:pt x="394" y="663"/>
                    <a:pt x="394" y="663"/>
                    <a:pt x="394" y="663"/>
                  </a:cubicBezTo>
                  <a:cubicBezTo>
                    <a:pt x="394" y="663"/>
                    <a:pt x="394" y="663"/>
                    <a:pt x="394" y="663"/>
                  </a:cubicBezTo>
                  <a:cubicBezTo>
                    <a:pt x="394" y="663"/>
                    <a:pt x="394" y="663"/>
                    <a:pt x="394" y="663"/>
                  </a:cubicBezTo>
                  <a:cubicBezTo>
                    <a:pt x="394" y="663"/>
                    <a:pt x="394" y="663"/>
                    <a:pt x="394" y="663"/>
                  </a:cubicBezTo>
                  <a:cubicBezTo>
                    <a:pt x="393" y="662"/>
                    <a:pt x="393" y="662"/>
                    <a:pt x="393" y="662"/>
                  </a:cubicBezTo>
                  <a:cubicBezTo>
                    <a:pt x="393" y="662"/>
                    <a:pt x="393" y="662"/>
                    <a:pt x="393" y="662"/>
                  </a:cubicBezTo>
                  <a:cubicBezTo>
                    <a:pt x="392" y="662"/>
                    <a:pt x="392" y="662"/>
                    <a:pt x="392" y="662"/>
                  </a:cubicBezTo>
                  <a:cubicBezTo>
                    <a:pt x="392" y="662"/>
                    <a:pt x="392" y="662"/>
                    <a:pt x="392" y="662"/>
                  </a:cubicBezTo>
                  <a:cubicBezTo>
                    <a:pt x="392" y="662"/>
                    <a:pt x="392" y="662"/>
                    <a:pt x="392" y="662"/>
                  </a:cubicBezTo>
                  <a:cubicBezTo>
                    <a:pt x="392" y="662"/>
                    <a:pt x="392" y="662"/>
                    <a:pt x="392" y="662"/>
                  </a:cubicBezTo>
                  <a:cubicBezTo>
                    <a:pt x="391" y="662"/>
                    <a:pt x="391" y="662"/>
                    <a:pt x="391" y="662"/>
                  </a:cubicBezTo>
                  <a:cubicBezTo>
                    <a:pt x="391" y="662"/>
                    <a:pt x="391" y="662"/>
                    <a:pt x="391" y="662"/>
                  </a:cubicBezTo>
                  <a:cubicBezTo>
                    <a:pt x="390" y="662"/>
                    <a:pt x="390" y="662"/>
                    <a:pt x="390" y="662"/>
                  </a:cubicBezTo>
                  <a:cubicBezTo>
                    <a:pt x="390" y="662"/>
                    <a:pt x="390" y="662"/>
                    <a:pt x="390" y="662"/>
                  </a:cubicBezTo>
                  <a:cubicBezTo>
                    <a:pt x="389" y="662"/>
                    <a:pt x="389" y="662"/>
                    <a:pt x="389" y="662"/>
                  </a:cubicBezTo>
                  <a:cubicBezTo>
                    <a:pt x="389" y="662"/>
                    <a:pt x="389" y="662"/>
                    <a:pt x="389" y="662"/>
                  </a:cubicBezTo>
                  <a:cubicBezTo>
                    <a:pt x="389" y="662"/>
                    <a:pt x="389" y="662"/>
                    <a:pt x="389" y="662"/>
                  </a:cubicBezTo>
                  <a:cubicBezTo>
                    <a:pt x="389" y="662"/>
                    <a:pt x="389" y="662"/>
                    <a:pt x="389" y="662"/>
                  </a:cubicBezTo>
                  <a:cubicBezTo>
                    <a:pt x="386" y="663"/>
                    <a:pt x="386" y="663"/>
                    <a:pt x="386" y="663"/>
                  </a:cubicBezTo>
                  <a:cubicBezTo>
                    <a:pt x="386" y="663"/>
                    <a:pt x="386" y="663"/>
                    <a:pt x="386" y="663"/>
                  </a:cubicBezTo>
                  <a:cubicBezTo>
                    <a:pt x="384" y="663"/>
                    <a:pt x="384" y="663"/>
                    <a:pt x="384" y="663"/>
                  </a:cubicBezTo>
                  <a:cubicBezTo>
                    <a:pt x="384" y="663"/>
                    <a:pt x="384" y="663"/>
                    <a:pt x="384" y="663"/>
                  </a:cubicBezTo>
                  <a:cubicBezTo>
                    <a:pt x="382" y="664"/>
                    <a:pt x="382" y="664"/>
                    <a:pt x="382" y="664"/>
                  </a:cubicBezTo>
                  <a:cubicBezTo>
                    <a:pt x="382" y="664"/>
                    <a:pt x="382" y="664"/>
                    <a:pt x="382" y="664"/>
                  </a:cubicBezTo>
                  <a:cubicBezTo>
                    <a:pt x="380" y="664"/>
                    <a:pt x="380" y="664"/>
                    <a:pt x="380" y="664"/>
                  </a:cubicBezTo>
                  <a:cubicBezTo>
                    <a:pt x="380" y="664"/>
                    <a:pt x="380" y="664"/>
                    <a:pt x="380" y="664"/>
                  </a:cubicBezTo>
                  <a:cubicBezTo>
                    <a:pt x="378" y="664"/>
                    <a:pt x="378" y="664"/>
                    <a:pt x="378" y="664"/>
                  </a:cubicBezTo>
                  <a:cubicBezTo>
                    <a:pt x="378" y="664"/>
                    <a:pt x="378" y="664"/>
                    <a:pt x="378" y="664"/>
                  </a:cubicBezTo>
                  <a:cubicBezTo>
                    <a:pt x="376" y="665"/>
                    <a:pt x="376" y="665"/>
                    <a:pt x="376" y="665"/>
                  </a:cubicBezTo>
                  <a:cubicBezTo>
                    <a:pt x="376" y="665"/>
                    <a:pt x="376" y="665"/>
                    <a:pt x="376" y="665"/>
                  </a:cubicBezTo>
                  <a:cubicBezTo>
                    <a:pt x="374" y="665"/>
                    <a:pt x="374" y="665"/>
                    <a:pt x="374" y="665"/>
                  </a:cubicBezTo>
                  <a:cubicBezTo>
                    <a:pt x="374" y="665"/>
                    <a:pt x="374" y="665"/>
                    <a:pt x="374" y="665"/>
                  </a:cubicBezTo>
                  <a:cubicBezTo>
                    <a:pt x="372" y="665"/>
                    <a:pt x="372" y="665"/>
                    <a:pt x="372" y="665"/>
                  </a:cubicBezTo>
                  <a:cubicBezTo>
                    <a:pt x="372" y="665"/>
                    <a:pt x="372" y="665"/>
                    <a:pt x="372" y="665"/>
                  </a:cubicBezTo>
                  <a:cubicBezTo>
                    <a:pt x="372" y="665"/>
                    <a:pt x="372" y="665"/>
                    <a:pt x="372" y="665"/>
                  </a:cubicBezTo>
                  <a:cubicBezTo>
                    <a:pt x="372" y="665"/>
                    <a:pt x="372" y="665"/>
                    <a:pt x="372" y="665"/>
                  </a:cubicBezTo>
                  <a:cubicBezTo>
                    <a:pt x="371" y="665"/>
                    <a:pt x="371" y="665"/>
                    <a:pt x="371" y="665"/>
                  </a:cubicBezTo>
                  <a:cubicBezTo>
                    <a:pt x="371" y="665"/>
                    <a:pt x="371" y="665"/>
                    <a:pt x="371" y="665"/>
                  </a:cubicBezTo>
                  <a:cubicBezTo>
                    <a:pt x="371" y="665"/>
                    <a:pt x="371" y="665"/>
                    <a:pt x="371" y="665"/>
                  </a:cubicBezTo>
                  <a:cubicBezTo>
                    <a:pt x="371" y="665"/>
                    <a:pt x="371" y="665"/>
                    <a:pt x="371" y="665"/>
                  </a:cubicBezTo>
                  <a:cubicBezTo>
                    <a:pt x="371" y="665"/>
                    <a:pt x="371" y="665"/>
                    <a:pt x="371" y="665"/>
                  </a:cubicBezTo>
                  <a:cubicBezTo>
                    <a:pt x="371" y="665"/>
                    <a:pt x="371" y="665"/>
                    <a:pt x="371" y="665"/>
                  </a:cubicBezTo>
                  <a:cubicBezTo>
                    <a:pt x="370" y="665"/>
                    <a:pt x="370" y="665"/>
                    <a:pt x="370" y="665"/>
                  </a:cubicBezTo>
                  <a:cubicBezTo>
                    <a:pt x="370" y="665"/>
                    <a:pt x="370" y="665"/>
                    <a:pt x="370" y="665"/>
                  </a:cubicBezTo>
                  <a:cubicBezTo>
                    <a:pt x="370" y="665"/>
                    <a:pt x="370" y="665"/>
                    <a:pt x="370" y="665"/>
                  </a:cubicBezTo>
                  <a:cubicBezTo>
                    <a:pt x="370" y="665"/>
                    <a:pt x="370" y="665"/>
                    <a:pt x="370" y="665"/>
                  </a:cubicBezTo>
                  <a:cubicBezTo>
                    <a:pt x="369" y="665"/>
                    <a:pt x="369" y="665"/>
                    <a:pt x="369" y="665"/>
                  </a:cubicBezTo>
                  <a:cubicBezTo>
                    <a:pt x="369" y="665"/>
                    <a:pt x="369" y="665"/>
                    <a:pt x="369" y="665"/>
                  </a:cubicBezTo>
                  <a:cubicBezTo>
                    <a:pt x="369" y="664"/>
                    <a:pt x="369" y="664"/>
                    <a:pt x="369" y="664"/>
                  </a:cubicBezTo>
                  <a:cubicBezTo>
                    <a:pt x="369" y="664"/>
                    <a:pt x="369" y="664"/>
                    <a:pt x="369" y="664"/>
                  </a:cubicBezTo>
                  <a:cubicBezTo>
                    <a:pt x="368" y="664"/>
                    <a:pt x="368" y="664"/>
                    <a:pt x="368" y="664"/>
                  </a:cubicBezTo>
                  <a:cubicBezTo>
                    <a:pt x="368" y="664"/>
                    <a:pt x="368" y="664"/>
                    <a:pt x="368" y="664"/>
                  </a:cubicBezTo>
                  <a:cubicBezTo>
                    <a:pt x="368" y="663"/>
                    <a:pt x="368" y="663"/>
                    <a:pt x="368" y="663"/>
                  </a:cubicBezTo>
                  <a:cubicBezTo>
                    <a:pt x="368" y="663"/>
                    <a:pt x="368" y="663"/>
                    <a:pt x="368" y="663"/>
                  </a:cubicBezTo>
                  <a:cubicBezTo>
                    <a:pt x="367" y="663"/>
                    <a:pt x="367" y="663"/>
                    <a:pt x="367" y="663"/>
                  </a:cubicBezTo>
                  <a:cubicBezTo>
                    <a:pt x="367" y="663"/>
                    <a:pt x="367" y="663"/>
                    <a:pt x="367" y="663"/>
                  </a:cubicBezTo>
                  <a:cubicBezTo>
                    <a:pt x="367" y="662"/>
                    <a:pt x="367" y="662"/>
                    <a:pt x="367" y="662"/>
                  </a:cubicBezTo>
                  <a:cubicBezTo>
                    <a:pt x="367" y="662"/>
                    <a:pt x="367" y="662"/>
                    <a:pt x="367" y="662"/>
                  </a:cubicBezTo>
                  <a:cubicBezTo>
                    <a:pt x="366" y="662"/>
                    <a:pt x="366" y="662"/>
                    <a:pt x="366" y="662"/>
                  </a:cubicBezTo>
                  <a:cubicBezTo>
                    <a:pt x="366" y="662"/>
                    <a:pt x="366" y="662"/>
                    <a:pt x="366" y="662"/>
                  </a:cubicBezTo>
                  <a:cubicBezTo>
                    <a:pt x="366" y="661"/>
                    <a:pt x="366" y="661"/>
                    <a:pt x="366" y="661"/>
                  </a:cubicBezTo>
                  <a:cubicBezTo>
                    <a:pt x="366" y="661"/>
                    <a:pt x="366" y="661"/>
                    <a:pt x="366" y="661"/>
                  </a:cubicBezTo>
                  <a:cubicBezTo>
                    <a:pt x="365" y="660"/>
                    <a:pt x="365" y="660"/>
                    <a:pt x="365" y="660"/>
                  </a:cubicBezTo>
                  <a:cubicBezTo>
                    <a:pt x="365" y="660"/>
                    <a:pt x="365" y="660"/>
                    <a:pt x="365" y="660"/>
                  </a:cubicBezTo>
                  <a:cubicBezTo>
                    <a:pt x="365" y="659"/>
                    <a:pt x="365" y="659"/>
                    <a:pt x="365" y="659"/>
                  </a:cubicBezTo>
                  <a:cubicBezTo>
                    <a:pt x="365" y="659"/>
                    <a:pt x="365" y="659"/>
                    <a:pt x="365" y="659"/>
                  </a:cubicBezTo>
                  <a:cubicBezTo>
                    <a:pt x="365" y="659"/>
                    <a:pt x="365" y="659"/>
                    <a:pt x="365" y="659"/>
                  </a:cubicBezTo>
                  <a:cubicBezTo>
                    <a:pt x="365" y="659"/>
                    <a:pt x="365" y="659"/>
                    <a:pt x="365" y="659"/>
                  </a:cubicBezTo>
                  <a:cubicBezTo>
                    <a:pt x="366" y="659"/>
                    <a:pt x="366" y="659"/>
                    <a:pt x="366" y="659"/>
                  </a:cubicBezTo>
                  <a:cubicBezTo>
                    <a:pt x="366" y="659"/>
                    <a:pt x="366" y="659"/>
                    <a:pt x="366" y="659"/>
                  </a:cubicBezTo>
                  <a:cubicBezTo>
                    <a:pt x="366" y="659"/>
                    <a:pt x="366" y="659"/>
                    <a:pt x="366" y="659"/>
                  </a:cubicBezTo>
                  <a:cubicBezTo>
                    <a:pt x="366" y="659"/>
                    <a:pt x="366" y="659"/>
                    <a:pt x="366" y="659"/>
                  </a:cubicBezTo>
                  <a:cubicBezTo>
                    <a:pt x="366" y="658"/>
                    <a:pt x="366" y="658"/>
                    <a:pt x="366" y="658"/>
                  </a:cubicBezTo>
                  <a:cubicBezTo>
                    <a:pt x="366" y="658"/>
                    <a:pt x="366" y="658"/>
                    <a:pt x="366" y="658"/>
                  </a:cubicBezTo>
                  <a:cubicBezTo>
                    <a:pt x="366" y="658"/>
                    <a:pt x="366" y="658"/>
                    <a:pt x="366" y="658"/>
                  </a:cubicBezTo>
                  <a:cubicBezTo>
                    <a:pt x="366" y="658"/>
                    <a:pt x="366" y="658"/>
                    <a:pt x="366" y="658"/>
                  </a:cubicBezTo>
                  <a:cubicBezTo>
                    <a:pt x="367" y="658"/>
                    <a:pt x="367" y="658"/>
                    <a:pt x="367" y="658"/>
                  </a:cubicBezTo>
                  <a:cubicBezTo>
                    <a:pt x="367" y="658"/>
                    <a:pt x="367" y="658"/>
                    <a:pt x="367" y="658"/>
                  </a:cubicBezTo>
                  <a:cubicBezTo>
                    <a:pt x="367" y="658"/>
                    <a:pt x="367" y="658"/>
                    <a:pt x="367" y="658"/>
                  </a:cubicBezTo>
                  <a:cubicBezTo>
                    <a:pt x="367" y="658"/>
                    <a:pt x="367" y="658"/>
                    <a:pt x="367" y="658"/>
                  </a:cubicBezTo>
                  <a:cubicBezTo>
                    <a:pt x="367" y="657"/>
                    <a:pt x="367" y="657"/>
                    <a:pt x="367" y="657"/>
                  </a:cubicBezTo>
                  <a:cubicBezTo>
                    <a:pt x="367" y="657"/>
                    <a:pt x="367" y="657"/>
                    <a:pt x="367" y="657"/>
                  </a:cubicBezTo>
                  <a:cubicBezTo>
                    <a:pt x="368" y="658"/>
                    <a:pt x="368" y="658"/>
                    <a:pt x="368" y="658"/>
                  </a:cubicBezTo>
                  <a:cubicBezTo>
                    <a:pt x="368" y="658"/>
                    <a:pt x="368" y="658"/>
                    <a:pt x="368" y="658"/>
                  </a:cubicBezTo>
                  <a:cubicBezTo>
                    <a:pt x="369" y="658"/>
                    <a:pt x="369" y="658"/>
                    <a:pt x="369" y="658"/>
                  </a:cubicBezTo>
                  <a:cubicBezTo>
                    <a:pt x="369" y="658"/>
                    <a:pt x="369" y="658"/>
                    <a:pt x="369" y="658"/>
                  </a:cubicBezTo>
                  <a:cubicBezTo>
                    <a:pt x="370" y="658"/>
                    <a:pt x="370" y="658"/>
                    <a:pt x="370" y="658"/>
                  </a:cubicBezTo>
                  <a:cubicBezTo>
                    <a:pt x="370" y="658"/>
                    <a:pt x="370" y="658"/>
                    <a:pt x="370" y="658"/>
                  </a:cubicBezTo>
                  <a:cubicBezTo>
                    <a:pt x="370" y="658"/>
                    <a:pt x="370" y="658"/>
                    <a:pt x="370" y="658"/>
                  </a:cubicBezTo>
                  <a:cubicBezTo>
                    <a:pt x="370" y="658"/>
                    <a:pt x="370" y="658"/>
                    <a:pt x="370" y="658"/>
                  </a:cubicBezTo>
                  <a:cubicBezTo>
                    <a:pt x="371" y="658"/>
                    <a:pt x="371" y="658"/>
                    <a:pt x="371" y="658"/>
                  </a:cubicBezTo>
                  <a:cubicBezTo>
                    <a:pt x="371" y="658"/>
                    <a:pt x="371" y="658"/>
                    <a:pt x="371" y="658"/>
                  </a:cubicBezTo>
                  <a:cubicBezTo>
                    <a:pt x="372" y="658"/>
                    <a:pt x="372" y="658"/>
                    <a:pt x="372" y="658"/>
                  </a:cubicBezTo>
                  <a:cubicBezTo>
                    <a:pt x="372" y="658"/>
                    <a:pt x="372" y="658"/>
                    <a:pt x="372" y="658"/>
                  </a:cubicBezTo>
                  <a:cubicBezTo>
                    <a:pt x="373" y="659"/>
                    <a:pt x="373" y="659"/>
                    <a:pt x="373" y="659"/>
                  </a:cubicBezTo>
                  <a:cubicBezTo>
                    <a:pt x="373" y="659"/>
                    <a:pt x="373" y="659"/>
                    <a:pt x="373" y="659"/>
                  </a:cubicBezTo>
                  <a:cubicBezTo>
                    <a:pt x="374" y="659"/>
                    <a:pt x="374" y="659"/>
                    <a:pt x="374" y="659"/>
                  </a:cubicBezTo>
                  <a:cubicBezTo>
                    <a:pt x="374" y="659"/>
                    <a:pt x="374" y="659"/>
                    <a:pt x="374" y="659"/>
                  </a:cubicBezTo>
                  <a:cubicBezTo>
                    <a:pt x="390" y="658"/>
                    <a:pt x="390" y="658"/>
                    <a:pt x="390" y="658"/>
                  </a:cubicBezTo>
                  <a:cubicBezTo>
                    <a:pt x="390" y="658"/>
                    <a:pt x="390" y="658"/>
                    <a:pt x="390" y="658"/>
                  </a:cubicBezTo>
                  <a:cubicBezTo>
                    <a:pt x="398" y="658"/>
                    <a:pt x="398" y="658"/>
                    <a:pt x="398" y="658"/>
                  </a:cubicBezTo>
                  <a:cubicBezTo>
                    <a:pt x="398" y="658"/>
                    <a:pt x="398" y="658"/>
                    <a:pt x="398" y="658"/>
                  </a:cubicBezTo>
                  <a:cubicBezTo>
                    <a:pt x="399" y="658"/>
                    <a:pt x="399" y="658"/>
                    <a:pt x="399" y="658"/>
                  </a:cubicBezTo>
                  <a:cubicBezTo>
                    <a:pt x="399" y="658"/>
                    <a:pt x="399" y="658"/>
                    <a:pt x="399" y="658"/>
                  </a:cubicBezTo>
                  <a:cubicBezTo>
                    <a:pt x="399" y="659"/>
                    <a:pt x="399" y="659"/>
                    <a:pt x="399" y="659"/>
                  </a:cubicBezTo>
                  <a:cubicBezTo>
                    <a:pt x="399" y="659"/>
                    <a:pt x="399" y="659"/>
                    <a:pt x="399" y="659"/>
                  </a:cubicBezTo>
                  <a:cubicBezTo>
                    <a:pt x="400" y="660"/>
                    <a:pt x="400" y="660"/>
                    <a:pt x="400" y="660"/>
                  </a:cubicBezTo>
                  <a:cubicBezTo>
                    <a:pt x="400" y="660"/>
                    <a:pt x="400" y="660"/>
                    <a:pt x="400" y="660"/>
                  </a:cubicBezTo>
                  <a:cubicBezTo>
                    <a:pt x="401" y="661"/>
                    <a:pt x="401" y="661"/>
                    <a:pt x="401" y="661"/>
                  </a:cubicBezTo>
                  <a:cubicBezTo>
                    <a:pt x="401" y="661"/>
                    <a:pt x="401" y="661"/>
                    <a:pt x="401" y="661"/>
                  </a:cubicBezTo>
                  <a:cubicBezTo>
                    <a:pt x="401" y="662"/>
                    <a:pt x="401" y="662"/>
                    <a:pt x="401" y="662"/>
                  </a:cubicBezTo>
                  <a:cubicBezTo>
                    <a:pt x="401" y="662"/>
                    <a:pt x="401" y="662"/>
                    <a:pt x="401" y="662"/>
                  </a:cubicBezTo>
                  <a:cubicBezTo>
                    <a:pt x="401" y="663"/>
                    <a:pt x="401" y="663"/>
                    <a:pt x="401" y="663"/>
                  </a:cubicBezTo>
                  <a:cubicBezTo>
                    <a:pt x="401" y="663"/>
                    <a:pt x="401" y="663"/>
                    <a:pt x="401" y="663"/>
                  </a:cubicBezTo>
                  <a:cubicBezTo>
                    <a:pt x="401" y="664"/>
                    <a:pt x="401" y="664"/>
                    <a:pt x="401" y="664"/>
                  </a:cubicBezTo>
                  <a:cubicBezTo>
                    <a:pt x="401" y="664"/>
                    <a:pt x="401" y="664"/>
                    <a:pt x="401" y="664"/>
                  </a:cubicBezTo>
                  <a:cubicBezTo>
                    <a:pt x="401" y="665"/>
                    <a:pt x="401" y="665"/>
                    <a:pt x="401" y="665"/>
                  </a:cubicBezTo>
                  <a:cubicBezTo>
                    <a:pt x="401" y="665"/>
                    <a:pt x="401" y="665"/>
                    <a:pt x="401" y="665"/>
                  </a:cubicBezTo>
                  <a:cubicBezTo>
                    <a:pt x="400" y="666"/>
                    <a:pt x="400" y="666"/>
                    <a:pt x="400" y="666"/>
                  </a:cubicBezTo>
                  <a:cubicBezTo>
                    <a:pt x="400" y="666"/>
                    <a:pt x="400" y="666"/>
                    <a:pt x="400" y="666"/>
                  </a:cubicBezTo>
                  <a:cubicBezTo>
                    <a:pt x="400" y="666"/>
                    <a:pt x="400" y="666"/>
                    <a:pt x="400" y="666"/>
                  </a:cubicBezTo>
                  <a:cubicBezTo>
                    <a:pt x="400" y="666"/>
                    <a:pt x="400" y="666"/>
                    <a:pt x="400" y="666"/>
                  </a:cubicBezTo>
                  <a:cubicBezTo>
                    <a:pt x="400" y="667"/>
                    <a:pt x="400" y="667"/>
                    <a:pt x="400" y="667"/>
                  </a:cubicBezTo>
                  <a:cubicBezTo>
                    <a:pt x="400" y="667"/>
                    <a:pt x="400" y="667"/>
                    <a:pt x="400" y="667"/>
                  </a:cubicBezTo>
                  <a:cubicBezTo>
                    <a:pt x="399" y="667"/>
                    <a:pt x="399" y="667"/>
                    <a:pt x="399" y="667"/>
                  </a:cubicBezTo>
                  <a:cubicBezTo>
                    <a:pt x="399" y="667"/>
                    <a:pt x="399" y="667"/>
                    <a:pt x="399" y="667"/>
                  </a:cubicBezTo>
                  <a:cubicBezTo>
                    <a:pt x="399" y="668"/>
                    <a:pt x="399" y="668"/>
                    <a:pt x="399" y="668"/>
                  </a:cubicBezTo>
                  <a:cubicBezTo>
                    <a:pt x="399" y="668"/>
                    <a:pt x="399" y="668"/>
                    <a:pt x="399" y="668"/>
                  </a:cubicBezTo>
                  <a:cubicBezTo>
                    <a:pt x="398" y="668"/>
                    <a:pt x="398" y="668"/>
                    <a:pt x="398" y="668"/>
                  </a:cubicBezTo>
                  <a:cubicBezTo>
                    <a:pt x="398" y="668"/>
                    <a:pt x="398" y="668"/>
                    <a:pt x="398" y="668"/>
                  </a:cubicBezTo>
                  <a:cubicBezTo>
                    <a:pt x="398" y="668"/>
                    <a:pt x="398" y="668"/>
                    <a:pt x="398" y="668"/>
                  </a:cubicBezTo>
                  <a:cubicBezTo>
                    <a:pt x="398" y="668"/>
                    <a:pt x="398" y="668"/>
                    <a:pt x="398" y="668"/>
                  </a:cubicBezTo>
                  <a:cubicBezTo>
                    <a:pt x="398" y="669"/>
                    <a:pt x="398" y="669"/>
                    <a:pt x="398" y="669"/>
                  </a:cubicBezTo>
                  <a:cubicBezTo>
                    <a:pt x="398" y="669"/>
                    <a:pt x="398" y="669"/>
                    <a:pt x="398" y="669"/>
                  </a:cubicBezTo>
                  <a:cubicBezTo>
                    <a:pt x="396" y="670"/>
                    <a:pt x="396" y="670"/>
                    <a:pt x="396" y="670"/>
                  </a:cubicBezTo>
                  <a:cubicBezTo>
                    <a:pt x="396" y="670"/>
                    <a:pt x="396" y="670"/>
                    <a:pt x="396" y="670"/>
                  </a:cubicBezTo>
                  <a:cubicBezTo>
                    <a:pt x="395" y="672"/>
                    <a:pt x="395" y="672"/>
                    <a:pt x="395" y="672"/>
                  </a:cubicBezTo>
                  <a:cubicBezTo>
                    <a:pt x="395" y="672"/>
                    <a:pt x="395" y="672"/>
                    <a:pt x="395" y="672"/>
                  </a:cubicBezTo>
                  <a:cubicBezTo>
                    <a:pt x="393" y="673"/>
                    <a:pt x="393" y="673"/>
                    <a:pt x="393" y="673"/>
                  </a:cubicBezTo>
                  <a:cubicBezTo>
                    <a:pt x="393" y="673"/>
                    <a:pt x="393" y="673"/>
                    <a:pt x="393" y="673"/>
                  </a:cubicBezTo>
                  <a:cubicBezTo>
                    <a:pt x="392" y="675"/>
                    <a:pt x="392" y="675"/>
                    <a:pt x="392" y="675"/>
                  </a:cubicBezTo>
                  <a:cubicBezTo>
                    <a:pt x="392" y="675"/>
                    <a:pt x="392" y="675"/>
                    <a:pt x="392" y="675"/>
                  </a:cubicBezTo>
                  <a:cubicBezTo>
                    <a:pt x="391" y="676"/>
                    <a:pt x="391" y="676"/>
                    <a:pt x="391" y="676"/>
                  </a:cubicBezTo>
                  <a:cubicBezTo>
                    <a:pt x="391" y="676"/>
                    <a:pt x="391" y="676"/>
                    <a:pt x="391" y="676"/>
                  </a:cubicBezTo>
                  <a:cubicBezTo>
                    <a:pt x="390" y="677"/>
                    <a:pt x="390" y="677"/>
                    <a:pt x="390" y="677"/>
                  </a:cubicBezTo>
                  <a:cubicBezTo>
                    <a:pt x="390" y="677"/>
                    <a:pt x="390" y="677"/>
                    <a:pt x="390" y="677"/>
                  </a:cubicBezTo>
                  <a:cubicBezTo>
                    <a:pt x="388" y="679"/>
                    <a:pt x="388" y="679"/>
                    <a:pt x="388" y="679"/>
                  </a:cubicBezTo>
                  <a:cubicBezTo>
                    <a:pt x="388" y="679"/>
                    <a:pt x="388" y="679"/>
                    <a:pt x="388" y="679"/>
                  </a:cubicBezTo>
                  <a:cubicBezTo>
                    <a:pt x="387" y="679"/>
                    <a:pt x="387" y="679"/>
                    <a:pt x="387" y="679"/>
                  </a:cubicBezTo>
                  <a:cubicBezTo>
                    <a:pt x="387" y="679"/>
                    <a:pt x="387" y="679"/>
                    <a:pt x="387" y="679"/>
                  </a:cubicBezTo>
                  <a:cubicBezTo>
                    <a:pt x="381" y="688"/>
                    <a:pt x="381" y="688"/>
                    <a:pt x="381" y="688"/>
                  </a:cubicBezTo>
                  <a:cubicBezTo>
                    <a:pt x="381" y="688"/>
                    <a:pt x="381" y="688"/>
                    <a:pt x="381" y="688"/>
                  </a:cubicBezTo>
                  <a:cubicBezTo>
                    <a:pt x="382" y="690"/>
                    <a:pt x="382" y="690"/>
                    <a:pt x="382" y="690"/>
                  </a:cubicBezTo>
                  <a:cubicBezTo>
                    <a:pt x="382" y="690"/>
                    <a:pt x="382" y="690"/>
                    <a:pt x="382" y="690"/>
                  </a:cubicBezTo>
                  <a:cubicBezTo>
                    <a:pt x="383" y="690"/>
                    <a:pt x="383" y="690"/>
                    <a:pt x="383" y="690"/>
                  </a:cubicBezTo>
                  <a:cubicBezTo>
                    <a:pt x="383" y="690"/>
                    <a:pt x="383" y="690"/>
                    <a:pt x="383" y="690"/>
                  </a:cubicBezTo>
                  <a:cubicBezTo>
                    <a:pt x="385" y="690"/>
                    <a:pt x="385" y="690"/>
                    <a:pt x="385" y="690"/>
                  </a:cubicBezTo>
                  <a:cubicBezTo>
                    <a:pt x="385" y="690"/>
                    <a:pt x="385" y="690"/>
                    <a:pt x="385" y="690"/>
                  </a:cubicBezTo>
                  <a:cubicBezTo>
                    <a:pt x="386" y="690"/>
                    <a:pt x="386" y="690"/>
                    <a:pt x="386" y="690"/>
                  </a:cubicBezTo>
                  <a:cubicBezTo>
                    <a:pt x="386" y="690"/>
                    <a:pt x="386" y="690"/>
                    <a:pt x="386" y="690"/>
                  </a:cubicBezTo>
                  <a:cubicBezTo>
                    <a:pt x="388" y="689"/>
                    <a:pt x="388" y="689"/>
                    <a:pt x="388" y="689"/>
                  </a:cubicBezTo>
                  <a:cubicBezTo>
                    <a:pt x="388" y="689"/>
                    <a:pt x="388" y="689"/>
                    <a:pt x="388" y="689"/>
                  </a:cubicBezTo>
                  <a:cubicBezTo>
                    <a:pt x="390" y="688"/>
                    <a:pt x="390" y="688"/>
                    <a:pt x="390" y="688"/>
                  </a:cubicBezTo>
                  <a:cubicBezTo>
                    <a:pt x="390" y="688"/>
                    <a:pt x="390" y="688"/>
                    <a:pt x="390" y="688"/>
                  </a:cubicBezTo>
                  <a:cubicBezTo>
                    <a:pt x="391" y="688"/>
                    <a:pt x="391" y="688"/>
                    <a:pt x="391" y="688"/>
                  </a:cubicBezTo>
                  <a:cubicBezTo>
                    <a:pt x="391" y="688"/>
                    <a:pt x="391" y="688"/>
                    <a:pt x="391" y="688"/>
                  </a:cubicBezTo>
                  <a:cubicBezTo>
                    <a:pt x="392" y="687"/>
                    <a:pt x="392" y="687"/>
                    <a:pt x="392" y="687"/>
                  </a:cubicBezTo>
                  <a:cubicBezTo>
                    <a:pt x="392" y="687"/>
                    <a:pt x="392" y="687"/>
                    <a:pt x="392" y="687"/>
                  </a:cubicBezTo>
                  <a:cubicBezTo>
                    <a:pt x="394" y="686"/>
                    <a:pt x="394" y="686"/>
                    <a:pt x="394" y="686"/>
                  </a:cubicBezTo>
                  <a:cubicBezTo>
                    <a:pt x="394" y="686"/>
                    <a:pt x="394" y="686"/>
                    <a:pt x="394" y="686"/>
                  </a:cubicBezTo>
                  <a:cubicBezTo>
                    <a:pt x="394" y="687"/>
                    <a:pt x="394" y="687"/>
                    <a:pt x="394" y="687"/>
                  </a:cubicBezTo>
                  <a:cubicBezTo>
                    <a:pt x="394" y="687"/>
                    <a:pt x="394" y="687"/>
                    <a:pt x="394" y="687"/>
                  </a:cubicBezTo>
                  <a:cubicBezTo>
                    <a:pt x="395" y="687"/>
                    <a:pt x="395" y="687"/>
                    <a:pt x="395" y="687"/>
                  </a:cubicBezTo>
                  <a:cubicBezTo>
                    <a:pt x="395" y="687"/>
                    <a:pt x="395" y="687"/>
                    <a:pt x="395" y="687"/>
                  </a:cubicBezTo>
                  <a:cubicBezTo>
                    <a:pt x="395" y="688"/>
                    <a:pt x="395" y="688"/>
                    <a:pt x="395" y="688"/>
                  </a:cubicBezTo>
                  <a:cubicBezTo>
                    <a:pt x="395" y="688"/>
                    <a:pt x="395" y="688"/>
                    <a:pt x="395" y="688"/>
                  </a:cubicBezTo>
                  <a:cubicBezTo>
                    <a:pt x="395" y="688"/>
                    <a:pt x="395" y="688"/>
                    <a:pt x="395" y="688"/>
                  </a:cubicBezTo>
                  <a:cubicBezTo>
                    <a:pt x="395" y="688"/>
                    <a:pt x="395" y="688"/>
                    <a:pt x="395" y="688"/>
                  </a:cubicBezTo>
                  <a:cubicBezTo>
                    <a:pt x="395" y="689"/>
                    <a:pt x="395" y="689"/>
                    <a:pt x="395" y="689"/>
                  </a:cubicBezTo>
                  <a:cubicBezTo>
                    <a:pt x="395" y="689"/>
                    <a:pt x="395" y="689"/>
                    <a:pt x="395" y="689"/>
                  </a:cubicBezTo>
                  <a:cubicBezTo>
                    <a:pt x="395" y="689"/>
                    <a:pt x="395" y="689"/>
                    <a:pt x="395" y="689"/>
                  </a:cubicBezTo>
                  <a:cubicBezTo>
                    <a:pt x="395" y="689"/>
                    <a:pt x="395" y="689"/>
                    <a:pt x="395" y="689"/>
                  </a:cubicBezTo>
                  <a:cubicBezTo>
                    <a:pt x="395" y="690"/>
                    <a:pt x="395" y="690"/>
                    <a:pt x="395" y="690"/>
                  </a:cubicBezTo>
                  <a:cubicBezTo>
                    <a:pt x="395" y="690"/>
                    <a:pt x="395" y="690"/>
                    <a:pt x="395" y="690"/>
                  </a:cubicBezTo>
                  <a:cubicBezTo>
                    <a:pt x="395" y="690"/>
                    <a:pt x="395" y="690"/>
                    <a:pt x="395" y="690"/>
                  </a:cubicBezTo>
                  <a:cubicBezTo>
                    <a:pt x="395" y="690"/>
                    <a:pt x="395" y="690"/>
                    <a:pt x="395" y="690"/>
                  </a:cubicBezTo>
                  <a:cubicBezTo>
                    <a:pt x="395" y="691"/>
                    <a:pt x="395" y="691"/>
                    <a:pt x="395" y="691"/>
                  </a:cubicBezTo>
                  <a:cubicBezTo>
                    <a:pt x="395" y="691"/>
                    <a:pt x="395" y="691"/>
                    <a:pt x="395" y="691"/>
                  </a:cubicBezTo>
                  <a:cubicBezTo>
                    <a:pt x="394" y="691"/>
                    <a:pt x="394" y="691"/>
                    <a:pt x="394" y="691"/>
                  </a:cubicBezTo>
                  <a:cubicBezTo>
                    <a:pt x="394" y="691"/>
                    <a:pt x="394" y="691"/>
                    <a:pt x="394" y="691"/>
                  </a:cubicBezTo>
                  <a:cubicBezTo>
                    <a:pt x="394" y="691"/>
                    <a:pt x="394" y="691"/>
                    <a:pt x="394" y="691"/>
                  </a:cubicBezTo>
                  <a:cubicBezTo>
                    <a:pt x="394" y="691"/>
                    <a:pt x="394" y="691"/>
                    <a:pt x="394" y="691"/>
                  </a:cubicBezTo>
                  <a:cubicBezTo>
                    <a:pt x="394" y="691"/>
                    <a:pt x="394" y="691"/>
                    <a:pt x="394" y="691"/>
                  </a:cubicBezTo>
                  <a:cubicBezTo>
                    <a:pt x="394" y="691"/>
                    <a:pt x="394" y="691"/>
                    <a:pt x="394" y="691"/>
                  </a:cubicBezTo>
                  <a:cubicBezTo>
                    <a:pt x="393" y="691"/>
                    <a:pt x="393" y="691"/>
                    <a:pt x="393" y="691"/>
                  </a:cubicBezTo>
                  <a:cubicBezTo>
                    <a:pt x="393" y="691"/>
                    <a:pt x="393" y="691"/>
                    <a:pt x="393" y="691"/>
                  </a:cubicBezTo>
                  <a:cubicBezTo>
                    <a:pt x="393" y="691"/>
                    <a:pt x="393" y="691"/>
                    <a:pt x="393" y="691"/>
                  </a:cubicBezTo>
                  <a:cubicBezTo>
                    <a:pt x="393" y="691"/>
                    <a:pt x="393" y="691"/>
                    <a:pt x="393" y="691"/>
                  </a:cubicBezTo>
                  <a:cubicBezTo>
                    <a:pt x="392" y="691"/>
                    <a:pt x="392" y="691"/>
                    <a:pt x="392" y="691"/>
                  </a:cubicBezTo>
                  <a:cubicBezTo>
                    <a:pt x="392" y="691"/>
                    <a:pt x="392" y="691"/>
                    <a:pt x="392" y="691"/>
                  </a:cubicBezTo>
                  <a:cubicBezTo>
                    <a:pt x="392" y="692"/>
                    <a:pt x="392" y="692"/>
                    <a:pt x="392" y="692"/>
                  </a:cubicBezTo>
                  <a:cubicBezTo>
                    <a:pt x="392" y="692"/>
                    <a:pt x="392" y="692"/>
                    <a:pt x="392" y="692"/>
                  </a:cubicBezTo>
                  <a:cubicBezTo>
                    <a:pt x="376" y="696"/>
                    <a:pt x="376" y="696"/>
                    <a:pt x="376" y="696"/>
                  </a:cubicBezTo>
                  <a:cubicBezTo>
                    <a:pt x="376" y="696"/>
                    <a:pt x="376" y="696"/>
                    <a:pt x="376" y="696"/>
                  </a:cubicBezTo>
                  <a:cubicBezTo>
                    <a:pt x="376" y="697"/>
                    <a:pt x="376" y="697"/>
                    <a:pt x="376" y="697"/>
                  </a:cubicBezTo>
                  <a:cubicBezTo>
                    <a:pt x="376" y="697"/>
                    <a:pt x="376" y="697"/>
                    <a:pt x="376" y="697"/>
                  </a:cubicBezTo>
                  <a:cubicBezTo>
                    <a:pt x="375" y="697"/>
                    <a:pt x="375" y="697"/>
                    <a:pt x="375" y="697"/>
                  </a:cubicBezTo>
                  <a:cubicBezTo>
                    <a:pt x="375" y="697"/>
                    <a:pt x="375" y="697"/>
                    <a:pt x="375" y="697"/>
                  </a:cubicBezTo>
                  <a:cubicBezTo>
                    <a:pt x="375" y="697"/>
                    <a:pt x="375" y="697"/>
                    <a:pt x="375" y="697"/>
                  </a:cubicBezTo>
                  <a:cubicBezTo>
                    <a:pt x="375" y="697"/>
                    <a:pt x="375" y="697"/>
                    <a:pt x="375" y="697"/>
                  </a:cubicBezTo>
                  <a:cubicBezTo>
                    <a:pt x="375" y="697"/>
                    <a:pt x="375" y="697"/>
                    <a:pt x="375" y="697"/>
                  </a:cubicBezTo>
                  <a:cubicBezTo>
                    <a:pt x="375" y="697"/>
                    <a:pt x="375" y="697"/>
                    <a:pt x="375" y="697"/>
                  </a:cubicBezTo>
                  <a:cubicBezTo>
                    <a:pt x="375" y="697"/>
                    <a:pt x="375" y="697"/>
                    <a:pt x="375" y="697"/>
                  </a:cubicBezTo>
                  <a:cubicBezTo>
                    <a:pt x="375" y="697"/>
                    <a:pt x="375" y="697"/>
                    <a:pt x="375" y="697"/>
                  </a:cubicBezTo>
                  <a:cubicBezTo>
                    <a:pt x="375" y="697"/>
                    <a:pt x="375" y="697"/>
                    <a:pt x="375" y="697"/>
                  </a:cubicBezTo>
                  <a:cubicBezTo>
                    <a:pt x="375" y="697"/>
                    <a:pt x="375" y="697"/>
                    <a:pt x="375" y="697"/>
                  </a:cubicBezTo>
                  <a:cubicBezTo>
                    <a:pt x="374" y="698"/>
                    <a:pt x="374" y="698"/>
                    <a:pt x="374" y="698"/>
                  </a:cubicBezTo>
                  <a:cubicBezTo>
                    <a:pt x="374" y="698"/>
                    <a:pt x="374" y="698"/>
                    <a:pt x="374" y="698"/>
                  </a:cubicBezTo>
                  <a:cubicBezTo>
                    <a:pt x="374" y="698"/>
                    <a:pt x="374" y="698"/>
                    <a:pt x="374" y="698"/>
                  </a:cubicBezTo>
                  <a:cubicBezTo>
                    <a:pt x="374" y="698"/>
                    <a:pt x="374" y="698"/>
                    <a:pt x="374" y="698"/>
                  </a:cubicBezTo>
                  <a:cubicBezTo>
                    <a:pt x="373" y="698"/>
                    <a:pt x="373" y="698"/>
                    <a:pt x="373" y="698"/>
                  </a:cubicBezTo>
                  <a:cubicBezTo>
                    <a:pt x="373" y="698"/>
                    <a:pt x="373" y="698"/>
                    <a:pt x="373" y="698"/>
                  </a:cubicBezTo>
                  <a:cubicBezTo>
                    <a:pt x="373" y="698"/>
                    <a:pt x="373" y="698"/>
                    <a:pt x="373" y="698"/>
                  </a:cubicBezTo>
                  <a:cubicBezTo>
                    <a:pt x="373" y="698"/>
                    <a:pt x="373" y="698"/>
                    <a:pt x="373" y="698"/>
                  </a:cubicBezTo>
                  <a:cubicBezTo>
                    <a:pt x="372" y="698"/>
                    <a:pt x="372" y="698"/>
                    <a:pt x="372" y="698"/>
                  </a:cubicBezTo>
                  <a:cubicBezTo>
                    <a:pt x="372" y="698"/>
                    <a:pt x="372" y="698"/>
                    <a:pt x="372" y="698"/>
                  </a:cubicBezTo>
                  <a:cubicBezTo>
                    <a:pt x="372" y="698"/>
                    <a:pt x="372" y="698"/>
                    <a:pt x="372" y="698"/>
                  </a:cubicBezTo>
                  <a:cubicBezTo>
                    <a:pt x="372" y="698"/>
                    <a:pt x="372" y="698"/>
                    <a:pt x="372" y="698"/>
                  </a:cubicBezTo>
                  <a:cubicBezTo>
                    <a:pt x="371" y="699"/>
                    <a:pt x="371" y="699"/>
                    <a:pt x="370" y="699"/>
                  </a:cubicBezTo>
                  <a:cubicBezTo>
                    <a:pt x="370" y="699"/>
                    <a:pt x="370" y="699"/>
                    <a:pt x="370" y="699"/>
                  </a:cubicBezTo>
                  <a:cubicBezTo>
                    <a:pt x="370" y="699"/>
                    <a:pt x="369" y="699"/>
                    <a:pt x="369" y="699"/>
                  </a:cubicBezTo>
                  <a:cubicBezTo>
                    <a:pt x="369" y="699"/>
                    <a:pt x="369" y="700"/>
                    <a:pt x="369" y="700"/>
                  </a:cubicBezTo>
                  <a:cubicBezTo>
                    <a:pt x="369" y="700"/>
                    <a:pt x="368" y="700"/>
                    <a:pt x="368" y="700"/>
                  </a:cubicBezTo>
                  <a:cubicBezTo>
                    <a:pt x="368" y="700"/>
                    <a:pt x="368" y="700"/>
                    <a:pt x="368" y="700"/>
                  </a:cubicBezTo>
                  <a:cubicBezTo>
                    <a:pt x="368" y="700"/>
                    <a:pt x="368" y="700"/>
                    <a:pt x="368" y="700"/>
                  </a:cubicBezTo>
                  <a:cubicBezTo>
                    <a:pt x="368" y="700"/>
                    <a:pt x="368" y="700"/>
                    <a:pt x="368" y="700"/>
                  </a:cubicBezTo>
                  <a:cubicBezTo>
                    <a:pt x="367" y="701"/>
                    <a:pt x="367" y="701"/>
                    <a:pt x="366" y="701"/>
                  </a:cubicBezTo>
                  <a:cubicBezTo>
                    <a:pt x="366" y="701"/>
                    <a:pt x="366" y="701"/>
                    <a:pt x="366" y="701"/>
                  </a:cubicBezTo>
                  <a:cubicBezTo>
                    <a:pt x="366" y="701"/>
                    <a:pt x="365" y="701"/>
                    <a:pt x="365" y="701"/>
                  </a:cubicBezTo>
                  <a:cubicBezTo>
                    <a:pt x="365" y="701"/>
                    <a:pt x="365" y="701"/>
                    <a:pt x="365" y="701"/>
                  </a:cubicBezTo>
                  <a:cubicBezTo>
                    <a:pt x="365" y="701"/>
                    <a:pt x="365" y="701"/>
                    <a:pt x="365" y="701"/>
                  </a:cubicBezTo>
                  <a:cubicBezTo>
                    <a:pt x="365" y="701"/>
                    <a:pt x="365" y="701"/>
                    <a:pt x="365" y="701"/>
                  </a:cubicBezTo>
                  <a:cubicBezTo>
                    <a:pt x="365" y="701"/>
                    <a:pt x="364" y="701"/>
                    <a:pt x="364" y="701"/>
                  </a:cubicBezTo>
                  <a:cubicBezTo>
                    <a:pt x="364" y="701"/>
                    <a:pt x="364" y="701"/>
                    <a:pt x="364" y="701"/>
                  </a:cubicBezTo>
                  <a:cubicBezTo>
                    <a:pt x="364" y="701"/>
                    <a:pt x="364" y="701"/>
                    <a:pt x="364" y="702"/>
                  </a:cubicBezTo>
                  <a:cubicBezTo>
                    <a:pt x="364" y="702"/>
                    <a:pt x="364" y="702"/>
                    <a:pt x="364" y="702"/>
                  </a:cubicBezTo>
                  <a:cubicBezTo>
                    <a:pt x="364" y="702"/>
                    <a:pt x="363" y="702"/>
                    <a:pt x="363" y="702"/>
                  </a:cubicBezTo>
                  <a:cubicBezTo>
                    <a:pt x="363" y="702"/>
                    <a:pt x="363" y="702"/>
                    <a:pt x="363" y="702"/>
                  </a:cubicBezTo>
                  <a:cubicBezTo>
                    <a:pt x="363" y="702"/>
                    <a:pt x="362" y="702"/>
                    <a:pt x="361" y="702"/>
                  </a:cubicBezTo>
                  <a:cubicBezTo>
                    <a:pt x="361" y="702"/>
                    <a:pt x="361" y="702"/>
                    <a:pt x="361" y="702"/>
                  </a:cubicBezTo>
                  <a:cubicBezTo>
                    <a:pt x="361" y="702"/>
                    <a:pt x="361" y="702"/>
                    <a:pt x="361" y="702"/>
                  </a:cubicBezTo>
                  <a:cubicBezTo>
                    <a:pt x="361" y="702"/>
                    <a:pt x="361" y="702"/>
                    <a:pt x="361" y="702"/>
                  </a:cubicBezTo>
                  <a:cubicBezTo>
                    <a:pt x="360" y="702"/>
                    <a:pt x="360" y="702"/>
                    <a:pt x="360" y="702"/>
                  </a:cubicBezTo>
                  <a:cubicBezTo>
                    <a:pt x="360" y="702"/>
                    <a:pt x="360" y="702"/>
                    <a:pt x="360" y="702"/>
                  </a:cubicBezTo>
                  <a:cubicBezTo>
                    <a:pt x="360" y="703"/>
                    <a:pt x="360" y="703"/>
                    <a:pt x="360" y="703"/>
                  </a:cubicBezTo>
                  <a:cubicBezTo>
                    <a:pt x="360" y="703"/>
                    <a:pt x="360" y="703"/>
                    <a:pt x="360" y="703"/>
                  </a:cubicBezTo>
                  <a:cubicBezTo>
                    <a:pt x="359" y="704"/>
                    <a:pt x="359" y="704"/>
                    <a:pt x="359" y="704"/>
                  </a:cubicBezTo>
                  <a:cubicBezTo>
                    <a:pt x="359" y="704"/>
                    <a:pt x="359" y="704"/>
                    <a:pt x="359" y="704"/>
                  </a:cubicBezTo>
                  <a:cubicBezTo>
                    <a:pt x="358" y="704"/>
                    <a:pt x="358" y="704"/>
                    <a:pt x="358" y="704"/>
                  </a:cubicBezTo>
                  <a:cubicBezTo>
                    <a:pt x="358" y="704"/>
                    <a:pt x="358" y="704"/>
                    <a:pt x="358" y="704"/>
                  </a:cubicBezTo>
                  <a:cubicBezTo>
                    <a:pt x="357" y="705"/>
                    <a:pt x="357" y="705"/>
                    <a:pt x="357" y="705"/>
                  </a:cubicBezTo>
                  <a:cubicBezTo>
                    <a:pt x="357" y="705"/>
                    <a:pt x="357" y="705"/>
                    <a:pt x="357" y="705"/>
                  </a:cubicBezTo>
                  <a:cubicBezTo>
                    <a:pt x="356" y="705"/>
                    <a:pt x="356" y="705"/>
                    <a:pt x="356" y="705"/>
                  </a:cubicBezTo>
                  <a:cubicBezTo>
                    <a:pt x="356" y="705"/>
                    <a:pt x="356" y="705"/>
                    <a:pt x="356" y="705"/>
                  </a:cubicBezTo>
                  <a:cubicBezTo>
                    <a:pt x="355" y="706"/>
                    <a:pt x="355" y="706"/>
                    <a:pt x="355" y="706"/>
                  </a:cubicBezTo>
                  <a:cubicBezTo>
                    <a:pt x="355" y="706"/>
                    <a:pt x="355" y="706"/>
                    <a:pt x="355" y="706"/>
                  </a:cubicBezTo>
                  <a:cubicBezTo>
                    <a:pt x="353" y="706"/>
                    <a:pt x="353" y="706"/>
                    <a:pt x="353" y="706"/>
                  </a:cubicBezTo>
                  <a:cubicBezTo>
                    <a:pt x="353" y="706"/>
                    <a:pt x="353" y="706"/>
                    <a:pt x="353" y="706"/>
                  </a:cubicBezTo>
                  <a:cubicBezTo>
                    <a:pt x="352" y="706"/>
                    <a:pt x="352" y="706"/>
                    <a:pt x="352" y="706"/>
                  </a:cubicBezTo>
                  <a:close/>
                  <a:moveTo>
                    <a:pt x="218" y="701"/>
                  </a:moveTo>
                  <a:cubicBezTo>
                    <a:pt x="217" y="699"/>
                    <a:pt x="217" y="699"/>
                    <a:pt x="217" y="699"/>
                  </a:cubicBezTo>
                  <a:cubicBezTo>
                    <a:pt x="217" y="699"/>
                    <a:pt x="217" y="699"/>
                    <a:pt x="217" y="699"/>
                  </a:cubicBezTo>
                  <a:cubicBezTo>
                    <a:pt x="217" y="699"/>
                    <a:pt x="216" y="698"/>
                    <a:pt x="216" y="697"/>
                  </a:cubicBezTo>
                  <a:cubicBezTo>
                    <a:pt x="216" y="697"/>
                    <a:pt x="216" y="697"/>
                    <a:pt x="216" y="697"/>
                  </a:cubicBezTo>
                  <a:cubicBezTo>
                    <a:pt x="216" y="697"/>
                    <a:pt x="216" y="696"/>
                    <a:pt x="215" y="696"/>
                  </a:cubicBezTo>
                  <a:cubicBezTo>
                    <a:pt x="215" y="696"/>
                    <a:pt x="215" y="696"/>
                    <a:pt x="215" y="696"/>
                  </a:cubicBezTo>
                  <a:cubicBezTo>
                    <a:pt x="215" y="695"/>
                    <a:pt x="215" y="695"/>
                    <a:pt x="215" y="694"/>
                  </a:cubicBezTo>
                  <a:cubicBezTo>
                    <a:pt x="215" y="694"/>
                    <a:pt x="215" y="694"/>
                    <a:pt x="215" y="694"/>
                  </a:cubicBezTo>
                  <a:cubicBezTo>
                    <a:pt x="215" y="694"/>
                    <a:pt x="215" y="693"/>
                    <a:pt x="215" y="692"/>
                  </a:cubicBezTo>
                  <a:cubicBezTo>
                    <a:pt x="215" y="692"/>
                    <a:pt x="215" y="692"/>
                    <a:pt x="215" y="692"/>
                  </a:cubicBezTo>
                  <a:cubicBezTo>
                    <a:pt x="215" y="692"/>
                    <a:pt x="215" y="691"/>
                    <a:pt x="215" y="691"/>
                  </a:cubicBezTo>
                  <a:cubicBezTo>
                    <a:pt x="215" y="691"/>
                    <a:pt x="215" y="691"/>
                    <a:pt x="215" y="691"/>
                  </a:cubicBezTo>
                  <a:cubicBezTo>
                    <a:pt x="216" y="690"/>
                    <a:pt x="216" y="689"/>
                    <a:pt x="216" y="689"/>
                  </a:cubicBezTo>
                  <a:cubicBezTo>
                    <a:pt x="216" y="689"/>
                    <a:pt x="216" y="689"/>
                    <a:pt x="216" y="689"/>
                  </a:cubicBezTo>
                  <a:cubicBezTo>
                    <a:pt x="216" y="688"/>
                    <a:pt x="216" y="688"/>
                    <a:pt x="216" y="687"/>
                  </a:cubicBezTo>
                  <a:cubicBezTo>
                    <a:pt x="216" y="687"/>
                    <a:pt x="216" y="687"/>
                    <a:pt x="216" y="687"/>
                  </a:cubicBezTo>
                  <a:cubicBezTo>
                    <a:pt x="216" y="687"/>
                    <a:pt x="217" y="686"/>
                    <a:pt x="217" y="686"/>
                  </a:cubicBezTo>
                  <a:cubicBezTo>
                    <a:pt x="217" y="686"/>
                    <a:pt x="217" y="686"/>
                    <a:pt x="217" y="686"/>
                  </a:cubicBezTo>
                  <a:cubicBezTo>
                    <a:pt x="217" y="686"/>
                    <a:pt x="217" y="685"/>
                    <a:pt x="218" y="685"/>
                  </a:cubicBezTo>
                  <a:cubicBezTo>
                    <a:pt x="218" y="685"/>
                    <a:pt x="218" y="685"/>
                    <a:pt x="218" y="685"/>
                  </a:cubicBezTo>
                  <a:cubicBezTo>
                    <a:pt x="218" y="685"/>
                    <a:pt x="218" y="685"/>
                    <a:pt x="218" y="685"/>
                  </a:cubicBezTo>
                  <a:cubicBezTo>
                    <a:pt x="218" y="685"/>
                    <a:pt x="218" y="685"/>
                    <a:pt x="218" y="685"/>
                  </a:cubicBezTo>
                  <a:cubicBezTo>
                    <a:pt x="219" y="683"/>
                    <a:pt x="219" y="683"/>
                    <a:pt x="219" y="683"/>
                  </a:cubicBezTo>
                  <a:cubicBezTo>
                    <a:pt x="219" y="683"/>
                    <a:pt x="219" y="683"/>
                    <a:pt x="219" y="683"/>
                  </a:cubicBezTo>
                  <a:cubicBezTo>
                    <a:pt x="220" y="683"/>
                    <a:pt x="220" y="683"/>
                    <a:pt x="220" y="683"/>
                  </a:cubicBezTo>
                  <a:cubicBezTo>
                    <a:pt x="220" y="683"/>
                    <a:pt x="220" y="683"/>
                    <a:pt x="220" y="683"/>
                  </a:cubicBezTo>
                  <a:cubicBezTo>
                    <a:pt x="221" y="682"/>
                    <a:pt x="221" y="682"/>
                    <a:pt x="221" y="682"/>
                  </a:cubicBezTo>
                  <a:cubicBezTo>
                    <a:pt x="221" y="682"/>
                    <a:pt x="221" y="682"/>
                    <a:pt x="221" y="682"/>
                  </a:cubicBezTo>
                  <a:cubicBezTo>
                    <a:pt x="221" y="681"/>
                    <a:pt x="221" y="681"/>
                    <a:pt x="221" y="681"/>
                  </a:cubicBezTo>
                  <a:cubicBezTo>
                    <a:pt x="221" y="681"/>
                    <a:pt x="221" y="681"/>
                    <a:pt x="221" y="681"/>
                  </a:cubicBezTo>
                  <a:cubicBezTo>
                    <a:pt x="221" y="679"/>
                    <a:pt x="221" y="679"/>
                    <a:pt x="221" y="679"/>
                  </a:cubicBezTo>
                  <a:cubicBezTo>
                    <a:pt x="221" y="679"/>
                    <a:pt x="221" y="679"/>
                    <a:pt x="221" y="679"/>
                  </a:cubicBezTo>
                  <a:cubicBezTo>
                    <a:pt x="226" y="674"/>
                    <a:pt x="226" y="674"/>
                    <a:pt x="226" y="674"/>
                  </a:cubicBezTo>
                  <a:cubicBezTo>
                    <a:pt x="226" y="674"/>
                    <a:pt x="226" y="674"/>
                    <a:pt x="226" y="674"/>
                  </a:cubicBezTo>
                  <a:cubicBezTo>
                    <a:pt x="228" y="674"/>
                    <a:pt x="228" y="674"/>
                    <a:pt x="228" y="674"/>
                  </a:cubicBezTo>
                  <a:cubicBezTo>
                    <a:pt x="228" y="674"/>
                    <a:pt x="228" y="674"/>
                    <a:pt x="228" y="674"/>
                  </a:cubicBezTo>
                  <a:cubicBezTo>
                    <a:pt x="228" y="674"/>
                    <a:pt x="228" y="674"/>
                    <a:pt x="228" y="674"/>
                  </a:cubicBezTo>
                  <a:cubicBezTo>
                    <a:pt x="228" y="674"/>
                    <a:pt x="228" y="674"/>
                    <a:pt x="228" y="674"/>
                  </a:cubicBezTo>
                  <a:cubicBezTo>
                    <a:pt x="228" y="675"/>
                    <a:pt x="228" y="675"/>
                    <a:pt x="228" y="675"/>
                  </a:cubicBezTo>
                  <a:cubicBezTo>
                    <a:pt x="228" y="675"/>
                    <a:pt x="228" y="675"/>
                    <a:pt x="228" y="675"/>
                  </a:cubicBezTo>
                  <a:cubicBezTo>
                    <a:pt x="229" y="676"/>
                    <a:pt x="229" y="676"/>
                    <a:pt x="229" y="676"/>
                  </a:cubicBezTo>
                  <a:cubicBezTo>
                    <a:pt x="229" y="676"/>
                    <a:pt x="229" y="676"/>
                    <a:pt x="229" y="676"/>
                  </a:cubicBezTo>
                  <a:cubicBezTo>
                    <a:pt x="229" y="676"/>
                    <a:pt x="229" y="676"/>
                    <a:pt x="229" y="676"/>
                  </a:cubicBezTo>
                  <a:cubicBezTo>
                    <a:pt x="229" y="676"/>
                    <a:pt x="229" y="676"/>
                    <a:pt x="229" y="676"/>
                  </a:cubicBezTo>
                  <a:cubicBezTo>
                    <a:pt x="229" y="677"/>
                    <a:pt x="229" y="677"/>
                    <a:pt x="229" y="677"/>
                  </a:cubicBezTo>
                  <a:cubicBezTo>
                    <a:pt x="229" y="677"/>
                    <a:pt x="229" y="677"/>
                    <a:pt x="229" y="677"/>
                  </a:cubicBezTo>
                  <a:cubicBezTo>
                    <a:pt x="229" y="678"/>
                    <a:pt x="229" y="678"/>
                    <a:pt x="229" y="678"/>
                  </a:cubicBezTo>
                  <a:cubicBezTo>
                    <a:pt x="229" y="678"/>
                    <a:pt x="229" y="678"/>
                    <a:pt x="229" y="678"/>
                  </a:cubicBezTo>
                  <a:cubicBezTo>
                    <a:pt x="229" y="679"/>
                    <a:pt x="229" y="679"/>
                    <a:pt x="229" y="679"/>
                  </a:cubicBezTo>
                  <a:cubicBezTo>
                    <a:pt x="229" y="679"/>
                    <a:pt x="229" y="679"/>
                    <a:pt x="229" y="679"/>
                  </a:cubicBezTo>
                  <a:cubicBezTo>
                    <a:pt x="230" y="679"/>
                    <a:pt x="230" y="679"/>
                    <a:pt x="230" y="679"/>
                  </a:cubicBezTo>
                  <a:cubicBezTo>
                    <a:pt x="230" y="679"/>
                    <a:pt x="230" y="679"/>
                    <a:pt x="230" y="679"/>
                  </a:cubicBezTo>
                  <a:cubicBezTo>
                    <a:pt x="229" y="681"/>
                    <a:pt x="229" y="681"/>
                    <a:pt x="229" y="681"/>
                  </a:cubicBezTo>
                  <a:cubicBezTo>
                    <a:pt x="229" y="681"/>
                    <a:pt x="229" y="681"/>
                    <a:pt x="229" y="681"/>
                  </a:cubicBezTo>
                  <a:cubicBezTo>
                    <a:pt x="228" y="681"/>
                    <a:pt x="228" y="681"/>
                    <a:pt x="228" y="681"/>
                  </a:cubicBezTo>
                  <a:cubicBezTo>
                    <a:pt x="228" y="681"/>
                    <a:pt x="228" y="681"/>
                    <a:pt x="228" y="681"/>
                  </a:cubicBezTo>
                  <a:cubicBezTo>
                    <a:pt x="226" y="682"/>
                    <a:pt x="226" y="682"/>
                    <a:pt x="226" y="682"/>
                  </a:cubicBezTo>
                  <a:cubicBezTo>
                    <a:pt x="226" y="682"/>
                    <a:pt x="226" y="682"/>
                    <a:pt x="226" y="682"/>
                  </a:cubicBezTo>
                  <a:cubicBezTo>
                    <a:pt x="225" y="683"/>
                    <a:pt x="225" y="683"/>
                    <a:pt x="225" y="683"/>
                  </a:cubicBezTo>
                  <a:cubicBezTo>
                    <a:pt x="225" y="683"/>
                    <a:pt x="225" y="683"/>
                    <a:pt x="225" y="683"/>
                  </a:cubicBezTo>
                  <a:cubicBezTo>
                    <a:pt x="224" y="683"/>
                    <a:pt x="224" y="683"/>
                    <a:pt x="224" y="683"/>
                  </a:cubicBezTo>
                  <a:cubicBezTo>
                    <a:pt x="224" y="683"/>
                    <a:pt x="224" y="683"/>
                    <a:pt x="224" y="683"/>
                  </a:cubicBezTo>
                  <a:cubicBezTo>
                    <a:pt x="223" y="684"/>
                    <a:pt x="223" y="684"/>
                    <a:pt x="223" y="684"/>
                  </a:cubicBezTo>
                  <a:cubicBezTo>
                    <a:pt x="223" y="684"/>
                    <a:pt x="223" y="684"/>
                    <a:pt x="223" y="684"/>
                  </a:cubicBezTo>
                  <a:cubicBezTo>
                    <a:pt x="221" y="684"/>
                    <a:pt x="221" y="684"/>
                    <a:pt x="221" y="684"/>
                  </a:cubicBezTo>
                  <a:cubicBezTo>
                    <a:pt x="221" y="684"/>
                    <a:pt x="221" y="684"/>
                    <a:pt x="221" y="684"/>
                  </a:cubicBezTo>
                  <a:cubicBezTo>
                    <a:pt x="220" y="685"/>
                    <a:pt x="220" y="685"/>
                    <a:pt x="220" y="685"/>
                  </a:cubicBezTo>
                  <a:cubicBezTo>
                    <a:pt x="220" y="685"/>
                    <a:pt x="220" y="685"/>
                    <a:pt x="220" y="685"/>
                  </a:cubicBezTo>
                  <a:cubicBezTo>
                    <a:pt x="220" y="685"/>
                    <a:pt x="219" y="685"/>
                    <a:pt x="219" y="686"/>
                  </a:cubicBezTo>
                  <a:cubicBezTo>
                    <a:pt x="219" y="686"/>
                    <a:pt x="219" y="686"/>
                    <a:pt x="219" y="686"/>
                  </a:cubicBezTo>
                  <a:cubicBezTo>
                    <a:pt x="219" y="686"/>
                    <a:pt x="219" y="686"/>
                    <a:pt x="219" y="686"/>
                  </a:cubicBezTo>
                  <a:cubicBezTo>
                    <a:pt x="219" y="686"/>
                    <a:pt x="219" y="686"/>
                    <a:pt x="219" y="686"/>
                  </a:cubicBezTo>
                  <a:cubicBezTo>
                    <a:pt x="219" y="686"/>
                    <a:pt x="219" y="686"/>
                    <a:pt x="219" y="686"/>
                  </a:cubicBezTo>
                  <a:cubicBezTo>
                    <a:pt x="219" y="686"/>
                    <a:pt x="219" y="686"/>
                    <a:pt x="219" y="686"/>
                  </a:cubicBezTo>
                  <a:cubicBezTo>
                    <a:pt x="219" y="686"/>
                    <a:pt x="219" y="686"/>
                    <a:pt x="219" y="686"/>
                  </a:cubicBezTo>
                  <a:cubicBezTo>
                    <a:pt x="219" y="686"/>
                    <a:pt x="219" y="686"/>
                    <a:pt x="219" y="686"/>
                  </a:cubicBezTo>
                  <a:cubicBezTo>
                    <a:pt x="219" y="686"/>
                    <a:pt x="219" y="686"/>
                    <a:pt x="219" y="686"/>
                  </a:cubicBezTo>
                  <a:cubicBezTo>
                    <a:pt x="219" y="686"/>
                    <a:pt x="219" y="686"/>
                    <a:pt x="219" y="686"/>
                  </a:cubicBezTo>
                  <a:cubicBezTo>
                    <a:pt x="219" y="687"/>
                    <a:pt x="219" y="687"/>
                    <a:pt x="219" y="687"/>
                  </a:cubicBezTo>
                  <a:cubicBezTo>
                    <a:pt x="219" y="687"/>
                    <a:pt x="219" y="687"/>
                    <a:pt x="219" y="687"/>
                  </a:cubicBezTo>
                  <a:cubicBezTo>
                    <a:pt x="219" y="687"/>
                    <a:pt x="219" y="687"/>
                    <a:pt x="219" y="687"/>
                  </a:cubicBezTo>
                  <a:cubicBezTo>
                    <a:pt x="219" y="687"/>
                    <a:pt x="219" y="687"/>
                    <a:pt x="219" y="687"/>
                  </a:cubicBezTo>
                  <a:cubicBezTo>
                    <a:pt x="219" y="687"/>
                    <a:pt x="220" y="687"/>
                    <a:pt x="220" y="687"/>
                  </a:cubicBezTo>
                  <a:cubicBezTo>
                    <a:pt x="220" y="687"/>
                    <a:pt x="220" y="687"/>
                    <a:pt x="220" y="687"/>
                  </a:cubicBezTo>
                  <a:cubicBezTo>
                    <a:pt x="220" y="687"/>
                    <a:pt x="220" y="687"/>
                    <a:pt x="220" y="687"/>
                  </a:cubicBezTo>
                  <a:cubicBezTo>
                    <a:pt x="220" y="687"/>
                    <a:pt x="220" y="687"/>
                    <a:pt x="220" y="687"/>
                  </a:cubicBezTo>
                  <a:cubicBezTo>
                    <a:pt x="226" y="685"/>
                    <a:pt x="226" y="685"/>
                    <a:pt x="226" y="685"/>
                  </a:cubicBezTo>
                  <a:cubicBezTo>
                    <a:pt x="226" y="685"/>
                    <a:pt x="226" y="685"/>
                    <a:pt x="226" y="685"/>
                  </a:cubicBezTo>
                  <a:cubicBezTo>
                    <a:pt x="226" y="686"/>
                    <a:pt x="226" y="686"/>
                    <a:pt x="226" y="686"/>
                  </a:cubicBezTo>
                  <a:cubicBezTo>
                    <a:pt x="226" y="686"/>
                    <a:pt x="226" y="686"/>
                    <a:pt x="226" y="686"/>
                  </a:cubicBezTo>
                  <a:cubicBezTo>
                    <a:pt x="226" y="686"/>
                    <a:pt x="226" y="686"/>
                    <a:pt x="226" y="686"/>
                  </a:cubicBezTo>
                  <a:cubicBezTo>
                    <a:pt x="226" y="686"/>
                    <a:pt x="226" y="686"/>
                    <a:pt x="226" y="686"/>
                  </a:cubicBezTo>
                  <a:cubicBezTo>
                    <a:pt x="225" y="686"/>
                    <a:pt x="225" y="686"/>
                    <a:pt x="225" y="686"/>
                  </a:cubicBezTo>
                  <a:cubicBezTo>
                    <a:pt x="225" y="686"/>
                    <a:pt x="225" y="686"/>
                    <a:pt x="225" y="686"/>
                  </a:cubicBezTo>
                  <a:cubicBezTo>
                    <a:pt x="225" y="687"/>
                    <a:pt x="225" y="687"/>
                    <a:pt x="225" y="687"/>
                  </a:cubicBezTo>
                  <a:cubicBezTo>
                    <a:pt x="225" y="687"/>
                    <a:pt x="225" y="687"/>
                    <a:pt x="225" y="687"/>
                  </a:cubicBezTo>
                  <a:cubicBezTo>
                    <a:pt x="225" y="687"/>
                    <a:pt x="225" y="687"/>
                    <a:pt x="225" y="687"/>
                  </a:cubicBezTo>
                  <a:cubicBezTo>
                    <a:pt x="225" y="687"/>
                    <a:pt x="225" y="687"/>
                    <a:pt x="225" y="687"/>
                  </a:cubicBezTo>
                  <a:cubicBezTo>
                    <a:pt x="225" y="688"/>
                    <a:pt x="225" y="688"/>
                    <a:pt x="225" y="688"/>
                  </a:cubicBezTo>
                  <a:cubicBezTo>
                    <a:pt x="225" y="688"/>
                    <a:pt x="225" y="688"/>
                    <a:pt x="225" y="688"/>
                  </a:cubicBezTo>
                  <a:cubicBezTo>
                    <a:pt x="225" y="688"/>
                    <a:pt x="225" y="688"/>
                    <a:pt x="224" y="688"/>
                  </a:cubicBezTo>
                  <a:cubicBezTo>
                    <a:pt x="224" y="688"/>
                    <a:pt x="224" y="688"/>
                    <a:pt x="224" y="688"/>
                  </a:cubicBezTo>
                  <a:cubicBezTo>
                    <a:pt x="224" y="688"/>
                    <a:pt x="224" y="689"/>
                    <a:pt x="224" y="689"/>
                  </a:cubicBezTo>
                  <a:cubicBezTo>
                    <a:pt x="224" y="689"/>
                    <a:pt x="224" y="689"/>
                    <a:pt x="224" y="689"/>
                  </a:cubicBezTo>
                  <a:cubicBezTo>
                    <a:pt x="224" y="689"/>
                    <a:pt x="224" y="689"/>
                    <a:pt x="224" y="689"/>
                  </a:cubicBezTo>
                  <a:cubicBezTo>
                    <a:pt x="224" y="689"/>
                    <a:pt x="224" y="689"/>
                    <a:pt x="224" y="689"/>
                  </a:cubicBezTo>
                  <a:cubicBezTo>
                    <a:pt x="224" y="689"/>
                    <a:pt x="224" y="689"/>
                    <a:pt x="224" y="689"/>
                  </a:cubicBezTo>
                  <a:cubicBezTo>
                    <a:pt x="224" y="689"/>
                    <a:pt x="224" y="689"/>
                    <a:pt x="224" y="689"/>
                  </a:cubicBezTo>
                  <a:cubicBezTo>
                    <a:pt x="223" y="689"/>
                    <a:pt x="223" y="689"/>
                    <a:pt x="223" y="690"/>
                  </a:cubicBezTo>
                  <a:cubicBezTo>
                    <a:pt x="223" y="690"/>
                    <a:pt x="223" y="690"/>
                    <a:pt x="223" y="690"/>
                  </a:cubicBezTo>
                  <a:cubicBezTo>
                    <a:pt x="223" y="690"/>
                    <a:pt x="223" y="690"/>
                    <a:pt x="223" y="690"/>
                  </a:cubicBezTo>
                  <a:cubicBezTo>
                    <a:pt x="223" y="690"/>
                    <a:pt x="223" y="690"/>
                    <a:pt x="223" y="690"/>
                  </a:cubicBezTo>
                  <a:cubicBezTo>
                    <a:pt x="222" y="690"/>
                    <a:pt x="222" y="690"/>
                    <a:pt x="222" y="690"/>
                  </a:cubicBezTo>
                  <a:cubicBezTo>
                    <a:pt x="222" y="690"/>
                    <a:pt x="222" y="690"/>
                    <a:pt x="222" y="690"/>
                  </a:cubicBezTo>
                  <a:cubicBezTo>
                    <a:pt x="222" y="690"/>
                    <a:pt x="222" y="690"/>
                    <a:pt x="222" y="690"/>
                  </a:cubicBezTo>
                  <a:cubicBezTo>
                    <a:pt x="222" y="690"/>
                    <a:pt x="222" y="690"/>
                    <a:pt x="222" y="690"/>
                  </a:cubicBezTo>
                  <a:cubicBezTo>
                    <a:pt x="221" y="690"/>
                    <a:pt x="221" y="690"/>
                    <a:pt x="221" y="690"/>
                  </a:cubicBezTo>
                  <a:cubicBezTo>
                    <a:pt x="221" y="690"/>
                    <a:pt x="221" y="690"/>
                    <a:pt x="221" y="690"/>
                  </a:cubicBezTo>
                  <a:cubicBezTo>
                    <a:pt x="221" y="690"/>
                    <a:pt x="221" y="690"/>
                    <a:pt x="221" y="690"/>
                  </a:cubicBezTo>
                  <a:cubicBezTo>
                    <a:pt x="221" y="690"/>
                    <a:pt x="221" y="690"/>
                    <a:pt x="221" y="690"/>
                  </a:cubicBezTo>
                  <a:cubicBezTo>
                    <a:pt x="221" y="691"/>
                    <a:pt x="221" y="691"/>
                    <a:pt x="221" y="691"/>
                  </a:cubicBezTo>
                  <a:cubicBezTo>
                    <a:pt x="221" y="691"/>
                    <a:pt x="221" y="691"/>
                    <a:pt x="221" y="691"/>
                  </a:cubicBezTo>
                  <a:cubicBezTo>
                    <a:pt x="221" y="691"/>
                    <a:pt x="221" y="691"/>
                    <a:pt x="221" y="691"/>
                  </a:cubicBezTo>
                  <a:cubicBezTo>
                    <a:pt x="221" y="691"/>
                    <a:pt x="221" y="691"/>
                    <a:pt x="221" y="691"/>
                  </a:cubicBezTo>
                  <a:cubicBezTo>
                    <a:pt x="221" y="691"/>
                    <a:pt x="220" y="691"/>
                    <a:pt x="220" y="691"/>
                  </a:cubicBezTo>
                  <a:cubicBezTo>
                    <a:pt x="220" y="691"/>
                    <a:pt x="220" y="691"/>
                    <a:pt x="220" y="691"/>
                  </a:cubicBezTo>
                  <a:cubicBezTo>
                    <a:pt x="220" y="691"/>
                    <a:pt x="220" y="691"/>
                    <a:pt x="220" y="691"/>
                  </a:cubicBezTo>
                  <a:cubicBezTo>
                    <a:pt x="220" y="691"/>
                    <a:pt x="220" y="691"/>
                    <a:pt x="220" y="691"/>
                  </a:cubicBezTo>
                  <a:cubicBezTo>
                    <a:pt x="220" y="691"/>
                    <a:pt x="220" y="691"/>
                    <a:pt x="220" y="691"/>
                  </a:cubicBezTo>
                  <a:cubicBezTo>
                    <a:pt x="220" y="691"/>
                    <a:pt x="220" y="691"/>
                    <a:pt x="220" y="691"/>
                  </a:cubicBezTo>
                  <a:cubicBezTo>
                    <a:pt x="220" y="691"/>
                    <a:pt x="220" y="691"/>
                    <a:pt x="220" y="691"/>
                  </a:cubicBezTo>
                  <a:cubicBezTo>
                    <a:pt x="220" y="691"/>
                    <a:pt x="220" y="691"/>
                    <a:pt x="220" y="691"/>
                  </a:cubicBezTo>
                  <a:cubicBezTo>
                    <a:pt x="220" y="691"/>
                    <a:pt x="220" y="692"/>
                    <a:pt x="220" y="692"/>
                  </a:cubicBezTo>
                  <a:cubicBezTo>
                    <a:pt x="220" y="692"/>
                    <a:pt x="220" y="692"/>
                    <a:pt x="220" y="692"/>
                  </a:cubicBezTo>
                  <a:cubicBezTo>
                    <a:pt x="220" y="692"/>
                    <a:pt x="220" y="692"/>
                    <a:pt x="220" y="692"/>
                  </a:cubicBezTo>
                  <a:cubicBezTo>
                    <a:pt x="220" y="692"/>
                    <a:pt x="220" y="692"/>
                    <a:pt x="220" y="692"/>
                  </a:cubicBezTo>
                  <a:cubicBezTo>
                    <a:pt x="220" y="692"/>
                    <a:pt x="220" y="692"/>
                    <a:pt x="220" y="693"/>
                  </a:cubicBezTo>
                  <a:cubicBezTo>
                    <a:pt x="220" y="693"/>
                    <a:pt x="220" y="693"/>
                    <a:pt x="220" y="693"/>
                  </a:cubicBezTo>
                  <a:cubicBezTo>
                    <a:pt x="220" y="693"/>
                    <a:pt x="220" y="693"/>
                    <a:pt x="220" y="693"/>
                  </a:cubicBezTo>
                  <a:cubicBezTo>
                    <a:pt x="220" y="693"/>
                    <a:pt x="220" y="693"/>
                    <a:pt x="220" y="693"/>
                  </a:cubicBezTo>
                  <a:cubicBezTo>
                    <a:pt x="221" y="693"/>
                    <a:pt x="221" y="693"/>
                    <a:pt x="221" y="693"/>
                  </a:cubicBezTo>
                  <a:cubicBezTo>
                    <a:pt x="221" y="693"/>
                    <a:pt x="221" y="693"/>
                    <a:pt x="221" y="693"/>
                  </a:cubicBezTo>
                  <a:cubicBezTo>
                    <a:pt x="221" y="693"/>
                    <a:pt x="221" y="693"/>
                    <a:pt x="221" y="693"/>
                  </a:cubicBezTo>
                  <a:cubicBezTo>
                    <a:pt x="221" y="693"/>
                    <a:pt x="221" y="693"/>
                    <a:pt x="221" y="693"/>
                  </a:cubicBezTo>
                  <a:cubicBezTo>
                    <a:pt x="222" y="693"/>
                    <a:pt x="222" y="692"/>
                    <a:pt x="222" y="692"/>
                  </a:cubicBezTo>
                  <a:cubicBezTo>
                    <a:pt x="222" y="692"/>
                    <a:pt x="222" y="692"/>
                    <a:pt x="222" y="692"/>
                  </a:cubicBezTo>
                  <a:cubicBezTo>
                    <a:pt x="222" y="692"/>
                    <a:pt x="222" y="692"/>
                    <a:pt x="223" y="692"/>
                  </a:cubicBezTo>
                  <a:cubicBezTo>
                    <a:pt x="223" y="692"/>
                    <a:pt x="223" y="692"/>
                    <a:pt x="223" y="692"/>
                  </a:cubicBezTo>
                  <a:cubicBezTo>
                    <a:pt x="223" y="692"/>
                    <a:pt x="223" y="692"/>
                    <a:pt x="223" y="692"/>
                  </a:cubicBezTo>
                  <a:cubicBezTo>
                    <a:pt x="223" y="692"/>
                    <a:pt x="223" y="692"/>
                    <a:pt x="223" y="692"/>
                  </a:cubicBezTo>
                  <a:cubicBezTo>
                    <a:pt x="223" y="692"/>
                    <a:pt x="224" y="692"/>
                    <a:pt x="224" y="692"/>
                  </a:cubicBezTo>
                  <a:cubicBezTo>
                    <a:pt x="224" y="692"/>
                    <a:pt x="224" y="692"/>
                    <a:pt x="224" y="692"/>
                  </a:cubicBezTo>
                  <a:cubicBezTo>
                    <a:pt x="224" y="692"/>
                    <a:pt x="224" y="692"/>
                    <a:pt x="224" y="692"/>
                  </a:cubicBezTo>
                  <a:cubicBezTo>
                    <a:pt x="224" y="692"/>
                    <a:pt x="224" y="692"/>
                    <a:pt x="224" y="692"/>
                  </a:cubicBezTo>
                  <a:cubicBezTo>
                    <a:pt x="224" y="692"/>
                    <a:pt x="224" y="692"/>
                    <a:pt x="224" y="693"/>
                  </a:cubicBezTo>
                  <a:cubicBezTo>
                    <a:pt x="224" y="693"/>
                    <a:pt x="224" y="693"/>
                    <a:pt x="224" y="693"/>
                  </a:cubicBezTo>
                  <a:cubicBezTo>
                    <a:pt x="225" y="693"/>
                    <a:pt x="225" y="693"/>
                    <a:pt x="225" y="693"/>
                  </a:cubicBezTo>
                  <a:cubicBezTo>
                    <a:pt x="225" y="693"/>
                    <a:pt x="225" y="693"/>
                    <a:pt x="225" y="693"/>
                  </a:cubicBezTo>
                  <a:cubicBezTo>
                    <a:pt x="225" y="694"/>
                    <a:pt x="225" y="694"/>
                    <a:pt x="224" y="694"/>
                  </a:cubicBezTo>
                  <a:cubicBezTo>
                    <a:pt x="224" y="694"/>
                    <a:pt x="224" y="694"/>
                    <a:pt x="224" y="694"/>
                  </a:cubicBezTo>
                  <a:cubicBezTo>
                    <a:pt x="224" y="694"/>
                    <a:pt x="224" y="694"/>
                    <a:pt x="224" y="695"/>
                  </a:cubicBezTo>
                  <a:cubicBezTo>
                    <a:pt x="224" y="695"/>
                    <a:pt x="224" y="695"/>
                    <a:pt x="224" y="695"/>
                  </a:cubicBezTo>
                  <a:cubicBezTo>
                    <a:pt x="224" y="695"/>
                    <a:pt x="224" y="695"/>
                    <a:pt x="224" y="695"/>
                  </a:cubicBezTo>
                  <a:cubicBezTo>
                    <a:pt x="224" y="695"/>
                    <a:pt x="224" y="695"/>
                    <a:pt x="224" y="695"/>
                  </a:cubicBezTo>
                  <a:cubicBezTo>
                    <a:pt x="224" y="695"/>
                    <a:pt x="224" y="696"/>
                    <a:pt x="224" y="696"/>
                  </a:cubicBezTo>
                  <a:cubicBezTo>
                    <a:pt x="224" y="696"/>
                    <a:pt x="224" y="696"/>
                    <a:pt x="224" y="696"/>
                  </a:cubicBezTo>
                  <a:cubicBezTo>
                    <a:pt x="224" y="696"/>
                    <a:pt x="224" y="696"/>
                    <a:pt x="224" y="697"/>
                  </a:cubicBezTo>
                  <a:cubicBezTo>
                    <a:pt x="224" y="697"/>
                    <a:pt x="224" y="697"/>
                    <a:pt x="224" y="697"/>
                  </a:cubicBezTo>
                  <a:cubicBezTo>
                    <a:pt x="224" y="697"/>
                    <a:pt x="224" y="697"/>
                    <a:pt x="224" y="697"/>
                  </a:cubicBezTo>
                  <a:cubicBezTo>
                    <a:pt x="224" y="697"/>
                    <a:pt x="224" y="697"/>
                    <a:pt x="224" y="697"/>
                  </a:cubicBezTo>
                  <a:cubicBezTo>
                    <a:pt x="224" y="697"/>
                    <a:pt x="224" y="698"/>
                    <a:pt x="223" y="698"/>
                  </a:cubicBezTo>
                  <a:cubicBezTo>
                    <a:pt x="223" y="698"/>
                    <a:pt x="223" y="698"/>
                    <a:pt x="223" y="698"/>
                  </a:cubicBezTo>
                  <a:cubicBezTo>
                    <a:pt x="223" y="699"/>
                    <a:pt x="223" y="699"/>
                    <a:pt x="223" y="699"/>
                  </a:cubicBezTo>
                  <a:cubicBezTo>
                    <a:pt x="223" y="699"/>
                    <a:pt x="223" y="699"/>
                    <a:pt x="223" y="699"/>
                  </a:cubicBezTo>
                  <a:cubicBezTo>
                    <a:pt x="222" y="699"/>
                    <a:pt x="222" y="699"/>
                    <a:pt x="222" y="699"/>
                  </a:cubicBezTo>
                  <a:cubicBezTo>
                    <a:pt x="222" y="699"/>
                    <a:pt x="222" y="699"/>
                    <a:pt x="222" y="699"/>
                  </a:cubicBezTo>
                  <a:cubicBezTo>
                    <a:pt x="221" y="700"/>
                    <a:pt x="221" y="700"/>
                    <a:pt x="221" y="700"/>
                  </a:cubicBezTo>
                  <a:cubicBezTo>
                    <a:pt x="221" y="700"/>
                    <a:pt x="221" y="700"/>
                    <a:pt x="221" y="700"/>
                  </a:cubicBezTo>
                  <a:cubicBezTo>
                    <a:pt x="220" y="700"/>
                    <a:pt x="220" y="700"/>
                    <a:pt x="220" y="700"/>
                  </a:cubicBezTo>
                  <a:cubicBezTo>
                    <a:pt x="220" y="700"/>
                    <a:pt x="220" y="700"/>
                    <a:pt x="220" y="700"/>
                  </a:cubicBezTo>
                  <a:cubicBezTo>
                    <a:pt x="220" y="701"/>
                    <a:pt x="220" y="701"/>
                    <a:pt x="220" y="701"/>
                  </a:cubicBezTo>
                  <a:cubicBezTo>
                    <a:pt x="220" y="701"/>
                    <a:pt x="220" y="701"/>
                    <a:pt x="220" y="701"/>
                  </a:cubicBezTo>
                  <a:cubicBezTo>
                    <a:pt x="219" y="701"/>
                    <a:pt x="219" y="701"/>
                    <a:pt x="219" y="701"/>
                  </a:cubicBezTo>
                  <a:cubicBezTo>
                    <a:pt x="219" y="701"/>
                    <a:pt x="219" y="701"/>
                    <a:pt x="219" y="701"/>
                  </a:cubicBezTo>
                  <a:cubicBezTo>
                    <a:pt x="218" y="701"/>
                    <a:pt x="218" y="701"/>
                    <a:pt x="218" y="701"/>
                  </a:cubicBezTo>
                  <a:close/>
                  <a:moveTo>
                    <a:pt x="318" y="698"/>
                  </a:moveTo>
                  <a:cubicBezTo>
                    <a:pt x="318" y="698"/>
                    <a:pt x="318" y="698"/>
                    <a:pt x="318" y="698"/>
                  </a:cubicBezTo>
                  <a:cubicBezTo>
                    <a:pt x="318" y="698"/>
                    <a:pt x="318" y="698"/>
                    <a:pt x="318" y="698"/>
                  </a:cubicBezTo>
                  <a:cubicBezTo>
                    <a:pt x="318" y="697"/>
                    <a:pt x="318" y="697"/>
                    <a:pt x="318" y="697"/>
                  </a:cubicBezTo>
                  <a:cubicBezTo>
                    <a:pt x="318" y="697"/>
                    <a:pt x="318" y="697"/>
                    <a:pt x="318" y="697"/>
                  </a:cubicBezTo>
                  <a:cubicBezTo>
                    <a:pt x="318" y="697"/>
                    <a:pt x="318" y="697"/>
                    <a:pt x="318" y="697"/>
                  </a:cubicBezTo>
                  <a:cubicBezTo>
                    <a:pt x="318" y="697"/>
                    <a:pt x="318" y="697"/>
                    <a:pt x="318" y="697"/>
                  </a:cubicBezTo>
                  <a:cubicBezTo>
                    <a:pt x="318" y="697"/>
                    <a:pt x="318" y="697"/>
                    <a:pt x="318" y="697"/>
                  </a:cubicBezTo>
                  <a:cubicBezTo>
                    <a:pt x="318" y="697"/>
                    <a:pt x="318" y="697"/>
                    <a:pt x="318" y="697"/>
                  </a:cubicBezTo>
                  <a:cubicBezTo>
                    <a:pt x="318" y="697"/>
                    <a:pt x="318" y="697"/>
                    <a:pt x="318" y="697"/>
                  </a:cubicBezTo>
                  <a:cubicBezTo>
                    <a:pt x="318" y="697"/>
                    <a:pt x="318" y="697"/>
                    <a:pt x="318" y="697"/>
                  </a:cubicBezTo>
                  <a:cubicBezTo>
                    <a:pt x="318" y="697"/>
                    <a:pt x="318" y="697"/>
                    <a:pt x="318" y="697"/>
                  </a:cubicBezTo>
                  <a:cubicBezTo>
                    <a:pt x="318" y="697"/>
                    <a:pt x="318" y="697"/>
                    <a:pt x="318" y="697"/>
                  </a:cubicBezTo>
                  <a:cubicBezTo>
                    <a:pt x="317" y="697"/>
                    <a:pt x="317" y="697"/>
                    <a:pt x="317" y="697"/>
                  </a:cubicBezTo>
                  <a:cubicBezTo>
                    <a:pt x="317" y="697"/>
                    <a:pt x="317" y="697"/>
                    <a:pt x="317" y="697"/>
                  </a:cubicBezTo>
                  <a:cubicBezTo>
                    <a:pt x="317" y="696"/>
                    <a:pt x="317" y="696"/>
                    <a:pt x="317" y="696"/>
                  </a:cubicBezTo>
                  <a:cubicBezTo>
                    <a:pt x="317" y="696"/>
                    <a:pt x="317" y="696"/>
                    <a:pt x="317" y="696"/>
                  </a:cubicBezTo>
                  <a:cubicBezTo>
                    <a:pt x="317" y="695"/>
                    <a:pt x="317" y="695"/>
                    <a:pt x="317" y="695"/>
                  </a:cubicBezTo>
                  <a:cubicBezTo>
                    <a:pt x="317" y="695"/>
                    <a:pt x="317" y="695"/>
                    <a:pt x="317" y="695"/>
                  </a:cubicBezTo>
                  <a:cubicBezTo>
                    <a:pt x="318" y="694"/>
                    <a:pt x="318" y="694"/>
                    <a:pt x="318" y="694"/>
                  </a:cubicBezTo>
                  <a:cubicBezTo>
                    <a:pt x="318" y="694"/>
                    <a:pt x="318" y="694"/>
                    <a:pt x="318" y="694"/>
                  </a:cubicBezTo>
                  <a:cubicBezTo>
                    <a:pt x="317" y="694"/>
                    <a:pt x="317" y="694"/>
                    <a:pt x="317" y="694"/>
                  </a:cubicBezTo>
                  <a:cubicBezTo>
                    <a:pt x="317" y="694"/>
                    <a:pt x="317" y="694"/>
                    <a:pt x="317" y="694"/>
                  </a:cubicBezTo>
                  <a:cubicBezTo>
                    <a:pt x="317" y="693"/>
                    <a:pt x="317" y="693"/>
                    <a:pt x="317" y="693"/>
                  </a:cubicBezTo>
                  <a:cubicBezTo>
                    <a:pt x="317" y="693"/>
                    <a:pt x="317" y="693"/>
                    <a:pt x="317" y="693"/>
                  </a:cubicBezTo>
                  <a:cubicBezTo>
                    <a:pt x="316" y="692"/>
                    <a:pt x="316" y="692"/>
                    <a:pt x="316" y="692"/>
                  </a:cubicBezTo>
                  <a:cubicBezTo>
                    <a:pt x="316" y="692"/>
                    <a:pt x="316" y="692"/>
                    <a:pt x="316" y="692"/>
                  </a:cubicBezTo>
                  <a:cubicBezTo>
                    <a:pt x="316" y="691"/>
                    <a:pt x="316" y="691"/>
                    <a:pt x="316" y="691"/>
                  </a:cubicBezTo>
                  <a:cubicBezTo>
                    <a:pt x="316" y="691"/>
                    <a:pt x="316" y="691"/>
                    <a:pt x="316" y="691"/>
                  </a:cubicBezTo>
                  <a:cubicBezTo>
                    <a:pt x="315" y="690"/>
                    <a:pt x="315" y="690"/>
                    <a:pt x="315" y="690"/>
                  </a:cubicBezTo>
                  <a:cubicBezTo>
                    <a:pt x="315" y="690"/>
                    <a:pt x="315" y="690"/>
                    <a:pt x="315" y="690"/>
                  </a:cubicBezTo>
                  <a:cubicBezTo>
                    <a:pt x="315" y="689"/>
                    <a:pt x="315" y="689"/>
                    <a:pt x="315" y="689"/>
                  </a:cubicBezTo>
                  <a:cubicBezTo>
                    <a:pt x="315" y="689"/>
                    <a:pt x="315" y="689"/>
                    <a:pt x="315" y="689"/>
                  </a:cubicBezTo>
                  <a:cubicBezTo>
                    <a:pt x="314" y="689"/>
                    <a:pt x="314" y="689"/>
                    <a:pt x="314" y="689"/>
                  </a:cubicBezTo>
                  <a:cubicBezTo>
                    <a:pt x="314" y="689"/>
                    <a:pt x="314" y="689"/>
                    <a:pt x="314" y="689"/>
                  </a:cubicBezTo>
                  <a:cubicBezTo>
                    <a:pt x="314" y="689"/>
                    <a:pt x="314" y="689"/>
                    <a:pt x="314" y="689"/>
                  </a:cubicBezTo>
                  <a:cubicBezTo>
                    <a:pt x="314" y="689"/>
                    <a:pt x="314" y="689"/>
                    <a:pt x="314" y="689"/>
                  </a:cubicBezTo>
                  <a:cubicBezTo>
                    <a:pt x="313" y="689"/>
                    <a:pt x="313" y="689"/>
                    <a:pt x="313" y="689"/>
                  </a:cubicBezTo>
                  <a:cubicBezTo>
                    <a:pt x="313" y="689"/>
                    <a:pt x="313" y="689"/>
                    <a:pt x="313" y="689"/>
                  </a:cubicBezTo>
                  <a:cubicBezTo>
                    <a:pt x="313" y="689"/>
                    <a:pt x="313" y="689"/>
                    <a:pt x="313" y="689"/>
                  </a:cubicBezTo>
                  <a:cubicBezTo>
                    <a:pt x="313" y="689"/>
                    <a:pt x="313" y="689"/>
                    <a:pt x="313" y="689"/>
                  </a:cubicBezTo>
                  <a:cubicBezTo>
                    <a:pt x="313" y="689"/>
                    <a:pt x="313" y="689"/>
                    <a:pt x="313" y="689"/>
                  </a:cubicBezTo>
                  <a:cubicBezTo>
                    <a:pt x="313" y="689"/>
                    <a:pt x="313" y="689"/>
                    <a:pt x="313" y="689"/>
                  </a:cubicBezTo>
                  <a:cubicBezTo>
                    <a:pt x="312" y="688"/>
                    <a:pt x="312" y="688"/>
                    <a:pt x="312" y="688"/>
                  </a:cubicBezTo>
                  <a:cubicBezTo>
                    <a:pt x="312" y="688"/>
                    <a:pt x="312" y="688"/>
                    <a:pt x="312" y="688"/>
                  </a:cubicBezTo>
                  <a:cubicBezTo>
                    <a:pt x="312" y="688"/>
                    <a:pt x="312" y="688"/>
                    <a:pt x="312" y="688"/>
                  </a:cubicBezTo>
                  <a:cubicBezTo>
                    <a:pt x="312" y="688"/>
                    <a:pt x="312" y="688"/>
                    <a:pt x="312" y="688"/>
                  </a:cubicBezTo>
                  <a:cubicBezTo>
                    <a:pt x="312" y="688"/>
                    <a:pt x="312" y="688"/>
                    <a:pt x="312" y="688"/>
                  </a:cubicBezTo>
                  <a:cubicBezTo>
                    <a:pt x="312" y="688"/>
                    <a:pt x="312" y="688"/>
                    <a:pt x="312" y="688"/>
                  </a:cubicBezTo>
                  <a:cubicBezTo>
                    <a:pt x="314" y="688"/>
                    <a:pt x="314" y="688"/>
                    <a:pt x="314" y="688"/>
                  </a:cubicBezTo>
                  <a:cubicBezTo>
                    <a:pt x="314" y="688"/>
                    <a:pt x="314" y="688"/>
                    <a:pt x="314" y="688"/>
                  </a:cubicBezTo>
                  <a:cubicBezTo>
                    <a:pt x="315" y="688"/>
                    <a:pt x="315" y="688"/>
                    <a:pt x="315" y="688"/>
                  </a:cubicBezTo>
                  <a:cubicBezTo>
                    <a:pt x="315" y="688"/>
                    <a:pt x="315" y="688"/>
                    <a:pt x="315" y="688"/>
                  </a:cubicBezTo>
                  <a:cubicBezTo>
                    <a:pt x="317" y="689"/>
                    <a:pt x="317" y="689"/>
                    <a:pt x="317" y="689"/>
                  </a:cubicBezTo>
                  <a:cubicBezTo>
                    <a:pt x="317" y="689"/>
                    <a:pt x="317" y="689"/>
                    <a:pt x="317" y="689"/>
                  </a:cubicBezTo>
                  <a:cubicBezTo>
                    <a:pt x="319" y="689"/>
                    <a:pt x="319" y="689"/>
                    <a:pt x="319" y="689"/>
                  </a:cubicBezTo>
                  <a:cubicBezTo>
                    <a:pt x="319" y="689"/>
                    <a:pt x="319" y="689"/>
                    <a:pt x="319" y="689"/>
                  </a:cubicBezTo>
                  <a:cubicBezTo>
                    <a:pt x="320" y="690"/>
                    <a:pt x="320" y="690"/>
                    <a:pt x="320" y="690"/>
                  </a:cubicBezTo>
                  <a:cubicBezTo>
                    <a:pt x="320" y="690"/>
                    <a:pt x="320" y="690"/>
                    <a:pt x="320" y="690"/>
                  </a:cubicBezTo>
                  <a:cubicBezTo>
                    <a:pt x="322" y="691"/>
                    <a:pt x="322" y="691"/>
                    <a:pt x="322" y="691"/>
                  </a:cubicBezTo>
                  <a:cubicBezTo>
                    <a:pt x="322" y="691"/>
                    <a:pt x="322" y="691"/>
                    <a:pt x="322" y="691"/>
                  </a:cubicBezTo>
                  <a:cubicBezTo>
                    <a:pt x="323" y="692"/>
                    <a:pt x="323" y="692"/>
                    <a:pt x="323" y="692"/>
                  </a:cubicBezTo>
                  <a:cubicBezTo>
                    <a:pt x="323" y="692"/>
                    <a:pt x="323" y="692"/>
                    <a:pt x="323" y="692"/>
                  </a:cubicBezTo>
                  <a:cubicBezTo>
                    <a:pt x="324" y="693"/>
                    <a:pt x="324" y="693"/>
                    <a:pt x="324" y="693"/>
                  </a:cubicBezTo>
                  <a:cubicBezTo>
                    <a:pt x="324" y="693"/>
                    <a:pt x="324" y="693"/>
                    <a:pt x="324" y="693"/>
                  </a:cubicBezTo>
                  <a:cubicBezTo>
                    <a:pt x="324" y="695"/>
                    <a:pt x="324" y="695"/>
                    <a:pt x="324" y="695"/>
                  </a:cubicBezTo>
                  <a:cubicBezTo>
                    <a:pt x="324" y="695"/>
                    <a:pt x="324" y="695"/>
                    <a:pt x="324" y="695"/>
                  </a:cubicBezTo>
                  <a:cubicBezTo>
                    <a:pt x="324" y="695"/>
                    <a:pt x="324" y="695"/>
                    <a:pt x="324" y="695"/>
                  </a:cubicBezTo>
                  <a:cubicBezTo>
                    <a:pt x="324" y="695"/>
                    <a:pt x="324" y="695"/>
                    <a:pt x="324" y="695"/>
                  </a:cubicBezTo>
                  <a:cubicBezTo>
                    <a:pt x="323" y="695"/>
                    <a:pt x="323" y="695"/>
                    <a:pt x="323" y="695"/>
                  </a:cubicBezTo>
                  <a:cubicBezTo>
                    <a:pt x="323" y="695"/>
                    <a:pt x="323" y="695"/>
                    <a:pt x="323" y="695"/>
                  </a:cubicBezTo>
                  <a:cubicBezTo>
                    <a:pt x="322" y="696"/>
                    <a:pt x="322" y="696"/>
                    <a:pt x="322" y="696"/>
                  </a:cubicBezTo>
                  <a:cubicBezTo>
                    <a:pt x="322" y="696"/>
                    <a:pt x="322" y="696"/>
                    <a:pt x="322" y="696"/>
                  </a:cubicBezTo>
                  <a:cubicBezTo>
                    <a:pt x="322" y="696"/>
                    <a:pt x="322" y="696"/>
                    <a:pt x="322" y="696"/>
                  </a:cubicBezTo>
                  <a:cubicBezTo>
                    <a:pt x="322" y="696"/>
                    <a:pt x="322" y="696"/>
                    <a:pt x="322" y="696"/>
                  </a:cubicBezTo>
                  <a:cubicBezTo>
                    <a:pt x="321" y="696"/>
                    <a:pt x="321" y="696"/>
                    <a:pt x="321" y="696"/>
                  </a:cubicBezTo>
                  <a:cubicBezTo>
                    <a:pt x="321" y="696"/>
                    <a:pt x="321" y="696"/>
                    <a:pt x="321" y="696"/>
                  </a:cubicBezTo>
                  <a:cubicBezTo>
                    <a:pt x="321" y="696"/>
                    <a:pt x="321" y="696"/>
                    <a:pt x="321" y="696"/>
                  </a:cubicBezTo>
                  <a:cubicBezTo>
                    <a:pt x="321" y="696"/>
                    <a:pt x="321" y="696"/>
                    <a:pt x="321" y="696"/>
                  </a:cubicBezTo>
                  <a:cubicBezTo>
                    <a:pt x="320" y="697"/>
                    <a:pt x="320" y="697"/>
                    <a:pt x="320" y="697"/>
                  </a:cubicBezTo>
                  <a:cubicBezTo>
                    <a:pt x="320" y="697"/>
                    <a:pt x="320" y="697"/>
                    <a:pt x="320" y="697"/>
                  </a:cubicBezTo>
                  <a:cubicBezTo>
                    <a:pt x="319" y="697"/>
                    <a:pt x="319" y="697"/>
                    <a:pt x="319" y="697"/>
                  </a:cubicBezTo>
                  <a:cubicBezTo>
                    <a:pt x="319" y="697"/>
                    <a:pt x="319" y="697"/>
                    <a:pt x="319" y="697"/>
                  </a:cubicBezTo>
                  <a:cubicBezTo>
                    <a:pt x="319" y="698"/>
                    <a:pt x="319" y="698"/>
                    <a:pt x="319" y="698"/>
                  </a:cubicBezTo>
                  <a:lnTo>
                    <a:pt x="318" y="698"/>
                  </a:lnTo>
                  <a:close/>
                  <a:moveTo>
                    <a:pt x="203" y="679"/>
                  </a:moveTo>
                  <a:cubicBezTo>
                    <a:pt x="203" y="679"/>
                    <a:pt x="202" y="679"/>
                    <a:pt x="202" y="678"/>
                  </a:cubicBezTo>
                  <a:cubicBezTo>
                    <a:pt x="202" y="678"/>
                    <a:pt x="202" y="678"/>
                    <a:pt x="202" y="678"/>
                  </a:cubicBezTo>
                  <a:cubicBezTo>
                    <a:pt x="202" y="678"/>
                    <a:pt x="202" y="678"/>
                    <a:pt x="202" y="677"/>
                  </a:cubicBezTo>
                  <a:cubicBezTo>
                    <a:pt x="202" y="677"/>
                    <a:pt x="202" y="677"/>
                    <a:pt x="202" y="677"/>
                  </a:cubicBezTo>
                  <a:cubicBezTo>
                    <a:pt x="202" y="677"/>
                    <a:pt x="203" y="676"/>
                    <a:pt x="203" y="676"/>
                  </a:cubicBezTo>
                  <a:cubicBezTo>
                    <a:pt x="203" y="676"/>
                    <a:pt x="203" y="676"/>
                    <a:pt x="203" y="676"/>
                  </a:cubicBezTo>
                  <a:cubicBezTo>
                    <a:pt x="204" y="675"/>
                    <a:pt x="204" y="675"/>
                    <a:pt x="204" y="675"/>
                  </a:cubicBezTo>
                  <a:cubicBezTo>
                    <a:pt x="204" y="675"/>
                    <a:pt x="204" y="675"/>
                    <a:pt x="204" y="675"/>
                  </a:cubicBezTo>
                  <a:cubicBezTo>
                    <a:pt x="205" y="674"/>
                    <a:pt x="205" y="674"/>
                    <a:pt x="205" y="674"/>
                  </a:cubicBezTo>
                  <a:cubicBezTo>
                    <a:pt x="205" y="674"/>
                    <a:pt x="205" y="674"/>
                    <a:pt x="205" y="674"/>
                  </a:cubicBezTo>
                  <a:cubicBezTo>
                    <a:pt x="206" y="674"/>
                    <a:pt x="206" y="674"/>
                    <a:pt x="206" y="674"/>
                  </a:cubicBezTo>
                  <a:cubicBezTo>
                    <a:pt x="206" y="674"/>
                    <a:pt x="206" y="674"/>
                    <a:pt x="206" y="674"/>
                  </a:cubicBezTo>
                  <a:cubicBezTo>
                    <a:pt x="207" y="673"/>
                    <a:pt x="207" y="673"/>
                    <a:pt x="207" y="673"/>
                  </a:cubicBezTo>
                  <a:cubicBezTo>
                    <a:pt x="207" y="673"/>
                    <a:pt x="207" y="673"/>
                    <a:pt x="207" y="673"/>
                  </a:cubicBezTo>
                  <a:cubicBezTo>
                    <a:pt x="209" y="672"/>
                    <a:pt x="209" y="672"/>
                    <a:pt x="209" y="672"/>
                  </a:cubicBezTo>
                  <a:cubicBezTo>
                    <a:pt x="209" y="672"/>
                    <a:pt x="209" y="672"/>
                    <a:pt x="209" y="672"/>
                  </a:cubicBezTo>
                  <a:cubicBezTo>
                    <a:pt x="210" y="671"/>
                    <a:pt x="210" y="671"/>
                    <a:pt x="210" y="671"/>
                  </a:cubicBezTo>
                  <a:cubicBezTo>
                    <a:pt x="210" y="671"/>
                    <a:pt x="210" y="671"/>
                    <a:pt x="210" y="671"/>
                  </a:cubicBezTo>
                  <a:cubicBezTo>
                    <a:pt x="220" y="665"/>
                    <a:pt x="220" y="665"/>
                    <a:pt x="220" y="665"/>
                  </a:cubicBezTo>
                  <a:cubicBezTo>
                    <a:pt x="220" y="665"/>
                    <a:pt x="220" y="665"/>
                    <a:pt x="220" y="665"/>
                  </a:cubicBezTo>
                  <a:cubicBezTo>
                    <a:pt x="221" y="665"/>
                    <a:pt x="221" y="665"/>
                    <a:pt x="221" y="665"/>
                  </a:cubicBezTo>
                  <a:cubicBezTo>
                    <a:pt x="221" y="665"/>
                    <a:pt x="221" y="665"/>
                    <a:pt x="221" y="665"/>
                  </a:cubicBezTo>
                  <a:cubicBezTo>
                    <a:pt x="221" y="665"/>
                    <a:pt x="221" y="665"/>
                    <a:pt x="221" y="665"/>
                  </a:cubicBezTo>
                  <a:cubicBezTo>
                    <a:pt x="221" y="665"/>
                    <a:pt x="221" y="665"/>
                    <a:pt x="221" y="665"/>
                  </a:cubicBezTo>
                  <a:cubicBezTo>
                    <a:pt x="222" y="665"/>
                    <a:pt x="222" y="665"/>
                    <a:pt x="222" y="665"/>
                  </a:cubicBezTo>
                  <a:cubicBezTo>
                    <a:pt x="222" y="665"/>
                    <a:pt x="222" y="665"/>
                    <a:pt x="222" y="665"/>
                  </a:cubicBezTo>
                  <a:cubicBezTo>
                    <a:pt x="222" y="665"/>
                    <a:pt x="222" y="665"/>
                    <a:pt x="222" y="665"/>
                  </a:cubicBezTo>
                  <a:cubicBezTo>
                    <a:pt x="222" y="665"/>
                    <a:pt x="222" y="665"/>
                    <a:pt x="222" y="665"/>
                  </a:cubicBezTo>
                  <a:cubicBezTo>
                    <a:pt x="222" y="665"/>
                    <a:pt x="222" y="665"/>
                    <a:pt x="222" y="665"/>
                  </a:cubicBezTo>
                  <a:cubicBezTo>
                    <a:pt x="222" y="665"/>
                    <a:pt x="222" y="665"/>
                    <a:pt x="222" y="665"/>
                  </a:cubicBezTo>
                  <a:cubicBezTo>
                    <a:pt x="223" y="665"/>
                    <a:pt x="223" y="665"/>
                    <a:pt x="223" y="665"/>
                  </a:cubicBezTo>
                  <a:cubicBezTo>
                    <a:pt x="223" y="665"/>
                    <a:pt x="223" y="665"/>
                    <a:pt x="223" y="665"/>
                  </a:cubicBezTo>
                  <a:cubicBezTo>
                    <a:pt x="223" y="666"/>
                    <a:pt x="223" y="666"/>
                    <a:pt x="223" y="666"/>
                  </a:cubicBezTo>
                  <a:cubicBezTo>
                    <a:pt x="223" y="666"/>
                    <a:pt x="223" y="666"/>
                    <a:pt x="223" y="666"/>
                  </a:cubicBezTo>
                  <a:cubicBezTo>
                    <a:pt x="223" y="666"/>
                    <a:pt x="223" y="666"/>
                    <a:pt x="223" y="666"/>
                  </a:cubicBezTo>
                  <a:cubicBezTo>
                    <a:pt x="223" y="666"/>
                    <a:pt x="223" y="666"/>
                    <a:pt x="223" y="666"/>
                  </a:cubicBezTo>
                  <a:cubicBezTo>
                    <a:pt x="224" y="666"/>
                    <a:pt x="224" y="666"/>
                    <a:pt x="224" y="666"/>
                  </a:cubicBezTo>
                  <a:cubicBezTo>
                    <a:pt x="224" y="666"/>
                    <a:pt x="224" y="666"/>
                    <a:pt x="224" y="666"/>
                  </a:cubicBezTo>
                  <a:cubicBezTo>
                    <a:pt x="225" y="666"/>
                    <a:pt x="225" y="666"/>
                    <a:pt x="225" y="666"/>
                  </a:cubicBezTo>
                  <a:cubicBezTo>
                    <a:pt x="225" y="666"/>
                    <a:pt x="225" y="666"/>
                    <a:pt x="225" y="666"/>
                  </a:cubicBezTo>
                  <a:cubicBezTo>
                    <a:pt x="225" y="666"/>
                    <a:pt x="225" y="666"/>
                    <a:pt x="225" y="666"/>
                  </a:cubicBezTo>
                  <a:cubicBezTo>
                    <a:pt x="225" y="666"/>
                    <a:pt x="225" y="666"/>
                    <a:pt x="225" y="666"/>
                  </a:cubicBezTo>
                  <a:cubicBezTo>
                    <a:pt x="225" y="665"/>
                    <a:pt x="225" y="665"/>
                    <a:pt x="225" y="665"/>
                  </a:cubicBezTo>
                  <a:cubicBezTo>
                    <a:pt x="225" y="665"/>
                    <a:pt x="225" y="665"/>
                    <a:pt x="225" y="665"/>
                  </a:cubicBezTo>
                  <a:cubicBezTo>
                    <a:pt x="225" y="665"/>
                    <a:pt x="225" y="665"/>
                    <a:pt x="225" y="665"/>
                  </a:cubicBezTo>
                  <a:cubicBezTo>
                    <a:pt x="225" y="665"/>
                    <a:pt x="225" y="665"/>
                    <a:pt x="225" y="665"/>
                  </a:cubicBezTo>
                  <a:cubicBezTo>
                    <a:pt x="225" y="664"/>
                    <a:pt x="225" y="664"/>
                    <a:pt x="225" y="664"/>
                  </a:cubicBezTo>
                  <a:cubicBezTo>
                    <a:pt x="225" y="664"/>
                    <a:pt x="225" y="664"/>
                    <a:pt x="225" y="664"/>
                  </a:cubicBezTo>
                  <a:cubicBezTo>
                    <a:pt x="225" y="664"/>
                    <a:pt x="225" y="664"/>
                    <a:pt x="225" y="664"/>
                  </a:cubicBezTo>
                  <a:cubicBezTo>
                    <a:pt x="225" y="664"/>
                    <a:pt x="225" y="664"/>
                    <a:pt x="225" y="664"/>
                  </a:cubicBezTo>
                  <a:cubicBezTo>
                    <a:pt x="225" y="663"/>
                    <a:pt x="225" y="663"/>
                    <a:pt x="225" y="663"/>
                  </a:cubicBezTo>
                  <a:cubicBezTo>
                    <a:pt x="225" y="663"/>
                    <a:pt x="225" y="663"/>
                    <a:pt x="225" y="663"/>
                  </a:cubicBezTo>
                  <a:cubicBezTo>
                    <a:pt x="225" y="663"/>
                    <a:pt x="225" y="663"/>
                    <a:pt x="225" y="663"/>
                  </a:cubicBezTo>
                  <a:cubicBezTo>
                    <a:pt x="225" y="663"/>
                    <a:pt x="225" y="663"/>
                    <a:pt x="225" y="663"/>
                  </a:cubicBezTo>
                  <a:cubicBezTo>
                    <a:pt x="225" y="662"/>
                    <a:pt x="225" y="662"/>
                    <a:pt x="225" y="662"/>
                  </a:cubicBezTo>
                  <a:cubicBezTo>
                    <a:pt x="225" y="662"/>
                    <a:pt x="225" y="662"/>
                    <a:pt x="225" y="662"/>
                  </a:cubicBezTo>
                  <a:cubicBezTo>
                    <a:pt x="235" y="658"/>
                    <a:pt x="235" y="658"/>
                    <a:pt x="235" y="658"/>
                  </a:cubicBezTo>
                  <a:cubicBezTo>
                    <a:pt x="235" y="658"/>
                    <a:pt x="235" y="658"/>
                    <a:pt x="235" y="658"/>
                  </a:cubicBezTo>
                  <a:cubicBezTo>
                    <a:pt x="235" y="658"/>
                    <a:pt x="235" y="658"/>
                    <a:pt x="235" y="658"/>
                  </a:cubicBezTo>
                  <a:cubicBezTo>
                    <a:pt x="235" y="658"/>
                    <a:pt x="235" y="658"/>
                    <a:pt x="235" y="658"/>
                  </a:cubicBezTo>
                  <a:cubicBezTo>
                    <a:pt x="234" y="661"/>
                    <a:pt x="234" y="661"/>
                    <a:pt x="234" y="661"/>
                  </a:cubicBezTo>
                  <a:cubicBezTo>
                    <a:pt x="234" y="661"/>
                    <a:pt x="234" y="661"/>
                    <a:pt x="234" y="661"/>
                  </a:cubicBezTo>
                  <a:cubicBezTo>
                    <a:pt x="232" y="664"/>
                    <a:pt x="232" y="664"/>
                    <a:pt x="232" y="664"/>
                  </a:cubicBezTo>
                  <a:cubicBezTo>
                    <a:pt x="232" y="664"/>
                    <a:pt x="232" y="664"/>
                    <a:pt x="232" y="664"/>
                  </a:cubicBezTo>
                  <a:cubicBezTo>
                    <a:pt x="229" y="667"/>
                    <a:pt x="229" y="667"/>
                    <a:pt x="229" y="667"/>
                  </a:cubicBezTo>
                  <a:cubicBezTo>
                    <a:pt x="229" y="667"/>
                    <a:pt x="229" y="667"/>
                    <a:pt x="229" y="667"/>
                  </a:cubicBezTo>
                  <a:cubicBezTo>
                    <a:pt x="226" y="669"/>
                    <a:pt x="226" y="669"/>
                    <a:pt x="226" y="669"/>
                  </a:cubicBezTo>
                  <a:cubicBezTo>
                    <a:pt x="226" y="669"/>
                    <a:pt x="226" y="669"/>
                    <a:pt x="226" y="669"/>
                  </a:cubicBezTo>
                  <a:cubicBezTo>
                    <a:pt x="223" y="671"/>
                    <a:pt x="223" y="671"/>
                    <a:pt x="223" y="671"/>
                  </a:cubicBezTo>
                  <a:cubicBezTo>
                    <a:pt x="223" y="671"/>
                    <a:pt x="223" y="671"/>
                    <a:pt x="223" y="671"/>
                  </a:cubicBezTo>
                  <a:cubicBezTo>
                    <a:pt x="220" y="673"/>
                    <a:pt x="220" y="673"/>
                    <a:pt x="220" y="673"/>
                  </a:cubicBezTo>
                  <a:cubicBezTo>
                    <a:pt x="220" y="673"/>
                    <a:pt x="220" y="673"/>
                    <a:pt x="220" y="673"/>
                  </a:cubicBezTo>
                  <a:cubicBezTo>
                    <a:pt x="217" y="675"/>
                    <a:pt x="217" y="675"/>
                    <a:pt x="217" y="675"/>
                  </a:cubicBezTo>
                  <a:cubicBezTo>
                    <a:pt x="217" y="675"/>
                    <a:pt x="217" y="675"/>
                    <a:pt x="217" y="675"/>
                  </a:cubicBezTo>
                  <a:cubicBezTo>
                    <a:pt x="216" y="675"/>
                    <a:pt x="215" y="676"/>
                    <a:pt x="214" y="676"/>
                  </a:cubicBezTo>
                  <a:cubicBezTo>
                    <a:pt x="214" y="676"/>
                    <a:pt x="214" y="676"/>
                    <a:pt x="214" y="676"/>
                  </a:cubicBezTo>
                  <a:cubicBezTo>
                    <a:pt x="203" y="679"/>
                    <a:pt x="203" y="679"/>
                    <a:pt x="203" y="679"/>
                  </a:cubicBezTo>
                  <a:close/>
                  <a:moveTo>
                    <a:pt x="305" y="665"/>
                  </a:moveTo>
                  <a:cubicBezTo>
                    <a:pt x="306" y="655"/>
                    <a:pt x="306" y="655"/>
                    <a:pt x="306" y="655"/>
                  </a:cubicBezTo>
                  <a:cubicBezTo>
                    <a:pt x="306" y="655"/>
                    <a:pt x="306" y="655"/>
                    <a:pt x="306" y="655"/>
                  </a:cubicBezTo>
                  <a:cubicBezTo>
                    <a:pt x="317" y="649"/>
                    <a:pt x="317" y="649"/>
                    <a:pt x="317" y="649"/>
                  </a:cubicBezTo>
                  <a:cubicBezTo>
                    <a:pt x="317" y="649"/>
                    <a:pt x="317" y="649"/>
                    <a:pt x="317" y="649"/>
                  </a:cubicBezTo>
                  <a:cubicBezTo>
                    <a:pt x="318" y="649"/>
                    <a:pt x="318" y="649"/>
                    <a:pt x="318" y="649"/>
                  </a:cubicBezTo>
                  <a:cubicBezTo>
                    <a:pt x="318" y="649"/>
                    <a:pt x="318" y="649"/>
                    <a:pt x="318" y="649"/>
                  </a:cubicBezTo>
                  <a:cubicBezTo>
                    <a:pt x="318" y="651"/>
                    <a:pt x="318" y="651"/>
                    <a:pt x="318" y="651"/>
                  </a:cubicBezTo>
                  <a:cubicBezTo>
                    <a:pt x="318" y="651"/>
                    <a:pt x="318" y="651"/>
                    <a:pt x="318" y="651"/>
                  </a:cubicBezTo>
                  <a:cubicBezTo>
                    <a:pt x="317" y="653"/>
                    <a:pt x="317" y="653"/>
                    <a:pt x="317" y="653"/>
                  </a:cubicBezTo>
                  <a:cubicBezTo>
                    <a:pt x="317" y="653"/>
                    <a:pt x="317" y="653"/>
                    <a:pt x="317" y="653"/>
                  </a:cubicBezTo>
                  <a:cubicBezTo>
                    <a:pt x="316" y="654"/>
                    <a:pt x="316" y="654"/>
                    <a:pt x="316" y="654"/>
                  </a:cubicBezTo>
                  <a:cubicBezTo>
                    <a:pt x="316" y="654"/>
                    <a:pt x="316" y="654"/>
                    <a:pt x="316" y="654"/>
                  </a:cubicBezTo>
                  <a:cubicBezTo>
                    <a:pt x="315" y="656"/>
                    <a:pt x="315" y="656"/>
                    <a:pt x="315" y="656"/>
                  </a:cubicBezTo>
                  <a:cubicBezTo>
                    <a:pt x="315" y="656"/>
                    <a:pt x="315" y="656"/>
                    <a:pt x="315" y="656"/>
                  </a:cubicBezTo>
                  <a:cubicBezTo>
                    <a:pt x="313" y="657"/>
                    <a:pt x="313" y="657"/>
                    <a:pt x="313" y="657"/>
                  </a:cubicBezTo>
                  <a:cubicBezTo>
                    <a:pt x="313" y="657"/>
                    <a:pt x="313" y="657"/>
                    <a:pt x="313" y="657"/>
                  </a:cubicBezTo>
                  <a:cubicBezTo>
                    <a:pt x="312" y="659"/>
                    <a:pt x="312" y="659"/>
                    <a:pt x="312" y="659"/>
                  </a:cubicBezTo>
                  <a:cubicBezTo>
                    <a:pt x="312" y="659"/>
                    <a:pt x="312" y="659"/>
                    <a:pt x="312" y="659"/>
                  </a:cubicBezTo>
                  <a:cubicBezTo>
                    <a:pt x="311" y="660"/>
                    <a:pt x="311" y="660"/>
                    <a:pt x="311" y="660"/>
                  </a:cubicBezTo>
                  <a:cubicBezTo>
                    <a:pt x="311" y="660"/>
                    <a:pt x="311" y="660"/>
                    <a:pt x="311" y="660"/>
                  </a:cubicBezTo>
                  <a:cubicBezTo>
                    <a:pt x="310" y="661"/>
                    <a:pt x="310" y="661"/>
                    <a:pt x="310" y="661"/>
                  </a:cubicBezTo>
                  <a:cubicBezTo>
                    <a:pt x="310" y="661"/>
                    <a:pt x="310" y="661"/>
                    <a:pt x="310" y="661"/>
                  </a:cubicBezTo>
                  <a:cubicBezTo>
                    <a:pt x="309" y="662"/>
                    <a:pt x="309" y="662"/>
                    <a:pt x="309" y="662"/>
                  </a:cubicBezTo>
                  <a:cubicBezTo>
                    <a:pt x="309" y="662"/>
                    <a:pt x="309" y="662"/>
                    <a:pt x="309" y="662"/>
                  </a:cubicBezTo>
                  <a:cubicBezTo>
                    <a:pt x="309" y="663"/>
                    <a:pt x="309" y="663"/>
                    <a:pt x="309" y="663"/>
                  </a:cubicBezTo>
                  <a:cubicBezTo>
                    <a:pt x="309" y="663"/>
                    <a:pt x="309" y="663"/>
                    <a:pt x="309" y="663"/>
                  </a:cubicBezTo>
                  <a:cubicBezTo>
                    <a:pt x="308" y="663"/>
                    <a:pt x="308" y="663"/>
                    <a:pt x="308" y="663"/>
                  </a:cubicBezTo>
                  <a:cubicBezTo>
                    <a:pt x="308" y="663"/>
                    <a:pt x="308" y="663"/>
                    <a:pt x="308" y="663"/>
                  </a:cubicBezTo>
                  <a:cubicBezTo>
                    <a:pt x="308" y="663"/>
                    <a:pt x="308" y="663"/>
                    <a:pt x="308" y="663"/>
                  </a:cubicBezTo>
                  <a:cubicBezTo>
                    <a:pt x="308" y="663"/>
                    <a:pt x="308" y="663"/>
                    <a:pt x="308" y="663"/>
                  </a:cubicBezTo>
                  <a:cubicBezTo>
                    <a:pt x="307" y="664"/>
                    <a:pt x="307" y="664"/>
                    <a:pt x="307" y="664"/>
                  </a:cubicBezTo>
                  <a:cubicBezTo>
                    <a:pt x="307" y="664"/>
                    <a:pt x="307" y="664"/>
                    <a:pt x="307" y="664"/>
                  </a:cubicBezTo>
                  <a:cubicBezTo>
                    <a:pt x="306" y="665"/>
                    <a:pt x="306" y="665"/>
                    <a:pt x="306" y="665"/>
                  </a:cubicBezTo>
                  <a:cubicBezTo>
                    <a:pt x="306" y="665"/>
                    <a:pt x="306" y="665"/>
                    <a:pt x="306" y="665"/>
                  </a:cubicBezTo>
                  <a:cubicBezTo>
                    <a:pt x="306" y="665"/>
                    <a:pt x="306" y="665"/>
                    <a:pt x="306" y="665"/>
                  </a:cubicBezTo>
                  <a:cubicBezTo>
                    <a:pt x="306" y="665"/>
                    <a:pt x="306" y="665"/>
                    <a:pt x="306" y="665"/>
                  </a:cubicBezTo>
                  <a:cubicBezTo>
                    <a:pt x="305" y="665"/>
                    <a:pt x="305" y="665"/>
                    <a:pt x="305" y="665"/>
                  </a:cubicBezTo>
                  <a:close/>
                  <a:moveTo>
                    <a:pt x="598" y="662"/>
                  </a:moveTo>
                  <a:cubicBezTo>
                    <a:pt x="598" y="661"/>
                    <a:pt x="598" y="661"/>
                    <a:pt x="598" y="661"/>
                  </a:cubicBezTo>
                  <a:cubicBezTo>
                    <a:pt x="598" y="661"/>
                    <a:pt x="598" y="661"/>
                    <a:pt x="598" y="661"/>
                  </a:cubicBezTo>
                  <a:cubicBezTo>
                    <a:pt x="598" y="661"/>
                    <a:pt x="598" y="661"/>
                    <a:pt x="598" y="661"/>
                  </a:cubicBezTo>
                  <a:cubicBezTo>
                    <a:pt x="598" y="661"/>
                    <a:pt x="598" y="661"/>
                    <a:pt x="598" y="661"/>
                  </a:cubicBezTo>
                  <a:cubicBezTo>
                    <a:pt x="598" y="660"/>
                    <a:pt x="598" y="660"/>
                    <a:pt x="598" y="660"/>
                  </a:cubicBezTo>
                  <a:cubicBezTo>
                    <a:pt x="598" y="660"/>
                    <a:pt x="598" y="660"/>
                    <a:pt x="598" y="660"/>
                  </a:cubicBezTo>
                  <a:cubicBezTo>
                    <a:pt x="598" y="659"/>
                    <a:pt x="598" y="659"/>
                    <a:pt x="598" y="659"/>
                  </a:cubicBezTo>
                  <a:cubicBezTo>
                    <a:pt x="598" y="659"/>
                    <a:pt x="598" y="659"/>
                    <a:pt x="598" y="659"/>
                  </a:cubicBezTo>
                  <a:cubicBezTo>
                    <a:pt x="598" y="659"/>
                    <a:pt x="598" y="659"/>
                    <a:pt x="598" y="659"/>
                  </a:cubicBezTo>
                  <a:cubicBezTo>
                    <a:pt x="598" y="659"/>
                    <a:pt x="598" y="659"/>
                    <a:pt x="598" y="659"/>
                  </a:cubicBezTo>
                  <a:cubicBezTo>
                    <a:pt x="598" y="658"/>
                    <a:pt x="598" y="658"/>
                    <a:pt x="598" y="658"/>
                  </a:cubicBezTo>
                  <a:cubicBezTo>
                    <a:pt x="598" y="658"/>
                    <a:pt x="598" y="658"/>
                    <a:pt x="598" y="658"/>
                  </a:cubicBezTo>
                  <a:cubicBezTo>
                    <a:pt x="598" y="658"/>
                    <a:pt x="598" y="658"/>
                    <a:pt x="598" y="658"/>
                  </a:cubicBezTo>
                  <a:cubicBezTo>
                    <a:pt x="598" y="658"/>
                    <a:pt x="598" y="658"/>
                    <a:pt x="598" y="658"/>
                  </a:cubicBezTo>
                  <a:cubicBezTo>
                    <a:pt x="598" y="657"/>
                    <a:pt x="598" y="657"/>
                    <a:pt x="598" y="657"/>
                  </a:cubicBezTo>
                  <a:cubicBezTo>
                    <a:pt x="598" y="657"/>
                    <a:pt x="598" y="657"/>
                    <a:pt x="598" y="657"/>
                  </a:cubicBezTo>
                  <a:cubicBezTo>
                    <a:pt x="598" y="657"/>
                    <a:pt x="598" y="657"/>
                    <a:pt x="598" y="657"/>
                  </a:cubicBezTo>
                  <a:cubicBezTo>
                    <a:pt x="598" y="657"/>
                    <a:pt x="598" y="657"/>
                    <a:pt x="598" y="657"/>
                  </a:cubicBezTo>
                  <a:cubicBezTo>
                    <a:pt x="598" y="657"/>
                    <a:pt x="598" y="657"/>
                    <a:pt x="598" y="657"/>
                  </a:cubicBezTo>
                  <a:cubicBezTo>
                    <a:pt x="598" y="657"/>
                    <a:pt x="598" y="657"/>
                    <a:pt x="598" y="657"/>
                  </a:cubicBezTo>
                  <a:cubicBezTo>
                    <a:pt x="598" y="656"/>
                    <a:pt x="598" y="656"/>
                    <a:pt x="598" y="656"/>
                  </a:cubicBezTo>
                  <a:cubicBezTo>
                    <a:pt x="598" y="656"/>
                    <a:pt x="598" y="656"/>
                    <a:pt x="598" y="656"/>
                  </a:cubicBezTo>
                  <a:cubicBezTo>
                    <a:pt x="598" y="656"/>
                    <a:pt x="598" y="656"/>
                    <a:pt x="598" y="656"/>
                  </a:cubicBezTo>
                  <a:cubicBezTo>
                    <a:pt x="598" y="656"/>
                    <a:pt x="598" y="656"/>
                    <a:pt x="598" y="656"/>
                  </a:cubicBezTo>
                  <a:cubicBezTo>
                    <a:pt x="599" y="656"/>
                    <a:pt x="599" y="656"/>
                    <a:pt x="599" y="656"/>
                  </a:cubicBezTo>
                  <a:cubicBezTo>
                    <a:pt x="599" y="656"/>
                    <a:pt x="599" y="656"/>
                    <a:pt x="599" y="656"/>
                  </a:cubicBezTo>
                  <a:cubicBezTo>
                    <a:pt x="599" y="656"/>
                    <a:pt x="599" y="656"/>
                    <a:pt x="599" y="656"/>
                  </a:cubicBezTo>
                  <a:cubicBezTo>
                    <a:pt x="599" y="656"/>
                    <a:pt x="599" y="656"/>
                    <a:pt x="599" y="656"/>
                  </a:cubicBezTo>
                  <a:cubicBezTo>
                    <a:pt x="600" y="656"/>
                    <a:pt x="600" y="656"/>
                    <a:pt x="600" y="656"/>
                  </a:cubicBezTo>
                  <a:cubicBezTo>
                    <a:pt x="600" y="656"/>
                    <a:pt x="600" y="656"/>
                    <a:pt x="600" y="656"/>
                  </a:cubicBezTo>
                  <a:cubicBezTo>
                    <a:pt x="600" y="657"/>
                    <a:pt x="600" y="657"/>
                    <a:pt x="600" y="657"/>
                  </a:cubicBezTo>
                  <a:cubicBezTo>
                    <a:pt x="600" y="657"/>
                    <a:pt x="600" y="657"/>
                    <a:pt x="600" y="657"/>
                  </a:cubicBezTo>
                  <a:cubicBezTo>
                    <a:pt x="600" y="657"/>
                    <a:pt x="600" y="657"/>
                    <a:pt x="600" y="657"/>
                  </a:cubicBezTo>
                  <a:cubicBezTo>
                    <a:pt x="600" y="657"/>
                    <a:pt x="600" y="657"/>
                    <a:pt x="600" y="657"/>
                  </a:cubicBezTo>
                  <a:cubicBezTo>
                    <a:pt x="600" y="658"/>
                    <a:pt x="600" y="658"/>
                    <a:pt x="600" y="658"/>
                  </a:cubicBezTo>
                  <a:cubicBezTo>
                    <a:pt x="600" y="658"/>
                    <a:pt x="600" y="658"/>
                    <a:pt x="600" y="658"/>
                  </a:cubicBezTo>
                  <a:cubicBezTo>
                    <a:pt x="600" y="658"/>
                    <a:pt x="600" y="658"/>
                    <a:pt x="600" y="658"/>
                  </a:cubicBezTo>
                  <a:cubicBezTo>
                    <a:pt x="600" y="658"/>
                    <a:pt x="600" y="658"/>
                    <a:pt x="600" y="658"/>
                  </a:cubicBezTo>
                  <a:cubicBezTo>
                    <a:pt x="600" y="658"/>
                    <a:pt x="600" y="658"/>
                    <a:pt x="600" y="658"/>
                  </a:cubicBezTo>
                  <a:cubicBezTo>
                    <a:pt x="600" y="658"/>
                    <a:pt x="600" y="658"/>
                    <a:pt x="600" y="658"/>
                  </a:cubicBezTo>
                  <a:cubicBezTo>
                    <a:pt x="601" y="658"/>
                    <a:pt x="601" y="658"/>
                    <a:pt x="601" y="658"/>
                  </a:cubicBezTo>
                  <a:cubicBezTo>
                    <a:pt x="601" y="658"/>
                    <a:pt x="601" y="658"/>
                    <a:pt x="601" y="658"/>
                  </a:cubicBezTo>
                  <a:cubicBezTo>
                    <a:pt x="601" y="659"/>
                    <a:pt x="601" y="659"/>
                    <a:pt x="601" y="659"/>
                  </a:cubicBezTo>
                  <a:cubicBezTo>
                    <a:pt x="601" y="659"/>
                    <a:pt x="601" y="659"/>
                    <a:pt x="601" y="659"/>
                  </a:cubicBezTo>
                  <a:cubicBezTo>
                    <a:pt x="602" y="659"/>
                    <a:pt x="602" y="659"/>
                    <a:pt x="602" y="659"/>
                  </a:cubicBezTo>
                  <a:cubicBezTo>
                    <a:pt x="602" y="659"/>
                    <a:pt x="602" y="659"/>
                    <a:pt x="602" y="659"/>
                  </a:cubicBezTo>
                  <a:cubicBezTo>
                    <a:pt x="601" y="660"/>
                    <a:pt x="601" y="660"/>
                    <a:pt x="601" y="660"/>
                  </a:cubicBezTo>
                  <a:cubicBezTo>
                    <a:pt x="601" y="660"/>
                    <a:pt x="601" y="660"/>
                    <a:pt x="601" y="660"/>
                  </a:cubicBezTo>
                  <a:cubicBezTo>
                    <a:pt x="601" y="660"/>
                    <a:pt x="601" y="660"/>
                    <a:pt x="601" y="660"/>
                  </a:cubicBezTo>
                  <a:cubicBezTo>
                    <a:pt x="601" y="660"/>
                    <a:pt x="601" y="660"/>
                    <a:pt x="601" y="660"/>
                  </a:cubicBezTo>
                  <a:cubicBezTo>
                    <a:pt x="601" y="660"/>
                    <a:pt x="601" y="660"/>
                    <a:pt x="601" y="660"/>
                  </a:cubicBezTo>
                  <a:cubicBezTo>
                    <a:pt x="601" y="660"/>
                    <a:pt x="601" y="660"/>
                    <a:pt x="601" y="660"/>
                  </a:cubicBezTo>
                  <a:cubicBezTo>
                    <a:pt x="601" y="661"/>
                    <a:pt x="601" y="661"/>
                    <a:pt x="601" y="661"/>
                  </a:cubicBezTo>
                  <a:cubicBezTo>
                    <a:pt x="601" y="661"/>
                    <a:pt x="601" y="661"/>
                    <a:pt x="601" y="661"/>
                  </a:cubicBezTo>
                  <a:cubicBezTo>
                    <a:pt x="600" y="661"/>
                    <a:pt x="600" y="661"/>
                    <a:pt x="600" y="661"/>
                  </a:cubicBezTo>
                  <a:cubicBezTo>
                    <a:pt x="600" y="661"/>
                    <a:pt x="600" y="661"/>
                    <a:pt x="600" y="661"/>
                  </a:cubicBezTo>
                  <a:cubicBezTo>
                    <a:pt x="600" y="661"/>
                    <a:pt x="600" y="661"/>
                    <a:pt x="600" y="661"/>
                  </a:cubicBezTo>
                  <a:cubicBezTo>
                    <a:pt x="600" y="661"/>
                    <a:pt x="600" y="661"/>
                    <a:pt x="600" y="661"/>
                  </a:cubicBezTo>
                  <a:cubicBezTo>
                    <a:pt x="599" y="661"/>
                    <a:pt x="599" y="661"/>
                    <a:pt x="599" y="661"/>
                  </a:cubicBezTo>
                  <a:cubicBezTo>
                    <a:pt x="599" y="661"/>
                    <a:pt x="599" y="661"/>
                    <a:pt x="599" y="661"/>
                  </a:cubicBezTo>
                  <a:cubicBezTo>
                    <a:pt x="599" y="662"/>
                    <a:pt x="599" y="662"/>
                    <a:pt x="599" y="662"/>
                  </a:cubicBezTo>
                  <a:lnTo>
                    <a:pt x="598" y="662"/>
                  </a:lnTo>
                  <a:close/>
                  <a:moveTo>
                    <a:pt x="615" y="662"/>
                  </a:moveTo>
                  <a:cubicBezTo>
                    <a:pt x="614" y="662"/>
                    <a:pt x="614" y="662"/>
                    <a:pt x="614" y="662"/>
                  </a:cubicBezTo>
                  <a:cubicBezTo>
                    <a:pt x="614" y="662"/>
                    <a:pt x="614" y="662"/>
                    <a:pt x="614" y="662"/>
                  </a:cubicBezTo>
                  <a:cubicBezTo>
                    <a:pt x="614" y="661"/>
                    <a:pt x="614" y="661"/>
                    <a:pt x="614" y="661"/>
                  </a:cubicBezTo>
                  <a:cubicBezTo>
                    <a:pt x="614" y="661"/>
                    <a:pt x="614" y="661"/>
                    <a:pt x="614" y="661"/>
                  </a:cubicBezTo>
                  <a:cubicBezTo>
                    <a:pt x="614" y="661"/>
                    <a:pt x="614" y="661"/>
                    <a:pt x="614" y="661"/>
                  </a:cubicBezTo>
                  <a:cubicBezTo>
                    <a:pt x="614" y="661"/>
                    <a:pt x="614" y="661"/>
                    <a:pt x="614" y="661"/>
                  </a:cubicBezTo>
                  <a:cubicBezTo>
                    <a:pt x="614" y="661"/>
                    <a:pt x="614" y="661"/>
                    <a:pt x="614" y="661"/>
                  </a:cubicBezTo>
                  <a:cubicBezTo>
                    <a:pt x="614" y="661"/>
                    <a:pt x="614" y="661"/>
                    <a:pt x="614" y="661"/>
                  </a:cubicBezTo>
                  <a:cubicBezTo>
                    <a:pt x="613" y="661"/>
                    <a:pt x="613" y="661"/>
                    <a:pt x="613" y="661"/>
                  </a:cubicBezTo>
                  <a:cubicBezTo>
                    <a:pt x="613" y="661"/>
                    <a:pt x="613" y="661"/>
                    <a:pt x="613" y="661"/>
                  </a:cubicBezTo>
                  <a:cubicBezTo>
                    <a:pt x="613" y="660"/>
                    <a:pt x="613" y="660"/>
                    <a:pt x="613" y="660"/>
                  </a:cubicBezTo>
                  <a:cubicBezTo>
                    <a:pt x="613" y="660"/>
                    <a:pt x="613" y="660"/>
                    <a:pt x="613" y="660"/>
                  </a:cubicBezTo>
                  <a:cubicBezTo>
                    <a:pt x="613" y="660"/>
                    <a:pt x="613" y="660"/>
                    <a:pt x="613" y="660"/>
                  </a:cubicBezTo>
                  <a:cubicBezTo>
                    <a:pt x="613" y="660"/>
                    <a:pt x="613" y="660"/>
                    <a:pt x="613" y="660"/>
                  </a:cubicBezTo>
                  <a:cubicBezTo>
                    <a:pt x="613" y="659"/>
                    <a:pt x="613" y="659"/>
                    <a:pt x="613" y="659"/>
                  </a:cubicBezTo>
                  <a:cubicBezTo>
                    <a:pt x="613" y="659"/>
                    <a:pt x="613" y="659"/>
                    <a:pt x="613" y="659"/>
                  </a:cubicBezTo>
                  <a:cubicBezTo>
                    <a:pt x="613" y="658"/>
                    <a:pt x="613" y="658"/>
                    <a:pt x="613" y="658"/>
                  </a:cubicBezTo>
                  <a:cubicBezTo>
                    <a:pt x="613" y="658"/>
                    <a:pt x="613" y="658"/>
                    <a:pt x="613" y="658"/>
                  </a:cubicBezTo>
                  <a:cubicBezTo>
                    <a:pt x="613" y="658"/>
                    <a:pt x="613" y="658"/>
                    <a:pt x="613" y="658"/>
                  </a:cubicBezTo>
                  <a:cubicBezTo>
                    <a:pt x="613" y="658"/>
                    <a:pt x="613" y="658"/>
                    <a:pt x="613" y="658"/>
                  </a:cubicBezTo>
                  <a:cubicBezTo>
                    <a:pt x="613" y="657"/>
                    <a:pt x="613" y="657"/>
                    <a:pt x="613" y="657"/>
                  </a:cubicBezTo>
                  <a:cubicBezTo>
                    <a:pt x="613" y="657"/>
                    <a:pt x="613" y="657"/>
                    <a:pt x="613" y="657"/>
                  </a:cubicBezTo>
                  <a:cubicBezTo>
                    <a:pt x="614" y="656"/>
                    <a:pt x="614" y="656"/>
                    <a:pt x="614" y="656"/>
                  </a:cubicBezTo>
                  <a:cubicBezTo>
                    <a:pt x="614" y="656"/>
                    <a:pt x="614" y="656"/>
                    <a:pt x="614" y="656"/>
                  </a:cubicBezTo>
                  <a:cubicBezTo>
                    <a:pt x="613" y="656"/>
                    <a:pt x="613" y="656"/>
                    <a:pt x="613" y="656"/>
                  </a:cubicBezTo>
                  <a:cubicBezTo>
                    <a:pt x="613" y="656"/>
                    <a:pt x="613" y="656"/>
                    <a:pt x="613" y="656"/>
                  </a:cubicBezTo>
                  <a:cubicBezTo>
                    <a:pt x="613" y="655"/>
                    <a:pt x="613" y="655"/>
                    <a:pt x="613" y="655"/>
                  </a:cubicBezTo>
                  <a:cubicBezTo>
                    <a:pt x="613" y="655"/>
                    <a:pt x="613" y="655"/>
                    <a:pt x="613" y="655"/>
                  </a:cubicBezTo>
                  <a:cubicBezTo>
                    <a:pt x="613" y="654"/>
                    <a:pt x="613" y="654"/>
                    <a:pt x="613" y="654"/>
                  </a:cubicBezTo>
                  <a:cubicBezTo>
                    <a:pt x="613" y="654"/>
                    <a:pt x="613" y="654"/>
                    <a:pt x="613" y="654"/>
                  </a:cubicBezTo>
                  <a:cubicBezTo>
                    <a:pt x="614" y="654"/>
                    <a:pt x="614" y="654"/>
                    <a:pt x="614" y="654"/>
                  </a:cubicBezTo>
                  <a:cubicBezTo>
                    <a:pt x="614" y="654"/>
                    <a:pt x="614" y="654"/>
                    <a:pt x="614" y="654"/>
                  </a:cubicBezTo>
                  <a:cubicBezTo>
                    <a:pt x="615" y="653"/>
                    <a:pt x="615" y="653"/>
                    <a:pt x="615" y="653"/>
                  </a:cubicBezTo>
                  <a:cubicBezTo>
                    <a:pt x="615" y="653"/>
                    <a:pt x="615" y="653"/>
                    <a:pt x="615" y="653"/>
                  </a:cubicBezTo>
                  <a:cubicBezTo>
                    <a:pt x="617" y="654"/>
                    <a:pt x="617" y="654"/>
                    <a:pt x="617" y="654"/>
                  </a:cubicBezTo>
                  <a:cubicBezTo>
                    <a:pt x="617" y="654"/>
                    <a:pt x="617" y="654"/>
                    <a:pt x="617" y="654"/>
                  </a:cubicBezTo>
                  <a:cubicBezTo>
                    <a:pt x="617" y="655"/>
                    <a:pt x="617" y="655"/>
                    <a:pt x="617" y="655"/>
                  </a:cubicBezTo>
                  <a:cubicBezTo>
                    <a:pt x="617" y="655"/>
                    <a:pt x="617" y="655"/>
                    <a:pt x="617" y="655"/>
                  </a:cubicBezTo>
                  <a:cubicBezTo>
                    <a:pt x="617" y="656"/>
                    <a:pt x="617" y="656"/>
                    <a:pt x="617" y="656"/>
                  </a:cubicBezTo>
                  <a:cubicBezTo>
                    <a:pt x="617" y="656"/>
                    <a:pt x="617" y="656"/>
                    <a:pt x="617" y="656"/>
                  </a:cubicBezTo>
                  <a:cubicBezTo>
                    <a:pt x="617" y="657"/>
                    <a:pt x="617" y="657"/>
                    <a:pt x="617" y="657"/>
                  </a:cubicBezTo>
                  <a:cubicBezTo>
                    <a:pt x="617" y="657"/>
                    <a:pt x="617" y="657"/>
                    <a:pt x="617" y="657"/>
                  </a:cubicBezTo>
                  <a:cubicBezTo>
                    <a:pt x="617" y="658"/>
                    <a:pt x="617" y="658"/>
                    <a:pt x="617" y="658"/>
                  </a:cubicBezTo>
                  <a:cubicBezTo>
                    <a:pt x="617" y="658"/>
                    <a:pt x="617" y="658"/>
                    <a:pt x="617" y="658"/>
                  </a:cubicBezTo>
                  <a:cubicBezTo>
                    <a:pt x="617" y="659"/>
                    <a:pt x="617" y="659"/>
                    <a:pt x="617" y="659"/>
                  </a:cubicBezTo>
                  <a:cubicBezTo>
                    <a:pt x="617" y="659"/>
                    <a:pt x="617" y="659"/>
                    <a:pt x="617" y="659"/>
                  </a:cubicBezTo>
                  <a:cubicBezTo>
                    <a:pt x="617" y="660"/>
                    <a:pt x="617" y="660"/>
                    <a:pt x="617" y="660"/>
                  </a:cubicBezTo>
                  <a:cubicBezTo>
                    <a:pt x="617" y="660"/>
                    <a:pt x="617" y="660"/>
                    <a:pt x="617" y="660"/>
                  </a:cubicBezTo>
                  <a:cubicBezTo>
                    <a:pt x="616" y="661"/>
                    <a:pt x="616" y="661"/>
                    <a:pt x="616" y="661"/>
                  </a:cubicBezTo>
                  <a:cubicBezTo>
                    <a:pt x="616" y="661"/>
                    <a:pt x="616" y="661"/>
                    <a:pt x="616" y="661"/>
                  </a:cubicBezTo>
                  <a:cubicBezTo>
                    <a:pt x="616" y="662"/>
                    <a:pt x="616" y="662"/>
                    <a:pt x="616" y="662"/>
                  </a:cubicBezTo>
                  <a:lnTo>
                    <a:pt x="615" y="662"/>
                  </a:lnTo>
                  <a:close/>
                  <a:moveTo>
                    <a:pt x="607" y="656"/>
                  </a:moveTo>
                  <a:cubicBezTo>
                    <a:pt x="606" y="656"/>
                    <a:pt x="606" y="656"/>
                    <a:pt x="606" y="656"/>
                  </a:cubicBezTo>
                  <a:cubicBezTo>
                    <a:pt x="606" y="656"/>
                    <a:pt x="606" y="656"/>
                    <a:pt x="606" y="656"/>
                  </a:cubicBezTo>
                  <a:cubicBezTo>
                    <a:pt x="605" y="655"/>
                    <a:pt x="605" y="655"/>
                    <a:pt x="605" y="655"/>
                  </a:cubicBezTo>
                  <a:cubicBezTo>
                    <a:pt x="605" y="655"/>
                    <a:pt x="605" y="655"/>
                    <a:pt x="605" y="655"/>
                  </a:cubicBezTo>
                  <a:cubicBezTo>
                    <a:pt x="605" y="655"/>
                    <a:pt x="605" y="655"/>
                    <a:pt x="605" y="655"/>
                  </a:cubicBezTo>
                  <a:cubicBezTo>
                    <a:pt x="605" y="655"/>
                    <a:pt x="605" y="655"/>
                    <a:pt x="605" y="655"/>
                  </a:cubicBezTo>
                  <a:cubicBezTo>
                    <a:pt x="604" y="655"/>
                    <a:pt x="604" y="655"/>
                    <a:pt x="604" y="655"/>
                  </a:cubicBezTo>
                  <a:cubicBezTo>
                    <a:pt x="604" y="655"/>
                    <a:pt x="604" y="655"/>
                    <a:pt x="604" y="655"/>
                  </a:cubicBezTo>
                  <a:cubicBezTo>
                    <a:pt x="604" y="655"/>
                    <a:pt x="604" y="655"/>
                    <a:pt x="604" y="655"/>
                  </a:cubicBezTo>
                  <a:cubicBezTo>
                    <a:pt x="604" y="655"/>
                    <a:pt x="604" y="655"/>
                    <a:pt x="604" y="655"/>
                  </a:cubicBezTo>
                  <a:cubicBezTo>
                    <a:pt x="603" y="654"/>
                    <a:pt x="603" y="654"/>
                    <a:pt x="603" y="654"/>
                  </a:cubicBezTo>
                  <a:cubicBezTo>
                    <a:pt x="603" y="654"/>
                    <a:pt x="603" y="654"/>
                    <a:pt x="603" y="654"/>
                  </a:cubicBezTo>
                  <a:cubicBezTo>
                    <a:pt x="603" y="654"/>
                    <a:pt x="603" y="654"/>
                    <a:pt x="603" y="654"/>
                  </a:cubicBezTo>
                  <a:cubicBezTo>
                    <a:pt x="603" y="654"/>
                    <a:pt x="603" y="654"/>
                    <a:pt x="603" y="654"/>
                  </a:cubicBezTo>
                  <a:cubicBezTo>
                    <a:pt x="603" y="654"/>
                    <a:pt x="603" y="654"/>
                    <a:pt x="603" y="654"/>
                  </a:cubicBezTo>
                  <a:cubicBezTo>
                    <a:pt x="603" y="654"/>
                    <a:pt x="603" y="654"/>
                    <a:pt x="603" y="654"/>
                  </a:cubicBezTo>
                  <a:cubicBezTo>
                    <a:pt x="603" y="652"/>
                    <a:pt x="603" y="652"/>
                    <a:pt x="603" y="652"/>
                  </a:cubicBezTo>
                  <a:cubicBezTo>
                    <a:pt x="603" y="652"/>
                    <a:pt x="603" y="652"/>
                    <a:pt x="603" y="652"/>
                  </a:cubicBezTo>
                  <a:cubicBezTo>
                    <a:pt x="603" y="652"/>
                    <a:pt x="603" y="652"/>
                    <a:pt x="603" y="652"/>
                  </a:cubicBezTo>
                  <a:cubicBezTo>
                    <a:pt x="603" y="652"/>
                    <a:pt x="603" y="652"/>
                    <a:pt x="603" y="652"/>
                  </a:cubicBezTo>
                  <a:cubicBezTo>
                    <a:pt x="603" y="652"/>
                    <a:pt x="603" y="652"/>
                    <a:pt x="603" y="652"/>
                  </a:cubicBezTo>
                  <a:cubicBezTo>
                    <a:pt x="603" y="652"/>
                    <a:pt x="603" y="652"/>
                    <a:pt x="603" y="652"/>
                  </a:cubicBezTo>
                  <a:cubicBezTo>
                    <a:pt x="604" y="652"/>
                    <a:pt x="604" y="652"/>
                    <a:pt x="604" y="652"/>
                  </a:cubicBezTo>
                  <a:cubicBezTo>
                    <a:pt x="604" y="652"/>
                    <a:pt x="604" y="652"/>
                    <a:pt x="604" y="652"/>
                  </a:cubicBezTo>
                  <a:cubicBezTo>
                    <a:pt x="604" y="651"/>
                    <a:pt x="604" y="651"/>
                    <a:pt x="604" y="651"/>
                  </a:cubicBezTo>
                  <a:cubicBezTo>
                    <a:pt x="604" y="651"/>
                    <a:pt x="604" y="651"/>
                    <a:pt x="604" y="651"/>
                  </a:cubicBezTo>
                  <a:cubicBezTo>
                    <a:pt x="604" y="651"/>
                    <a:pt x="604" y="651"/>
                    <a:pt x="604" y="651"/>
                  </a:cubicBezTo>
                  <a:cubicBezTo>
                    <a:pt x="604" y="651"/>
                    <a:pt x="604" y="651"/>
                    <a:pt x="604" y="651"/>
                  </a:cubicBezTo>
                  <a:cubicBezTo>
                    <a:pt x="605" y="651"/>
                    <a:pt x="605" y="651"/>
                    <a:pt x="605" y="651"/>
                  </a:cubicBezTo>
                  <a:cubicBezTo>
                    <a:pt x="605" y="651"/>
                    <a:pt x="605" y="651"/>
                    <a:pt x="605" y="651"/>
                  </a:cubicBezTo>
                  <a:cubicBezTo>
                    <a:pt x="605" y="650"/>
                    <a:pt x="605" y="650"/>
                    <a:pt x="605" y="650"/>
                  </a:cubicBezTo>
                  <a:cubicBezTo>
                    <a:pt x="605" y="650"/>
                    <a:pt x="605" y="650"/>
                    <a:pt x="605" y="650"/>
                  </a:cubicBezTo>
                  <a:cubicBezTo>
                    <a:pt x="605" y="650"/>
                    <a:pt x="605" y="650"/>
                    <a:pt x="605" y="650"/>
                  </a:cubicBezTo>
                  <a:cubicBezTo>
                    <a:pt x="605" y="650"/>
                    <a:pt x="605" y="650"/>
                    <a:pt x="605" y="650"/>
                  </a:cubicBezTo>
                  <a:cubicBezTo>
                    <a:pt x="606" y="650"/>
                    <a:pt x="606" y="650"/>
                    <a:pt x="606" y="650"/>
                  </a:cubicBezTo>
                  <a:cubicBezTo>
                    <a:pt x="606" y="650"/>
                    <a:pt x="606" y="650"/>
                    <a:pt x="606" y="650"/>
                  </a:cubicBezTo>
                  <a:cubicBezTo>
                    <a:pt x="607" y="650"/>
                    <a:pt x="607" y="650"/>
                    <a:pt x="607" y="650"/>
                  </a:cubicBezTo>
                  <a:cubicBezTo>
                    <a:pt x="607" y="650"/>
                    <a:pt x="607" y="650"/>
                    <a:pt x="607" y="650"/>
                  </a:cubicBezTo>
                  <a:cubicBezTo>
                    <a:pt x="608" y="651"/>
                    <a:pt x="608" y="651"/>
                    <a:pt x="608" y="651"/>
                  </a:cubicBezTo>
                  <a:cubicBezTo>
                    <a:pt x="608" y="651"/>
                    <a:pt x="608" y="651"/>
                    <a:pt x="608" y="651"/>
                  </a:cubicBezTo>
                  <a:cubicBezTo>
                    <a:pt x="609" y="651"/>
                    <a:pt x="609" y="651"/>
                    <a:pt x="609" y="651"/>
                  </a:cubicBezTo>
                  <a:cubicBezTo>
                    <a:pt x="609" y="651"/>
                    <a:pt x="609" y="651"/>
                    <a:pt x="609" y="651"/>
                  </a:cubicBezTo>
                  <a:cubicBezTo>
                    <a:pt x="609" y="652"/>
                    <a:pt x="609" y="652"/>
                    <a:pt x="609" y="652"/>
                  </a:cubicBezTo>
                  <a:cubicBezTo>
                    <a:pt x="609" y="652"/>
                    <a:pt x="609" y="652"/>
                    <a:pt x="609" y="652"/>
                  </a:cubicBezTo>
                  <a:cubicBezTo>
                    <a:pt x="610" y="653"/>
                    <a:pt x="610" y="653"/>
                    <a:pt x="610" y="653"/>
                  </a:cubicBezTo>
                  <a:cubicBezTo>
                    <a:pt x="610" y="653"/>
                    <a:pt x="610" y="653"/>
                    <a:pt x="610" y="653"/>
                  </a:cubicBezTo>
                  <a:cubicBezTo>
                    <a:pt x="610" y="654"/>
                    <a:pt x="610" y="654"/>
                    <a:pt x="610" y="654"/>
                  </a:cubicBezTo>
                  <a:cubicBezTo>
                    <a:pt x="610" y="654"/>
                    <a:pt x="610" y="654"/>
                    <a:pt x="610" y="654"/>
                  </a:cubicBezTo>
                  <a:cubicBezTo>
                    <a:pt x="610" y="654"/>
                    <a:pt x="610" y="654"/>
                    <a:pt x="610" y="654"/>
                  </a:cubicBezTo>
                  <a:cubicBezTo>
                    <a:pt x="610" y="654"/>
                    <a:pt x="610" y="654"/>
                    <a:pt x="610" y="654"/>
                  </a:cubicBezTo>
                  <a:cubicBezTo>
                    <a:pt x="609" y="654"/>
                    <a:pt x="609" y="654"/>
                    <a:pt x="609" y="654"/>
                  </a:cubicBezTo>
                  <a:cubicBezTo>
                    <a:pt x="609" y="654"/>
                    <a:pt x="609" y="654"/>
                    <a:pt x="609" y="654"/>
                  </a:cubicBezTo>
                  <a:cubicBezTo>
                    <a:pt x="609" y="655"/>
                    <a:pt x="609" y="655"/>
                    <a:pt x="609" y="655"/>
                  </a:cubicBezTo>
                  <a:cubicBezTo>
                    <a:pt x="609" y="655"/>
                    <a:pt x="609" y="655"/>
                    <a:pt x="609" y="655"/>
                  </a:cubicBezTo>
                  <a:cubicBezTo>
                    <a:pt x="609" y="655"/>
                    <a:pt x="609" y="655"/>
                    <a:pt x="609" y="655"/>
                  </a:cubicBezTo>
                  <a:cubicBezTo>
                    <a:pt x="609" y="655"/>
                    <a:pt x="609" y="655"/>
                    <a:pt x="609" y="655"/>
                  </a:cubicBezTo>
                  <a:cubicBezTo>
                    <a:pt x="608" y="655"/>
                    <a:pt x="608" y="655"/>
                    <a:pt x="608" y="655"/>
                  </a:cubicBezTo>
                  <a:cubicBezTo>
                    <a:pt x="608" y="655"/>
                    <a:pt x="608" y="655"/>
                    <a:pt x="608" y="655"/>
                  </a:cubicBezTo>
                  <a:cubicBezTo>
                    <a:pt x="608" y="655"/>
                    <a:pt x="608" y="655"/>
                    <a:pt x="608" y="655"/>
                  </a:cubicBezTo>
                  <a:cubicBezTo>
                    <a:pt x="608" y="655"/>
                    <a:pt x="608" y="655"/>
                    <a:pt x="608" y="655"/>
                  </a:cubicBezTo>
                  <a:cubicBezTo>
                    <a:pt x="608" y="656"/>
                    <a:pt x="608" y="656"/>
                    <a:pt x="608" y="656"/>
                  </a:cubicBezTo>
                  <a:cubicBezTo>
                    <a:pt x="608" y="656"/>
                    <a:pt x="608" y="656"/>
                    <a:pt x="608" y="656"/>
                  </a:cubicBezTo>
                  <a:cubicBezTo>
                    <a:pt x="607" y="656"/>
                    <a:pt x="607" y="656"/>
                    <a:pt x="607" y="656"/>
                  </a:cubicBezTo>
                  <a:cubicBezTo>
                    <a:pt x="607" y="656"/>
                    <a:pt x="607" y="656"/>
                    <a:pt x="607" y="656"/>
                  </a:cubicBezTo>
                  <a:cubicBezTo>
                    <a:pt x="607" y="656"/>
                    <a:pt x="607" y="656"/>
                    <a:pt x="607" y="656"/>
                  </a:cubicBezTo>
                  <a:close/>
                  <a:moveTo>
                    <a:pt x="307" y="647"/>
                  </a:moveTo>
                  <a:cubicBezTo>
                    <a:pt x="307" y="647"/>
                    <a:pt x="307" y="647"/>
                    <a:pt x="307" y="647"/>
                  </a:cubicBezTo>
                  <a:cubicBezTo>
                    <a:pt x="307" y="647"/>
                    <a:pt x="307" y="647"/>
                    <a:pt x="307" y="647"/>
                  </a:cubicBezTo>
                  <a:cubicBezTo>
                    <a:pt x="307" y="646"/>
                    <a:pt x="307" y="646"/>
                    <a:pt x="307" y="646"/>
                  </a:cubicBezTo>
                  <a:cubicBezTo>
                    <a:pt x="307" y="646"/>
                    <a:pt x="307" y="646"/>
                    <a:pt x="307" y="646"/>
                  </a:cubicBezTo>
                  <a:cubicBezTo>
                    <a:pt x="307" y="646"/>
                    <a:pt x="307" y="646"/>
                    <a:pt x="307" y="646"/>
                  </a:cubicBezTo>
                  <a:cubicBezTo>
                    <a:pt x="307" y="646"/>
                    <a:pt x="307" y="646"/>
                    <a:pt x="307" y="646"/>
                  </a:cubicBezTo>
                  <a:cubicBezTo>
                    <a:pt x="307" y="646"/>
                    <a:pt x="307" y="646"/>
                    <a:pt x="307" y="646"/>
                  </a:cubicBezTo>
                  <a:cubicBezTo>
                    <a:pt x="307" y="646"/>
                    <a:pt x="307" y="646"/>
                    <a:pt x="307" y="646"/>
                  </a:cubicBezTo>
                  <a:cubicBezTo>
                    <a:pt x="307" y="645"/>
                    <a:pt x="307" y="645"/>
                    <a:pt x="307" y="645"/>
                  </a:cubicBezTo>
                  <a:cubicBezTo>
                    <a:pt x="307" y="645"/>
                    <a:pt x="307" y="645"/>
                    <a:pt x="307" y="645"/>
                  </a:cubicBezTo>
                  <a:cubicBezTo>
                    <a:pt x="307" y="645"/>
                    <a:pt x="307" y="645"/>
                    <a:pt x="307" y="645"/>
                  </a:cubicBezTo>
                  <a:cubicBezTo>
                    <a:pt x="307" y="645"/>
                    <a:pt x="307" y="645"/>
                    <a:pt x="307" y="645"/>
                  </a:cubicBezTo>
                  <a:cubicBezTo>
                    <a:pt x="307" y="645"/>
                    <a:pt x="307" y="645"/>
                    <a:pt x="307" y="645"/>
                  </a:cubicBezTo>
                  <a:cubicBezTo>
                    <a:pt x="307" y="645"/>
                    <a:pt x="307" y="645"/>
                    <a:pt x="307" y="645"/>
                  </a:cubicBezTo>
                  <a:cubicBezTo>
                    <a:pt x="307" y="644"/>
                    <a:pt x="307" y="644"/>
                    <a:pt x="307" y="644"/>
                  </a:cubicBezTo>
                  <a:cubicBezTo>
                    <a:pt x="307" y="644"/>
                    <a:pt x="307" y="644"/>
                    <a:pt x="307" y="644"/>
                  </a:cubicBezTo>
                  <a:cubicBezTo>
                    <a:pt x="312" y="642"/>
                    <a:pt x="312" y="642"/>
                    <a:pt x="312" y="642"/>
                  </a:cubicBezTo>
                  <a:cubicBezTo>
                    <a:pt x="312" y="642"/>
                    <a:pt x="312" y="642"/>
                    <a:pt x="312" y="642"/>
                  </a:cubicBezTo>
                  <a:cubicBezTo>
                    <a:pt x="312" y="643"/>
                    <a:pt x="312" y="643"/>
                    <a:pt x="312" y="643"/>
                  </a:cubicBezTo>
                  <a:cubicBezTo>
                    <a:pt x="312" y="643"/>
                    <a:pt x="312" y="643"/>
                    <a:pt x="312" y="643"/>
                  </a:cubicBezTo>
                  <a:cubicBezTo>
                    <a:pt x="311" y="644"/>
                    <a:pt x="311" y="644"/>
                    <a:pt x="311" y="644"/>
                  </a:cubicBezTo>
                  <a:cubicBezTo>
                    <a:pt x="311" y="644"/>
                    <a:pt x="311" y="644"/>
                    <a:pt x="311" y="644"/>
                  </a:cubicBezTo>
                  <a:cubicBezTo>
                    <a:pt x="310" y="644"/>
                    <a:pt x="310" y="644"/>
                    <a:pt x="310" y="644"/>
                  </a:cubicBezTo>
                  <a:cubicBezTo>
                    <a:pt x="310" y="644"/>
                    <a:pt x="310" y="644"/>
                    <a:pt x="310" y="644"/>
                  </a:cubicBezTo>
                  <a:cubicBezTo>
                    <a:pt x="310" y="645"/>
                    <a:pt x="310" y="645"/>
                    <a:pt x="310" y="645"/>
                  </a:cubicBezTo>
                  <a:cubicBezTo>
                    <a:pt x="310" y="645"/>
                    <a:pt x="310" y="645"/>
                    <a:pt x="310" y="645"/>
                  </a:cubicBezTo>
                  <a:cubicBezTo>
                    <a:pt x="309" y="646"/>
                    <a:pt x="309" y="646"/>
                    <a:pt x="309" y="646"/>
                  </a:cubicBezTo>
                  <a:cubicBezTo>
                    <a:pt x="309" y="646"/>
                    <a:pt x="309" y="646"/>
                    <a:pt x="309" y="646"/>
                  </a:cubicBezTo>
                  <a:cubicBezTo>
                    <a:pt x="308" y="646"/>
                    <a:pt x="308" y="646"/>
                    <a:pt x="308" y="646"/>
                  </a:cubicBezTo>
                  <a:cubicBezTo>
                    <a:pt x="308" y="646"/>
                    <a:pt x="308" y="646"/>
                    <a:pt x="308" y="646"/>
                  </a:cubicBezTo>
                  <a:cubicBezTo>
                    <a:pt x="308" y="647"/>
                    <a:pt x="308" y="647"/>
                    <a:pt x="308" y="647"/>
                  </a:cubicBezTo>
                  <a:cubicBezTo>
                    <a:pt x="308" y="647"/>
                    <a:pt x="308" y="647"/>
                    <a:pt x="308" y="647"/>
                  </a:cubicBezTo>
                  <a:cubicBezTo>
                    <a:pt x="307" y="647"/>
                    <a:pt x="307" y="647"/>
                    <a:pt x="307" y="647"/>
                  </a:cubicBezTo>
                  <a:close/>
                  <a:moveTo>
                    <a:pt x="601" y="645"/>
                  </a:moveTo>
                  <a:cubicBezTo>
                    <a:pt x="601" y="645"/>
                    <a:pt x="601" y="645"/>
                    <a:pt x="601" y="645"/>
                  </a:cubicBezTo>
                  <a:close/>
                  <a:moveTo>
                    <a:pt x="217" y="632"/>
                  </a:moveTo>
                  <a:cubicBezTo>
                    <a:pt x="217" y="632"/>
                    <a:pt x="217" y="632"/>
                    <a:pt x="217" y="632"/>
                  </a:cubicBezTo>
                  <a:cubicBezTo>
                    <a:pt x="217" y="632"/>
                    <a:pt x="217" y="632"/>
                    <a:pt x="217" y="632"/>
                  </a:cubicBezTo>
                  <a:cubicBezTo>
                    <a:pt x="217" y="631"/>
                    <a:pt x="217" y="631"/>
                    <a:pt x="217" y="631"/>
                  </a:cubicBezTo>
                  <a:cubicBezTo>
                    <a:pt x="217" y="631"/>
                    <a:pt x="217" y="631"/>
                    <a:pt x="217" y="631"/>
                  </a:cubicBezTo>
                  <a:cubicBezTo>
                    <a:pt x="217" y="631"/>
                    <a:pt x="217" y="631"/>
                    <a:pt x="217" y="631"/>
                  </a:cubicBezTo>
                  <a:cubicBezTo>
                    <a:pt x="217" y="631"/>
                    <a:pt x="217" y="631"/>
                    <a:pt x="217" y="631"/>
                  </a:cubicBezTo>
                  <a:cubicBezTo>
                    <a:pt x="217" y="630"/>
                    <a:pt x="217" y="630"/>
                    <a:pt x="217" y="630"/>
                  </a:cubicBezTo>
                  <a:cubicBezTo>
                    <a:pt x="217" y="630"/>
                    <a:pt x="217" y="630"/>
                    <a:pt x="217" y="630"/>
                  </a:cubicBezTo>
                  <a:cubicBezTo>
                    <a:pt x="218" y="630"/>
                    <a:pt x="218" y="630"/>
                    <a:pt x="218" y="630"/>
                  </a:cubicBezTo>
                  <a:cubicBezTo>
                    <a:pt x="218" y="630"/>
                    <a:pt x="218" y="630"/>
                    <a:pt x="218" y="630"/>
                  </a:cubicBezTo>
                  <a:cubicBezTo>
                    <a:pt x="218" y="629"/>
                    <a:pt x="218" y="629"/>
                    <a:pt x="218" y="629"/>
                  </a:cubicBezTo>
                  <a:cubicBezTo>
                    <a:pt x="218" y="629"/>
                    <a:pt x="218" y="629"/>
                    <a:pt x="218" y="629"/>
                  </a:cubicBezTo>
                  <a:cubicBezTo>
                    <a:pt x="218" y="629"/>
                    <a:pt x="218" y="629"/>
                    <a:pt x="218" y="629"/>
                  </a:cubicBezTo>
                  <a:cubicBezTo>
                    <a:pt x="218" y="629"/>
                    <a:pt x="218" y="629"/>
                    <a:pt x="218" y="629"/>
                  </a:cubicBezTo>
                  <a:cubicBezTo>
                    <a:pt x="218" y="628"/>
                    <a:pt x="218" y="628"/>
                    <a:pt x="218" y="628"/>
                  </a:cubicBezTo>
                  <a:cubicBezTo>
                    <a:pt x="218" y="628"/>
                    <a:pt x="218" y="628"/>
                    <a:pt x="218" y="628"/>
                  </a:cubicBezTo>
                  <a:cubicBezTo>
                    <a:pt x="217" y="628"/>
                    <a:pt x="217" y="628"/>
                    <a:pt x="217" y="628"/>
                  </a:cubicBezTo>
                  <a:cubicBezTo>
                    <a:pt x="217" y="628"/>
                    <a:pt x="217" y="628"/>
                    <a:pt x="217" y="628"/>
                  </a:cubicBezTo>
                  <a:cubicBezTo>
                    <a:pt x="217" y="628"/>
                    <a:pt x="217" y="628"/>
                    <a:pt x="217" y="628"/>
                  </a:cubicBezTo>
                  <a:cubicBezTo>
                    <a:pt x="217" y="628"/>
                    <a:pt x="217" y="628"/>
                    <a:pt x="217" y="628"/>
                  </a:cubicBezTo>
                  <a:cubicBezTo>
                    <a:pt x="217" y="627"/>
                    <a:pt x="217" y="627"/>
                    <a:pt x="217" y="627"/>
                  </a:cubicBezTo>
                  <a:cubicBezTo>
                    <a:pt x="217" y="627"/>
                    <a:pt x="217" y="627"/>
                    <a:pt x="217" y="627"/>
                  </a:cubicBezTo>
                  <a:cubicBezTo>
                    <a:pt x="217" y="627"/>
                    <a:pt x="217" y="627"/>
                    <a:pt x="217" y="627"/>
                  </a:cubicBezTo>
                  <a:cubicBezTo>
                    <a:pt x="217" y="627"/>
                    <a:pt x="217" y="627"/>
                    <a:pt x="217" y="627"/>
                  </a:cubicBezTo>
                  <a:cubicBezTo>
                    <a:pt x="216" y="627"/>
                    <a:pt x="216" y="627"/>
                    <a:pt x="216" y="627"/>
                  </a:cubicBezTo>
                  <a:cubicBezTo>
                    <a:pt x="216" y="627"/>
                    <a:pt x="216" y="627"/>
                    <a:pt x="216" y="627"/>
                  </a:cubicBezTo>
                  <a:cubicBezTo>
                    <a:pt x="216" y="626"/>
                    <a:pt x="216" y="626"/>
                    <a:pt x="216" y="626"/>
                  </a:cubicBezTo>
                  <a:cubicBezTo>
                    <a:pt x="216" y="626"/>
                    <a:pt x="216" y="626"/>
                    <a:pt x="216" y="626"/>
                  </a:cubicBezTo>
                  <a:cubicBezTo>
                    <a:pt x="216" y="626"/>
                    <a:pt x="216" y="626"/>
                    <a:pt x="216" y="626"/>
                  </a:cubicBezTo>
                  <a:cubicBezTo>
                    <a:pt x="216" y="626"/>
                    <a:pt x="216" y="626"/>
                    <a:pt x="216" y="626"/>
                  </a:cubicBezTo>
                  <a:cubicBezTo>
                    <a:pt x="216" y="625"/>
                    <a:pt x="216" y="625"/>
                    <a:pt x="216" y="625"/>
                  </a:cubicBezTo>
                  <a:cubicBezTo>
                    <a:pt x="216" y="625"/>
                    <a:pt x="216" y="625"/>
                    <a:pt x="216" y="625"/>
                  </a:cubicBezTo>
                  <a:cubicBezTo>
                    <a:pt x="211" y="621"/>
                    <a:pt x="211" y="621"/>
                    <a:pt x="211" y="621"/>
                  </a:cubicBezTo>
                  <a:cubicBezTo>
                    <a:pt x="211" y="621"/>
                    <a:pt x="211" y="621"/>
                    <a:pt x="211" y="621"/>
                  </a:cubicBezTo>
                  <a:cubicBezTo>
                    <a:pt x="210" y="621"/>
                    <a:pt x="210" y="621"/>
                    <a:pt x="210" y="621"/>
                  </a:cubicBezTo>
                  <a:cubicBezTo>
                    <a:pt x="210" y="621"/>
                    <a:pt x="210" y="621"/>
                    <a:pt x="210" y="621"/>
                  </a:cubicBezTo>
                  <a:cubicBezTo>
                    <a:pt x="210" y="621"/>
                    <a:pt x="210" y="621"/>
                    <a:pt x="210" y="621"/>
                  </a:cubicBezTo>
                  <a:cubicBezTo>
                    <a:pt x="210" y="621"/>
                    <a:pt x="210" y="621"/>
                    <a:pt x="210" y="621"/>
                  </a:cubicBezTo>
                  <a:cubicBezTo>
                    <a:pt x="210" y="621"/>
                    <a:pt x="210" y="621"/>
                    <a:pt x="210" y="621"/>
                  </a:cubicBezTo>
                  <a:cubicBezTo>
                    <a:pt x="210" y="621"/>
                    <a:pt x="210" y="621"/>
                    <a:pt x="210" y="621"/>
                  </a:cubicBezTo>
                  <a:cubicBezTo>
                    <a:pt x="210" y="621"/>
                    <a:pt x="210" y="621"/>
                    <a:pt x="210" y="621"/>
                  </a:cubicBezTo>
                  <a:cubicBezTo>
                    <a:pt x="210" y="621"/>
                    <a:pt x="210" y="621"/>
                    <a:pt x="210" y="621"/>
                  </a:cubicBezTo>
                  <a:cubicBezTo>
                    <a:pt x="210" y="620"/>
                    <a:pt x="210" y="620"/>
                    <a:pt x="210" y="620"/>
                  </a:cubicBezTo>
                  <a:cubicBezTo>
                    <a:pt x="210" y="620"/>
                    <a:pt x="210" y="620"/>
                    <a:pt x="210" y="620"/>
                  </a:cubicBezTo>
                  <a:cubicBezTo>
                    <a:pt x="210" y="620"/>
                    <a:pt x="210" y="620"/>
                    <a:pt x="210" y="620"/>
                  </a:cubicBezTo>
                  <a:cubicBezTo>
                    <a:pt x="210" y="620"/>
                    <a:pt x="210" y="620"/>
                    <a:pt x="210" y="620"/>
                  </a:cubicBezTo>
                  <a:cubicBezTo>
                    <a:pt x="210" y="620"/>
                    <a:pt x="210" y="620"/>
                    <a:pt x="210" y="620"/>
                  </a:cubicBezTo>
                  <a:cubicBezTo>
                    <a:pt x="210" y="620"/>
                    <a:pt x="210" y="620"/>
                    <a:pt x="210" y="620"/>
                  </a:cubicBezTo>
                  <a:cubicBezTo>
                    <a:pt x="210" y="619"/>
                    <a:pt x="210" y="619"/>
                    <a:pt x="210" y="619"/>
                  </a:cubicBezTo>
                  <a:cubicBezTo>
                    <a:pt x="210" y="619"/>
                    <a:pt x="210" y="619"/>
                    <a:pt x="210" y="619"/>
                  </a:cubicBezTo>
                  <a:cubicBezTo>
                    <a:pt x="213" y="619"/>
                    <a:pt x="213" y="619"/>
                    <a:pt x="213" y="619"/>
                  </a:cubicBezTo>
                  <a:cubicBezTo>
                    <a:pt x="213" y="619"/>
                    <a:pt x="213" y="619"/>
                    <a:pt x="213" y="619"/>
                  </a:cubicBezTo>
                  <a:cubicBezTo>
                    <a:pt x="215" y="620"/>
                    <a:pt x="215" y="620"/>
                    <a:pt x="215" y="620"/>
                  </a:cubicBezTo>
                  <a:cubicBezTo>
                    <a:pt x="215" y="620"/>
                    <a:pt x="215" y="620"/>
                    <a:pt x="215" y="620"/>
                  </a:cubicBezTo>
                  <a:cubicBezTo>
                    <a:pt x="217" y="620"/>
                    <a:pt x="217" y="620"/>
                    <a:pt x="217" y="620"/>
                  </a:cubicBezTo>
                  <a:cubicBezTo>
                    <a:pt x="217" y="620"/>
                    <a:pt x="217" y="620"/>
                    <a:pt x="217" y="620"/>
                  </a:cubicBezTo>
                  <a:cubicBezTo>
                    <a:pt x="220" y="621"/>
                    <a:pt x="220" y="621"/>
                    <a:pt x="220" y="621"/>
                  </a:cubicBezTo>
                  <a:cubicBezTo>
                    <a:pt x="220" y="621"/>
                    <a:pt x="220" y="621"/>
                    <a:pt x="220" y="621"/>
                  </a:cubicBezTo>
                  <a:cubicBezTo>
                    <a:pt x="222" y="622"/>
                    <a:pt x="222" y="622"/>
                    <a:pt x="222" y="622"/>
                  </a:cubicBezTo>
                  <a:cubicBezTo>
                    <a:pt x="222" y="622"/>
                    <a:pt x="222" y="622"/>
                    <a:pt x="222" y="622"/>
                  </a:cubicBezTo>
                  <a:cubicBezTo>
                    <a:pt x="224" y="623"/>
                    <a:pt x="224" y="623"/>
                    <a:pt x="224" y="623"/>
                  </a:cubicBezTo>
                  <a:cubicBezTo>
                    <a:pt x="224" y="623"/>
                    <a:pt x="224" y="623"/>
                    <a:pt x="224" y="623"/>
                  </a:cubicBezTo>
                  <a:cubicBezTo>
                    <a:pt x="226" y="624"/>
                    <a:pt x="226" y="624"/>
                    <a:pt x="226" y="624"/>
                  </a:cubicBezTo>
                  <a:cubicBezTo>
                    <a:pt x="226" y="624"/>
                    <a:pt x="226" y="624"/>
                    <a:pt x="226" y="624"/>
                  </a:cubicBezTo>
                  <a:cubicBezTo>
                    <a:pt x="228" y="626"/>
                    <a:pt x="228" y="626"/>
                    <a:pt x="228" y="626"/>
                  </a:cubicBezTo>
                  <a:cubicBezTo>
                    <a:pt x="228" y="626"/>
                    <a:pt x="228" y="626"/>
                    <a:pt x="228" y="626"/>
                  </a:cubicBezTo>
                  <a:cubicBezTo>
                    <a:pt x="228" y="626"/>
                    <a:pt x="228" y="626"/>
                    <a:pt x="228" y="626"/>
                  </a:cubicBezTo>
                  <a:cubicBezTo>
                    <a:pt x="228" y="626"/>
                    <a:pt x="228" y="626"/>
                    <a:pt x="228" y="626"/>
                  </a:cubicBezTo>
                  <a:cubicBezTo>
                    <a:pt x="229" y="627"/>
                    <a:pt x="229" y="627"/>
                    <a:pt x="229" y="627"/>
                  </a:cubicBezTo>
                  <a:cubicBezTo>
                    <a:pt x="229" y="627"/>
                    <a:pt x="229" y="627"/>
                    <a:pt x="229" y="627"/>
                  </a:cubicBezTo>
                  <a:cubicBezTo>
                    <a:pt x="229" y="627"/>
                    <a:pt x="229" y="627"/>
                    <a:pt x="229" y="627"/>
                  </a:cubicBezTo>
                  <a:cubicBezTo>
                    <a:pt x="229" y="627"/>
                    <a:pt x="229" y="627"/>
                    <a:pt x="229" y="627"/>
                  </a:cubicBezTo>
                  <a:cubicBezTo>
                    <a:pt x="229" y="628"/>
                    <a:pt x="229" y="628"/>
                    <a:pt x="229" y="628"/>
                  </a:cubicBezTo>
                  <a:cubicBezTo>
                    <a:pt x="229" y="628"/>
                    <a:pt x="229" y="628"/>
                    <a:pt x="229" y="628"/>
                  </a:cubicBezTo>
                  <a:cubicBezTo>
                    <a:pt x="230" y="628"/>
                    <a:pt x="230" y="628"/>
                    <a:pt x="230" y="628"/>
                  </a:cubicBezTo>
                  <a:cubicBezTo>
                    <a:pt x="230" y="628"/>
                    <a:pt x="230" y="628"/>
                    <a:pt x="230" y="628"/>
                  </a:cubicBezTo>
                  <a:cubicBezTo>
                    <a:pt x="230" y="629"/>
                    <a:pt x="230" y="629"/>
                    <a:pt x="230" y="629"/>
                  </a:cubicBezTo>
                  <a:cubicBezTo>
                    <a:pt x="230" y="629"/>
                    <a:pt x="230" y="629"/>
                    <a:pt x="230" y="629"/>
                  </a:cubicBezTo>
                  <a:cubicBezTo>
                    <a:pt x="230" y="629"/>
                    <a:pt x="230" y="629"/>
                    <a:pt x="230" y="629"/>
                  </a:cubicBezTo>
                  <a:cubicBezTo>
                    <a:pt x="230" y="629"/>
                    <a:pt x="230" y="629"/>
                    <a:pt x="230" y="629"/>
                  </a:cubicBezTo>
                  <a:cubicBezTo>
                    <a:pt x="230" y="630"/>
                    <a:pt x="230" y="630"/>
                    <a:pt x="230" y="630"/>
                  </a:cubicBezTo>
                  <a:cubicBezTo>
                    <a:pt x="230" y="630"/>
                    <a:pt x="230" y="630"/>
                    <a:pt x="230" y="630"/>
                  </a:cubicBezTo>
                  <a:cubicBezTo>
                    <a:pt x="229" y="631"/>
                    <a:pt x="229" y="631"/>
                    <a:pt x="229" y="631"/>
                  </a:cubicBezTo>
                  <a:cubicBezTo>
                    <a:pt x="229" y="631"/>
                    <a:pt x="229" y="631"/>
                    <a:pt x="229" y="631"/>
                  </a:cubicBezTo>
                  <a:cubicBezTo>
                    <a:pt x="227" y="632"/>
                    <a:pt x="227" y="632"/>
                    <a:pt x="227" y="632"/>
                  </a:cubicBezTo>
                  <a:cubicBezTo>
                    <a:pt x="227" y="632"/>
                    <a:pt x="227" y="632"/>
                    <a:pt x="227" y="632"/>
                  </a:cubicBezTo>
                  <a:cubicBezTo>
                    <a:pt x="226" y="632"/>
                    <a:pt x="226" y="632"/>
                    <a:pt x="226" y="632"/>
                  </a:cubicBezTo>
                  <a:cubicBezTo>
                    <a:pt x="226" y="632"/>
                    <a:pt x="226" y="632"/>
                    <a:pt x="226" y="632"/>
                  </a:cubicBezTo>
                  <a:cubicBezTo>
                    <a:pt x="224" y="632"/>
                    <a:pt x="224" y="632"/>
                    <a:pt x="224" y="632"/>
                  </a:cubicBezTo>
                  <a:cubicBezTo>
                    <a:pt x="224" y="632"/>
                    <a:pt x="224" y="632"/>
                    <a:pt x="224" y="632"/>
                  </a:cubicBezTo>
                  <a:cubicBezTo>
                    <a:pt x="222" y="632"/>
                    <a:pt x="222" y="632"/>
                    <a:pt x="222" y="632"/>
                  </a:cubicBezTo>
                  <a:cubicBezTo>
                    <a:pt x="222" y="632"/>
                    <a:pt x="222" y="632"/>
                    <a:pt x="222" y="632"/>
                  </a:cubicBezTo>
                  <a:cubicBezTo>
                    <a:pt x="220" y="632"/>
                    <a:pt x="220" y="632"/>
                    <a:pt x="220" y="632"/>
                  </a:cubicBezTo>
                  <a:cubicBezTo>
                    <a:pt x="220" y="632"/>
                    <a:pt x="220" y="632"/>
                    <a:pt x="220" y="632"/>
                  </a:cubicBezTo>
                  <a:cubicBezTo>
                    <a:pt x="218" y="632"/>
                    <a:pt x="218" y="632"/>
                    <a:pt x="218" y="632"/>
                  </a:cubicBezTo>
                  <a:cubicBezTo>
                    <a:pt x="218" y="632"/>
                    <a:pt x="218" y="632"/>
                    <a:pt x="218" y="632"/>
                  </a:cubicBezTo>
                  <a:cubicBezTo>
                    <a:pt x="217" y="632"/>
                    <a:pt x="217" y="632"/>
                    <a:pt x="217" y="632"/>
                  </a:cubicBezTo>
                  <a:close/>
                  <a:moveTo>
                    <a:pt x="179" y="574"/>
                  </a:moveTo>
                  <a:cubicBezTo>
                    <a:pt x="174" y="578"/>
                    <a:pt x="174" y="578"/>
                    <a:pt x="174" y="578"/>
                  </a:cubicBezTo>
                  <a:cubicBezTo>
                    <a:pt x="164" y="563"/>
                    <a:pt x="164" y="563"/>
                    <a:pt x="164" y="563"/>
                  </a:cubicBezTo>
                  <a:cubicBezTo>
                    <a:pt x="181" y="551"/>
                    <a:pt x="181" y="551"/>
                    <a:pt x="181" y="551"/>
                  </a:cubicBezTo>
                  <a:cubicBezTo>
                    <a:pt x="190" y="565"/>
                    <a:pt x="190" y="565"/>
                    <a:pt x="190" y="565"/>
                  </a:cubicBezTo>
                  <a:cubicBezTo>
                    <a:pt x="192" y="567"/>
                    <a:pt x="193" y="569"/>
                    <a:pt x="193" y="571"/>
                  </a:cubicBezTo>
                  <a:cubicBezTo>
                    <a:pt x="194" y="572"/>
                    <a:pt x="194" y="574"/>
                    <a:pt x="194" y="576"/>
                  </a:cubicBezTo>
                  <a:cubicBezTo>
                    <a:pt x="194" y="578"/>
                    <a:pt x="193" y="580"/>
                    <a:pt x="192" y="582"/>
                  </a:cubicBezTo>
                  <a:cubicBezTo>
                    <a:pt x="190" y="585"/>
                    <a:pt x="188" y="586"/>
                    <a:pt x="185" y="588"/>
                  </a:cubicBezTo>
                  <a:cubicBezTo>
                    <a:pt x="180" y="592"/>
                    <a:pt x="176" y="593"/>
                    <a:pt x="172" y="593"/>
                  </a:cubicBezTo>
                  <a:cubicBezTo>
                    <a:pt x="168" y="592"/>
                    <a:pt x="164" y="589"/>
                    <a:pt x="161" y="585"/>
                  </a:cubicBezTo>
                  <a:cubicBezTo>
                    <a:pt x="152" y="571"/>
                    <a:pt x="152" y="571"/>
                    <a:pt x="152" y="571"/>
                  </a:cubicBezTo>
                  <a:cubicBezTo>
                    <a:pt x="157" y="568"/>
                    <a:pt x="157" y="568"/>
                    <a:pt x="157" y="568"/>
                  </a:cubicBezTo>
                  <a:cubicBezTo>
                    <a:pt x="166" y="581"/>
                    <a:pt x="166" y="581"/>
                    <a:pt x="166" y="581"/>
                  </a:cubicBezTo>
                  <a:cubicBezTo>
                    <a:pt x="168" y="584"/>
                    <a:pt x="170" y="585"/>
                    <a:pt x="172" y="585"/>
                  </a:cubicBezTo>
                  <a:cubicBezTo>
                    <a:pt x="174" y="585"/>
                    <a:pt x="177" y="584"/>
                    <a:pt x="181" y="582"/>
                  </a:cubicBezTo>
                  <a:cubicBezTo>
                    <a:pt x="184" y="579"/>
                    <a:pt x="186" y="577"/>
                    <a:pt x="186" y="575"/>
                  </a:cubicBezTo>
                  <a:cubicBezTo>
                    <a:pt x="187" y="573"/>
                    <a:pt x="187" y="571"/>
                    <a:pt x="185" y="568"/>
                  </a:cubicBezTo>
                  <a:cubicBezTo>
                    <a:pt x="180" y="561"/>
                    <a:pt x="180" y="561"/>
                    <a:pt x="180" y="561"/>
                  </a:cubicBezTo>
                  <a:cubicBezTo>
                    <a:pt x="173" y="566"/>
                    <a:pt x="173" y="566"/>
                    <a:pt x="173" y="566"/>
                  </a:cubicBezTo>
                  <a:cubicBezTo>
                    <a:pt x="179" y="574"/>
                    <a:pt x="179" y="574"/>
                    <a:pt x="179" y="574"/>
                  </a:cubicBezTo>
                  <a:close/>
                  <a:moveTo>
                    <a:pt x="143" y="556"/>
                  </a:moveTo>
                  <a:cubicBezTo>
                    <a:pt x="162" y="546"/>
                    <a:pt x="162" y="546"/>
                    <a:pt x="162" y="546"/>
                  </a:cubicBezTo>
                  <a:cubicBezTo>
                    <a:pt x="165" y="545"/>
                    <a:pt x="166" y="543"/>
                    <a:pt x="167" y="541"/>
                  </a:cubicBezTo>
                  <a:cubicBezTo>
                    <a:pt x="168" y="540"/>
                    <a:pt x="167" y="537"/>
                    <a:pt x="166" y="535"/>
                  </a:cubicBezTo>
                  <a:cubicBezTo>
                    <a:pt x="165" y="532"/>
                    <a:pt x="163" y="531"/>
                    <a:pt x="162" y="530"/>
                  </a:cubicBezTo>
                  <a:cubicBezTo>
                    <a:pt x="160" y="530"/>
                    <a:pt x="158" y="530"/>
                    <a:pt x="155" y="532"/>
                  </a:cubicBezTo>
                  <a:cubicBezTo>
                    <a:pt x="136" y="541"/>
                    <a:pt x="136" y="541"/>
                    <a:pt x="136" y="541"/>
                  </a:cubicBezTo>
                  <a:cubicBezTo>
                    <a:pt x="132" y="535"/>
                    <a:pt x="132" y="535"/>
                    <a:pt x="132" y="535"/>
                  </a:cubicBezTo>
                  <a:cubicBezTo>
                    <a:pt x="151" y="525"/>
                    <a:pt x="151" y="525"/>
                    <a:pt x="151" y="525"/>
                  </a:cubicBezTo>
                  <a:cubicBezTo>
                    <a:pt x="154" y="524"/>
                    <a:pt x="155" y="523"/>
                    <a:pt x="157" y="523"/>
                  </a:cubicBezTo>
                  <a:cubicBezTo>
                    <a:pt x="158" y="522"/>
                    <a:pt x="160" y="522"/>
                    <a:pt x="161" y="522"/>
                  </a:cubicBezTo>
                  <a:cubicBezTo>
                    <a:pt x="163" y="523"/>
                    <a:pt x="165" y="524"/>
                    <a:pt x="166" y="526"/>
                  </a:cubicBezTo>
                  <a:cubicBezTo>
                    <a:pt x="168" y="527"/>
                    <a:pt x="170" y="529"/>
                    <a:pt x="171" y="532"/>
                  </a:cubicBezTo>
                  <a:cubicBezTo>
                    <a:pt x="173" y="535"/>
                    <a:pt x="173" y="538"/>
                    <a:pt x="174" y="540"/>
                  </a:cubicBezTo>
                  <a:cubicBezTo>
                    <a:pt x="174" y="542"/>
                    <a:pt x="174" y="544"/>
                    <a:pt x="173" y="546"/>
                  </a:cubicBezTo>
                  <a:cubicBezTo>
                    <a:pt x="172" y="547"/>
                    <a:pt x="172" y="548"/>
                    <a:pt x="170" y="549"/>
                  </a:cubicBezTo>
                  <a:cubicBezTo>
                    <a:pt x="169" y="550"/>
                    <a:pt x="168" y="551"/>
                    <a:pt x="165" y="553"/>
                  </a:cubicBezTo>
                  <a:cubicBezTo>
                    <a:pt x="146" y="562"/>
                    <a:pt x="146" y="562"/>
                    <a:pt x="146" y="562"/>
                  </a:cubicBezTo>
                  <a:cubicBezTo>
                    <a:pt x="143" y="556"/>
                    <a:pt x="143" y="556"/>
                    <a:pt x="143" y="556"/>
                  </a:cubicBezTo>
                  <a:close/>
                  <a:moveTo>
                    <a:pt x="130" y="509"/>
                  </a:moveTo>
                  <a:cubicBezTo>
                    <a:pt x="141" y="499"/>
                    <a:pt x="141" y="499"/>
                    <a:pt x="141" y="499"/>
                  </a:cubicBezTo>
                  <a:cubicBezTo>
                    <a:pt x="145" y="509"/>
                    <a:pt x="145" y="509"/>
                    <a:pt x="145" y="509"/>
                  </a:cubicBezTo>
                  <a:cubicBezTo>
                    <a:pt x="130" y="509"/>
                    <a:pt x="130" y="509"/>
                    <a:pt x="130" y="509"/>
                  </a:cubicBezTo>
                  <a:close/>
                  <a:moveTo>
                    <a:pt x="125" y="514"/>
                  </a:moveTo>
                  <a:cubicBezTo>
                    <a:pt x="122" y="507"/>
                    <a:pt x="122" y="507"/>
                    <a:pt x="122" y="507"/>
                  </a:cubicBezTo>
                  <a:cubicBezTo>
                    <a:pt x="151" y="481"/>
                    <a:pt x="151" y="481"/>
                    <a:pt x="151" y="481"/>
                  </a:cubicBezTo>
                  <a:cubicBezTo>
                    <a:pt x="153" y="489"/>
                    <a:pt x="153" y="489"/>
                    <a:pt x="153" y="489"/>
                  </a:cubicBezTo>
                  <a:cubicBezTo>
                    <a:pt x="147" y="495"/>
                    <a:pt x="147" y="495"/>
                    <a:pt x="147" y="495"/>
                  </a:cubicBezTo>
                  <a:cubicBezTo>
                    <a:pt x="152" y="509"/>
                    <a:pt x="152" y="509"/>
                    <a:pt x="152" y="509"/>
                  </a:cubicBezTo>
                  <a:cubicBezTo>
                    <a:pt x="160" y="510"/>
                    <a:pt x="160" y="510"/>
                    <a:pt x="160" y="510"/>
                  </a:cubicBezTo>
                  <a:cubicBezTo>
                    <a:pt x="163" y="517"/>
                    <a:pt x="163" y="517"/>
                    <a:pt x="163" y="517"/>
                  </a:cubicBezTo>
                  <a:cubicBezTo>
                    <a:pt x="125" y="514"/>
                    <a:pt x="125" y="514"/>
                    <a:pt x="125" y="514"/>
                  </a:cubicBezTo>
                  <a:close/>
                  <a:moveTo>
                    <a:pt x="115" y="485"/>
                  </a:moveTo>
                  <a:cubicBezTo>
                    <a:pt x="113" y="475"/>
                    <a:pt x="113" y="475"/>
                    <a:pt x="113" y="475"/>
                  </a:cubicBezTo>
                  <a:cubicBezTo>
                    <a:pt x="135" y="456"/>
                    <a:pt x="135" y="456"/>
                    <a:pt x="135" y="456"/>
                  </a:cubicBezTo>
                  <a:cubicBezTo>
                    <a:pt x="111" y="461"/>
                    <a:pt x="111" y="461"/>
                    <a:pt x="111" y="461"/>
                  </a:cubicBezTo>
                  <a:cubicBezTo>
                    <a:pt x="109" y="454"/>
                    <a:pt x="109" y="454"/>
                    <a:pt x="109" y="454"/>
                  </a:cubicBezTo>
                  <a:cubicBezTo>
                    <a:pt x="144" y="447"/>
                    <a:pt x="144" y="447"/>
                    <a:pt x="144" y="447"/>
                  </a:cubicBezTo>
                  <a:cubicBezTo>
                    <a:pt x="145" y="456"/>
                    <a:pt x="145" y="456"/>
                    <a:pt x="145" y="456"/>
                  </a:cubicBezTo>
                  <a:cubicBezTo>
                    <a:pt x="122" y="476"/>
                    <a:pt x="122" y="476"/>
                    <a:pt x="122" y="476"/>
                  </a:cubicBezTo>
                  <a:cubicBezTo>
                    <a:pt x="148" y="471"/>
                    <a:pt x="148" y="471"/>
                    <a:pt x="148" y="471"/>
                  </a:cubicBezTo>
                  <a:cubicBezTo>
                    <a:pt x="149" y="478"/>
                    <a:pt x="149" y="478"/>
                    <a:pt x="149" y="478"/>
                  </a:cubicBezTo>
                  <a:cubicBezTo>
                    <a:pt x="115" y="485"/>
                    <a:pt x="115" y="485"/>
                    <a:pt x="115" y="485"/>
                  </a:cubicBezTo>
                  <a:close/>
                  <a:moveTo>
                    <a:pt x="128" y="427"/>
                  </a:moveTo>
                  <a:cubicBezTo>
                    <a:pt x="121" y="427"/>
                    <a:pt x="121" y="427"/>
                    <a:pt x="121" y="427"/>
                  </a:cubicBezTo>
                  <a:cubicBezTo>
                    <a:pt x="121" y="410"/>
                    <a:pt x="121" y="410"/>
                    <a:pt x="121" y="410"/>
                  </a:cubicBezTo>
                  <a:cubicBezTo>
                    <a:pt x="142" y="409"/>
                    <a:pt x="142" y="409"/>
                    <a:pt x="142" y="409"/>
                  </a:cubicBezTo>
                  <a:cubicBezTo>
                    <a:pt x="142" y="425"/>
                    <a:pt x="142" y="425"/>
                    <a:pt x="142" y="425"/>
                  </a:cubicBezTo>
                  <a:cubicBezTo>
                    <a:pt x="142" y="428"/>
                    <a:pt x="142" y="431"/>
                    <a:pt x="142" y="432"/>
                  </a:cubicBezTo>
                  <a:cubicBezTo>
                    <a:pt x="141" y="434"/>
                    <a:pt x="140" y="435"/>
                    <a:pt x="139" y="437"/>
                  </a:cubicBezTo>
                  <a:cubicBezTo>
                    <a:pt x="138" y="439"/>
                    <a:pt x="136" y="440"/>
                    <a:pt x="134" y="441"/>
                  </a:cubicBezTo>
                  <a:cubicBezTo>
                    <a:pt x="132" y="442"/>
                    <a:pt x="129" y="442"/>
                    <a:pt x="126" y="443"/>
                  </a:cubicBezTo>
                  <a:cubicBezTo>
                    <a:pt x="119" y="443"/>
                    <a:pt x="115" y="441"/>
                    <a:pt x="112" y="439"/>
                  </a:cubicBezTo>
                  <a:cubicBezTo>
                    <a:pt x="109" y="436"/>
                    <a:pt x="107" y="432"/>
                    <a:pt x="107" y="426"/>
                  </a:cubicBezTo>
                  <a:cubicBezTo>
                    <a:pt x="107" y="410"/>
                    <a:pt x="107" y="410"/>
                    <a:pt x="107" y="410"/>
                  </a:cubicBezTo>
                  <a:cubicBezTo>
                    <a:pt x="113" y="410"/>
                    <a:pt x="113" y="410"/>
                    <a:pt x="113" y="410"/>
                  </a:cubicBezTo>
                  <a:cubicBezTo>
                    <a:pt x="113" y="426"/>
                    <a:pt x="113" y="426"/>
                    <a:pt x="113" y="426"/>
                  </a:cubicBezTo>
                  <a:cubicBezTo>
                    <a:pt x="113" y="429"/>
                    <a:pt x="114" y="431"/>
                    <a:pt x="116" y="432"/>
                  </a:cubicBezTo>
                  <a:cubicBezTo>
                    <a:pt x="118" y="434"/>
                    <a:pt x="121" y="434"/>
                    <a:pt x="125" y="434"/>
                  </a:cubicBezTo>
                  <a:cubicBezTo>
                    <a:pt x="129" y="434"/>
                    <a:pt x="132" y="433"/>
                    <a:pt x="133" y="432"/>
                  </a:cubicBezTo>
                  <a:cubicBezTo>
                    <a:pt x="135" y="431"/>
                    <a:pt x="136" y="428"/>
                    <a:pt x="136" y="425"/>
                  </a:cubicBezTo>
                  <a:cubicBezTo>
                    <a:pt x="136" y="417"/>
                    <a:pt x="136" y="417"/>
                    <a:pt x="136" y="417"/>
                  </a:cubicBezTo>
                  <a:cubicBezTo>
                    <a:pt x="127" y="417"/>
                    <a:pt x="127" y="417"/>
                    <a:pt x="127" y="417"/>
                  </a:cubicBezTo>
                  <a:cubicBezTo>
                    <a:pt x="128" y="427"/>
                    <a:pt x="128" y="427"/>
                    <a:pt x="128" y="427"/>
                  </a:cubicBezTo>
                  <a:close/>
                  <a:moveTo>
                    <a:pt x="115" y="385"/>
                  </a:moveTo>
                  <a:cubicBezTo>
                    <a:pt x="115" y="385"/>
                    <a:pt x="115" y="385"/>
                    <a:pt x="115" y="385"/>
                  </a:cubicBezTo>
                  <a:cubicBezTo>
                    <a:pt x="115" y="382"/>
                    <a:pt x="116" y="379"/>
                    <a:pt x="117" y="378"/>
                  </a:cubicBezTo>
                  <a:cubicBezTo>
                    <a:pt x="119" y="377"/>
                    <a:pt x="122" y="377"/>
                    <a:pt x="127" y="377"/>
                  </a:cubicBezTo>
                  <a:cubicBezTo>
                    <a:pt x="131" y="377"/>
                    <a:pt x="134" y="378"/>
                    <a:pt x="135" y="379"/>
                  </a:cubicBezTo>
                  <a:cubicBezTo>
                    <a:pt x="137" y="381"/>
                    <a:pt x="138" y="383"/>
                    <a:pt x="137" y="386"/>
                  </a:cubicBezTo>
                  <a:cubicBezTo>
                    <a:pt x="137" y="395"/>
                    <a:pt x="137" y="395"/>
                    <a:pt x="137" y="395"/>
                  </a:cubicBezTo>
                  <a:cubicBezTo>
                    <a:pt x="114" y="394"/>
                    <a:pt x="114" y="394"/>
                    <a:pt x="114" y="394"/>
                  </a:cubicBezTo>
                  <a:cubicBezTo>
                    <a:pt x="115" y="385"/>
                    <a:pt x="115" y="385"/>
                    <a:pt x="115" y="385"/>
                  </a:cubicBezTo>
                  <a:close/>
                  <a:moveTo>
                    <a:pt x="107" y="401"/>
                  </a:moveTo>
                  <a:cubicBezTo>
                    <a:pt x="108" y="384"/>
                    <a:pt x="108" y="384"/>
                    <a:pt x="108" y="384"/>
                  </a:cubicBezTo>
                  <a:cubicBezTo>
                    <a:pt x="109" y="378"/>
                    <a:pt x="111" y="374"/>
                    <a:pt x="114" y="372"/>
                  </a:cubicBezTo>
                  <a:cubicBezTo>
                    <a:pt x="117" y="369"/>
                    <a:pt x="122" y="368"/>
                    <a:pt x="128" y="369"/>
                  </a:cubicBezTo>
                  <a:cubicBezTo>
                    <a:pt x="131" y="369"/>
                    <a:pt x="134" y="370"/>
                    <a:pt x="136" y="371"/>
                  </a:cubicBezTo>
                  <a:cubicBezTo>
                    <a:pt x="138" y="372"/>
                    <a:pt x="140" y="373"/>
                    <a:pt x="141" y="375"/>
                  </a:cubicBezTo>
                  <a:cubicBezTo>
                    <a:pt x="142" y="377"/>
                    <a:pt x="143" y="378"/>
                    <a:pt x="143" y="380"/>
                  </a:cubicBezTo>
                  <a:cubicBezTo>
                    <a:pt x="144" y="381"/>
                    <a:pt x="144" y="384"/>
                    <a:pt x="144" y="387"/>
                  </a:cubicBezTo>
                  <a:cubicBezTo>
                    <a:pt x="142" y="403"/>
                    <a:pt x="142" y="403"/>
                    <a:pt x="142" y="403"/>
                  </a:cubicBezTo>
                  <a:cubicBezTo>
                    <a:pt x="107" y="401"/>
                    <a:pt x="107" y="401"/>
                    <a:pt x="107" y="401"/>
                  </a:cubicBezTo>
                  <a:close/>
                  <a:moveTo>
                    <a:pt x="128" y="362"/>
                  </a:moveTo>
                  <a:cubicBezTo>
                    <a:pt x="123" y="361"/>
                    <a:pt x="118" y="359"/>
                    <a:pt x="116" y="355"/>
                  </a:cubicBezTo>
                  <a:cubicBezTo>
                    <a:pt x="114" y="351"/>
                    <a:pt x="114" y="347"/>
                    <a:pt x="115" y="341"/>
                  </a:cubicBezTo>
                  <a:cubicBezTo>
                    <a:pt x="116" y="335"/>
                    <a:pt x="119" y="331"/>
                    <a:pt x="122" y="329"/>
                  </a:cubicBezTo>
                  <a:cubicBezTo>
                    <a:pt x="126" y="327"/>
                    <a:pt x="131" y="326"/>
                    <a:pt x="137" y="328"/>
                  </a:cubicBezTo>
                  <a:cubicBezTo>
                    <a:pt x="143" y="329"/>
                    <a:pt x="147" y="332"/>
                    <a:pt x="149" y="335"/>
                  </a:cubicBezTo>
                  <a:cubicBezTo>
                    <a:pt x="152" y="339"/>
                    <a:pt x="152" y="343"/>
                    <a:pt x="151" y="349"/>
                  </a:cubicBezTo>
                  <a:cubicBezTo>
                    <a:pt x="149" y="355"/>
                    <a:pt x="147" y="359"/>
                    <a:pt x="143" y="361"/>
                  </a:cubicBezTo>
                  <a:cubicBezTo>
                    <a:pt x="140" y="364"/>
                    <a:pt x="135" y="364"/>
                    <a:pt x="128" y="362"/>
                  </a:cubicBezTo>
                  <a:close/>
                  <a:moveTo>
                    <a:pt x="121" y="342"/>
                  </a:moveTo>
                  <a:cubicBezTo>
                    <a:pt x="122" y="339"/>
                    <a:pt x="123" y="337"/>
                    <a:pt x="125" y="336"/>
                  </a:cubicBezTo>
                  <a:cubicBezTo>
                    <a:pt x="128" y="335"/>
                    <a:pt x="131" y="335"/>
                    <a:pt x="135" y="336"/>
                  </a:cubicBezTo>
                  <a:cubicBezTo>
                    <a:pt x="139" y="337"/>
                    <a:pt x="142" y="338"/>
                    <a:pt x="143" y="340"/>
                  </a:cubicBezTo>
                  <a:cubicBezTo>
                    <a:pt x="145" y="342"/>
                    <a:pt x="145" y="345"/>
                    <a:pt x="145" y="348"/>
                  </a:cubicBezTo>
                  <a:cubicBezTo>
                    <a:pt x="144" y="351"/>
                    <a:pt x="142" y="353"/>
                    <a:pt x="140" y="354"/>
                  </a:cubicBezTo>
                  <a:cubicBezTo>
                    <a:pt x="138" y="355"/>
                    <a:pt x="135" y="355"/>
                    <a:pt x="130" y="354"/>
                  </a:cubicBezTo>
                  <a:cubicBezTo>
                    <a:pt x="126" y="353"/>
                    <a:pt x="124" y="352"/>
                    <a:pt x="122" y="350"/>
                  </a:cubicBezTo>
                  <a:cubicBezTo>
                    <a:pt x="121" y="348"/>
                    <a:pt x="120" y="345"/>
                    <a:pt x="121" y="342"/>
                  </a:cubicBezTo>
                  <a:close/>
                  <a:moveTo>
                    <a:pt x="124" y="314"/>
                  </a:moveTo>
                  <a:cubicBezTo>
                    <a:pt x="127" y="305"/>
                    <a:pt x="127" y="305"/>
                    <a:pt x="127" y="305"/>
                  </a:cubicBezTo>
                  <a:cubicBezTo>
                    <a:pt x="156" y="301"/>
                    <a:pt x="156" y="301"/>
                    <a:pt x="156" y="301"/>
                  </a:cubicBezTo>
                  <a:cubicBezTo>
                    <a:pt x="133" y="292"/>
                    <a:pt x="133" y="292"/>
                    <a:pt x="133" y="292"/>
                  </a:cubicBezTo>
                  <a:cubicBezTo>
                    <a:pt x="135" y="284"/>
                    <a:pt x="135" y="284"/>
                    <a:pt x="135" y="284"/>
                  </a:cubicBezTo>
                  <a:cubicBezTo>
                    <a:pt x="168" y="298"/>
                    <a:pt x="168" y="298"/>
                    <a:pt x="168" y="298"/>
                  </a:cubicBezTo>
                  <a:cubicBezTo>
                    <a:pt x="165" y="306"/>
                    <a:pt x="165" y="306"/>
                    <a:pt x="165" y="306"/>
                  </a:cubicBezTo>
                  <a:cubicBezTo>
                    <a:pt x="135" y="310"/>
                    <a:pt x="135" y="310"/>
                    <a:pt x="135" y="310"/>
                  </a:cubicBezTo>
                  <a:cubicBezTo>
                    <a:pt x="159" y="320"/>
                    <a:pt x="159" y="320"/>
                    <a:pt x="159" y="320"/>
                  </a:cubicBezTo>
                  <a:cubicBezTo>
                    <a:pt x="156" y="327"/>
                    <a:pt x="156" y="327"/>
                    <a:pt x="156" y="327"/>
                  </a:cubicBezTo>
                  <a:cubicBezTo>
                    <a:pt x="124" y="314"/>
                    <a:pt x="124" y="314"/>
                    <a:pt x="124" y="314"/>
                  </a:cubicBezTo>
                  <a:close/>
                  <a:moveTo>
                    <a:pt x="166" y="273"/>
                  </a:moveTo>
                  <a:cubicBezTo>
                    <a:pt x="160" y="269"/>
                    <a:pt x="160" y="269"/>
                    <a:pt x="160" y="269"/>
                  </a:cubicBezTo>
                  <a:cubicBezTo>
                    <a:pt x="169" y="254"/>
                    <a:pt x="169" y="254"/>
                    <a:pt x="169" y="254"/>
                  </a:cubicBezTo>
                  <a:cubicBezTo>
                    <a:pt x="187" y="265"/>
                    <a:pt x="187" y="265"/>
                    <a:pt x="187" y="265"/>
                  </a:cubicBezTo>
                  <a:cubicBezTo>
                    <a:pt x="179" y="279"/>
                    <a:pt x="179" y="279"/>
                    <a:pt x="179" y="279"/>
                  </a:cubicBezTo>
                  <a:cubicBezTo>
                    <a:pt x="178" y="281"/>
                    <a:pt x="176" y="283"/>
                    <a:pt x="175" y="284"/>
                  </a:cubicBezTo>
                  <a:cubicBezTo>
                    <a:pt x="174" y="286"/>
                    <a:pt x="172" y="286"/>
                    <a:pt x="171" y="287"/>
                  </a:cubicBezTo>
                  <a:cubicBezTo>
                    <a:pt x="168" y="288"/>
                    <a:pt x="166" y="288"/>
                    <a:pt x="164" y="288"/>
                  </a:cubicBezTo>
                  <a:cubicBezTo>
                    <a:pt x="161" y="287"/>
                    <a:pt x="159" y="286"/>
                    <a:pt x="156" y="284"/>
                  </a:cubicBezTo>
                  <a:cubicBezTo>
                    <a:pt x="151" y="281"/>
                    <a:pt x="147" y="278"/>
                    <a:pt x="146" y="274"/>
                  </a:cubicBezTo>
                  <a:cubicBezTo>
                    <a:pt x="145" y="270"/>
                    <a:pt x="146" y="265"/>
                    <a:pt x="149" y="260"/>
                  </a:cubicBezTo>
                  <a:cubicBezTo>
                    <a:pt x="157" y="247"/>
                    <a:pt x="157" y="247"/>
                    <a:pt x="157" y="247"/>
                  </a:cubicBezTo>
                  <a:cubicBezTo>
                    <a:pt x="162" y="250"/>
                    <a:pt x="162" y="250"/>
                    <a:pt x="162" y="250"/>
                  </a:cubicBezTo>
                  <a:cubicBezTo>
                    <a:pt x="154" y="264"/>
                    <a:pt x="154" y="264"/>
                    <a:pt x="154" y="264"/>
                  </a:cubicBezTo>
                  <a:cubicBezTo>
                    <a:pt x="153" y="266"/>
                    <a:pt x="152" y="268"/>
                    <a:pt x="153" y="271"/>
                  </a:cubicBezTo>
                  <a:cubicBezTo>
                    <a:pt x="154" y="273"/>
                    <a:pt x="156" y="275"/>
                    <a:pt x="160" y="277"/>
                  </a:cubicBezTo>
                  <a:cubicBezTo>
                    <a:pt x="163" y="279"/>
                    <a:pt x="166" y="280"/>
                    <a:pt x="168" y="280"/>
                  </a:cubicBezTo>
                  <a:cubicBezTo>
                    <a:pt x="170" y="279"/>
                    <a:pt x="172" y="278"/>
                    <a:pt x="174" y="276"/>
                  </a:cubicBezTo>
                  <a:cubicBezTo>
                    <a:pt x="178" y="268"/>
                    <a:pt x="178" y="268"/>
                    <a:pt x="178" y="268"/>
                  </a:cubicBezTo>
                  <a:cubicBezTo>
                    <a:pt x="171" y="264"/>
                    <a:pt x="171" y="264"/>
                    <a:pt x="171" y="264"/>
                  </a:cubicBezTo>
                  <a:cubicBezTo>
                    <a:pt x="166" y="273"/>
                    <a:pt x="166" y="273"/>
                    <a:pt x="166" y="273"/>
                  </a:cubicBezTo>
                  <a:close/>
                  <a:moveTo>
                    <a:pt x="197" y="199"/>
                  </a:moveTo>
                  <a:cubicBezTo>
                    <a:pt x="211" y="215"/>
                    <a:pt x="211" y="215"/>
                    <a:pt x="211" y="215"/>
                  </a:cubicBezTo>
                  <a:cubicBezTo>
                    <a:pt x="213" y="217"/>
                    <a:pt x="215" y="218"/>
                    <a:pt x="217" y="219"/>
                  </a:cubicBezTo>
                  <a:cubicBezTo>
                    <a:pt x="219" y="219"/>
                    <a:pt x="221" y="218"/>
                    <a:pt x="223" y="216"/>
                  </a:cubicBezTo>
                  <a:cubicBezTo>
                    <a:pt x="225" y="214"/>
                    <a:pt x="226" y="212"/>
                    <a:pt x="226" y="210"/>
                  </a:cubicBezTo>
                  <a:cubicBezTo>
                    <a:pt x="226" y="208"/>
                    <a:pt x="225" y="206"/>
                    <a:pt x="223" y="204"/>
                  </a:cubicBezTo>
                  <a:cubicBezTo>
                    <a:pt x="208" y="188"/>
                    <a:pt x="208" y="188"/>
                    <a:pt x="208" y="188"/>
                  </a:cubicBezTo>
                  <a:cubicBezTo>
                    <a:pt x="214" y="183"/>
                    <a:pt x="214" y="183"/>
                    <a:pt x="214" y="183"/>
                  </a:cubicBezTo>
                  <a:cubicBezTo>
                    <a:pt x="228" y="199"/>
                    <a:pt x="228" y="199"/>
                    <a:pt x="228" y="199"/>
                  </a:cubicBezTo>
                  <a:cubicBezTo>
                    <a:pt x="230" y="201"/>
                    <a:pt x="231" y="202"/>
                    <a:pt x="232" y="203"/>
                  </a:cubicBezTo>
                  <a:cubicBezTo>
                    <a:pt x="233" y="205"/>
                    <a:pt x="233" y="206"/>
                    <a:pt x="233" y="207"/>
                  </a:cubicBezTo>
                  <a:cubicBezTo>
                    <a:pt x="233" y="209"/>
                    <a:pt x="233" y="212"/>
                    <a:pt x="232" y="214"/>
                  </a:cubicBezTo>
                  <a:cubicBezTo>
                    <a:pt x="231" y="216"/>
                    <a:pt x="229" y="218"/>
                    <a:pt x="227" y="220"/>
                  </a:cubicBezTo>
                  <a:cubicBezTo>
                    <a:pt x="224" y="222"/>
                    <a:pt x="222" y="224"/>
                    <a:pt x="220" y="225"/>
                  </a:cubicBezTo>
                  <a:cubicBezTo>
                    <a:pt x="218" y="226"/>
                    <a:pt x="216" y="226"/>
                    <a:pt x="214" y="226"/>
                  </a:cubicBezTo>
                  <a:cubicBezTo>
                    <a:pt x="213" y="225"/>
                    <a:pt x="212" y="225"/>
                    <a:pt x="210" y="224"/>
                  </a:cubicBezTo>
                  <a:cubicBezTo>
                    <a:pt x="209" y="223"/>
                    <a:pt x="208" y="222"/>
                    <a:pt x="206" y="220"/>
                  </a:cubicBezTo>
                  <a:cubicBezTo>
                    <a:pt x="191" y="204"/>
                    <a:pt x="191" y="204"/>
                    <a:pt x="191" y="204"/>
                  </a:cubicBezTo>
                  <a:cubicBezTo>
                    <a:pt x="197" y="199"/>
                    <a:pt x="197" y="199"/>
                    <a:pt x="197" y="199"/>
                  </a:cubicBezTo>
                  <a:close/>
                  <a:moveTo>
                    <a:pt x="222" y="175"/>
                  </a:moveTo>
                  <a:cubicBezTo>
                    <a:pt x="230" y="170"/>
                    <a:pt x="230" y="170"/>
                    <a:pt x="230" y="170"/>
                  </a:cubicBezTo>
                  <a:cubicBezTo>
                    <a:pt x="256" y="183"/>
                    <a:pt x="256" y="183"/>
                    <a:pt x="256" y="183"/>
                  </a:cubicBezTo>
                  <a:cubicBezTo>
                    <a:pt x="242" y="162"/>
                    <a:pt x="242" y="162"/>
                    <a:pt x="242" y="162"/>
                  </a:cubicBezTo>
                  <a:cubicBezTo>
                    <a:pt x="248" y="157"/>
                    <a:pt x="248" y="157"/>
                    <a:pt x="248" y="157"/>
                  </a:cubicBezTo>
                  <a:cubicBezTo>
                    <a:pt x="268" y="187"/>
                    <a:pt x="268" y="187"/>
                    <a:pt x="268" y="187"/>
                  </a:cubicBezTo>
                  <a:cubicBezTo>
                    <a:pt x="261" y="192"/>
                    <a:pt x="261" y="192"/>
                    <a:pt x="261" y="192"/>
                  </a:cubicBezTo>
                  <a:cubicBezTo>
                    <a:pt x="233" y="178"/>
                    <a:pt x="233" y="178"/>
                    <a:pt x="233" y="178"/>
                  </a:cubicBezTo>
                  <a:cubicBezTo>
                    <a:pt x="249" y="200"/>
                    <a:pt x="249" y="200"/>
                    <a:pt x="249" y="200"/>
                  </a:cubicBezTo>
                  <a:cubicBezTo>
                    <a:pt x="243" y="205"/>
                    <a:pt x="243" y="205"/>
                    <a:pt x="243" y="205"/>
                  </a:cubicBezTo>
                  <a:cubicBezTo>
                    <a:pt x="222" y="175"/>
                    <a:pt x="222" y="175"/>
                    <a:pt x="222" y="175"/>
                  </a:cubicBezTo>
                  <a:close/>
                  <a:moveTo>
                    <a:pt x="282" y="180"/>
                  </a:moveTo>
                  <a:cubicBezTo>
                    <a:pt x="275" y="184"/>
                    <a:pt x="275" y="184"/>
                    <a:pt x="275" y="184"/>
                  </a:cubicBezTo>
                  <a:cubicBezTo>
                    <a:pt x="257" y="153"/>
                    <a:pt x="257" y="153"/>
                    <a:pt x="257" y="153"/>
                  </a:cubicBezTo>
                  <a:cubicBezTo>
                    <a:pt x="264" y="149"/>
                    <a:pt x="264" y="149"/>
                    <a:pt x="264" y="149"/>
                  </a:cubicBezTo>
                  <a:cubicBezTo>
                    <a:pt x="282" y="180"/>
                    <a:pt x="282" y="180"/>
                    <a:pt x="282" y="180"/>
                  </a:cubicBezTo>
                  <a:close/>
                  <a:moveTo>
                    <a:pt x="297" y="172"/>
                  </a:moveTo>
                  <a:cubicBezTo>
                    <a:pt x="268" y="146"/>
                    <a:pt x="268" y="146"/>
                    <a:pt x="268" y="146"/>
                  </a:cubicBezTo>
                  <a:cubicBezTo>
                    <a:pt x="276" y="142"/>
                    <a:pt x="276" y="142"/>
                    <a:pt x="276" y="142"/>
                  </a:cubicBezTo>
                  <a:cubicBezTo>
                    <a:pt x="297" y="162"/>
                    <a:pt x="297" y="162"/>
                    <a:pt x="297" y="162"/>
                  </a:cubicBezTo>
                  <a:cubicBezTo>
                    <a:pt x="295" y="133"/>
                    <a:pt x="295" y="133"/>
                    <a:pt x="295" y="133"/>
                  </a:cubicBezTo>
                  <a:cubicBezTo>
                    <a:pt x="302" y="130"/>
                    <a:pt x="302" y="130"/>
                    <a:pt x="302" y="130"/>
                  </a:cubicBezTo>
                  <a:cubicBezTo>
                    <a:pt x="304" y="169"/>
                    <a:pt x="304" y="169"/>
                    <a:pt x="304" y="169"/>
                  </a:cubicBezTo>
                  <a:cubicBezTo>
                    <a:pt x="297" y="172"/>
                    <a:pt x="297" y="172"/>
                    <a:pt x="297" y="172"/>
                  </a:cubicBezTo>
                  <a:close/>
                  <a:moveTo>
                    <a:pt x="325" y="130"/>
                  </a:moveTo>
                  <a:cubicBezTo>
                    <a:pt x="323" y="131"/>
                    <a:pt x="321" y="132"/>
                    <a:pt x="320" y="134"/>
                  </a:cubicBezTo>
                  <a:cubicBezTo>
                    <a:pt x="319" y="136"/>
                    <a:pt x="319" y="138"/>
                    <a:pt x="320" y="141"/>
                  </a:cubicBezTo>
                  <a:cubicBezTo>
                    <a:pt x="339" y="135"/>
                    <a:pt x="339" y="135"/>
                    <a:pt x="339" y="135"/>
                  </a:cubicBezTo>
                  <a:cubicBezTo>
                    <a:pt x="341" y="141"/>
                    <a:pt x="341" y="141"/>
                    <a:pt x="341" y="141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322" y="150"/>
                    <a:pt x="323" y="152"/>
                    <a:pt x="325" y="153"/>
                  </a:cubicBezTo>
                  <a:cubicBezTo>
                    <a:pt x="327" y="154"/>
                    <a:pt x="329" y="154"/>
                    <a:pt x="332" y="153"/>
                  </a:cubicBezTo>
                  <a:cubicBezTo>
                    <a:pt x="344" y="149"/>
                    <a:pt x="344" y="149"/>
                    <a:pt x="344" y="149"/>
                  </a:cubicBezTo>
                  <a:cubicBezTo>
                    <a:pt x="345" y="155"/>
                    <a:pt x="345" y="155"/>
                    <a:pt x="345" y="155"/>
                  </a:cubicBezTo>
                  <a:cubicBezTo>
                    <a:pt x="333" y="159"/>
                    <a:pt x="333" y="159"/>
                    <a:pt x="333" y="159"/>
                  </a:cubicBezTo>
                  <a:cubicBezTo>
                    <a:pt x="331" y="160"/>
                    <a:pt x="328" y="160"/>
                    <a:pt x="327" y="160"/>
                  </a:cubicBezTo>
                  <a:cubicBezTo>
                    <a:pt x="325" y="160"/>
                    <a:pt x="323" y="160"/>
                    <a:pt x="322" y="159"/>
                  </a:cubicBezTo>
                  <a:cubicBezTo>
                    <a:pt x="320" y="158"/>
                    <a:pt x="318" y="157"/>
                    <a:pt x="316" y="155"/>
                  </a:cubicBezTo>
                  <a:cubicBezTo>
                    <a:pt x="315" y="153"/>
                    <a:pt x="314" y="150"/>
                    <a:pt x="313" y="147"/>
                  </a:cubicBezTo>
                  <a:cubicBezTo>
                    <a:pt x="311" y="141"/>
                    <a:pt x="311" y="136"/>
                    <a:pt x="313" y="132"/>
                  </a:cubicBezTo>
                  <a:cubicBezTo>
                    <a:pt x="315" y="129"/>
                    <a:pt x="318" y="126"/>
                    <a:pt x="324" y="124"/>
                  </a:cubicBezTo>
                  <a:cubicBezTo>
                    <a:pt x="335" y="121"/>
                    <a:pt x="335" y="121"/>
                    <a:pt x="335" y="121"/>
                  </a:cubicBezTo>
                  <a:cubicBezTo>
                    <a:pt x="337" y="127"/>
                    <a:pt x="337" y="127"/>
                    <a:pt x="337" y="127"/>
                  </a:cubicBezTo>
                  <a:cubicBezTo>
                    <a:pt x="325" y="130"/>
                    <a:pt x="325" y="130"/>
                    <a:pt x="325" y="130"/>
                  </a:cubicBezTo>
                  <a:close/>
                  <a:moveTo>
                    <a:pt x="364" y="122"/>
                  </a:moveTo>
                  <a:cubicBezTo>
                    <a:pt x="364" y="122"/>
                    <a:pt x="364" y="122"/>
                    <a:pt x="364" y="122"/>
                  </a:cubicBezTo>
                  <a:cubicBezTo>
                    <a:pt x="367" y="122"/>
                    <a:pt x="368" y="122"/>
                    <a:pt x="369" y="123"/>
                  </a:cubicBezTo>
                  <a:cubicBezTo>
                    <a:pt x="370" y="123"/>
                    <a:pt x="371" y="124"/>
                    <a:pt x="371" y="126"/>
                  </a:cubicBezTo>
                  <a:cubicBezTo>
                    <a:pt x="371" y="128"/>
                    <a:pt x="371" y="129"/>
                    <a:pt x="370" y="130"/>
                  </a:cubicBezTo>
                  <a:cubicBezTo>
                    <a:pt x="369" y="130"/>
                    <a:pt x="368" y="131"/>
                    <a:pt x="365" y="131"/>
                  </a:cubicBezTo>
                  <a:cubicBezTo>
                    <a:pt x="356" y="133"/>
                    <a:pt x="356" y="133"/>
                    <a:pt x="356" y="133"/>
                  </a:cubicBezTo>
                  <a:cubicBezTo>
                    <a:pt x="355" y="124"/>
                    <a:pt x="355" y="124"/>
                    <a:pt x="355" y="124"/>
                  </a:cubicBezTo>
                  <a:cubicBezTo>
                    <a:pt x="364" y="122"/>
                    <a:pt x="364" y="122"/>
                    <a:pt x="364" y="122"/>
                  </a:cubicBezTo>
                  <a:close/>
                  <a:moveTo>
                    <a:pt x="347" y="118"/>
                  </a:moveTo>
                  <a:cubicBezTo>
                    <a:pt x="365" y="116"/>
                    <a:pt x="365" y="116"/>
                    <a:pt x="365" y="116"/>
                  </a:cubicBezTo>
                  <a:cubicBezTo>
                    <a:pt x="369" y="115"/>
                    <a:pt x="372" y="116"/>
                    <a:pt x="375" y="117"/>
                  </a:cubicBezTo>
                  <a:cubicBezTo>
                    <a:pt x="377" y="119"/>
                    <a:pt x="378" y="121"/>
                    <a:pt x="379" y="125"/>
                  </a:cubicBezTo>
                  <a:cubicBezTo>
                    <a:pt x="379" y="128"/>
                    <a:pt x="379" y="130"/>
                    <a:pt x="378" y="132"/>
                  </a:cubicBezTo>
                  <a:cubicBezTo>
                    <a:pt x="377" y="134"/>
                    <a:pt x="375" y="135"/>
                    <a:pt x="373" y="136"/>
                  </a:cubicBezTo>
                  <a:cubicBezTo>
                    <a:pt x="384" y="149"/>
                    <a:pt x="384" y="149"/>
                    <a:pt x="384" y="149"/>
                  </a:cubicBezTo>
                  <a:cubicBezTo>
                    <a:pt x="376" y="151"/>
                    <a:pt x="376" y="151"/>
                    <a:pt x="376" y="151"/>
                  </a:cubicBezTo>
                  <a:cubicBezTo>
                    <a:pt x="366" y="138"/>
                    <a:pt x="366" y="138"/>
                    <a:pt x="366" y="138"/>
                  </a:cubicBezTo>
                  <a:cubicBezTo>
                    <a:pt x="357" y="139"/>
                    <a:pt x="357" y="139"/>
                    <a:pt x="357" y="139"/>
                  </a:cubicBezTo>
                  <a:cubicBezTo>
                    <a:pt x="359" y="153"/>
                    <a:pt x="359" y="153"/>
                    <a:pt x="359" y="153"/>
                  </a:cubicBezTo>
                  <a:cubicBezTo>
                    <a:pt x="352" y="154"/>
                    <a:pt x="352" y="154"/>
                    <a:pt x="352" y="154"/>
                  </a:cubicBezTo>
                  <a:cubicBezTo>
                    <a:pt x="347" y="118"/>
                    <a:pt x="347" y="118"/>
                    <a:pt x="347" y="118"/>
                  </a:cubicBezTo>
                  <a:close/>
                  <a:moveTo>
                    <a:pt x="419" y="121"/>
                  </a:moveTo>
                  <a:cubicBezTo>
                    <a:pt x="401" y="121"/>
                    <a:pt x="401" y="121"/>
                    <a:pt x="401" y="121"/>
                  </a:cubicBezTo>
                  <a:cubicBezTo>
                    <a:pt x="399" y="121"/>
                    <a:pt x="397" y="121"/>
                    <a:pt x="396" y="122"/>
                  </a:cubicBezTo>
                  <a:cubicBezTo>
                    <a:pt x="395" y="123"/>
                    <a:pt x="395" y="124"/>
                    <a:pt x="395" y="125"/>
                  </a:cubicBezTo>
                  <a:cubicBezTo>
                    <a:pt x="395" y="127"/>
                    <a:pt x="395" y="128"/>
                    <a:pt x="396" y="128"/>
                  </a:cubicBezTo>
                  <a:cubicBezTo>
                    <a:pt x="397" y="129"/>
                    <a:pt x="398" y="129"/>
                    <a:pt x="399" y="129"/>
                  </a:cubicBezTo>
                  <a:cubicBezTo>
                    <a:pt x="409" y="129"/>
                    <a:pt x="409" y="129"/>
                    <a:pt x="409" y="129"/>
                  </a:cubicBezTo>
                  <a:cubicBezTo>
                    <a:pt x="413" y="130"/>
                    <a:pt x="416" y="130"/>
                    <a:pt x="418" y="132"/>
                  </a:cubicBezTo>
                  <a:cubicBezTo>
                    <a:pt x="420" y="134"/>
                    <a:pt x="420" y="136"/>
                    <a:pt x="420" y="140"/>
                  </a:cubicBezTo>
                  <a:cubicBezTo>
                    <a:pt x="420" y="144"/>
                    <a:pt x="419" y="146"/>
                    <a:pt x="417" y="148"/>
                  </a:cubicBezTo>
                  <a:cubicBezTo>
                    <a:pt x="415" y="150"/>
                    <a:pt x="412" y="150"/>
                    <a:pt x="408" y="150"/>
                  </a:cubicBezTo>
                  <a:cubicBezTo>
                    <a:pt x="388" y="150"/>
                    <a:pt x="388" y="150"/>
                    <a:pt x="388" y="150"/>
                  </a:cubicBezTo>
                  <a:cubicBezTo>
                    <a:pt x="388" y="144"/>
                    <a:pt x="388" y="144"/>
                    <a:pt x="388" y="144"/>
                  </a:cubicBezTo>
                  <a:cubicBezTo>
                    <a:pt x="407" y="144"/>
                    <a:pt x="407" y="144"/>
                    <a:pt x="407" y="144"/>
                  </a:cubicBezTo>
                  <a:cubicBezTo>
                    <a:pt x="409" y="144"/>
                    <a:pt x="410" y="144"/>
                    <a:pt x="411" y="143"/>
                  </a:cubicBezTo>
                  <a:cubicBezTo>
                    <a:pt x="412" y="142"/>
                    <a:pt x="413" y="141"/>
                    <a:pt x="413" y="140"/>
                  </a:cubicBezTo>
                  <a:cubicBezTo>
                    <a:pt x="413" y="139"/>
                    <a:pt x="412" y="137"/>
                    <a:pt x="411" y="137"/>
                  </a:cubicBezTo>
                  <a:cubicBezTo>
                    <a:pt x="411" y="136"/>
                    <a:pt x="409" y="136"/>
                    <a:pt x="407" y="136"/>
                  </a:cubicBezTo>
                  <a:cubicBezTo>
                    <a:pt x="399" y="136"/>
                    <a:pt x="399" y="136"/>
                    <a:pt x="399" y="136"/>
                  </a:cubicBezTo>
                  <a:cubicBezTo>
                    <a:pt x="395" y="136"/>
                    <a:pt x="392" y="135"/>
                    <a:pt x="390" y="133"/>
                  </a:cubicBezTo>
                  <a:cubicBezTo>
                    <a:pt x="388" y="131"/>
                    <a:pt x="387" y="129"/>
                    <a:pt x="387" y="125"/>
                  </a:cubicBezTo>
                  <a:cubicBezTo>
                    <a:pt x="387" y="121"/>
                    <a:pt x="388" y="119"/>
                    <a:pt x="390" y="117"/>
                  </a:cubicBezTo>
                  <a:cubicBezTo>
                    <a:pt x="392" y="115"/>
                    <a:pt x="395" y="114"/>
                    <a:pt x="400" y="114"/>
                  </a:cubicBezTo>
                  <a:cubicBezTo>
                    <a:pt x="419" y="115"/>
                    <a:pt x="419" y="115"/>
                    <a:pt x="419" y="115"/>
                  </a:cubicBezTo>
                  <a:cubicBezTo>
                    <a:pt x="419" y="121"/>
                    <a:pt x="419" y="121"/>
                    <a:pt x="419" y="121"/>
                  </a:cubicBezTo>
                  <a:close/>
                  <a:moveTo>
                    <a:pt x="433" y="152"/>
                  </a:moveTo>
                  <a:cubicBezTo>
                    <a:pt x="426" y="151"/>
                    <a:pt x="426" y="151"/>
                    <a:pt x="426" y="151"/>
                  </a:cubicBezTo>
                  <a:cubicBezTo>
                    <a:pt x="431" y="115"/>
                    <a:pt x="431" y="115"/>
                    <a:pt x="431" y="115"/>
                  </a:cubicBezTo>
                  <a:cubicBezTo>
                    <a:pt x="438" y="117"/>
                    <a:pt x="438" y="117"/>
                    <a:pt x="438" y="117"/>
                  </a:cubicBezTo>
                  <a:cubicBezTo>
                    <a:pt x="433" y="152"/>
                    <a:pt x="433" y="152"/>
                    <a:pt x="433" y="152"/>
                  </a:cubicBezTo>
                  <a:close/>
                  <a:moveTo>
                    <a:pt x="453" y="126"/>
                  </a:moveTo>
                  <a:cubicBezTo>
                    <a:pt x="442" y="124"/>
                    <a:pt x="442" y="124"/>
                    <a:pt x="442" y="124"/>
                  </a:cubicBezTo>
                  <a:cubicBezTo>
                    <a:pt x="443" y="118"/>
                    <a:pt x="443" y="118"/>
                    <a:pt x="443" y="118"/>
                  </a:cubicBezTo>
                  <a:cubicBezTo>
                    <a:pt x="473" y="123"/>
                    <a:pt x="473" y="123"/>
                    <a:pt x="473" y="123"/>
                  </a:cubicBezTo>
                  <a:cubicBezTo>
                    <a:pt x="472" y="129"/>
                    <a:pt x="472" y="129"/>
                    <a:pt x="472" y="129"/>
                  </a:cubicBezTo>
                  <a:cubicBezTo>
                    <a:pt x="461" y="127"/>
                    <a:pt x="461" y="127"/>
                    <a:pt x="461" y="127"/>
                  </a:cubicBezTo>
                  <a:cubicBezTo>
                    <a:pt x="456" y="156"/>
                    <a:pt x="456" y="156"/>
                    <a:pt x="456" y="156"/>
                  </a:cubicBezTo>
                  <a:cubicBezTo>
                    <a:pt x="448" y="155"/>
                    <a:pt x="448" y="155"/>
                    <a:pt x="448" y="155"/>
                  </a:cubicBezTo>
                  <a:cubicBezTo>
                    <a:pt x="453" y="126"/>
                    <a:pt x="453" y="126"/>
                    <a:pt x="453" y="126"/>
                  </a:cubicBezTo>
                  <a:close/>
                  <a:moveTo>
                    <a:pt x="477" y="124"/>
                  </a:moveTo>
                  <a:cubicBezTo>
                    <a:pt x="485" y="127"/>
                    <a:pt x="485" y="127"/>
                    <a:pt x="485" y="127"/>
                  </a:cubicBezTo>
                  <a:cubicBezTo>
                    <a:pt x="488" y="142"/>
                    <a:pt x="488" y="142"/>
                    <a:pt x="488" y="142"/>
                  </a:cubicBezTo>
                  <a:cubicBezTo>
                    <a:pt x="501" y="132"/>
                    <a:pt x="501" y="132"/>
                    <a:pt x="501" y="132"/>
                  </a:cubicBezTo>
                  <a:cubicBezTo>
                    <a:pt x="509" y="135"/>
                    <a:pt x="509" y="135"/>
                    <a:pt x="509" y="135"/>
                  </a:cubicBezTo>
                  <a:cubicBezTo>
                    <a:pt x="490" y="150"/>
                    <a:pt x="490" y="150"/>
                    <a:pt x="490" y="150"/>
                  </a:cubicBezTo>
                  <a:cubicBezTo>
                    <a:pt x="485" y="165"/>
                    <a:pt x="485" y="165"/>
                    <a:pt x="485" y="165"/>
                  </a:cubicBezTo>
                  <a:cubicBezTo>
                    <a:pt x="478" y="162"/>
                    <a:pt x="478" y="162"/>
                    <a:pt x="478" y="162"/>
                  </a:cubicBezTo>
                  <a:cubicBezTo>
                    <a:pt x="483" y="147"/>
                    <a:pt x="483" y="147"/>
                    <a:pt x="483" y="147"/>
                  </a:cubicBezTo>
                  <a:cubicBezTo>
                    <a:pt x="477" y="124"/>
                    <a:pt x="477" y="124"/>
                    <a:pt x="477" y="124"/>
                  </a:cubicBezTo>
                  <a:close/>
                  <a:moveTo>
                    <a:pt x="541" y="171"/>
                  </a:moveTo>
                  <a:cubicBezTo>
                    <a:pt x="545" y="166"/>
                    <a:pt x="548" y="163"/>
                    <a:pt x="552" y="162"/>
                  </a:cubicBezTo>
                  <a:cubicBezTo>
                    <a:pt x="557" y="161"/>
                    <a:pt x="561" y="162"/>
                    <a:pt x="566" y="166"/>
                  </a:cubicBezTo>
                  <a:cubicBezTo>
                    <a:pt x="571" y="169"/>
                    <a:pt x="574" y="173"/>
                    <a:pt x="574" y="177"/>
                  </a:cubicBezTo>
                  <a:cubicBezTo>
                    <a:pt x="575" y="181"/>
                    <a:pt x="574" y="186"/>
                    <a:pt x="570" y="191"/>
                  </a:cubicBezTo>
                  <a:cubicBezTo>
                    <a:pt x="567" y="196"/>
                    <a:pt x="563" y="200"/>
                    <a:pt x="559" y="200"/>
                  </a:cubicBezTo>
                  <a:cubicBezTo>
                    <a:pt x="555" y="201"/>
                    <a:pt x="550" y="200"/>
                    <a:pt x="545" y="197"/>
                  </a:cubicBezTo>
                  <a:cubicBezTo>
                    <a:pt x="540" y="193"/>
                    <a:pt x="538" y="190"/>
                    <a:pt x="537" y="185"/>
                  </a:cubicBezTo>
                  <a:cubicBezTo>
                    <a:pt x="536" y="181"/>
                    <a:pt x="538" y="176"/>
                    <a:pt x="541" y="171"/>
                  </a:cubicBezTo>
                  <a:close/>
                  <a:moveTo>
                    <a:pt x="563" y="171"/>
                  </a:moveTo>
                  <a:cubicBezTo>
                    <a:pt x="565" y="173"/>
                    <a:pt x="567" y="175"/>
                    <a:pt x="567" y="178"/>
                  </a:cubicBezTo>
                  <a:cubicBezTo>
                    <a:pt x="567" y="180"/>
                    <a:pt x="566" y="183"/>
                    <a:pt x="564" y="187"/>
                  </a:cubicBezTo>
                  <a:cubicBezTo>
                    <a:pt x="561" y="190"/>
                    <a:pt x="559" y="192"/>
                    <a:pt x="556" y="193"/>
                  </a:cubicBezTo>
                  <a:cubicBezTo>
                    <a:pt x="554" y="194"/>
                    <a:pt x="551" y="193"/>
                    <a:pt x="549" y="192"/>
                  </a:cubicBezTo>
                  <a:cubicBezTo>
                    <a:pt x="546" y="190"/>
                    <a:pt x="545" y="188"/>
                    <a:pt x="545" y="185"/>
                  </a:cubicBezTo>
                  <a:cubicBezTo>
                    <a:pt x="544" y="182"/>
                    <a:pt x="546" y="179"/>
                    <a:pt x="548" y="176"/>
                  </a:cubicBezTo>
                  <a:cubicBezTo>
                    <a:pt x="550" y="172"/>
                    <a:pt x="553" y="170"/>
                    <a:pt x="555" y="169"/>
                  </a:cubicBezTo>
                  <a:cubicBezTo>
                    <a:pt x="557" y="169"/>
                    <a:pt x="560" y="169"/>
                    <a:pt x="563" y="171"/>
                  </a:cubicBezTo>
                  <a:close/>
                  <a:moveTo>
                    <a:pt x="574" y="198"/>
                  </a:moveTo>
                  <a:cubicBezTo>
                    <a:pt x="577" y="194"/>
                    <a:pt x="580" y="192"/>
                    <a:pt x="581" y="191"/>
                  </a:cubicBezTo>
                  <a:cubicBezTo>
                    <a:pt x="583" y="189"/>
                    <a:pt x="585" y="189"/>
                    <a:pt x="587" y="188"/>
                  </a:cubicBezTo>
                  <a:cubicBezTo>
                    <a:pt x="589" y="188"/>
                    <a:pt x="591" y="189"/>
                    <a:pt x="593" y="190"/>
                  </a:cubicBezTo>
                  <a:cubicBezTo>
                    <a:pt x="595" y="191"/>
                    <a:pt x="597" y="192"/>
                    <a:pt x="600" y="195"/>
                  </a:cubicBezTo>
                  <a:cubicBezTo>
                    <a:pt x="608" y="202"/>
                    <a:pt x="608" y="202"/>
                    <a:pt x="608" y="202"/>
                  </a:cubicBezTo>
                  <a:cubicBezTo>
                    <a:pt x="604" y="207"/>
                    <a:pt x="604" y="207"/>
                    <a:pt x="604" y="207"/>
                  </a:cubicBezTo>
                  <a:cubicBezTo>
                    <a:pt x="595" y="199"/>
                    <a:pt x="595" y="199"/>
                    <a:pt x="595" y="199"/>
                  </a:cubicBezTo>
                  <a:cubicBezTo>
                    <a:pt x="593" y="197"/>
                    <a:pt x="591" y="196"/>
                    <a:pt x="589" y="196"/>
                  </a:cubicBezTo>
                  <a:cubicBezTo>
                    <a:pt x="587" y="196"/>
                    <a:pt x="585" y="197"/>
                    <a:pt x="583" y="199"/>
                  </a:cubicBezTo>
                  <a:cubicBezTo>
                    <a:pt x="599" y="213"/>
                    <a:pt x="599" y="213"/>
                    <a:pt x="599" y="213"/>
                  </a:cubicBezTo>
                  <a:cubicBezTo>
                    <a:pt x="595" y="218"/>
                    <a:pt x="595" y="218"/>
                    <a:pt x="595" y="218"/>
                  </a:cubicBezTo>
                  <a:cubicBezTo>
                    <a:pt x="579" y="204"/>
                    <a:pt x="579" y="204"/>
                    <a:pt x="579" y="204"/>
                  </a:cubicBezTo>
                  <a:cubicBezTo>
                    <a:pt x="569" y="215"/>
                    <a:pt x="569" y="215"/>
                    <a:pt x="569" y="215"/>
                  </a:cubicBezTo>
                  <a:cubicBezTo>
                    <a:pt x="564" y="210"/>
                    <a:pt x="564" y="210"/>
                    <a:pt x="564" y="210"/>
                  </a:cubicBezTo>
                  <a:cubicBezTo>
                    <a:pt x="574" y="198"/>
                    <a:pt x="574" y="198"/>
                    <a:pt x="574" y="198"/>
                  </a:cubicBezTo>
                  <a:close/>
                  <a:moveTo>
                    <a:pt x="641" y="254"/>
                  </a:moveTo>
                  <a:cubicBezTo>
                    <a:pt x="635" y="244"/>
                    <a:pt x="635" y="244"/>
                    <a:pt x="635" y="244"/>
                  </a:cubicBezTo>
                  <a:cubicBezTo>
                    <a:pt x="640" y="241"/>
                    <a:pt x="640" y="241"/>
                    <a:pt x="640" y="241"/>
                  </a:cubicBezTo>
                  <a:cubicBezTo>
                    <a:pt x="656" y="267"/>
                    <a:pt x="656" y="267"/>
                    <a:pt x="656" y="267"/>
                  </a:cubicBezTo>
                  <a:cubicBezTo>
                    <a:pt x="651" y="270"/>
                    <a:pt x="651" y="270"/>
                    <a:pt x="651" y="270"/>
                  </a:cubicBezTo>
                  <a:cubicBezTo>
                    <a:pt x="645" y="260"/>
                    <a:pt x="645" y="260"/>
                    <a:pt x="645" y="260"/>
                  </a:cubicBezTo>
                  <a:cubicBezTo>
                    <a:pt x="620" y="276"/>
                    <a:pt x="620" y="276"/>
                    <a:pt x="620" y="276"/>
                  </a:cubicBezTo>
                  <a:cubicBezTo>
                    <a:pt x="616" y="269"/>
                    <a:pt x="616" y="269"/>
                    <a:pt x="616" y="269"/>
                  </a:cubicBezTo>
                  <a:cubicBezTo>
                    <a:pt x="641" y="254"/>
                    <a:pt x="641" y="254"/>
                    <a:pt x="641" y="254"/>
                  </a:cubicBezTo>
                  <a:close/>
                  <a:moveTo>
                    <a:pt x="662" y="290"/>
                  </a:moveTo>
                  <a:cubicBezTo>
                    <a:pt x="660" y="287"/>
                    <a:pt x="659" y="286"/>
                    <a:pt x="657" y="285"/>
                  </a:cubicBezTo>
                  <a:cubicBezTo>
                    <a:pt x="655" y="284"/>
                    <a:pt x="653" y="285"/>
                    <a:pt x="651" y="286"/>
                  </a:cubicBezTo>
                  <a:cubicBezTo>
                    <a:pt x="659" y="305"/>
                    <a:pt x="659" y="305"/>
                    <a:pt x="659" y="305"/>
                  </a:cubicBezTo>
                  <a:cubicBezTo>
                    <a:pt x="654" y="307"/>
                    <a:pt x="654" y="307"/>
                    <a:pt x="654" y="307"/>
                  </a:cubicBezTo>
                  <a:cubicBezTo>
                    <a:pt x="645" y="288"/>
                    <a:pt x="645" y="288"/>
                    <a:pt x="645" y="288"/>
                  </a:cubicBezTo>
                  <a:cubicBezTo>
                    <a:pt x="642" y="290"/>
                    <a:pt x="641" y="291"/>
                    <a:pt x="640" y="293"/>
                  </a:cubicBezTo>
                  <a:cubicBezTo>
                    <a:pt x="639" y="295"/>
                    <a:pt x="639" y="297"/>
                    <a:pt x="641" y="300"/>
                  </a:cubicBezTo>
                  <a:cubicBezTo>
                    <a:pt x="646" y="311"/>
                    <a:pt x="646" y="311"/>
                    <a:pt x="646" y="311"/>
                  </a:cubicBezTo>
                  <a:cubicBezTo>
                    <a:pt x="640" y="313"/>
                    <a:pt x="640" y="313"/>
                    <a:pt x="640" y="313"/>
                  </a:cubicBezTo>
                  <a:cubicBezTo>
                    <a:pt x="635" y="302"/>
                    <a:pt x="635" y="302"/>
                    <a:pt x="635" y="302"/>
                  </a:cubicBezTo>
                  <a:cubicBezTo>
                    <a:pt x="634" y="299"/>
                    <a:pt x="633" y="297"/>
                    <a:pt x="633" y="296"/>
                  </a:cubicBezTo>
                  <a:cubicBezTo>
                    <a:pt x="633" y="294"/>
                    <a:pt x="633" y="292"/>
                    <a:pt x="633" y="291"/>
                  </a:cubicBezTo>
                  <a:cubicBezTo>
                    <a:pt x="634" y="288"/>
                    <a:pt x="635" y="286"/>
                    <a:pt x="637" y="284"/>
                  </a:cubicBezTo>
                  <a:cubicBezTo>
                    <a:pt x="638" y="283"/>
                    <a:pt x="641" y="281"/>
                    <a:pt x="644" y="280"/>
                  </a:cubicBezTo>
                  <a:cubicBezTo>
                    <a:pt x="649" y="277"/>
                    <a:pt x="654" y="276"/>
                    <a:pt x="658" y="277"/>
                  </a:cubicBezTo>
                  <a:cubicBezTo>
                    <a:pt x="662" y="279"/>
                    <a:pt x="665" y="282"/>
                    <a:pt x="667" y="287"/>
                  </a:cubicBezTo>
                  <a:cubicBezTo>
                    <a:pt x="672" y="298"/>
                    <a:pt x="672" y="298"/>
                    <a:pt x="672" y="298"/>
                  </a:cubicBezTo>
                  <a:cubicBezTo>
                    <a:pt x="667" y="301"/>
                    <a:pt x="667" y="301"/>
                    <a:pt x="667" y="301"/>
                  </a:cubicBezTo>
                  <a:cubicBezTo>
                    <a:pt x="662" y="290"/>
                    <a:pt x="662" y="290"/>
                    <a:pt x="662" y="290"/>
                  </a:cubicBezTo>
                  <a:close/>
                  <a:moveTo>
                    <a:pt x="675" y="325"/>
                  </a:moveTo>
                  <a:cubicBezTo>
                    <a:pt x="674" y="322"/>
                    <a:pt x="672" y="320"/>
                    <a:pt x="670" y="319"/>
                  </a:cubicBezTo>
                  <a:cubicBezTo>
                    <a:pt x="668" y="319"/>
                    <a:pt x="665" y="319"/>
                    <a:pt x="660" y="320"/>
                  </a:cubicBezTo>
                  <a:cubicBezTo>
                    <a:pt x="657" y="322"/>
                    <a:pt x="654" y="323"/>
                    <a:pt x="653" y="325"/>
                  </a:cubicBezTo>
                  <a:cubicBezTo>
                    <a:pt x="652" y="327"/>
                    <a:pt x="652" y="329"/>
                    <a:pt x="653" y="332"/>
                  </a:cubicBezTo>
                  <a:cubicBezTo>
                    <a:pt x="657" y="344"/>
                    <a:pt x="657" y="344"/>
                    <a:pt x="657" y="344"/>
                  </a:cubicBezTo>
                  <a:cubicBezTo>
                    <a:pt x="651" y="346"/>
                    <a:pt x="651" y="346"/>
                    <a:pt x="651" y="346"/>
                  </a:cubicBezTo>
                  <a:cubicBezTo>
                    <a:pt x="647" y="334"/>
                    <a:pt x="647" y="334"/>
                    <a:pt x="647" y="334"/>
                  </a:cubicBezTo>
                  <a:cubicBezTo>
                    <a:pt x="646" y="331"/>
                    <a:pt x="646" y="329"/>
                    <a:pt x="646" y="327"/>
                  </a:cubicBezTo>
                  <a:cubicBezTo>
                    <a:pt x="646" y="326"/>
                    <a:pt x="646" y="324"/>
                    <a:pt x="647" y="322"/>
                  </a:cubicBezTo>
                  <a:cubicBezTo>
                    <a:pt x="647" y="320"/>
                    <a:pt x="649" y="318"/>
                    <a:pt x="651" y="316"/>
                  </a:cubicBezTo>
                  <a:cubicBezTo>
                    <a:pt x="653" y="315"/>
                    <a:pt x="655" y="314"/>
                    <a:pt x="658" y="313"/>
                  </a:cubicBezTo>
                  <a:cubicBezTo>
                    <a:pt x="664" y="311"/>
                    <a:pt x="669" y="310"/>
                    <a:pt x="673" y="312"/>
                  </a:cubicBezTo>
                  <a:cubicBezTo>
                    <a:pt x="676" y="314"/>
                    <a:pt x="679" y="317"/>
                    <a:pt x="681" y="323"/>
                  </a:cubicBezTo>
                  <a:cubicBezTo>
                    <a:pt x="684" y="335"/>
                    <a:pt x="684" y="335"/>
                    <a:pt x="684" y="335"/>
                  </a:cubicBezTo>
                  <a:cubicBezTo>
                    <a:pt x="679" y="337"/>
                    <a:pt x="679" y="337"/>
                    <a:pt x="679" y="337"/>
                  </a:cubicBezTo>
                  <a:cubicBezTo>
                    <a:pt x="675" y="325"/>
                    <a:pt x="675" y="325"/>
                    <a:pt x="675" y="325"/>
                  </a:cubicBezTo>
                  <a:close/>
                  <a:moveTo>
                    <a:pt x="689" y="352"/>
                  </a:moveTo>
                  <a:cubicBezTo>
                    <a:pt x="675" y="354"/>
                    <a:pt x="675" y="354"/>
                    <a:pt x="675" y="354"/>
                  </a:cubicBezTo>
                  <a:cubicBezTo>
                    <a:pt x="677" y="368"/>
                    <a:pt x="677" y="368"/>
                    <a:pt x="677" y="368"/>
                  </a:cubicBezTo>
                  <a:cubicBezTo>
                    <a:pt x="691" y="365"/>
                    <a:pt x="691" y="365"/>
                    <a:pt x="691" y="365"/>
                  </a:cubicBezTo>
                  <a:cubicBezTo>
                    <a:pt x="692" y="373"/>
                    <a:pt x="692" y="373"/>
                    <a:pt x="692" y="373"/>
                  </a:cubicBezTo>
                  <a:cubicBezTo>
                    <a:pt x="658" y="379"/>
                    <a:pt x="658" y="379"/>
                    <a:pt x="658" y="379"/>
                  </a:cubicBezTo>
                  <a:cubicBezTo>
                    <a:pt x="656" y="372"/>
                    <a:pt x="656" y="372"/>
                    <a:pt x="656" y="372"/>
                  </a:cubicBezTo>
                  <a:cubicBezTo>
                    <a:pt x="671" y="369"/>
                    <a:pt x="671" y="369"/>
                    <a:pt x="671" y="369"/>
                  </a:cubicBezTo>
                  <a:cubicBezTo>
                    <a:pt x="669" y="355"/>
                    <a:pt x="669" y="355"/>
                    <a:pt x="669" y="355"/>
                  </a:cubicBezTo>
                  <a:cubicBezTo>
                    <a:pt x="654" y="358"/>
                    <a:pt x="654" y="358"/>
                    <a:pt x="654" y="358"/>
                  </a:cubicBezTo>
                  <a:cubicBezTo>
                    <a:pt x="653" y="351"/>
                    <a:pt x="653" y="351"/>
                    <a:pt x="653" y="351"/>
                  </a:cubicBezTo>
                  <a:cubicBezTo>
                    <a:pt x="687" y="344"/>
                    <a:pt x="687" y="344"/>
                    <a:pt x="687" y="344"/>
                  </a:cubicBezTo>
                  <a:cubicBezTo>
                    <a:pt x="689" y="352"/>
                    <a:pt x="689" y="352"/>
                    <a:pt x="689" y="352"/>
                  </a:cubicBezTo>
                  <a:close/>
                  <a:moveTo>
                    <a:pt x="695" y="386"/>
                  </a:moveTo>
                  <a:cubicBezTo>
                    <a:pt x="695" y="396"/>
                    <a:pt x="695" y="396"/>
                    <a:pt x="695" y="396"/>
                  </a:cubicBezTo>
                  <a:cubicBezTo>
                    <a:pt x="670" y="411"/>
                    <a:pt x="670" y="411"/>
                    <a:pt x="670" y="411"/>
                  </a:cubicBezTo>
                  <a:cubicBezTo>
                    <a:pt x="695" y="410"/>
                    <a:pt x="695" y="410"/>
                    <a:pt x="695" y="410"/>
                  </a:cubicBezTo>
                  <a:cubicBezTo>
                    <a:pt x="695" y="418"/>
                    <a:pt x="695" y="418"/>
                    <a:pt x="695" y="418"/>
                  </a:cubicBezTo>
                  <a:cubicBezTo>
                    <a:pt x="660" y="419"/>
                    <a:pt x="660" y="419"/>
                    <a:pt x="660" y="419"/>
                  </a:cubicBezTo>
                  <a:cubicBezTo>
                    <a:pt x="660" y="410"/>
                    <a:pt x="660" y="410"/>
                    <a:pt x="660" y="410"/>
                  </a:cubicBezTo>
                  <a:cubicBezTo>
                    <a:pt x="686" y="394"/>
                    <a:pt x="686" y="394"/>
                    <a:pt x="686" y="394"/>
                  </a:cubicBezTo>
                  <a:cubicBezTo>
                    <a:pt x="660" y="395"/>
                    <a:pt x="660" y="395"/>
                    <a:pt x="660" y="395"/>
                  </a:cubicBezTo>
                  <a:cubicBezTo>
                    <a:pt x="659" y="387"/>
                    <a:pt x="659" y="387"/>
                    <a:pt x="659" y="387"/>
                  </a:cubicBezTo>
                  <a:cubicBezTo>
                    <a:pt x="695" y="386"/>
                    <a:pt x="695" y="386"/>
                    <a:pt x="695" y="386"/>
                  </a:cubicBezTo>
                  <a:close/>
                  <a:moveTo>
                    <a:pt x="677" y="425"/>
                  </a:moveTo>
                  <a:cubicBezTo>
                    <a:pt x="683" y="426"/>
                    <a:pt x="688" y="428"/>
                    <a:pt x="690" y="431"/>
                  </a:cubicBezTo>
                  <a:cubicBezTo>
                    <a:pt x="693" y="434"/>
                    <a:pt x="694" y="439"/>
                    <a:pt x="693" y="445"/>
                  </a:cubicBezTo>
                  <a:cubicBezTo>
                    <a:pt x="692" y="451"/>
                    <a:pt x="690" y="455"/>
                    <a:pt x="687" y="458"/>
                  </a:cubicBezTo>
                  <a:cubicBezTo>
                    <a:pt x="684" y="460"/>
                    <a:pt x="679" y="461"/>
                    <a:pt x="673" y="460"/>
                  </a:cubicBezTo>
                  <a:cubicBezTo>
                    <a:pt x="667" y="459"/>
                    <a:pt x="662" y="457"/>
                    <a:pt x="660" y="454"/>
                  </a:cubicBezTo>
                  <a:cubicBezTo>
                    <a:pt x="657" y="451"/>
                    <a:pt x="656" y="446"/>
                    <a:pt x="657" y="440"/>
                  </a:cubicBezTo>
                  <a:cubicBezTo>
                    <a:pt x="657" y="434"/>
                    <a:pt x="659" y="430"/>
                    <a:pt x="663" y="427"/>
                  </a:cubicBezTo>
                  <a:cubicBezTo>
                    <a:pt x="666" y="425"/>
                    <a:pt x="671" y="424"/>
                    <a:pt x="677" y="425"/>
                  </a:cubicBezTo>
                  <a:close/>
                  <a:moveTo>
                    <a:pt x="687" y="444"/>
                  </a:moveTo>
                  <a:cubicBezTo>
                    <a:pt x="687" y="447"/>
                    <a:pt x="685" y="450"/>
                    <a:pt x="683" y="451"/>
                  </a:cubicBezTo>
                  <a:cubicBezTo>
                    <a:pt x="681" y="452"/>
                    <a:pt x="678" y="453"/>
                    <a:pt x="674" y="452"/>
                  </a:cubicBezTo>
                  <a:cubicBezTo>
                    <a:pt x="670" y="452"/>
                    <a:pt x="667" y="450"/>
                    <a:pt x="665" y="449"/>
                  </a:cubicBezTo>
                  <a:cubicBezTo>
                    <a:pt x="663" y="447"/>
                    <a:pt x="662" y="444"/>
                    <a:pt x="663" y="441"/>
                  </a:cubicBezTo>
                  <a:cubicBezTo>
                    <a:pt x="663" y="438"/>
                    <a:pt x="664" y="435"/>
                    <a:pt x="667" y="434"/>
                  </a:cubicBezTo>
                  <a:cubicBezTo>
                    <a:pt x="669" y="433"/>
                    <a:pt x="672" y="432"/>
                    <a:pt x="676" y="433"/>
                  </a:cubicBezTo>
                  <a:cubicBezTo>
                    <a:pt x="680" y="433"/>
                    <a:pt x="683" y="435"/>
                    <a:pt x="685" y="436"/>
                  </a:cubicBezTo>
                  <a:cubicBezTo>
                    <a:pt x="687" y="438"/>
                    <a:pt x="687" y="441"/>
                    <a:pt x="687" y="444"/>
                  </a:cubicBezTo>
                  <a:close/>
                  <a:moveTo>
                    <a:pt x="651" y="478"/>
                  </a:moveTo>
                  <a:cubicBezTo>
                    <a:pt x="652" y="474"/>
                    <a:pt x="653" y="472"/>
                    <a:pt x="654" y="471"/>
                  </a:cubicBezTo>
                  <a:cubicBezTo>
                    <a:pt x="655" y="469"/>
                    <a:pt x="656" y="468"/>
                    <a:pt x="658" y="467"/>
                  </a:cubicBezTo>
                  <a:cubicBezTo>
                    <a:pt x="659" y="466"/>
                    <a:pt x="661" y="466"/>
                    <a:pt x="662" y="465"/>
                  </a:cubicBezTo>
                  <a:cubicBezTo>
                    <a:pt x="664" y="465"/>
                    <a:pt x="666" y="466"/>
                    <a:pt x="669" y="466"/>
                  </a:cubicBezTo>
                  <a:cubicBezTo>
                    <a:pt x="689" y="471"/>
                    <a:pt x="689" y="471"/>
                    <a:pt x="689" y="471"/>
                  </a:cubicBezTo>
                  <a:cubicBezTo>
                    <a:pt x="687" y="478"/>
                    <a:pt x="687" y="478"/>
                    <a:pt x="687" y="478"/>
                  </a:cubicBezTo>
                  <a:cubicBezTo>
                    <a:pt x="667" y="474"/>
                    <a:pt x="667" y="474"/>
                    <a:pt x="667" y="474"/>
                  </a:cubicBezTo>
                  <a:cubicBezTo>
                    <a:pt x="665" y="473"/>
                    <a:pt x="664" y="473"/>
                    <a:pt x="663" y="473"/>
                  </a:cubicBezTo>
                  <a:cubicBezTo>
                    <a:pt x="662" y="473"/>
                    <a:pt x="661" y="473"/>
                    <a:pt x="661" y="473"/>
                  </a:cubicBezTo>
                  <a:cubicBezTo>
                    <a:pt x="660" y="474"/>
                    <a:pt x="659" y="475"/>
                    <a:pt x="658" y="475"/>
                  </a:cubicBezTo>
                  <a:cubicBezTo>
                    <a:pt x="658" y="476"/>
                    <a:pt x="657" y="478"/>
                    <a:pt x="657" y="480"/>
                  </a:cubicBezTo>
                  <a:cubicBezTo>
                    <a:pt x="655" y="488"/>
                    <a:pt x="655" y="488"/>
                    <a:pt x="655" y="488"/>
                  </a:cubicBezTo>
                  <a:cubicBezTo>
                    <a:pt x="649" y="487"/>
                    <a:pt x="649" y="487"/>
                    <a:pt x="649" y="487"/>
                  </a:cubicBezTo>
                  <a:cubicBezTo>
                    <a:pt x="651" y="478"/>
                    <a:pt x="651" y="478"/>
                    <a:pt x="651" y="478"/>
                  </a:cubicBezTo>
                  <a:close/>
                  <a:moveTo>
                    <a:pt x="667" y="494"/>
                  </a:moveTo>
                  <a:cubicBezTo>
                    <a:pt x="672" y="496"/>
                    <a:pt x="676" y="499"/>
                    <a:pt x="678" y="503"/>
                  </a:cubicBezTo>
                  <a:cubicBezTo>
                    <a:pt x="679" y="507"/>
                    <a:pt x="679" y="512"/>
                    <a:pt x="677" y="517"/>
                  </a:cubicBezTo>
                  <a:cubicBezTo>
                    <a:pt x="675" y="523"/>
                    <a:pt x="671" y="526"/>
                    <a:pt x="668" y="528"/>
                  </a:cubicBezTo>
                  <a:cubicBezTo>
                    <a:pt x="664" y="529"/>
                    <a:pt x="659" y="529"/>
                    <a:pt x="653" y="527"/>
                  </a:cubicBezTo>
                  <a:cubicBezTo>
                    <a:pt x="647" y="524"/>
                    <a:pt x="644" y="521"/>
                    <a:pt x="642" y="517"/>
                  </a:cubicBezTo>
                  <a:cubicBezTo>
                    <a:pt x="640" y="513"/>
                    <a:pt x="641" y="509"/>
                    <a:pt x="643" y="503"/>
                  </a:cubicBezTo>
                  <a:cubicBezTo>
                    <a:pt x="645" y="497"/>
                    <a:pt x="648" y="494"/>
                    <a:pt x="652" y="492"/>
                  </a:cubicBezTo>
                  <a:cubicBezTo>
                    <a:pt x="656" y="491"/>
                    <a:pt x="661" y="491"/>
                    <a:pt x="667" y="494"/>
                  </a:cubicBezTo>
                  <a:close/>
                  <a:moveTo>
                    <a:pt x="671" y="515"/>
                  </a:moveTo>
                  <a:cubicBezTo>
                    <a:pt x="670" y="518"/>
                    <a:pt x="668" y="520"/>
                    <a:pt x="666" y="520"/>
                  </a:cubicBezTo>
                  <a:cubicBezTo>
                    <a:pt x="663" y="521"/>
                    <a:pt x="660" y="521"/>
                    <a:pt x="656" y="519"/>
                  </a:cubicBezTo>
                  <a:cubicBezTo>
                    <a:pt x="652" y="517"/>
                    <a:pt x="650" y="516"/>
                    <a:pt x="649" y="513"/>
                  </a:cubicBezTo>
                  <a:cubicBezTo>
                    <a:pt x="647" y="511"/>
                    <a:pt x="647" y="508"/>
                    <a:pt x="648" y="505"/>
                  </a:cubicBezTo>
                  <a:cubicBezTo>
                    <a:pt x="650" y="502"/>
                    <a:pt x="651" y="500"/>
                    <a:pt x="654" y="500"/>
                  </a:cubicBezTo>
                  <a:cubicBezTo>
                    <a:pt x="656" y="499"/>
                    <a:pt x="660" y="500"/>
                    <a:pt x="664" y="501"/>
                  </a:cubicBezTo>
                  <a:cubicBezTo>
                    <a:pt x="667" y="503"/>
                    <a:pt x="670" y="505"/>
                    <a:pt x="671" y="507"/>
                  </a:cubicBezTo>
                  <a:cubicBezTo>
                    <a:pt x="672" y="509"/>
                    <a:pt x="672" y="512"/>
                    <a:pt x="671" y="515"/>
                  </a:cubicBezTo>
                  <a:close/>
                  <a:moveTo>
                    <a:pt x="641" y="544"/>
                  </a:moveTo>
                  <a:cubicBezTo>
                    <a:pt x="646" y="547"/>
                    <a:pt x="646" y="547"/>
                    <a:pt x="646" y="547"/>
                  </a:cubicBezTo>
                  <a:cubicBezTo>
                    <a:pt x="637" y="562"/>
                    <a:pt x="637" y="562"/>
                    <a:pt x="637" y="562"/>
                  </a:cubicBezTo>
                  <a:cubicBezTo>
                    <a:pt x="619" y="552"/>
                    <a:pt x="619" y="552"/>
                    <a:pt x="619" y="552"/>
                  </a:cubicBezTo>
                  <a:cubicBezTo>
                    <a:pt x="628" y="538"/>
                    <a:pt x="628" y="538"/>
                    <a:pt x="628" y="538"/>
                  </a:cubicBezTo>
                  <a:cubicBezTo>
                    <a:pt x="629" y="535"/>
                    <a:pt x="631" y="533"/>
                    <a:pt x="632" y="532"/>
                  </a:cubicBezTo>
                  <a:cubicBezTo>
                    <a:pt x="633" y="531"/>
                    <a:pt x="634" y="530"/>
                    <a:pt x="636" y="530"/>
                  </a:cubicBezTo>
                  <a:cubicBezTo>
                    <a:pt x="638" y="529"/>
                    <a:pt x="641" y="529"/>
                    <a:pt x="643" y="529"/>
                  </a:cubicBezTo>
                  <a:cubicBezTo>
                    <a:pt x="645" y="529"/>
                    <a:pt x="648" y="530"/>
                    <a:pt x="651" y="532"/>
                  </a:cubicBezTo>
                  <a:cubicBezTo>
                    <a:pt x="656" y="535"/>
                    <a:pt x="659" y="539"/>
                    <a:pt x="661" y="543"/>
                  </a:cubicBezTo>
                  <a:cubicBezTo>
                    <a:pt x="662" y="547"/>
                    <a:pt x="661" y="551"/>
                    <a:pt x="658" y="556"/>
                  </a:cubicBezTo>
                  <a:cubicBezTo>
                    <a:pt x="650" y="570"/>
                    <a:pt x="650" y="570"/>
                    <a:pt x="650" y="570"/>
                  </a:cubicBezTo>
                  <a:cubicBezTo>
                    <a:pt x="644" y="567"/>
                    <a:pt x="644" y="567"/>
                    <a:pt x="644" y="567"/>
                  </a:cubicBezTo>
                  <a:cubicBezTo>
                    <a:pt x="653" y="553"/>
                    <a:pt x="653" y="553"/>
                    <a:pt x="653" y="553"/>
                  </a:cubicBezTo>
                  <a:cubicBezTo>
                    <a:pt x="654" y="550"/>
                    <a:pt x="654" y="548"/>
                    <a:pt x="654" y="546"/>
                  </a:cubicBezTo>
                  <a:cubicBezTo>
                    <a:pt x="653" y="544"/>
                    <a:pt x="650" y="542"/>
                    <a:pt x="647" y="539"/>
                  </a:cubicBezTo>
                  <a:cubicBezTo>
                    <a:pt x="644" y="537"/>
                    <a:pt x="641" y="537"/>
                    <a:pt x="639" y="537"/>
                  </a:cubicBezTo>
                  <a:cubicBezTo>
                    <a:pt x="636" y="537"/>
                    <a:pt x="635" y="538"/>
                    <a:pt x="633" y="541"/>
                  </a:cubicBezTo>
                  <a:cubicBezTo>
                    <a:pt x="629" y="548"/>
                    <a:pt x="629" y="548"/>
                    <a:pt x="629" y="548"/>
                  </a:cubicBezTo>
                  <a:cubicBezTo>
                    <a:pt x="636" y="553"/>
                    <a:pt x="636" y="553"/>
                    <a:pt x="636" y="553"/>
                  </a:cubicBezTo>
                  <a:cubicBezTo>
                    <a:pt x="641" y="544"/>
                    <a:pt x="641" y="544"/>
                    <a:pt x="641" y="544"/>
                  </a:cubicBezTo>
                  <a:close/>
                  <a:moveTo>
                    <a:pt x="648" y="574"/>
                  </a:moveTo>
                  <a:cubicBezTo>
                    <a:pt x="643" y="581"/>
                    <a:pt x="643" y="581"/>
                    <a:pt x="643" y="581"/>
                  </a:cubicBezTo>
                  <a:cubicBezTo>
                    <a:pt x="627" y="580"/>
                    <a:pt x="627" y="580"/>
                    <a:pt x="627" y="580"/>
                  </a:cubicBezTo>
                  <a:cubicBezTo>
                    <a:pt x="632" y="595"/>
                    <a:pt x="632" y="595"/>
                    <a:pt x="632" y="595"/>
                  </a:cubicBezTo>
                  <a:cubicBezTo>
                    <a:pt x="627" y="602"/>
                    <a:pt x="627" y="602"/>
                    <a:pt x="627" y="602"/>
                  </a:cubicBezTo>
                  <a:cubicBezTo>
                    <a:pt x="619" y="579"/>
                    <a:pt x="619" y="579"/>
                    <a:pt x="619" y="579"/>
                  </a:cubicBezTo>
                  <a:cubicBezTo>
                    <a:pt x="607" y="570"/>
                    <a:pt x="607" y="570"/>
                    <a:pt x="607" y="570"/>
                  </a:cubicBezTo>
                  <a:cubicBezTo>
                    <a:pt x="611" y="564"/>
                    <a:pt x="611" y="564"/>
                    <a:pt x="611" y="564"/>
                  </a:cubicBezTo>
                  <a:cubicBezTo>
                    <a:pt x="624" y="573"/>
                    <a:pt x="624" y="573"/>
                    <a:pt x="624" y="573"/>
                  </a:cubicBezTo>
                  <a:cubicBezTo>
                    <a:pt x="648" y="574"/>
                    <a:pt x="648" y="574"/>
                    <a:pt x="648" y="574"/>
                  </a:cubicBezTo>
                  <a:close/>
                  <a:moveTo>
                    <a:pt x="264" y="535"/>
                  </a:moveTo>
                  <a:cubicBezTo>
                    <a:pt x="392" y="535"/>
                    <a:pt x="392" y="535"/>
                    <a:pt x="392" y="535"/>
                  </a:cubicBezTo>
                  <a:cubicBezTo>
                    <a:pt x="401" y="536"/>
                    <a:pt x="400" y="566"/>
                    <a:pt x="392" y="565"/>
                  </a:cubicBezTo>
                  <a:cubicBezTo>
                    <a:pt x="264" y="565"/>
                    <a:pt x="264" y="565"/>
                    <a:pt x="264" y="565"/>
                  </a:cubicBezTo>
                  <a:cubicBezTo>
                    <a:pt x="275" y="565"/>
                    <a:pt x="276" y="536"/>
                    <a:pt x="264" y="535"/>
                  </a:cubicBezTo>
                  <a:close/>
                  <a:moveTo>
                    <a:pt x="550" y="535"/>
                  </a:moveTo>
                  <a:cubicBezTo>
                    <a:pt x="538" y="536"/>
                    <a:pt x="539" y="565"/>
                    <a:pt x="550" y="565"/>
                  </a:cubicBezTo>
                  <a:cubicBezTo>
                    <a:pt x="421" y="565"/>
                    <a:pt x="421" y="565"/>
                    <a:pt x="421" y="565"/>
                  </a:cubicBezTo>
                  <a:cubicBezTo>
                    <a:pt x="413" y="566"/>
                    <a:pt x="412" y="536"/>
                    <a:pt x="421" y="535"/>
                  </a:cubicBezTo>
                  <a:cubicBezTo>
                    <a:pt x="550" y="535"/>
                    <a:pt x="550" y="535"/>
                    <a:pt x="550" y="535"/>
                  </a:cubicBezTo>
                  <a:close/>
                  <a:moveTo>
                    <a:pt x="495" y="212"/>
                  </a:moveTo>
                  <a:cubicBezTo>
                    <a:pt x="495" y="260"/>
                    <a:pt x="495" y="260"/>
                    <a:pt x="495" y="260"/>
                  </a:cubicBezTo>
                  <a:cubicBezTo>
                    <a:pt x="481" y="257"/>
                    <a:pt x="469" y="266"/>
                    <a:pt x="462" y="280"/>
                  </a:cubicBezTo>
                  <a:cubicBezTo>
                    <a:pt x="462" y="449"/>
                    <a:pt x="462" y="449"/>
                    <a:pt x="462" y="449"/>
                  </a:cubicBezTo>
                  <a:cubicBezTo>
                    <a:pt x="493" y="439"/>
                    <a:pt x="510" y="421"/>
                    <a:pt x="516" y="396"/>
                  </a:cubicBezTo>
                  <a:cubicBezTo>
                    <a:pt x="519" y="389"/>
                    <a:pt x="519" y="377"/>
                    <a:pt x="514" y="358"/>
                  </a:cubicBezTo>
                  <a:cubicBezTo>
                    <a:pt x="501" y="332"/>
                    <a:pt x="486" y="324"/>
                    <a:pt x="477" y="327"/>
                  </a:cubicBezTo>
                  <a:cubicBezTo>
                    <a:pt x="477" y="278"/>
                    <a:pt x="477" y="278"/>
                    <a:pt x="477" y="278"/>
                  </a:cubicBezTo>
                  <a:cubicBezTo>
                    <a:pt x="516" y="281"/>
                    <a:pt x="552" y="305"/>
                    <a:pt x="562" y="357"/>
                  </a:cubicBezTo>
                  <a:cubicBezTo>
                    <a:pt x="570" y="390"/>
                    <a:pt x="562" y="422"/>
                    <a:pt x="545" y="449"/>
                  </a:cubicBezTo>
                  <a:cubicBezTo>
                    <a:pt x="523" y="472"/>
                    <a:pt x="499" y="491"/>
                    <a:pt x="462" y="497"/>
                  </a:cubicBezTo>
                  <a:cubicBezTo>
                    <a:pt x="462" y="514"/>
                    <a:pt x="462" y="514"/>
                    <a:pt x="462" y="514"/>
                  </a:cubicBezTo>
                  <a:cubicBezTo>
                    <a:pt x="413" y="514"/>
                    <a:pt x="413" y="514"/>
                    <a:pt x="413" y="514"/>
                  </a:cubicBezTo>
                  <a:cubicBezTo>
                    <a:pt x="413" y="274"/>
                    <a:pt x="413" y="274"/>
                    <a:pt x="413" y="274"/>
                  </a:cubicBezTo>
                  <a:cubicBezTo>
                    <a:pt x="425" y="233"/>
                    <a:pt x="453" y="213"/>
                    <a:pt x="495" y="212"/>
                  </a:cubicBezTo>
                  <a:close/>
                  <a:moveTo>
                    <a:pt x="316" y="212"/>
                  </a:moveTo>
                  <a:cubicBezTo>
                    <a:pt x="358" y="213"/>
                    <a:pt x="386" y="233"/>
                    <a:pt x="398" y="274"/>
                  </a:cubicBezTo>
                  <a:cubicBezTo>
                    <a:pt x="398" y="514"/>
                    <a:pt x="398" y="514"/>
                    <a:pt x="398" y="514"/>
                  </a:cubicBezTo>
                  <a:cubicBezTo>
                    <a:pt x="349" y="514"/>
                    <a:pt x="349" y="514"/>
                    <a:pt x="349" y="514"/>
                  </a:cubicBezTo>
                  <a:cubicBezTo>
                    <a:pt x="349" y="497"/>
                    <a:pt x="349" y="497"/>
                    <a:pt x="349" y="497"/>
                  </a:cubicBezTo>
                  <a:cubicBezTo>
                    <a:pt x="312" y="491"/>
                    <a:pt x="288" y="472"/>
                    <a:pt x="267" y="449"/>
                  </a:cubicBezTo>
                  <a:cubicBezTo>
                    <a:pt x="249" y="422"/>
                    <a:pt x="241" y="390"/>
                    <a:pt x="249" y="357"/>
                  </a:cubicBezTo>
                  <a:cubicBezTo>
                    <a:pt x="259" y="305"/>
                    <a:pt x="295" y="281"/>
                    <a:pt x="334" y="278"/>
                  </a:cubicBezTo>
                  <a:cubicBezTo>
                    <a:pt x="334" y="327"/>
                    <a:pt x="334" y="327"/>
                    <a:pt x="334" y="327"/>
                  </a:cubicBezTo>
                  <a:cubicBezTo>
                    <a:pt x="325" y="324"/>
                    <a:pt x="310" y="332"/>
                    <a:pt x="297" y="358"/>
                  </a:cubicBezTo>
                  <a:cubicBezTo>
                    <a:pt x="292" y="377"/>
                    <a:pt x="292" y="389"/>
                    <a:pt x="295" y="396"/>
                  </a:cubicBezTo>
                  <a:cubicBezTo>
                    <a:pt x="302" y="421"/>
                    <a:pt x="318" y="439"/>
                    <a:pt x="349" y="449"/>
                  </a:cubicBezTo>
                  <a:cubicBezTo>
                    <a:pt x="349" y="280"/>
                    <a:pt x="349" y="280"/>
                    <a:pt x="349" y="280"/>
                  </a:cubicBezTo>
                  <a:cubicBezTo>
                    <a:pt x="343" y="266"/>
                    <a:pt x="330" y="257"/>
                    <a:pt x="316" y="260"/>
                  </a:cubicBezTo>
                  <a:cubicBezTo>
                    <a:pt x="316" y="212"/>
                    <a:pt x="316" y="212"/>
                    <a:pt x="316" y="212"/>
                  </a:cubicBezTo>
                  <a:close/>
                  <a:moveTo>
                    <a:pt x="249" y="587"/>
                  </a:moveTo>
                  <a:cubicBezTo>
                    <a:pt x="567" y="587"/>
                    <a:pt x="567" y="587"/>
                    <a:pt x="567" y="587"/>
                  </a:cubicBezTo>
                  <a:cubicBezTo>
                    <a:pt x="567" y="615"/>
                    <a:pt x="567" y="615"/>
                    <a:pt x="567" y="615"/>
                  </a:cubicBezTo>
                  <a:cubicBezTo>
                    <a:pt x="249" y="615"/>
                    <a:pt x="249" y="615"/>
                    <a:pt x="249" y="615"/>
                  </a:cubicBezTo>
                  <a:lnTo>
                    <a:pt x="249" y="587"/>
                  </a:lnTo>
                  <a:close/>
                </a:path>
              </a:pathLst>
            </a:custGeom>
            <a:solidFill>
              <a:srgbClr val="B600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</a:p>
          </p:txBody>
        </p:sp>
      </p:grpSp>
      <p:sp>
        <p:nvSpPr>
          <p:cNvPr id="14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241024" y="6222435"/>
            <a:ext cx="6370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  <a:latin typeface="书体坊安景臣钢笔行书" panose="02010601030101010101" pitchFamily="2" charset="-122"/>
                <a:ea typeface="书体坊安景臣钢笔行书" panose="02010601030101010101" pitchFamily="2" charset="-122"/>
              </a:defRPr>
            </a:lvl1pPr>
          </a:lstStyle>
          <a:p>
            <a:fld id="{A30DD81B-ADF2-4E81-89E9-715225DDC310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938D5-D634-407F-A919-718F469FA80D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DD81B-ADF2-4E81-89E9-715225DDC3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19C3F-523F-4B87-89CE-17A44054881A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DD81B-ADF2-4E81-89E9-715225DDC3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D7C2D-4AD9-4B42-BA85-2BD9FAD838F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DD81B-ADF2-4E81-89E9-715225DDC3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009D9-BE11-4A99-8DA9-D9AEAEBF3372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DD81B-ADF2-4E81-89E9-715225DDC3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C63EE-61F3-43DD-88E8-0045071CEBD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EDDF3C-6646-4B70-BE9D-84E1E036C7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深红边"/>
          <p:cNvSpPr/>
          <p:nvPr userDrawn="1"/>
        </p:nvSpPr>
        <p:spPr>
          <a:xfrm>
            <a:off x="752703" y="1450164"/>
            <a:ext cx="3974621" cy="3974621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/>
          <p:cNvSpPr/>
          <p:nvPr userDrawn="1"/>
        </p:nvSpPr>
        <p:spPr>
          <a:xfrm>
            <a:off x="0" y="2168524"/>
            <a:ext cx="12192000" cy="2520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红圆 59"/>
          <p:cNvSpPr/>
          <p:nvPr userDrawn="1"/>
        </p:nvSpPr>
        <p:spPr>
          <a:xfrm>
            <a:off x="822026" y="1519487"/>
            <a:ext cx="3835975" cy="3835975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阴影底"/>
          <p:cNvSpPr/>
          <p:nvPr userDrawn="1"/>
        </p:nvSpPr>
        <p:spPr>
          <a:xfrm>
            <a:off x="1189676" y="1887137"/>
            <a:ext cx="3100675" cy="3100675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7000">
                <a:schemeClr val="tx1">
                  <a:alpha val="10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白底圆"/>
          <p:cNvSpPr/>
          <p:nvPr userDrawn="1"/>
        </p:nvSpPr>
        <p:spPr>
          <a:xfrm>
            <a:off x="1289639" y="1987100"/>
            <a:ext cx="2900749" cy="290074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îş1idè"/>
          <p:cNvSpPr/>
          <p:nvPr userDrawn="1"/>
        </p:nvSpPr>
        <p:spPr bwMode="auto">
          <a:xfrm>
            <a:off x="1653149" y="2331179"/>
            <a:ext cx="2173728" cy="2212591"/>
          </a:xfrm>
          <a:custGeom>
            <a:avLst/>
            <a:gdLst>
              <a:gd name="T0" fmla="*/ 606 w 808"/>
              <a:gd name="T1" fmla="*/ 701 h 821"/>
              <a:gd name="T2" fmla="*/ 597 w 808"/>
              <a:gd name="T3" fmla="*/ 703 h 821"/>
              <a:gd name="T4" fmla="*/ 597 w 808"/>
              <a:gd name="T5" fmla="*/ 684 h 821"/>
              <a:gd name="T6" fmla="*/ 620 w 808"/>
              <a:gd name="T7" fmla="*/ 651 h 821"/>
              <a:gd name="T8" fmla="*/ 606 w 808"/>
              <a:gd name="T9" fmla="*/ 661 h 821"/>
              <a:gd name="T10" fmla="*/ 584 w 808"/>
              <a:gd name="T11" fmla="*/ 659 h 821"/>
              <a:gd name="T12" fmla="*/ 591 w 808"/>
              <a:gd name="T13" fmla="*/ 642 h 821"/>
              <a:gd name="T14" fmla="*/ 597 w 808"/>
              <a:gd name="T15" fmla="*/ 649 h 821"/>
              <a:gd name="T16" fmla="*/ 620 w 808"/>
              <a:gd name="T17" fmla="*/ 619 h 821"/>
              <a:gd name="T18" fmla="*/ 636 w 808"/>
              <a:gd name="T19" fmla="*/ 634 h 821"/>
              <a:gd name="T20" fmla="*/ 623 w 808"/>
              <a:gd name="T21" fmla="*/ 679 h 821"/>
              <a:gd name="T22" fmla="*/ 620 w 808"/>
              <a:gd name="T23" fmla="*/ 692 h 821"/>
              <a:gd name="T24" fmla="*/ 177 w 808"/>
              <a:gd name="T25" fmla="*/ 710 h 821"/>
              <a:gd name="T26" fmla="*/ 216 w 808"/>
              <a:gd name="T27" fmla="*/ 643 h 821"/>
              <a:gd name="T28" fmla="*/ 233 w 808"/>
              <a:gd name="T29" fmla="*/ 632 h 821"/>
              <a:gd name="T30" fmla="*/ 209 w 808"/>
              <a:gd name="T31" fmla="*/ 667 h 821"/>
              <a:gd name="T32" fmla="*/ 245 w 808"/>
              <a:gd name="T33" fmla="*/ 647 h 821"/>
              <a:gd name="T34" fmla="*/ 246 w 808"/>
              <a:gd name="T35" fmla="*/ 676 h 821"/>
              <a:gd name="T36" fmla="*/ 228 w 808"/>
              <a:gd name="T37" fmla="*/ 694 h 821"/>
              <a:gd name="T38" fmla="*/ 203 w 808"/>
              <a:gd name="T39" fmla="*/ 719 h 821"/>
              <a:gd name="T40" fmla="*/ 207 w 808"/>
              <a:gd name="T41" fmla="*/ 683 h 821"/>
              <a:gd name="T42" fmla="*/ 446 w 808"/>
              <a:gd name="T43" fmla="*/ 698 h 821"/>
              <a:gd name="T44" fmla="*/ 444 w 808"/>
              <a:gd name="T45" fmla="*/ 686 h 821"/>
              <a:gd name="T46" fmla="*/ 445 w 808"/>
              <a:gd name="T47" fmla="*/ 674 h 821"/>
              <a:gd name="T48" fmla="*/ 434 w 808"/>
              <a:gd name="T49" fmla="*/ 668 h 821"/>
              <a:gd name="T50" fmla="*/ 438 w 808"/>
              <a:gd name="T51" fmla="*/ 651 h 821"/>
              <a:gd name="T52" fmla="*/ 456 w 808"/>
              <a:gd name="T53" fmla="*/ 644 h 821"/>
              <a:gd name="T54" fmla="*/ 465 w 808"/>
              <a:gd name="T55" fmla="*/ 643 h 821"/>
              <a:gd name="T56" fmla="*/ 457 w 808"/>
              <a:gd name="T57" fmla="*/ 675 h 821"/>
              <a:gd name="T58" fmla="*/ 455 w 808"/>
              <a:gd name="T59" fmla="*/ 690 h 821"/>
              <a:gd name="T60" fmla="*/ 265 w 808"/>
              <a:gd name="T61" fmla="*/ 713 h 821"/>
              <a:gd name="T62" fmla="*/ 562 w 808"/>
              <a:gd name="T63" fmla="*/ 715 h 821"/>
              <a:gd name="T64" fmla="*/ 292 w 808"/>
              <a:gd name="T65" fmla="*/ 705 h 821"/>
              <a:gd name="T66" fmla="*/ 300 w 808"/>
              <a:gd name="T67" fmla="*/ 666 h 821"/>
              <a:gd name="T68" fmla="*/ 285 w 808"/>
              <a:gd name="T69" fmla="*/ 672 h 821"/>
              <a:gd name="T70" fmla="*/ 302 w 808"/>
              <a:gd name="T71" fmla="*/ 650 h 821"/>
              <a:gd name="T72" fmla="*/ 307 w 808"/>
              <a:gd name="T73" fmla="*/ 637 h 821"/>
              <a:gd name="T74" fmla="*/ 319 w 808"/>
              <a:gd name="T75" fmla="*/ 648 h 821"/>
              <a:gd name="T76" fmla="*/ 305 w 808"/>
              <a:gd name="T77" fmla="*/ 696 h 821"/>
              <a:gd name="T78" fmla="*/ 511 w 808"/>
              <a:gd name="T79" fmla="*/ 689 h 821"/>
              <a:gd name="T80" fmla="*/ 538 w 808"/>
              <a:gd name="T81" fmla="*/ 638 h 821"/>
              <a:gd name="T82" fmla="*/ 529 w 808"/>
              <a:gd name="T83" fmla="*/ 700 h 821"/>
              <a:gd name="T84" fmla="*/ 241 w 808"/>
              <a:gd name="T85" fmla="*/ 701 h 821"/>
              <a:gd name="T86" fmla="*/ 469 w 808"/>
              <a:gd name="T87" fmla="*/ 701 h 821"/>
              <a:gd name="T88" fmla="*/ 447 w 808"/>
              <a:gd name="T89" fmla="*/ 705 h 821"/>
              <a:gd name="T90" fmla="*/ 349 w 808"/>
              <a:gd name="T91" fmla="*/ 697 h 821"/>
              <a:gd name="T92" fmla="*/ 371 w 808"/>
              <a:gd name="T93" fmla="*/ 665 h 821"/>
              <a:gd name="T94" fmla="*/ 400 w 808"/>
              <a:gd name="T95" fmla="*/ 667 h 821"/>
              <a:gd name="T96" fmla="*/ 375 w 808"/>
              <a:gd name="T97" fmla="*/ 697 h 821"/>
              <a:gd name="T98" fmla="*/ 220 w 808"/>
              <a:gd name="T99" fmla="*/ 683 h 821"/>
              <a:gd name="T100" fmla="*/ 223 w 808"/>
              <a:gd name="T101" fmla="*/ 690 h 821"/>
              <a:gd name="T102" fmla="*/ 318 w 808"/>
              <a:gd name="T103" fmla="*/ 697 h 821"/>
              <a:gd name="T104" fmla="*/ 206 w 808"/>
              <a:gd name="T105" fmla="*/ 674 h 821"/>
              <a:gd name="T106" fmla="*/ 311 w 808"/>
              <a:gd name="T107" fmla="*/ 660 h 821"/>
              <a:gd name="T108" fmla="*/ 614 w 808"/>
              <a:gd name="T109" fmla="*/ 661 h 821"/>
              <a:gd name="T110" fmla="*/ 607 w 808"/>
              <a:gd name="T111" fmla="*/ 650 h 821"/>
              <a:gd name="T112" fmla="*/ 217 w 808"/>
              <a:gd name="T113" fmla="*/ 627 h 821"/>
              <a:gd name="T114" fmla="*/ 161 w 808"/>
              <a:gd name="T115" fmla="*/ 585 h 821"/>
              <a:gd name="T116" fmla="*/ 114 w 808"/>
              <a:gd name="T117" fmla="*/ 372 h 821"/>
              <a:gd name="T118" fmla="*/ 243 w 808"/>
              <a:gd name="T119" fmla="*/ 205 h 821"/>
              <a:gd name="T120" fmla="*/ 433 w 808"/>
              <a:gd name="T121" fmla="*/ 152 h 821"/>
              <a:gd name="T122" fmla="*/ 653 w 808"/>
              <a:gd name="T123" fmla="*/ 325 h 821"/>
              <a:gd name="T124" fmla="*/ 664 w 808"/>
              <a:gd name="T125" fmla="*/ 501 h 8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808" h="821">
                <a:moveTo>
                  <a:pt x="404" y="821"/>
                </a:moveTo>
                <a:cubicBezTo>
                  <a:pt x="626" y="821"/>
                  <a:pt x="808" y="637"/>
                  <a:pt x="808" y="411"/>
                </a:cubicBezTo>
                <a:cubicBezTo>
                  <a:pt x="808" y="185"/>
                  <a:pt x="626" y="0"/>
                  <a:pt x="404" y="0"/>
                </a:cubicBezTo>
                <a:cubicBezTo>
                  <a:pt x="181" y="0"/>
                  <a:pt x="0" y="185"/>
                  <a:pt x="0" y="411"/>
                </a:cubicBezTo>
                <a:cubicBezTo>
                  <a:pt x="0" y="637"/>
                  <a:pt x="181" y="821"/>
                  <a:pt x="404" y="821"/>
                </a:cubicBezTo>
                <a:close/>
                <a:moveTo>
                  <a:pt x="404" y="3"/>
                </a:moveTo>
                <a:cubicBezTo>
                  <a:pt x="474" y="48"/>
                  <a:pt x="616" y="90"/>
                  <a:pt x="583" y="158"/>
                </a:cubicBezTo>
                <a:cubicBezTo>
                  <a:pt x="638" y="106"/>
                  <a:pt x="721" y="230"/>
                  <a:pt x="785" y="285"/>
                </a:cubicBezTo>
                <a:cubicBezTo>
                  <a:pt x="765" y="362"/>
                  <a:pt x="769" y="520"/>
                  <a:pt x="693" y="507"/>
                </a:cubicBezTo>
                <a:cubicBezTo>
                  <a:pt x="761" y="544"/>
                  <a:pt x="669" y="666"/>
                  <a:pt x="644" y="734"/>
                </a:cubicBezTo>
                <a:cubicBezTo>
                  <a:pt x="567" y="740"/>
                  <a:pt x="412" y="799"/>
                  <a:pt x="405" y="723"/>
                </a:cubicBezTo>
                <a:cubicBezTo>
                  <a:pt x="392" y="797"/>
                  <a:pt x="241" y="737"/>
                  <a:pt x="161" y="732"/>
                </a:cubicBezTo>
                <a:cubicBezTo>
                  <a:pt x="134" y="658"/>
                  <a:pt x="46" y="545"/>
                  <a:pt x="113" y="509"/>
                </a:cubicBezTo>
                <a:cubicBezTo>
                  <a:pt x="35" y="520"/>
                  <a:pt x="47" y="364"/>
                  <a:pt x="23" y="284"/>
                </a:cubicBezTo>
                <a:cubicBezTo>
                  <a:pt x="90" y="245"/>
                  <a:pt x="172" y="105"/>
                  <a:pt x="229" y="159"/>
                </a:cubicBezTo>
                <a:cubicBezTo>
                  <a:pt x="197" y="85"/>
                  <a:pt x="340" y="46"/>
                  <a:pt x="404" y="3"/>
                </a:cubicBezTo>
                <a:close/>
                <a:moveTo>
                  <a:pt x="609" y="729"/>
                </a:moveTo>
                <a:cubicBezTo>
                  <a:pt x="601" y="725"/>
                  <a:pt x="601" y="725"/>
                  <a:pt x="601" y="725"/>
                </a:cubicBezTo>
                <a:cubicBezTo>
                  <a:pt x="601" y="725"/>
                  <a:pt x="601" y="725"/>
                  <a:pt x="601" y="725"/>
                </a:cubicBezTo>
                <a:cubicBezTo>
                  <a:pt x="601" y="725"/>
                  <a:pt x="601" y="725"/>
                  <a:pt x="601" y="725"/>
                </a:cubicBezTo>
                <a:cubicBezTo>
                  <a:pt x="601" y="725"/>
                  <a:pt x="601" y="725"/>
                  <a:pt x="601" y="725"/>
                </a:cubicBezTo>
                <a:cubicBezTo>
                  <a:pt x="600" y="725"/>
                  <a:pt x="600" y="725"/>
                  <a:pt x="600" y="725"/>
                </a:cubicBezTo>
                <a:cubicBezTo>
                  <a:pt x="600" y="725"/>
                  <a:pt x="600" y="725"/>
                  <a:pt x="600" y="725"/>
                </a:cubicBezTo>
                <a:cubicBezTo>
                  <a:pt x="599" y="725"/>
                  <a:pt x="599" y="725"/>
                  <a:pt x="599" y="725"/>
                </a:cubicBezTo>
                <a:cubicBezTo>
                  <a:pt x="599" y="725"/>
                  <a:pt x="599" y="725"/>
                  <a:pt x="599" y="725"/>
                </a:cubicBezTo>
                <a:cubicBezTo>
                  <a:pt x="599" y="725"/>
                  <a:pt x="599" y="725"/>
                  <a:pt x="599" y="725"/>
                </a:cubicBezTo>
                <a:cubicBezTo>
                  <a:pt x="599" y="725"/>
                  <a:pt x="599" y="725"/>
                  <a:pt x="599" y="725"/>
                </a:cubicBezTo>
                <a:cubicBezTo>
                  <a:pt x="598" y="725"/>
                  <a:pt x="598" y="725"/>
                  <a:pt x="598" y="725"/>
                </a:cubicBezTo>
                <a:cubicBezTo>
                  <a:pt x="598" y="725"/>
                  <a:pt x="598" y="725"/>
                  <a:pt x="598" y="725"/>
                </a:cubicBezTo>
                <a:cubicBezTo>
                  <a:pt x="598" y="725"/>
                  <a:pt x="598" y="725"/>
                  <a:pt x="598" y="725"/>
                </a:cubicBezTo>
                <a:cubicBezTo>
                  <a:pt x="598" y="725"/>
                  <a:pt x="598" y="725"/>
                  <a:pt x="598" y="725"/>
                </a:cubicBezTo>
                <a:cubicBezTo>
                  <a:pt x="597" y="725"/>
                  <a:pt x="597" y="725"/>
                  <a:pt x="597" y="725"/>
                </a:cubicBezTo>
                <a:cubicBezTo>
                  <a:pt x="597" y="725"/>
                  <a:pt x="597" y="725"/>
                  <a:pt x="597" y="725"/>
                </a:cubicBezTo>
                <a:cubicBezTo>
                  <a:pt x="596" y="725"/>
                  <a:pt x="596" y="725"/>
                  <a:pt x="596" y="725"/>
                </a:cubicBezTo>
                <a:cubicBezTo>
                  <a:pt x="596" y="725"/>
                  <a:pt x="596" y="725"/>
                  <a:pt x="596" y="725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4"/>
                  <a:pt x="595" y="724"/>
                  <a:pt x="595" y="724"/>
                </a:cubicBezTo>
                <a:cubicBezTo>
                  <a:pt x="595" y="723"/>
                  <a:pt x="595" y="723"/>
                  <a:pt x="595" y="723"/>
                </a:cubicBezTo>
                <a:cubicBezTo>
                  <a:pt x="595" y="723"/>
                  <a:pt x="595" y="723"/>
                  <a:pt x="595" y="723"/>
                </a:cubicBezTo>
                <a:cubicBezTo>
                  <a:pt x="595" y="723"/>
                  <a:pt x="595" y="723"/>
                  <a:pt x="595" y="723"/>
                </a:cubicBezTo>
                <a:cubicBezTo>
                  <a:pt x="595" y="723"/>
                  <a:pt x="595" y="723"/>
                  <a:pt x="595" y="723"/>
                </a:cubicBezTo>
                <a:cubicBezTo>
                  <a:pt x="595" y="723"/>
                  <a:pt x="595" y="723"/>
                  <a:pt x="595" y="723"/>
                </a:cubicBezTo>
                <a:cubicBezTo>
                  <a:pt x="595" y="723"/>
                  <a:pt x="595" y="723"/>
                  <a:pt x="595" y="723"/>
                </a:cubicBezTo>
                <a:cubicBezTo>
                  <a:pt x="595" y="722"/>
                  <a:pt x="595" y="722"/>
                  <a:pt x="595" y="722"/>
                </a:cubicBezTo>
                <a:cubicBezTo>
                  <a:pt x="595" y="722"/>
                  <a:pt x="595" y="722"/>
                  <a:pt x="595" y="722"/>
                </a:cubicBezTo>
                <a:cubicBezTo>
                  <a:pt x="596" y="722"/>
                  <a:pt x="596" y="722"/>
                  <a:pt x="596" y="722"/>
                </a:cubicBezTo>
                <a:cubicBezTo>
                  <a:pt x="596" y="722"/>
                  <a:pt x="596" y="722"/>
                  <a:pt x="596" y="722"/>
                </a:cubicBezTo>
                <a:cubicBezTo>
                  <a:pt x="598" y="722"/>
                  <a:pt x="598" y="722"/>
                  <a:pt x="598" y="722"/>
                </a:cubicBezTo>
                <a:cubicBezTo>
                  <a:pt x="598" y="722"/>
                  <a:pt x="598" y="722"/>
                  <a:pt x="598" y="722"/>
                </a:cubicBezTo>
                <a:cubicBezTo>
                  <a:pt x="600" y="722"/>
                  <a:pt x="600" y="722"/>
                  <a:pt x="600" y="722"/>
                </a:cubicBezTo>
                <a:cubicBezTo>
                  <a:pt x="600" y="722"/>
                  <a:pt x="600" y="722"/>
                  <a:pt x="600" y="722"/>
                </a:cubicBezTo>
                <a:cubicBezTo>
                  <a:pt x="602" y="722"/>
                  <a:pt x="602" y="722"/>
                  <a:pt x="602" y="722"/>
                </a:cubicBezTo>
                <a:cubicBezTo>
                  <a:pt x="602" y="722"/>
                  <a:pt x="602" y="722"/>
                  <a:pt x="602" y="722"/>
                </a:cubicBezTo>
                <a:cubicBezTo>
                  <a:pt x="603" y="722"/>
                  <a:pt x="603" y="722"/>
                  <a:pt x="603" y="722"/>
                </a:cubicBezTo>
                <a:cubicBezTo>
                  <a:pt x="603" y="722"/>
                  <a:pt x="603" y="722"/>
                  <a:pt x="603" y="722"/>
                </a:cubicBezTo>
                <a:cubicBezTo>
                  <a:pt x="605" y="722"/>
                  <a:pt x="605" y="722"/>
                  <a:pt x="605" y="722"/>
                </a:cubicBezTo>
                <a:cubicBezTo>
                  <a:pt x="605" y="722"/>
                  <a:pt x="605" y="722"/>
                  <a:pt x="605" y="722"/>
                </a:cubicBezTo>
                <a:cubicBezTo>
                  <a:pt x="606" y="721"/>
                  <a:pt x="606" y="721"/>
                  <a:pt x="606" y="721"/>
                </a:cubicBezTo>
                <a:cubicBezTo>
                  <a:pt x="606" y="721"/>
                  <a:pt x="606" y="721"/>
                  <a:pt x="606" y="721"/>
                </a:cubicBezTo>
                <a:cubicBezTo>
                  <a:pt x="608" y="719"/>
                  <a:pt x="608" y="719"/>
                  <a:pt x="608" y="719"/>
                </a:cubicBezTo>
                <a:cubicBezTo>
                  <a:pt x="608" y="719"/>
                  <a:pt x="608" y="719"/>
                  <a:pt x="608" y="719"/>
                </a:cubicBezTo>
                <a:cubicBezTo>
                  <a:pt x="608" y="717"/>
                  <a:pt x="608" y="717"/>
                  <a:pt x="608" y="717"/>
                </a:cubicBezTo>
                <a:cubicBezTo>
                  <a:pt x="608" y="717"/>
                  <a:pt x="608" y="717"/>
                  <a:pt x="608" y="717"/>
                </a:cubicBezTo>
                <a:cubicBezTo>
                  <a:pt x="608" y="715"/>
                  <a:pt x="608" y="715"/>
                  <a:pt x="608" y="715"/>
                </a:cubicBezTo>
                <a:cubicBezTo>
                  <a:pt x="608" y="715"/>
                  <a:pt x="608" y="715"/>
                  <a:pt x="608" y="715"/>
                </a:cubicBezTo>
                <a:cubicBezTo>
                  <a:pt x="608" y="712"/>
                  <a:pt x="608" y="712"/>
                  <a:pt x="608" y="712"/>
                </a:cubicBezTo>
                <a:cubicBezTo>
                  <a:pt x="608" y="712"/>
                  <a:pt x="608" y="712"/>
                  <a:pt x="608" y="712"/>
                </a:cubicBezTo>
                <a:cubicBezTo>
                  <a:pt x="608" y="710"/>
                  <a:pt x="608" y="710"/>
                  <a:pt x="608" y="710"/>
                </a:cubicBezTo>
                <a:cubicBezTo>
                  <a:pt x="608" y="710"/>
                  <a:pt x="608" y="710"/>
                  <a:pt x="608" y="710"/>
                </a:cubicBezTo>
                <a:cubicBezTo>
                  <a:pt x="608" y="707"/>
                  <a:pt x="608" y="707"/>
                  <a:pt x="608" y="707"/>
                </a:cubicBezTo>
                <a:cubicBezTo>
                  <a:pt x="608" y="707"/>
                  <a:pt x="608" y="707"/>
                  <a:pt x="608" y="707"/>
                </a:cubicBezTo>
                <a:cubicBezTo>
                  <a:pt x="608" y="705"/>
                  <a:pt x="608" y="705"/>
                  <a:pt x="608" y="705"/>
                </a:cubicBezTo>
                <a:cubicBezTo>
                  <a:pt x="608" y="705"/>
                  <a:pt x="608" y="705"/>
                  <a:pt x="608" y="705"/>
                </a:cubicBezTo>
                <a:cubicBezTo>
                  <a:pt x="608" y="702"/>
                  <a:pt x="608" y="702"/>
                  <a:pt x="608" y="702"/>
                </a:cubicBezTo>
                <a:cubicBezTo>
                  <a:pt x="608" y="702"/>
                  <a:pt x="608" y="702"/>
                  <a:pt x="608" y="702"/>
                </a:cubicBezTo>
                <a:cubicBezTo>
                  <a:pt x="608" y="700"/>
                  <a:pt x="608" y="700"/>
                  <a:pt x="608" y="700"/>
                </a:cubicBezTo>
                <a:cubicBezTo>
                  <a:pt x="608" y="700"/>
                  <a:pt x="608" y="700"/>
                  <a:pt x="608" y="700"/>
                </a:cubicBezTo>
                <a:cubicBezTo>
                  <a:pt x="606" y="701"/>
                  <a:pt x="606" y="701"/>
                  <a:pt x="606" y="701"/>
                </a:cubicBezTo>
                <a:cubicBezTo>
                  <a:pt x="606" y="701"/>
                  <a:pt x="606" y="701"/>
                  <a:pt x="606" y="701"/>
                </a:cubicBezTo>
                <a:cubicBezTo>
                  <a:pt x="604" y="702"/>
                  <a:pt x="604" y="702"/>
                  <a:pt x="604" y="702"/>
                </a:cubicBezTo>
                <a:cubicBezTo>
                  <a:pt x="604" y="702"/>
                  <a:pt x="604" y="702"/>
                  <a:pt x="604" y="702"/>
                </a:cubicBezTo>
                <a:cubicBezTo>
                  <a:pt x="603" y="703"/>
                  <a:pt x="603" y="703"/>
                  <a:pt x="603" y="703"/>
                </a:cubicBezTo>
                <a:cubicBezTo>
                  <a:pt x="603" y="703"/>
                  <a:pt x="603" y="703"/>
                  <a:pt x="603" y="703"/>
                </a:cubicBezTo>
                <a:cubicBezTo>
                  <a:pt x="601" y="704"/>
                  <a:pt x="601" y="704"/>
                  <a:pt x="601" y="704"/>
                </a:cubicBezTo>
                <a:cubicBezTo>
                  <a:pt x="601" y="704"/>
                  <a:pt x="601" y="704"/>
                  <a:pt x="601" y="704"/>
                </a:cubicBezTo>
                <a:cubicBezTo>
                  <a:pt x="599" y="705"/>
                  <a:pt x="599" y="705"/>
                  <a:pt x="599" y="705"/>
                </a:cubicBezTo>
                <a:cubicBezTo>
                  <a:pt x="599" y="705"/>
                  <a:pt x="599" y="705"/>
                  <a:pt x="599" y="705"/>
                </a:cubicBezTo>
                <a:cubicBezTo>
                  <a:pt x="598" y="706"/>
                  <a:pt x="598" y="706"/>
                  <a:pt x="598" y="706"/>
                </a:cubicBezTo>
                <a:cubicBezTo>
                  <a:pt x="598" y="706"/>
                  <a:pt x="598" y="706"/>
                  <a:pt x="598" y="706"/>
                </a:cubicBezTo>
                <a:cubicBezTo>
                  <a:pt x="596" y="708"/>
                  <a:pt x="596" y="708"/>
                  <a:pt x="596" y="708"/>
                </a:cubicBezTo>
                <a:cubicBezTo>
                  <a:pt x="596" y="708"/>
                  <a:pt x="596" y="708"/>
                  <a:pt x="596" y="708"/>
                </a:cubicBezTo>
                <a:cubicBezTo>
                  <a:pt x="594" y="708"/>
                  <a:pt x="594" y="708"/>
                  <a:pt x="594" y="708"/>
                </a:cubicBezTo>
                <a:cubicBezTo>
                  <a:pt x="594" y="708"/>
                  <a:pt x="594" y="708"/>
                  <a:pt x="594" y="708"/>
                </a:cubicBezTo>
                <a:cubicBezTo>
                  <a:pt x="593" y="709"/>
                  <a:pt x="593" y="709"/>
                  <a:pt x="593" y="709"/>
                </a:cubicBezTo>
                <a:cubicBezTo>
                  <a:pt x="593" y="709"/>
                  <a:pt x="593" y="709"/>
                  <a:pt x="593" y="709"/>
                </a:cubicBezTo>
                <a:cubicBezTo>
                  <a:pt x="592" y="710"/>
                  <a:pt x="592" y="710"/>
                  <a:pt x="592" y="710"/>
                </a:cubicBezTo>
                <a:cubicBezTo>
                  <a:pt x="592" y="710"/>
                  <a:pt x="592" y="710"/>
                  <a:pt x="592" y="710"/>
                </a:cubicBezTo>
                <a:cubicBezTo>
                  <a:pt x="590" y="710"/>
                  <a:pt x="590" y="710"/>
                  <a:pt x="590" y="710"/>
                </a:cubicBezTo>
                <a:cubicBezTo>
                  <a:pt x="590" y="710"/>
                  <a:pt x="590" y="710"/>
                  <a:pt x="590" y="710"/>
                </a:cubicBezTo>
                <a:cubicBezTo>
                  <a:pt x="589" y="711"/>
                  <a:pt x="589" y="711"/>
                  <a:pt x="589" y="711"/>
                </a:cubicBezTo>
                <a:cubicBezTo>
                  <a:pt x="589" y="711"/>
                  <a:pt x="589" y="711"/>
                  <a:pt x="589" y="711"/>
                </a:cubicBezTo>
                <a:cubicBezTo>
                  <a:pt x="588" y="712"/>
                  <a:pt x="588" y="712"/>
                  <a:pt x="588" y="712"/>
                </a:cubicBezTo>
                <a:cubicBezTo>
                  <a:pt x="588" y="712"/>
                  <a:pt x="588" y="712"/>
                  <a:pt x="588" y="712"/>
                </a:cubicBezTo>
                <a:cubicBezTo>
                  <a:pt x="587" y="712"/>
                  <a:pt x="587" y="712"/>
                  <a:pt x="587" y="712"/>
                </a:cubicBezTo>
                <a:cubicBezTo>
                  <a:pt x="587" y="712"/>
                  <a:pt x="587" y="712"/>
                  <a:pt x="587" y="712"/>
                </a:cubicBezTo>
                <a:cubicBezTo>
                  <a:pt x="585" y="712"/>
                  <a:pt x="585" y="712"/>
                  <a:pt x="585" y="712"/>
                </a:cubicBezTo>
                <a:cubicBezTo>
                  <a:pt x="585" y="712"/>
                  <a:pt x="585" y="712"/>
                  <a:pt x="585" y="712"/>
                </a:cubicBezTo>
                <a:cubicBezTo>
                  <a:pt x="584" y="711"/>
                  <a:pt x="584" y="711"/>
                  <a:pt x="584" y="711"/>
                </a:cubicBezTo>
                <a:cubicBezTo>
                  <a:pt x="584" y="711"/>
                  <a:pt x="584" y="711"/>
                  <a:pt x="584" y="711"/>
                </a:cubicBezTo>
                <a:cubicBezTo>
                  <a:pt x="584" y="712"/>
                  <a:pt x="584" y="712"/>
                  <a:pt x="584" y="712"/>
                </a:cubicBezTo>
                <a:cubicBezTo>
                  <a:pt x="584" y="712"/>
                  <a:pt x="584" y="712"/>
                  <a:pt x="584" y="712"/>
                </a:cubicBezTo>
                <a:cubicBezTo>
                  <a:pt x="583" y="712"/>
                  <a:pt x="583" y="712"/>
                  <a:pt x="583" y="712"/>
                </a:cubicBezTo>
                <a:cubicBezTo>
                  <a:pt x="583" y="712"/>
                  <a:pt x="583" y="712"/>
                  <a:pt x="583" y="712"/>
                </a:cubicBezTo>
                <a:cubicBezTo>
                  <a:pt x="582" y="712"/>
                  <a:pt x="582" y="712"/>
                  <a:pt x="582" y="712"/>
                </a:cubicBezTo>
                <a:cubicBezTo>
                  <a:pt x="582" y="712"/>
                  <a:pt x="582" y="712"/>
                  <a:pt x="582" y="712"/>
                </a:cubicBezTo>
                <a:cubicBezTo>
                  <a:pt x="582" y="711"/>
                  <a:pt x="582" y="711"/>
                  <a:pt x="582" y="711"/>
                </a:cubicBezTo>
                <a:cubicBezTo>
                  <a:pt x="582" y="711"/>
                  <a:pt x="582" y="711"/>
                  <a:pt x="582" y="711"/>
                </a:cubicBezTo>
                <a:cubicBezTo>
                  <a:pt x="581" y="711"/>
                  <a:pt x="581" y="711"/>
                  <a:pt x="581" y="711"/>
                </a:cubicBezTo>
                <a:cubicBezTo>
                  <a:pt x="581" y="711"/>
                  <a:pt x="581" y="711"/>
                  <a:pt x="581" y="711"/>
                </a:cubicBezTo>
                <a:cubicBezTo>
                  <a:pt x="581" y="711"/>
                  <a:pt x="581" y="711"/>
                  <a:pt x="581" y="711"/>
                </a:cubicBezTo>
                <a:cubicBezTo>
                  <a:pt x="581" y="711"/>
                  <a:pt x="581" y="711"/>
                  <a:pt x="581" y="711"/>
                </a:cubicBezTo>
                <a:cubicBezTo>
                  <a:pt x="580" y="711"/>
                  <a:pt x="580" y="711"/>
                  <a:pt x="580" y="711"/>
                </a:cubicBezTo>
                <a:cubicBezTo>
                  <a:pt x="580" y="711"/>
                  <a:pt x="580" y="711"/>
                  <a:pt x="580" y="711"/>
                </a:cubicBezTo>
                <a:cubicBezTo>
                  <a:pt x="580" y="710"/>
                  <a:pt x="580" y="710"/>
                  <a:pt x="580" y="710"/>
                </a:cubicBezTo>
                <a:cubicBezTo>
                  <a:pt x="580" y="710"/>
                  <a:pt x="580" y="710"/>
                  <a:pt x="580" y="710"/>
                </a:cubicBezTo>
                <a:cubicBezTo>
                  <a:pt x="579" y="709"/>
                  <a:pt x="579" y="709"/>
                  <a:pt x="579" y="709"/>
                </a:cubicBezTo>
                <a:cubicBezTo>
                  <a:pt x="579" y="709"/>
                  <a:pt x="579" y="709"/>
                  <a:pt x="579" y="709"/>
                </a:cubicBezTo>
                <a:cubicBezTo>
                  <a:pt x="580" y="709"/>
                  <a:pt x="580" y="709"/>
                  <a:pt x="580" y="709"/>
                </a:cubicBezTo>
                <a:cubicBezTo>
                  <a:pt x="580" y="709"/>
                  <a:pt x="580" y="709"/>
                  <a:pt x="580" y="709"/>
                </a:cubicBezTo>
                <a:cubicBezTo>
                  <a:pt x="592" y="704"/>
                  <a:pt x="592" y="704"/>
                  <a:pt x="592" y="704"/>
                </a:cubicBezTo>
                <a:cubicBezTo>
                  <a:pt x="592" y="704"/>
                  <a:pt x="592" y="704"/>
                  <a:pt x="592" y="704"/>
                </a:cubicBezTo>
                <a:cubicBezTo>
                  <a:pt x="592" y="705"/>
                  <a:pt x="592" y="705"/>
                  <a:pt x="592" y="705"/>
                </a:cubicBezTo>
                <a:cubicBezTo>
                  <a:pt x="592" y="705"/>
                  <a:pt x="592" y="705"/>
                  <a:pt x="592" y="705"/>
                </a:cubicBezTo>
                <a:cubicBezTo>
                  <a:pt x="593" y="705"/>
                  <a:pt x="593" y="705"/>
                  <a:pt x="593" y="705"/>
                </a:cubicBezTo>
                <a:cubicBezTo>
                  <a:pt x="593" y="705"/>
                  <a:pt x="593" y="705"/>
                  <a:pt x="593" y="705"/>
                </a:cubicBezTo>
                <a:cubicBezTo>
                  <a:pt x="593" y="705"/>
                  <a:pt x="593" y="705"/>
                  <a:pt x="593" y="705"/>
                </a:cubicBezTo>
                <a:cubicBezTo>
                  <a:pt x="593" y="705"/>
                  <a:pt x="593" y="705"/>
                  <a:pt x="593" y="705"/>
                </a:cubicBezTo>
                <a:cubicBezTo>
                  <a:pt x="593" y="705"/>
                  <a:pt x="593" y="705"/>
                  <a:pt x="593" y="705"/>
                </a:cubicBezTo>
                <a:cubicBezTo>
                  <a:pt x="593" y="705"/>
                  <a:pt x="593" y="705"/>
                  <a:pt x="593" y="705"/>
                </a:cubicBezTo>
                <a:cubicBezTo>
                  <a:pt x="593" y="705"/>
                  <a:pt x="593" y="705"/>
                  <a:pt x="593" y="705"/>
                </a:cubicBezTo>
                <a:cubicBezTo>
                  <a:pt x="593" y="705"/>
                  <a:pt x="593" y="705"/>
                  <a:pt x="593" y="705"/>
                </a:cubicBezTo>
                <a:cubicBezTo>
                  <a:pt x="594" y="704"/>
                  <a:pt x="594" y="704"/>
                  <a:pt x="594" y="704"/>
                </a:cubicBezTo>
                <a:cubicBezTo>
                  <a:pt x="594" y="704"/>
                  <a:pt x="594" y="704"/>
                  <a:pt x="594" y="704"/>
                </a:cubicBezTo>
                <a:cubicBezTo>
                  <a:pt x="594" y="704"/>
                  <a:pt x="594" y="704"/>
                  <a:pt x="594" y="704"/>
                </a:cubicBezTo>
                <a:cubicBezTo>
                  <a:pt x="594" y="704"/>
                  <a:pt x="594" y="704"/>
                  <a:pt x="594" y="704"/>
                </a:cubicBezTo>
                <a:cubicBezTo>
                  <a:pt x="594" y="704"/>
                  <a:pt x="594" y="704"/>
                  <a:pt x="594" y="704"/>
                </a:cubicBezTo>
                <a:cubicBezTo>
                  <a:pt x="594" y="704"/>
                  <a:pt x="594" y="704"/>
                  <a:pt x="594" y="704"/>
                </a:cubicBezTo>
                <a:cubicBezTo>
                  <a:pt x="594" y="704"/>
                  <a:pt x="594" y="704"/>
                  <a:pt x="594" y="704"/>
                </a:cubicBezTo>
                <a:cubicBezTo>
                  <a:pt x="594" y="704"/>
                  <a:pt x="594" y="704"/>
                  <a:pt x="594" y="704"/>
                </a:cubicBezTo>
                <a:cubicBezTo>
                  <a:pt x="595" y="704"/>
                  <a:pt x="595" y="704"/>
                  <a:pt x="595" y="704"/>
                </a:cubicBezTo>
                <a:cubicBezTo>
                  <a:pt x="595" y="704"/>
                  <a:pt x="595" y="704"/>
                  <a:pt x="595" y="704"/>
                </a:cubicBezTo>
                <a:cubicBezTo>
                  <a:pt x="595" y="704"/>
                  <a:pt x="595" y="704"/>
                  <a:pt x="595" y="704"/>
                </a:cubicBezTo>
                <a:cubicBezTo>
                  <a:pt x="595" y="704"/>
                  <a:pt x="595" y="704"/>
                  <a:pt x="595" y="704"/>
                </a:cubicBezTo>
                <a:cubicBezTo>
                  <a:pt x="595" y="704"/>
                  <a:pt x="595" y="704"/>
                  <a:pt x="595" y="704"/>
                </a:cubicBezTo>
                <a:cubicBezTo>
                  <a:pt x="595" y="704"/>
                  <a:pt x="595" y="704"/>
                  <a:pt x="595" y="704"/>
                </a:cubicBezTo>
                <a:cubicBezTo>
                  <a:pt x="595" y="704"/>
                  <a:pt x="595" y="704"/>
                  <a:pt x="595" y="704"/>
                </a:cubicBezTo>
                <a:cubicBezTo>
                  <a:pt x="595" y="704"/>
                  <a:pt x="595" y="704"/>
                  <a:pt x="595" y="704"/>
                </a:cubicBezTo>
                <a:cubicBezTo>
                  <a:pt x="596" y="703"/>
                  <a:pt x="596" y="703"/>
                  <a:pt x="596" y="703"/>
                </a:cubicBezTo>
                <a:cubicBezTo>
                  <a:pt x="596" y="703"/>
                  <a:pt x="596" y="703"/>
                  <a:pt x="596" y="703"/>
                </a:cubicBezTo>
                <a:cubicBezTo>
                  <a:pt x="596" y="703"/>
                  <a:pt x="596" y="703"/>
                  <a:pt x="596" y="703"/>
                </a:cubicBezTo>
                <a:cubicBezTo>
                  <a:pt x="596" y="703"/>
                  <a:pt x="596" y="703"/>
                  <a:pt x="596" y="703"/>
                </a:cubicBezTo>
                <a:cubicBezTo>
                  <a:pt x="597" y="703"/>
                  <a:pt x="597" y="703"/>
                  <a:pt x="597" y="703"/>
                </a:cubicBezTo>
                <a:cubicBezTo>
                  <a:pt x="597" y="703"/>
                  <a:pt x="597" y="703"/>
                  <a:pt x="597" y="703"/>
                </a:cubicBezTo>
                <a:cubicBezTo>
                  <a:pt x="597" y="703"/>
                  <a:pt x="597" y="703"/>
                  <a:pt x="597" y="703"/>
                </a:cubicBezTo>
                <a:cubicBezTo>
                  <a:pt x="597" y="703"/>
                  <a:pt x="597" y="703"/>
                  <a:pt x="597" y="703"/>
                </a:cubicBezTo>
                <a:cubicBezTo>
                  <a:pt x="598" y="702"/>
                  <a:pt x="598" y="702"/>
                  <a:pt x="598" y="702"/>
                </a:cubicBezTo>
                <a:cubicBezTo>
                  <a:pt x="598" y="702"/>
                  <a:pt x="598" y="702"/>
                  <a:pt x="598" y="702"/>
                </a:cubicBezTo>
                <a:cubicBezTo>
                  <a:pt x="599" y="702"/>
                  <a:pt x="599" y="702"/>
                  <a:pt x="599" y="702"/>
                </a:cubicBezTo>
                <a:cubicBezTo>
                  <a:pt x="599" y="702"/>
                  <a:pt x="599" y="702"/>
                  <a:pt x="599" y="702"/>
                </a:cubicBezTo>
                <a:cubicBezTo>
                  <a:pt x="599" y="701"/>
                  <a:pt x="599" y="701"/>
                  <a:pt x="599" y="701"/>
                </a:cubicBezTo>
                <a:cubicBezTo>
                  <a:pt x="599" y="701"/>
                  <a:pt x="599" y="701"/>
                  <a:pt x="599" y="701"/>
                </a:cubicBezTo>
                <a:cubicBezTo>
                  <a:pt x="600" y="701"/>
                  <a:pt x="600" y="701"/>
                  <a:pt x="600" y="701"/>
                </a:cubicBezTo>
                <a:cubicBezTo>
                  <a:pt x="600" y="701"/>
                  <a:pt x="600" y="701"/>
                  <a:pt x="600" y="701"/>
                </a:cubicBezTo>
                <a:cubicBezTo>
                  <a:pt x="601" y="701"/>
                  <a:pt x="601" y="701"/>
                  <a:pt x="601" y="701"/>
                </a:cubicBezTo>
                <a:cubicBezTo>
                  <a:pt x="601" y="701"/>
                  <a:pt x="601" y="701"/>
                  <a:pt x="601" y="701"/>
                </a:cubicBezTo>
                <a:cubicBezTo>
                  <a:pt x="601" y="700"/>
                  <a:pt x="601" y="700"/>
                  <a:pt x="601" y="700"/>
                </a:cubicBezTo>
                <a:cubicBezTo>
                  <a:pt x="601" y="700"/>
                  <a:pt x="601" y="700"/>
                  <a:pt x="601" y="700"/>
                </a:cubicBezTo>
                <a:cubicBezTo>
                  <a:pt x="602" y="699"/>
                  <a:pt x="602" y="699"/>
                  <a:pt x="602" y="699"/>
                </a:cubicBezTo>
                <a:cubicBezTo>
                  <a:pt x="602" y="699"/>
                  <a:pt x="602" y="699"/>
                  <a:pt x="602" y="699"/>
                </a:cubicBezTo>
                <a:cubicBezTo>
                  <a:pt x="602" y="699"/>
                  <a:pt x="602" y="699"/>
                  <a:pt x="602" y="699"/>
                </a:cubicBezTo>
                <a:cubicBezTo>
                  <a:pt x="602" y="699"/>
                  <a:pt x="602" y="699"/>
                  <a:pt x="602" y="699"/>
                </a:cubicBezTo>
                <a:cubicBezTo>
                  <a:pt x="603" y="698"/>
                  <a:pt x="603" y="698"/>
                  <a:pt x="603" y="698"/>
                </a:cubicBezTo>
                <a:cubicBezTo>
                  <a:pt x="603" y="698"/>
                  <a:pt x="603" y="698"/>
                  <a:pt x="603" y="698"/>
                </a:cubicBezTo>
                <a:cubicBezTo>
                  <a:pt x="603" y="697"/>
                  <a:pt x="603" y="697"/>
                  <a:pt x="603" y="697"/>
                </a:cubicBezTo>
                <a:cubicBezTo>
                  <a:pt x="603" y="697"/>
                  <a:pt x="603" y="697"/>
                  <a:pt x="603" y="697"/>
                </a:cubicBezTo>
                <a:cubicBezTo>
                  <a:pt x="604" y="697"/>
                  <a:pt x="604" y="697"/>
                  <a:pt x="604" y="697"/>
                </a:cubicBezTo>
                <a:cubicBezTo>
                  <a:pt x="604" y="697"/>
                  <a:pt x="604" y="697"/>
                  <a:pt x="604" y="697"/>
                </a:cubicBezTo>
                <a:cubicBezTo>
                  <a:pt x="604" y="696"/>
                  <a:pt x="604" y="696"/>
                  <a:pt x="604" y="696"/>
                </a:cubicBezTo>
                <a:cubicBezTo>
                  <a:pt x="604" y="696"/>
                  <a:pt x="604" y="696"/>
                  <a:pt x="604" y="696"/>
                </a:cubicBezTo>
                <a:cubicBezTo>
                  <a:pt x="605" y="696"/>
                  <a:pt x="605" y="696"/>
                  <a:pt x="605" y="696"/>
                </a:cubicBezTo>
                <a:cubicBezTo>
                  <a:pt x="605" y="696"/>
                  <a:pt x="605" y="696"/>
                  <a:pt x="605" y="696"/>
                </a:cubicBezTo>
                <a:cubicBezTo>
                  <a:pt x="606" y="695"/>
                  <a:pt x="606" y="695"/>
                  <a:pt x="606" y="695"/>
                </a:cubicBezTo>
                <a:cubicBezTo>
                  <a:pt x="606" y="695"/>
                  <a:pt x="606" y="695"/>
                  <a:pt x="606" y="695"/>
                </a:cubicBezTo>
                <a:cubicBezTo>
                  <a:pt x="607" y="695"/>
                  <a:pt x="607" y="695"/>
                  <a:pt x="607" y="695"/>
                </a:cubicBezTo>
                <a:cubicBezTo>
                  <a:pt x="607" y="695"/>
                  <a:pt x="607" y="695"/>
                  <a:pt x="607" y="695"/>
                </a:cubicBezTo>
                <a:cubicBezTo>
                  <a:pt x="607" y="695"/>
                  <a:pt x="607" y="695"/>
                  <a:pt x="607" y="695"/>
                </a:cubicBezTo>
                <a:cubicBezTo>
                  <a:pt x="607" y="695"/>
                  <a:pt x="607" y="695"/>
                  <a:pt x="607" y="695"/>
                </a:cubicBezTo>
                <a:cubicBezTo>
                  <a:pt x="607" y="694"/>
                  <a:pt x="607" y="694"/>
                  <a:pt x="607" y="694"/>
                </a:cubicBezTo>
                <a:cubicBezTo>
                  <a:pt x="607" y="694"/>
                  <a:pt x="607" y="694"/>
                  <a:pt x="607" y="694"/>
                </a:cubicBezTo>
                <a:cubicBezTo>
                  <a:pt x="607" y="694"/>
                  <a:pt x="607" y="694"/>
                  <a:pt x="607" y="694"/>
                </a:cubicBezTo>
                <a:cubicBezTo>
                  <a:pt x="607" y="694"/>
                  <a:pt x="607" y="694"/>
                  <a:pt x="607" y="694"/>
                </a:cubicBezTo>
                <a:cubicBezTo>
                  <a:pt x="607" y="693"/>
                  <a:pt x="607" y="693"/>
                  <a:pt x="607" y="693"/>
                </a:cubicBezTo>
                <a:cubicBezTo>
                  <a:pt x="607" y="693"/>
                  <a:pt x="607" y="693"/>
                  <a:pt x="607" y="693"/>
                </a:cubicBezTo>
                <a:cubicBezTo>
                  <a:pt x="606" y="693"/>
                  <a:pt x="606" y="693"/>
                  <a:pt x="606" y="693"/>
                </a:cubicBezTo>
                <a:cubicBezTo>
                  <a:pt x="606" y="693"/>
                  <a:pt x="606" y="693"/>
                  <a:pt x="606" y="693"/>
                </a:cubicBezTo>
                <a:cubicBezTo>
                  <a:pt x="606" y="692"/>
                  <a:pt x="606" y="692"/>
                  <a:pt x="606" y="692"/>
                </a:cubicBezTo>
                <a:cubicBezTo>
                  <a:pt x="606" y="692"/>
                  <a:pt x="606" y="692"/>
                  <a:pt x="606" y="692"/>
                </a:cubicBezTo>
                <a:cubicBezTo>
                  <a:pt x="606" y="692"/>
                  <a:pt x="606" y="692"/>
                  <a:pt x="606" y="692"/>
                </a:cubicBezTo>
                <a:cubicBezTo>
                  <a:pt x="606" y="692"/>
                  <a:pt x="606" y="692"/>
                  <a:pt x="606" y="692"/>
                </a:cubicBezTo>
                <a:cubicBezTo>
                  <a:pt x="607" y="691"/>
                  <a:pt x="607" y="691"/>
                  <a:pt x="607" y="691"/>
                </a:cubicBezTo>
                <a:cubicBezTo>
                  <a:pt x="607" y="691"/>
                  <a:pt x="607" y="691"/>
                  <a:pt x="607" y="691"/>
                </a:cubicBezTo>
                <a:cubicBezTo>
                  <a:pt x="611" y="685"/>
                  <a:pt x="611" y="685"/>
                  <a:pt x="611" y="685"/>
                </a:cubicBezTo>
                <a:cubicBezTo>
                  <a:pt x="611" y="685"/>
                  <a:pt x="611" y="685"/>
                  <a:pt x="611" y="685"/>
                </a:cubicBezTo>
                <a:cubicBezTo>
                  <a:pt x="611" y="685"/>
                  <a:pt x="611" y="685"/>
                  <a:pt x="611" y="685"/>
                </a:cubicBezTo>
                <a:cubicBezTo>
                  <a:pt x="611" y="685"/>
                  <a:pt x="611" y="685"/>
                  <a:pt x="611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2" y="685"/>
                  <a:pt x="612" y="685"/>
                  <a:pt x="612" y="685"/>
                </a:cubicBezTo>
                <a:cubicBezTo>
                  <a:pt x="613" y="685"/>
                  <a:pt x="613" y="685"/>
                  <a:pt x="613" y="685"/>
                </a:cubicBezTo>
                <a:cubicBezTo>
                  <a:pt x="613" y="685"/>
                  <a:pt x="613" y="685"/>
                  <a:pt x="613" y="685"/>
                </a:cubicBezTo>
                <a:cubicBezTo>
                  <a:pt x="613" y="685"/>
                  <a:pt x="613" y="685"/>
                  <a:pt x="613" y="685"/>
                </a:cubicBezTo>
                <a:cubicBezTo>
                  <a:pt x="613" y="685"/>
                  <a:pt x="613" y="685"/>
                  <a:pt x="613" y="685"/>
                </a:cubicBezTo>
                <a:cubicBezTo>
                  <a:pt x="619" y="677"/>
                  <a:pt x="619" y="677"/>
                  <a:pt x="619" y="677"/>
                </a:cubicBezTo>
                <a:cubicBezTo>
                  <a:pt x="619" y="677"/>
                  <a:pt x="619" y="677"/>
                  <a:pt x="619" y="677"/>
                </a:cubicBezTo>
                <a:cubicBezTo>
                  <a:pt x="619" y="677"/>
                  <a:pt x="619" y="677"/>
                  <a:pt x="619" y="677"/>
                </a:cubicBezTo>
                <a:cubicBezTo>
                  <a:pt x="619" y="677"/>
                  <a:pt x="619" y="677"/>
                  <a:pt x="619" y="677"/>
                </a:cubicBezTo>
                <a:cubicBezTo>
                  <a:pt x="619" y="677"/>
                  <a:pt x="619" y="677"/>
                  <a:pt x="619" y="677"/>
                </a:cubicBezTo>
                <a:cubicBezTo>
                  <a:pt x="619" y="677"/>
                  <a:pt x="619" y="677"/>
                  <a:pt x="619" y="677"/>
                </a:cubicBezTo>
                <a:cubicBezTo>
                  <a:pt x="619" y="677"/>
                  <a:pt x="619" y="677"/>
                  <a:pt x="619" y="677"/>
                </a:cubicBezTo>
                <a:cubicBezTo>
                  <a:pt x="619" y="677"/>
                  <a:pt x="619" y="677"/>
                  <a:pt x="619" y="677"/>
                </a:cubicBezTo>
                <a:cubicBezTo>
                  <a:pt x="619" y="676"/>
                  <a:pt x="619" y="676"/>
                  <a:pt x="619" y="676"/>
                </a:cubicBezTo>
                <a:cubicBezTo>
                  <a:pt x="619" y="676"/>
                  <a:pt x="619" y="676"/>
                  <a:pt x="619" y="676"/>
                </a:cubicBezTo>
                <a:cubicBezTo>
                  <a:pt x="619" y="676"/>
                  <a:pt x="619" y="676"/>
                  <a:pt x="619" y="676"/>
                </a:cubicBezTo>
                <a:cubicBezTo>
                  <a:pt x="619" y="676"/>
                  <a:pt x="619" y="676"/>
                  <a:pt x="619" y="676"/>
                </a:cubicBezTo>
                <a:cubicBezTo>
                  <a:pt x="619" y="676"/>
                  <a:pt x="619" y="676"/>
                  <a:pt x="619" y="676"/>
                </a:cubicBezTo>
                <a:cubicBezTo>
                  <a:pt x="619" y="676"/>
                  <a:pt x="619" y="676"/>
                  <a:pt x="619" y="676"/>
                </a:cubicBezTo>
                <a:cubicBezTo>
                  <a:pt x="619" y="675"/>
                  <a:pt x="619" y="675"/>
                  <a:pt x="619" y="675"/>
                </a:cubicBezTo>
                <a:cubicBezTo>
                  <a:pt x="619" y="675"/>
                  <a:pt x="619" y="675"/>
                  <a:pt x="619" y="675"/>
                </a:cubicBezTo>
                <a:cubicBezTo>
                  <a:pt x="619" y="675"/>
                  <a:pt x="619" y="675"/>
                  <a:pt x="619" y="675"/>
                </a:cubicBezTo>
                <a:cubicBezTo>
                  <a:pt x="619" y="675"/>
                  <a:pt x="619" y="675"/>
                  <a:pt x="619" y="675"/>
                </a:cubicBezTo>
                <a:cubicBezTo>
                  <a:pt x="598" y="684"/>
                  <a:pt x="598" y="684"/>
                  <a:pt x="598" y="684"/>
                </a:cubicBezTo>
                <a:cubicBezTo>
                  <a:pt x="598" y="684"/>
                  <a:pt x="598" y="684"/>
                  <a:pt x="598" y="684"/>
                </a:cubicBezTo>
                <a:cubicBezTo>
                  <a:pt x="597" y="684"/>
                  <a:pt x="597" y="684"/>
                  <a:pt x="597" y="684"/>
                </a:cubicBezTo>
                <a:cubicBezTo>
                  <a:pt x="597" y="684"/>
                  <a:pt x="597" y="684"/>
                  <a:pt x="597" y="684"/>
                </a:cubicBezTo>
                <a:cubicBezTo>
                  <a:pt x="597" y="684"/>
                  <a:pt x="597" y="684"/>
                  <a:pt x="597" y="684"/>
                </a:cubicBezTo>
                <a:cubicBezTo>
                  <a:pt x="597" y="684"/>
                  <a:pt x="597" y="684"/>
                  <a:pt x="597" y="684"/>
                </a:cubicBezTo>
                <a:cubicBezTo>
                  <a:pt x="597" y="684"/>
                  <a:pt x="597" y="684"/>
                  <a:pt x="597" y="684"/>
                </a:cubicBezTo>
                <a:cubicBezTo>
                  <a:pt x="597" y="684"/>
                  <a:pt x="597" y="684"/>
                  <a:pt x="597" y="684"/>
                </a:cubicBezTo>
                <a:cubicBezTo>
                  <a:pt x="597" y="684"/>
                  <a:pt x="597" y="684"/>
                  <a:pt x="597" y="684"/>
                </a:cubicBezTo>
                <a:cubicBezTo>
                  <a:pt x="597" y="684"/>
                  <a:pt x="597" y="684"/>
                  <a:pt x="597" y="684"/>
                </a:cubicBezTo>
                <a:cubicBezTo>
                  <a:pt x="596" y="684"/>
                  <a:pt x="596" y="684"/>
                  <a:pt x="596" y="684"/>
                </a:cubicBezTo>
                <a:cubicBezTo>
                  <a:pt x="596" y="684"/>
                  <a:pt x="596" y="684"/>
                  <a:pt x="596" y="684"/>
                </a:cubicBezTo>
                <a:cubicBezTo>
                  <a:pt x="596" y="683"/>
                  <a:pt x="596" y="683"/>
                  <a:pt x="596" y="683"/>
                </a:cubicBezTo>
                <a:cubicBezTo>
                  <a:pt x="596" y="683"/>
                  <a:pt x="596" y="683"/>
                  <a:pt x="596" y="683"/>
                </a:cubicBezTo>
                <a:cubicBezTo>
                  <a:pt x="596" y="683"/>
                  <a:pt x="596" y="683"/>
                  <a:pt x="596" y="683"/>
                </a:cubicBezTo>
                <a:cubicBezTo>
                  <a:pt x="596" y="683"/>
                  <a:pt x="596" y="683"/>
                  <a:pt x="596" y="683"/>
                </a:cubicBezTo>
                <a:cubicBezTo>
                  <a:pt x="596" y="683"/>
                  <a:pt x="596" y="683"/>
                  <a:pt x="596" y="683"/>
                </a:cubicBezTo>
                <a:cubicBezTo>
                  <a:pt x="596" y="683"/>
                  <a:pt x="596" y="683"/>
                  <a:pt x="596" y="683"/>
                </a:cubicBezTo>
                <a:cubicBezTo>
                  <a:pt x="597" y="681"/>
                  <a:pt x="597" y="681"/>
                  <a:pt x="597" y="681"/>
                </a:cubicBezTo>
                <a:cubicBezTo>
                  <a:pt x="597" y="681"/>
                  <a:pt x="597" y="681"/>
                  <a:pt x="597" y="681"/>
                </a:cubicBezTo>
                <a:cubicBezTo>
                  <a:pt x="620" y="670"/>
                  <a:pt x="620" y="670"/>
                  <a:pt x="620" y="670"/>
                </a:cubicBezTo>
                <a:cubicBezTo>
                  <a:pt x="620" y="670"/>
                  <a:pt x="620" y="670"/>
                  <a:pt x="620" y="670"/>
                </a:cubicBezTo>
                <a:cubicBezTo>
                  <a:pt x="621" y="668"/>
                  <a:pt x="621" y="668"/>
                  <a:pt x="621" y="668"/>
                </a:cubicBezTo>
                <a:cubicBezTo>
                  <a:pt x="621" y="668"/>
                  <a:pt x="621" y="668"/>
                  <a:pt x="621" y="668"/>
                </a:cubicBezTo>
                <a:cubicBezTo>
                  <a:pt x="622" y="665"/>
                  <a:pt x="622" y="665"/>
                  <a:pt x="622" y="665"/>
                </a:cubicBezTo>
                <a:cubicBezTo>
                  <a:pt x="622" y="665"/>
                  <a:pt x="622" y="665"/>
                  <a:pt x="622" y="665"/>
                </a:cubicBezTo>
                <a:cubicBezTo>
                  <a:pt x="624" y="663"/>
                  <a:pt x="624" y="663"/>
                  <a:pt x="624" y="663"/>
                </a:cubicBezTo>
                <a:cubicBezTo>
                  <a:pt x="624" y="663"/>
                  <a:pt x="624" y="663"/>
                  <a:pt x="624" y="663"/>
                </a:cubicBezTo>
                <a:cubicBezTo>
                  <a:pt x="626" y="660"/>
                  <a:pt x="626" y="660"/>
                  <a:pt x="626" y="660"/>
                </a:cubicBezTo>
                <a:cubicBezTo>
                  <a:pt x="626" y="660"/>
                  <a:pt x="626" y="660"/>
                  <a:pt x="626" y="660"/>
                </a:cubicBezTo>
                <a:cubicBezTo>
                  <a:pt x="627" y="658"/>
                  <a:pt x="627" y="658"/>
                  <a:pt x="627" y="658"/>
                </a:cubicBezTo>
                <a:cubicBezTo>
                  <a:pt x="627" y="658"/>
                  <a:pt x="627" y="658"/>
                  <a:pt x="627" y="658"/>
                </a:cubicBezTo>
                <a:cubicBezTo>
                  <a:pt x="628" y="655"/>
                  <a:pt x="628" y="655"/>
                  <a:pt x="628" y="655"/>
                </a:cubicBezTo>
                <a:cubicBezTo>
                  <a:pt x="628" y="655"/>
                  <a:pt x="628" y="655"/>
                  <a:pt x="628" y="655"/>
                </a:cubicBezTo>
                <a:cubicBezTo>
                  <a:pt x="630" y="653"/>
                  <a:pt x="630" y="653"/>
                  <a:pt x="630" y="653"/>
                </a:cubicBezTo>
                <a:cubicBezTo>
                  <a:pt x="630" y="653"/>
                  <a:pt x="630" y="653"/>
                  <a:pt x="630" y="653"/>
                </a:cubicBezTo>
                <a:cubicBezTo>
                  <a:pt x="631" y="650"/>
                  <a:pt x="631" y="650"/>
                  <a:pt x="631" y="650"/>
                </a:cubicBezTo>
                <a:cubicBezTo>
                  <a:pt x="631" y="650"/>
                  <a:pt x="631" y="650"/>
                  <a:pt x="631" y="650"/>
                </a:cubicBezTo>
                <a:cubicBezTo>
                  <a:pt x="634" y="644"/>
                  <a:pt x="634" y="644"/>
                  <a:pt x="634" y="644"/>
                </a:cubicBezTo>
                <a:cubicBezTo>
                  <a:pt x="634" y="644"/>
                  <a:pt x="634" y="644"/>
                  <a:pt x="634" y="644"/>
                </a:cubicBezTo>
                <a:cubicBezTo>
                  <a:pt x="634" y="644"/>
                  <a:pt x="634" y="644"/>
                  <a:pt x="634" y="644"/>
                </a:cubicBezTo>
                <a:cubicBezTo>
                  <a:pt x="634" y="644"/>
                  <a:pt x="634" y="644"/>
                  <a:pt x="634" y="644"/>
                </a:cubicBezTo>
                <a:cubicBezTo>
                  <a:pt x="634" y="644"/>
                  <a:pt x="634" y="644"/>
                  <a:pt x="634" y="644"/>
                </a:cubicBezTo>
                <a:cubicBezTo>
                  <a:pt x="634" y="644"/>
                  <a:pt x="634" y="644"/>
                  <a:pt x="634" y="644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3"/>
                  <a:pt x="633" y="643"/>
                  <a:pt x="633" y="643"/>
                </a:cubicBezTo>
                <a:cubicBezTo>
                  <a:pt x="633" y="642"/>
                  <a:pt x="633" y="642"/>
                  <a:pt x="633" y="642"/>
                </a:cubicBezTo>
                <a:cubicBezTo>
                  <a:pt x="633" y="642"/>
                  <a:pt x="633" y="642"/>
                  <a:pt x="633" y="642"/>
                </a:cubicBezTo>
                <a:cubicBezTo>
                  <a:pt x="632" y="642"/>
                  <a:pt x="632" y="642"/>
                  <a:pt x="632" y="642"/>
                </a:cubicBezTo>
                <a:cubicBezTo>
                  <a:pt x="632" y="642"/>
                  <a:pt x="632" y="642"/>
                  <a:pt x="632" y="642"/>
                </a:cubicBezTo>
                <a:cubicBezTo>
                  <a:pt x="631" y="642"/>
                  <a:pt x="631" y="642"/>
                  <a:pt x="631" y="642"/>
                </a:cubicBezTo>
                <a:cubicBezTo>
                  <a:pt x="631" y="642"/>
                  <a:pt x="631" y="642"/>
                  <a:pt x="631" y="642"/>
                </a:cubicBezTo>
                <a:cubicBezTo>
                  <a:pt x="629" y="643"/>
                  <a:pt x="629" y="643"/>
                  <a:pt x="629" y="643"/>
                </a:cubicBezTo>
                <a:cubicBezTo>
                  <a:pt x="629" y="643"/>
                  <a:pt x="629" y="643"/>
                  <a:pt x="629" y="643"/>
                </a:cubicBezTo>
                <a:cubicBezTo>
                  <a:pt x="628" y="643"/>
                  <a:pt x="628" y="643"/>
                  <a:pt x="628" y="643"/>
                </a:cubicBezTo>
                <a:cubicBezTo>
                  <a:pt x="628" y="643"/>
                  <a:pt x="628" y="643"/>
                  <a:pt x="628" y="643"/>
                </a:cubicBezTo>
                <a:cubicBezTo>
                  <a:pt x="627" y="644"/>
                  <a:pt x="627" y="644"/>
                  <a:pt x="627" y="644"/>
                </a:cubicBezTo>
                <a:cubicBezTo>
                  <a:pt x="627" y="644"/>
                  <a:pt x="627" y="644"/>
                  <a:pt x="627" y="644"/>
                </a:cubicBezTo>
                <a:cubicBezTo>
                  <a:pt x="626" y="645"/>
                  <a:pt x="626" y="645"/>
                  <a:pt x="626" y="645"/>
                </a:cubicBezTo>
                <a:cubicBezTo>
                  <a:pt x="626" y="645"/>
                  <a:pt x="626" y="645"/>
                  <a:pt x="626" y="645"/>
                </a:cubicBezTo>
                <a:cubicBezTo>
                  <a:pt x="625" y="645"/>
                  <a:pt x="625" y="645"/>
                  <a:pt x="625" y="645"/>
                </a:cubicBezTo>
                <a:cubicBezTo>
                  <a:pt x="625" y="645"/>
                  <a:pt x="625" y="645"/>
                  <a:pt x="625" y="645"/>
                </a:cubicBezTo>
                <a:cubicBezTo>
                  <a:pt x="624" y="646"/>
                  <a:pt x="624" y="646"/>
                  <a:pt x="624" y="646"/>
                </a:cubicBezTo>
                <a:cubicBezTo>
                  <a:pt x="624" y="646"/>
                  <a:pt x="624" y="646"/>
                  <a:pt x="624" y="646"/>
                </a:cubicBezTo>
                <a:cubicBezTo>
                  <a:pt x="620" y="649"/>
                  <a:pt x="620" y="649"/>
                  <a:pt x="620" y="649"/>
                </a:cubicBezTo>
                <a:cubicBezTo>
                  <a:pt x="620" y="649"/>
                  <a:pt x="620" y="649"/>
                  <a:pt x="620" y="649"/>
                </a:cubicBezTo>
                <a:cubicBezTo>
                  <a:pt x="620" y="650"/>
                  <a:pt x="620" y="650"/>
                  <a:pt x="620" y="650"/>
                </a:cubicBezTo>
                <a:cubicBezTo>
                  <a:pt x="620" y="650"/>
                  <a:pt x="620" y="650"/>
                  <a:pt x="620" y="650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0" y="651"/>
                  <a:pt x="620" y="651"/>
                  <a:pt x="620" y="651"/>
                </a:cubicBezTo>
                <a:cubicBezTo>
                  <a:pt x="621" y="651"/>
                  <a:pt x="621" y="651"/>
                  <a:pt x="621" y="651"/>
                </a:cubicBezTo>
                <a:cubicBezTo>
                  <a:pt x="621" y="651"/>
                  <a:pt x="621" y="651"/>
                  <a:pt x="621" y="651"/>
                </a:cubicBezTo>
                <a:cubicBezTo>
                  <a:pt x="621" y="652"/>
                  <a:pt x="621" y="652"/>
                  <a:pt x="621" y="652"/>
                </a:cubicBezTo>
                <a:cubicBezTo>
                  <a:pt x="621" y="652"/>
                  <a:pt x="621" y="652"/>
                  <a:pt x="621" y="652"/>
                </a:cubicBezTo>
                <a:cubicBezTo>
                  <a:pt x="622" y="654"/>
                  <a:pt x="622" y="654"/>
                  <a:pt x="622" y="654"/>
                </a:cubicBezTo>
                <a:cubicBezTo>
                  <a:pt x="622" y="654"/>
                  <a:pt x="622" y="654"/>
                  <a:pt x="622" y="654"/>
                </a:cubicBezTo>
                <a:cubicBezTo>
                  <a:pt x="622" y="655"/>
                  <a:pt x="622" y="655"/>
                  <a:pt x="622" y="655"/>
                </a:cubicBezTo>
                <a:cubicBezTo>
                  <a:pt x="622" y="655"/>
                  <a:pt x="622" y="655"/>
                  <a:pt x="622" y="655"/>
                </a:cubicBezTo>
                <a:cubicBezTo>
                  <a:pt x="622" y="656"/>
                  <a:pt x="622" y="656"/>
                  <a:pt x="622" y="656"/>
                </a:cubicBezTo>
                <a:cubicBezTo>
                  <a:pt x="622" y="656"/>
                  <a:pt x="622" y="656"/>
                  <a:pt x="622" y="656"/>
                </a:cubicBezTo>
                <a:cubicBezTo>
                  <a:pt x="622" y="657"/>
                  <a:pt x="622" y="657"/>
                  <a:pt x="622" y="657"/>
                </a:cubicBezTo>
                <a:cubicBezTo>
                  <a:pt x="622" y="657"/>
                  <a:pt x="622" y="657"/>
                  <a:pt x="622" y="657"/>
                </a:cubicBezTo>
                <a:cubicBezTo>
                  <a:pt x="622" y="658"/>
                  <a:pt x="622" y="658"/>
                  <a:pt x="622" y="658"/>
                </a:cubicBezTo>
                <a:cubicBezTo>
                  <a:pt x="622" y="658"/>
                  <a:pt x="622" y="658"/>
                  <a:pt x="622" y="658"/>
                </a:cubicBezTo>
                <a:cubicBezTo>
                  <a:pt x="621" y="659"/>
                  <a:pt x="621" y="659"/>
                  <a:pt x="621" y="659"/>
                </a:cubicBezTo>
                <a:cubicBezTo>
                  <a:pt x="621" y="659"/>
                  <a:pt x="621" y="659"/>
                  <a:pt x="621" y="659"/>
                </a:cubicBezTo>
                <a:cubicBezTo>
                  <a:pt x="621" y="660"/>
                  <a:pt x="621" y="660"/>
                  <a:pt x="621" y="660"/>
                </a:cubicBezTo>
                <a:cubicBezTo>
                  <a:pt x="621" y="660"/>
                  <a:pt x="621" y="660"/>
                  <a:pt x="621" y="660"/>
                </a:cubicBezTo>
                <a:cubicBezTo>
                  <a:pt x="613" y="668"/>
                  <a:pt x="613" y="668"/>
                  <a:pt x="613" y="668"/>
                </a:cubicBezTo>
                <a:cubicBezTo>
                  <a:pt x="613" y="668"/>
                  <a:pt x="613" y="668"/>
                  <a:pt x="613" y="668"/>
                </a:cubicBezTo>
                <a:cubicBezTo>
                  <a:pt x="613" y="669"/>
                  <a:pt x="613" y="669"/>
                  <a:pt x="613" y="669"/>
                </a:cubicBezTo>
                <a:cubicBezTo>
                  <a:pt x="613" y="669"/>
                  <a:pt x="613" y="669"/>
                  <a:pt x="613" y="669"/>
                </a:cubicBezTo>
                <a:cubicBezTo>
                  <a:pt x="612" y="668"/>
                  <a:pt x="612" y="668"/>
                  <a:pt x="612" y="668"/>
                </a:cubicBezTo>
                <a:cubicBezTo>
                  <a:pt x="612" y="668"/>
                  <a:pt x="612" y="668"/>
                  <a:pt x="612" y="668"/>
                </a:cubicBezTo>
                <a:cubicBezTo>
                  <a:pt x="615" y="662"/>
                  <a:pt x="615" y="662"/>
                  <a:pt x="615" y="662"/>
                </a:cubicBezTo>
                <a:cubicBezTo>
                  <a:pt x="615" y="662"/>
                  <a:pt x="615" y="662"/>
                  <a:pt x="615" y="662"/>
                </a:cubicBezTo>
                <a:cubicBezTo>
                  <a:pt x="614" y="662"/>
                  <a:pt x="614" y="662"/>
                  <a:pt x="614" y="662"/>
                </a:cubicBezTo>
                <a:cubicBezTo>
                  <a:pt x="614" y="662"/>
                  <a:pt x="614" y="662"/>
                  <a:pt x="614" y="662"/>
                </a:cubicBezTo>
                <a:cubicBezTo>
                  <a:pt x="614" y="662"/>
                  <a:pt x="614" y="662"/>
                  <a:pt x="614" y="662"/>
                </a:cubicBezTo>
                <a:cubicBezTo>
                  <a:pt x="614" y="662"/>
                  <a:pt x="614" y="662"/>
                  <a:pt x="614" y="662"/>
                </a:cubicBezTo>
                <a:cubicBezTo>
                  <a:pt x="613" y="662"/>
                  <a:pt x="613" y="662"/>
                  <a:pt x="613" y="662"/>
                </a:cubicBezTo>
                <a:cubicBezTo>
                  <a:pt x="613" y="662"/>
                  <a:pt x="613" y="662"/>
                  <a:pt x="613" y="662"/>
                </a:cubicBezTo>
                <a:cubicBezTo>
                  <a:pt x="613" y="662"/>
                  <a:pt x="613" y="662"/>
                  <a:pt x="613" y="662"/>
                </a:cubicBezTo>
                <a:cubicBezTo>
                  <a:pt x="613" y="662"/>
                  <a:pt x="613" y="662"/>
                  <a:pt x="613" y="662"/>
                </a:cubicBezTo>
                <a:cubicBezTo>
                  <a:pt x="612" y="662"/>
                  <a:pt x="612" y="662"/>
                  <a:pt x="612" y="662"/>
                </a:cubicBezTo>
                <a:cubicBezTo>
                  <a:pt x="612" y="662"/>
                  <a:pt x="612" y="662"/>
                  <a:pt x="612" y="662"/>
                </a:cubicBezTo>
                <a:cubicBezTo>
                  <a:pt x="612" y="662"/>
                  <a:pt x="612" y="662"/>
                  <a:pt x="612" y="662"/>
                </a:cubicBezTo>
                <a:cubicBezTo>
                  <a:pt x="612" y="662"/>
                  <a:pt x="612" y="662"/>
                  <a:pt x="612" y="662"/>
                </a:cubicBezTo>
                <a:cubicBezTo>
                  <a:pt x="611" y="662"/>
                  <a:pt x="611" y="662"/>
                  <a:pt x="611" y="662"/>
                </a:cubicBezTo>
                <a:cubicBezTo>
                  <a:pt x="611" y="662"/>
                  <a:pt x="611" y="662"/>
                  <a:pt x="611" y="662"/>
                </a:cubicBezTo>
                <a:cubicBezTo>
                  <a:pt x="611" y="662"/>
                  <a:pt x="611" y="662"/>
                  <a:pt x="611" y="662"/>
                </a:cubicBezTo>
                <a:cubicBezTo>
                  <a:pt x="611" y="662"/>
                  <a:pt x="611" y="662"/>
                  <a:pt x="611" y="662"/>
                </a:cubicBezTo>
                <a:cubicBezTo>
                  <a:pt x="605" y="670"/>
                  <a:pt x="605" y="670"/>
                  <a:pt x="605" y="670"/>
                </a:cubicBezTo>
                <a:cubicBezTo>
                  <a:pt x="605" y="670"/>
                  <a:pt x="605" y="670"/>
                  <a:pt x="605" y="670"/>
                </a:cubicBezTo>
                <a:cubicBezTo>
                  <a:pt x="604" y="670"/>
                  <a:pt x="604" y="670"/>
                  <a:pt x="604" y="670"/>
                </a:cubicBezTo>
                <a:cubicBezTo>
                  <a:pt x="604" y="670"/>
                  <a:pt x="604" y="670"/>
                  <a:pt x="604" y="670"/>
                </a:cubicBezTo>
                <a:cubicBezTo>
                  <a:pt x="603" y="670"/>
                  <a:pt x="603" y="670"/>
                  <a:pt x="603" y="670"/>
                </a:cubicBezTo>
                <a:cubicBezTo>
                  <a:pt x="603" y="670"/>
                  <a:pt x="603" y="670"/>
                  <a:pt x="603" y="670"/>
                </a:cubicBezTo>
                <a:cubicBezTo>
                  <a:pt x="603" y="669"/>
                  <a:pt x="603" y="669"/>
                  <a:pt x="603" y="669"/>
                </a:cubicBezTo>
                <a:cubicBezTo>
                  <a:pt x="603" y="669"/>
                  <a:pt x="603" y="669"/>
                  <a:pt x="603" y="669"/>
                </a:cubicBezTo>
                <a:cubicBezTo>
                  <a:pt x="603" y="668"/>
                  <a:pt x="603" y="668"/>
                  <a:pt x="603" y="668"/>
                </a:cubicBezTo>
                <a:cubicBezTo>
                  <a:pt x="603" y="668"/>
                  <a:pt x="603" y="668"/>
                  <a:pt x="603" y="668"/>
                </a:cubicBezTo>
                <a:cubicBezTo>
                  <a:pt x="604" y="668"/>
                  <a:pt x="604" y="668"/>
                  <a:pt x="604" y="668"/>
                </a:cubicBezTo>
                <a:cubicBezTo>
                  <a:pt x="604" y="668"/>
                  <a:pt x="604" y="668"/>
                  <a:pt x="604" y="668"/>
                </a:cubicBezTo>
                <a:cubicBezTo>
                  <a:pt x="604" y="667"/>
                  <a:pt x="604" y="667"/>
                  <a:pt x="604" y="667"/>
                </a:cubicBezTo>
                <a:cubicBezTo>
                  <a:pt x="604" y="667"/>
                  <a:pt x="604" y="667"/>
                  <a:pt x="604" y="667"/>
                </a:cubicBezTo>
                <a:cubicBezTo>
                  <a:pt x="604" y="667"/>
                  <a:pt x="604" y="667"/>
                  <a:pt x="604" y="667"/>
                </a:cubicBezTo>
                <a:cubicBezTo>
                  <a:pt x="604" y="667"/>
                  <a:pt x="604" y="667"/>
                  <a:pt x="604" y="667"/>
                </a:cubicBezTo>
                <a:cubicBezTo>
                  <a:pt x="605" y="666"/>
                  <a:pt x="605" y="666"/>
                  <a:pt x="605" y="666"/>
                </a:cubicBezTo>
                <a:cubicBezTo>
                  <a:pt x="605" y="666"/>
                  <a:pt x="605" y="666"/>
                  <a:pt x="605" y="666"/>
                </a:cubicBezTo>
                <a:cubicBezTo>
                  <a:pt x="605" y="665"/>
                  <a:pt x="605" y="665"/>
                  <a:pt x="605" y="665"/>
                </a:cubicBezTo>
                <a:cubicBezTo>
                  <a:pt x="605" y="665"/>
                  <a:pt x="605" y="665"/>
                  <a:pt x="605" y="665"/>
                </a:cubicBezTo>
                <a:cubicBezTo>
                  <a:pt x="605" y="665"/>
                  <a:pt x="605" y="665"/>
                  <a:pt x="605" y="665"/>
                </a:cubicBezTo>
                <a:cubicBezTo>
                  <a:pt x="605" y="665"/>
                  <a:pt x="605" y="665"/>
                  <a:pt x="605" y="665"/>
                </a:cubicBezTo>
                <a:cubicBezTo>
                  <a:pt x="605" y="665"/>
                  <a:pt x="605" y="665"/>
                  <a:pt x="605" y="665"/>
                </a:cubicBezTo>
                <a:cubicBezTo>
                  <a:pt x="605" y="665"/>
                  <a:pt x="605" y="665"/>
                  <a:pt x="605" y="665"/>
                </a:cubicBezTo>
                <a:cubicBezTo>
                  <a:pt x="605" y="665"/>
                  <a:pt x="605" y="665"/>
                  <a:pt x="605" y="665"/>
                </a:cubicBezTo>
                <a:cubicBezTo>
                  <a:pt x="605" y="665"/>
                  <a:pt x="605" y="665"/>
                  <a:pt x="605" y="665"/>
                </a:cubicBezTo>
                <a:cubicBezTo>
                  <a:pt x="606" y="664"/>
                  <a:pt x="606" y="664"/>
                  <a:pt x="606" y="664"/>
                </a:cubicBezTo>
                <a:cubicBezTo>
                  <a:pt x="606" y="664"/>
                  <a:pt x="606" y="664"/>
                  <a:pt x="606" y="664"/>
                </a:cubicBezTo>
                <a:cubicBezTo>
                  <a:pt x="606" y="664"/>
                  <a:pt x="606" y="664"/>
                  <a:pt x="606" y="664"/>
                </a:cubicBezTo>
                <a:cubicBezTo>
                  <a:pt x="606" y="664"/>
                  <a:pt x="606" y="664"/>
                  <a:pt x="606" y="664"/>
                </a:cubicBezTo>
                <a:cubicBezTo>
                  <a:pt x="606" y="664"/>
                  <a:pt x="606" y="664"/>
                  <a:pt x="606" y="664"/>
                </a:cubicBezTo>
                <a:cubicBezTo>
                  <a:pt x="606" y="664"/>
                  <a:pt x="606" y="664"/>
                  <a:pt x="606" y="664"/>
                </a:cubicBezTo>
                <a:cubicBezTo>
                  <a:pt x="607" y="663"/>
                  <a:pt x="607" y="663"/>
                  <a:pt x="607" y="663"/>
                </a:cubicBezTo>
                <a:cubicBezTo>
                  <a:pt x="607" y="663"/>
                  <a:pt x="607" y="663"/>
                  <a:pt x="607" y="663"/>
                </a:cubicBezTo>
                <a:cubicBezTo>
                  <a:pt x="607" y="663"/>
                  <a:pt x="607" y="663"/>
                  <a:pt x="607" y="663"/>
                </a:cubicBezTo>
                <a:cubicBezTo>
                  <a:pt x="607" y="663"/>
                  <a:pt x="607" y="663"/>
                  <a:pt x="607" y="663"/>
                </a:cubicBezTo>
                <a:cubicBezTo>
                  <a:pt x="607" y="662"/>
                  <a:pt x="607" y="662"/>
                  <a:pt x="607" y="662"/>
                </a:cubicBezTo>
                <a:cubicBezTo>
                  <a:pt x="607" y="662"/>
                  <a:pt x="607" y="662"/>
                  <a:pt x="607" y="662"/>
                </a:cubicBezTo>
                <a:cubicBezTo>
                  <a:pt x="607" y="662"/>
                  <a:pt x="607" y="662"/>
                  <a:pt x="607" y="662"/>
                </a:cubicBezTo>
                <a:cubicBezTo>
                  <a:pt x="607" y="662"/>
                  <a:pt x="607" y="662"/>
                  <a:pt x="607" y="662"/>
                </a:cubicBezTo>
                <a:cubicBezTo>
                  <a:pt x="607" y="661"/>
                  <a:pt x="607" y="661"/>
                  <a:pt x="607" y="661"/>
                </a:cubicBezTo>
                <a:cubicBezTo>
                  <a:pt x="607" y="661"/>
                  <a:pt x="607" y="661"/>
                  <a:pt x="607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1"/>
                  <a:pt x="606" y="661"/>
                  <a:pt x="606" y="661"/>
                </a:cubicBezTo>
                <a:cubicBezTo>
                  <a:pt x="606" y="660"/>
                  <a:pt x="606" y="660"/>
                  <a:pt x="606" y="660"/>
                </a:cubicBezTo>
                <a:cubicBezTo>
                  <a:pt x="606" y="660"/>
                  <a:pt x="606" y="660"/>
                  <a:pt x="606" y="660"/>
                </a:cubicBezTo>
                <a:cubicBezTo>
                  <a:pt x="604" y="661"/>
                  <a:pt x="604" y="661"/>
                  <a:pt x="604" y="661"/>
                </a:cubicBezTo>
                <a:cubicBezTo>
                  <a:pt x="604" y="661"/>
                  <a:pt x="604" y="661"/>
                  <a:pt x="604" y="661"/>
                </a:cubicBezTo>
                <a:cubicBezTo>
                  <a:pt x="602" y="662"/>
                  <a:pt x="602" y="662"/>
                  <a:pt x="602" y="662"/>
                </a:cubicBezTo>
                <a:cubicBezTo>
                  <a:pt x="602" y="662"/>
                  <a:pt x="602" y="662"/>
                  <a:pt x="602" y="662"/>
                </a:cubicBezTo>
                <a:cubicBezTo>
                  <a:pt x="601" y="663"/>
                  <a:pt x="601" y="663"/>
                  <a:pt x="601" y="663"/>
                </a:cubicBezTo>
                <a:cubicBezTo>
                  <a:pt x="601" y="663"/>
                  <a:pt x="601" y="663"/>
                  <a:pt x="601" y="663"/>
                </a:cubicBezTo>
                <a:cubicBezTo>
                  <a:pt x="600" y="663"/>
                  <a:pt x="600" y="663"/>
                  <a:pt x="600" y="663"/>
                </a:cubicBezTo>
                <a:cubicBezTo>
                  <a:pt x="600" y="663"/>
                  <a:pt x="600" y="663"/>
                  <a:pt x="600" y="663"/>
                </a:cubicBezTo>
                <a:cubicBezTo>
                  <a:pt x="598" y="665"/>
                  <a:pt x="598" y="665"/>
                  <a:pt x="598" y="665"/>
                </a:cubicBezTo>
                <a:cubicBezTo>
                  <a:pt x="598" y="665"/>
                  <a:pt x="598" y="665"/>
                  <a:pt x="598" y="665"/>
                </a:cubicBezTo>
                <a:cubicBezTo>
                  <a:pt x="597" y="666"/>
                  <a:pt x="597" y="666"/>
                  <a:pt x="597" y="666"/>
                </a:cubicBezTo>
                <a:cubicBezTo>
                  <a:pt x="597" y="666"/>
                  <a:pt x="597" y="666"/>
                  <a:pt x="597" y="666"/>
                </a:cubicBezTo>
                <a:cubicBezTo>
                  <a:pt x="595" y="667"/>
                  <a:pt x="595" y="667"/>
                  <a:pt x="595" y="667"/>
                </a:cubicBezTo>
                <a:cubicBezTo>
                  <a:pt x="595" y="667"/>
                  <a:pt x="595" y="667"/>
                  <a:pt x="595" y="667"/>
                </a:cubicBezTo>
                <a:cubicBezTo>
                  <a:pt x="595" y="668"/>
                  <a:pt x="595" y="668"/>
                  <a:pt x="595" y="668"/>
                </a:cubicBezTo>
                <a:cubicBezTo>
                  <a:pt x="595" y="668"/>
                  <a:pt x="595" y="668"/>
                  <a:pt x="595" y="668"/>
                </a:cubicBezTo>
                <a:cubicBezTo>
                  <a:pt x="594" y="669"/>
                  <a:pt x="594" y="669"/>
                  <a:pt x="594" y="669"/>
                </a:cubicBezTo>
                <a:cubicBezTo>
                  <a:pt x="594" y="669"/>
                  <a:pt x="594" y="669"/>
                  <a:pt x="594" y="669"/>
                </a:cubicBezTo>
                <a:cubicBezTo>
                  <a:pt x="594" y="669"/>
                  <a:pt x="594" y="669"/>
                  <a:pt x="594" y="669"/>
                </a:cubicBezTo>
                <a:cubicBezTo>
                  <a:pt x="594" y="669"/>
                  <a:pt x="594" y="669"/>
                  <a:pt x="594" y="669"/>
                </a:cubicBezTo>
                <a:cubicBezTo>
                  <a:pt x="594" y="670"/>
                  <a:pt x="594" y="670"/>
                  <a:pt x="594" y="670"/>
                </a:cubicBezTo>
                <a:cubicBezTo>
                  <a:pt x="594" y="670"/>
                  <a:pt x="594" y="670"/>
                  <a:pt x="594" y="670"/>
                </a:cubicBezTo>
                <a:cubicBezTo>
                  <a:pt x="594" y="670"/>
                  <a:pt x="594" y="670"/>
                  <a:pt x="594" y="670"/>
                </a:cubicBezTo>
                <a:cubicBezTo>
                  <a:pt x="594" y="670"/>
                  <a:pt x="594" y="670"/>
                  <a:pt x="594" y="670"/>
                </a:cubicBezTo>
                <a:cubicBezTo>
                  <a:pt x="594" y="671"/>
                  <a:pt x="594" y="671"/>
                  <a:pt x="594" y="671"/>
                </a:cubicBezTo>
                <a:cubicBezTo>
                  <a:pt x="594" y="671"/>
                  <a:pt x="594" y="671"/>
                  <a:pt x="594" y="671"/>
                </a:cubicBezTo>
                <a:cubicBezTo>
                  <a:pt x="594" y="671"/>
                  <a:pt x="594" y="671"/>
                  <a:pt x="594" y="671"/>
                </a:cubicBezTo>
                <a:cubicBezTo>
                  <a:pt x="594" y="671"/>
                  <a:pt x="594" y="671"/>
                  <a:pt x="594" y="671"/>
                </a:cubicBezTo>
                <a:cubicBezTo>
                  <a:pt x="594" y="672"/>
                  <a:pt x="594" y="672"/>
                  <a:pt x="594" y="672"/>
                </a:cubicBezTo>
                <a:cubicBezTo>
                  <a:pt x="594" y="672"/>
                  <a:pt x="594" y="672"/>
                  <a:pt x="594" y="672"/>
                </a:cubicBezTo>
                <a:cubicBezTo>
                  <a:pt x="594" y="672"/>
                  <a:pt x="594" y="672"/>
                  <a:pt x="594" y="672"/>
                </a:cubicBezTo>
                <a:cubicBezTo>
                  <a:pt x="594" y="672"/>
                  <a:pt x="594" y="672"/>
                  <a:pt x="594" y="672"/>
                </a:cubicBezTo>
                <a:cubicBezTo>
                  <a:pt x="593" y="672"/>
                  <a:pt x="593" y="672"/>
                  <a:pt x="593" y="672"/>
                </a:cubicBezTo>
                <a:cubicBezTo>
                  <a:pt x="593" y="672"/>
                  <a:pt x="593" y="672"/>
                  <a:pt x="593" y="672"/>
                </a:cubicBezTo>
                <a:cubicBezTo>
                  <a:pt x="593" y="672"/>
                  <a:pt x="593" y="672"/>
                  <a:pt x="593" y="672"/>
                </a:cubicBezTo>
                <a:cubicBezTo>
                  <a:pt x="593" y="672"/>
                  <a:pt x="593" y="672"/>
                  <a:pt x="593" y="672"/>
                </a:cubicBezTo>
                <a:cubicBezTo>
                  <a:pt x="592" y="673"/>
                  <a:pt x="592" y="673"/>
                  <a:pt x="592" y="673"/>
                </a:cubicBezTo>
                <a:cubicBezTo>
                  <a:pt x="592" y="673"/>
                  <a:pt x="592" y="673"/>
                  <a:pt x="592" y="673"/>
                </a:cubicBezTo>
                <a:cubicBezTo>
                  <a:pt x="592" y="673"/>
                  <a:pt x="592" y="673"/>
                  <a:pt x="592" y="673"/>
                </a:cubicBezTo>
                <a:cubicBezTo>
                  <a:pt x="592" y="673"/>
                  <a:pt x="592" y="673"/>
                  <a:pt x="592" y="673"/>
                </a:cubicBezTo>
                <a:cubicBezTo>
                  <a:pt x="592" y="673"/>
                  <a:pt x="592" y="673"/>
                  <a:pt x="592" y="673"/>
                </a:cubicBezTo>
                <a:cubicBezTo>
                  <a:pt x="592" y="673"/>
                  <a:pt x="592" y="673"/>
                  <a:pt x="592" y="673"/>
                </a:cubicBezTo>
                <a:cubicBezTo>
                  <a:pt x="591" y="673"/>
                  <a:pt x="591" y="673"/>
                  <a:pt x="591" y="673"/>
                </a:cubicBezTo>
                <a:cubicBezTo>
                  <a:pt x="591" y="673"/>
                  <a:pt x="591" y="673"/>
                  <a:pt x="591" y="673"/>
                </a:cubicBezTo>
                <a:cubicBezTo>
                  <a:pt x="591" y="673"/>
                  <a:pt x="591" y="673"/>
                  <a:pt x="591" y="673"/>
                </a:cubicBezTo>
                <a:cubicBezTo>
                  <a:pt x="591" y="673"/>
                  <a:pt x="591" y="673"/>
                  <a:pt x="591" y="673"/>
                </a:cubicBezTo>
                <a:cubicBezTo>
                  <a:pt x="590" y="673"/>
                  <a:pt x="590" y="673"/>
                  <a:pt x="590" y="673"/>
                </a:cubicBezTo>
                <a:cubicBezTo>
                  <a:pt x="590" y="673"/>
                  <a:pt x="590" y="673"/>
                  <a:pt x="590" y="673"/>
                </a:cubicBezTo>
                <a:cubicBezTo>
                  <a:pt x="590" y="671"/>
                  <a:pt x="590" y="671"/>
                  <a:pt x="590" y="671"/>
                </a:cubicBezTo>
                <a:cubicBezTo>
                  <a:pt x="590" y="671"/>
                  <a:pt x="590" y="671"/>
                  <a:pt x="590" y="671"/>
                </a:cubicBezTo>
                <a:cubicBezTo>
                  <a:pt x="589" y="669"/>
                  <a:pt x="589" y="669"/>
                  <a:pt x="589" y="669"/>
                </a:cubicBezTo>
                <a:cubicBezTo>
                  <a:pt x="589" y="669"/>
                  <a:pt x="589" y="669"/>
                  <a:pt x="589" y="669"/>
                </a:cubicBezTo>
                <a:cubicBezTo>
                  <a:pt x="588" y="668"/>
                  <a:pt x="588" y="668"/>
                  <a:pt x="588" y="668"/>
                </a:cubicBezTo>
                <a:cubicBezTo>
                  <a:pt x="588" y="668"/>
                  <a:pt x="588" y="668"/>
                  <a:pt x="588" y="668"/>
                </a:cubicBezTo>
                <a:cubicBezTo>
                  <a:pt x="587" y="666"/>
                  <a:pt x="587" y="666"/>
                  <a:pt x="587" y="666"/>
                </a:cubicBezTo>
                <a:cubicBezTo>
                  <a:pt x="587" y="666"/>
                  <a:pt x="587" y="666"/>
                  <a:pt x="587" y="666"/>
                </a:cubicBezTo>
                <a:cubicBezTo>
                  <a:pt x="586" y="664"/>
                  <a:pt x="586" y="664"/>
                  <a:pt x="586" y="664"/>
                </a:cubicBezTo>
                <a:cubicBezTo>
                  <a:pt x="586" y="664"/>
                  <a:pt x="586" y="664"/>
                  <a:pt x="586" y="664"/>
                </a:cubicBezTo>
                <a:cubicBezTo>
                  <a:pt x="585" y="662"/>
                  <a:pt x="585" y="662"/>
                  <a:pt x="585" y="662"/>
                </a:cubicBezTo>
                <a:cubicBezTo>
                  <a:pt x="585" y="662"/>
                  <a:pt x="585" y="662"/>
                  <a:pt x="585" y="662"/>
                </a:cubicBezTo>
                <a:cubicBezTo>
                  <a:pt x="584" y="661"/>
                  <a:pt x="584" y="661"/>
                  <a:pt x="584" y="661"/>
                </a:cubicBezTo>
                <a:cubicBezTo>
                  <a:pt x="584" y="661"/>
                  <a:pt x="584" y="661"/>
                  <a:pt x="584" y="661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3" y="659"/>
                  <a:pt x="583" y="659"/>
                  <a:pt x="583" y="659"/>
                </a:cubicBezTo>
                <a:cubicBezTo>
                  <a:pt x="584" y="659"/>
                  <a:pt x="584" y="659"/>
                  <a:pt x="584" y="659"/>
                </a:cubicBezTo>
                <a:cubicBezTo>
                  <a:pt x="584" y="659"/>
                  <a:pt x="584" y="659"/>
                  <a:pt x="584" y="659"/>
                </a:cubicBezTo>
                <a:cubicBezTo>
                  <a:pt x="584" y="658"/>
                  <a:pt x="584" y="658"/>
                  <a:pt x="584" y="658"/>
                </a:cubicBezTo>
                <a:cubicBezTo>
                  <a:pt x="584" y="658"/>
                  <a:pt x="584" y="658"/>
                  <a:pt x="584" y="658"/>
                </a:cubicBezTo>
                <a:cubicBezTo>
                  <a:pt x="584" y="658"/>
                  <a:pt x="584" y="658"/>
                  <a:pt x="584" y="658"/>
                </a:cubicBezTo>
                <a:cubicBezTo>
                  <a:pt x="584" y="658"/>
                  <a:pt x="584" y="658"/>
                  <a:pt x="584" y="658"/>
                </a:cubicBezTo>
                <a:cubicBezTo>
                  <a:pt x="585" y="658"/>
                  <a:pt x="585" y="658"/>
                  <a:pt x="585" y="658"/>
                </a:cubicBezTo>
                <a:cubicBezTo>
                  <a:pt x="585" y="658"/>
                  <a:pt x="585" y="658"/>
                  <a:pt x="585" y="658"/>
                </a:cubicBezTo>
                <a:cubicBezTo>
                  <a:pt x="585" y="658"/>
                  <a:pt x="585" y="658"/>
                  <a:pt x="585" y="658"/>
                </a:cubicBezTo>
                <a:cubicBezTo>
                  <a:pt x="585" y="658"/>
                  <a:pt x="585" y="658"/>
                  <a:pt x="585" y="658"/>
                </a:cubicBezTo>
                <a:cubicBezTo>
                  <a:pt x="585" y="658"/>
                  <a:pt x="585" y="658"/>
                  <a:pt x="585" y="658"/>
                </a:cubicBezTo>
                <a:cubicBezTo>
                  <a:pt x="585" y="658"/>
                  <a:pt x="585" y="658"/>
                  <a:pt x="585" y="658"/>
                </a:cubicBezTo>
                <a:cubicBezTo>
                  <a:pt x="586" y="658"/>
                  <a:pt x="586" y="658"/>
                  <a:pt x="586" y="658"/>
                </a:cubicBezTo>
                <a:cubicBezTo>
                  <a:pt x="586" y="658"/>
                  <a:pt x="586" y="658"/>
                  <a:pt x="586" y="658"/>
                </a:cubicBezTo>
                <a:cubicBezTo>
                  <a:pt x="586" y="658"/>
                  <a:pt x="586" y="658"/>
                  <a:pt x="586" y="658"/>
                </a:cubicBezTo>
                <a:cubicBezTo>
                  <a:pt x="586" y="658"/>
                  <a:pt x="586" y="658"/>
                  <a:pt x="586" y="658"/>
                </a:cubicBezTo>
                <a:cubicBezTo>
                  <a:pt x="587" y="658"/>
                  <a:pt x="587" y="658"/>
                  <a:pt x="587" y="658"/>
                </a:cubicBezTo>
                <a:cubicBezTo>
                  <a:pt x="587" y="658"/>
                  <a:pt x="587" y="658"/>
                  <a:pt x="587" y="658"/>
                </a:cubicBezTo>
                <a:cubicBezTo>
                  <a:pt x="588" y="658"/>
                  <a:pt x="588" y="658"/>
                  <a:pt x="588" y="658"/>
                </a:cubicBezTo>
                <a:cubicBezTo>
                  <a:pt x="588" y="658"/>
                  <a:pt x="588" y="658"/>
                  <a:pt x="588" y="658"/>
                </a:cubicBezTo>
                <a:cubicBezTo>
                  <a:pt x="594" y="665"/>
                  <a:pt x="594" y="665"/>
                  <a:pt x="594" y="665"/>
                </a:cubicBezTo>
                <a:cubicBezTo>
                  <a:pt x="594" y="665"/>
                  <a:pt x="594" y="665"/>
                  <a:pt x="594" y="665"/>
                </a:cubicBezTo>
                <a:cubicBezTo>
                  <a:pt x="594" y="665"/>
                  <a:pt x="594" y="665"/>
                  <a:pt x="594" y="665"/>
                </a:cubicBezTo>
                <a:cubicBezTo>
                  <a:pt x="594" y="665"/>
                  <a:pt x="594" y="665"/>
                  <a:pt x="594" y="665"/>
                </a:cubicBezTo>
                <a:cubicBezTo>
                  <a:pt x="594" y="665"/>
                  <a:pt x="594" y="665"/>
                  <a:pt x="594" y="665"/>
                </a:cubicBezTo>
                <a:cubicBezTo>
                  <a:pt x="594" y="665"/>
                  <a:pt x="594" y="665"/>
                  <a:pt x="594" y="665"/>
                </a:cubicBezTo>
                <a:cubicBezTo>
                  <a:pt x="595" y="665"/>
                  <a:pt x="595" y="665"/>
                  <a:pt x="595" y="665"/>
                </a:cubicBezTo>
                <a:cubicBezTo>
                  <a:pt x="595" y="665"/>
                  <a:pt x="595" y="665"/>
                  <a:pt x="595" y="665"/>
                </a:cubicBezTo>
                <a:cubicBezTo>
                  <a:pt x="595" y="665"/>
                  <a:pt x="595" y="665"/>
                  <a:pt x="595" y="665"/>
                </a:cubicBezTo>
                <a:cubicBezTo>
                  <a:pt x="595" y="665"/>
                  <a:pt x="595" y="665"/>
                  <a:pt x="595" y="665"/>
                </a:cubicBezTo>
                <a:cubicBezTo>
                  <a:pt x="595" y="665"/>
                  <a:pt x="595" y="665"/>
                  <a:pt x="595" y="665"/>
                </a:cubicBezTo>
                <a:cubicBezTo>
                  <a:pt x="595" y="665"/>
                  <a:pt x="595" y="665"/>
                  <a:pt x="595" y="665"/>
                </a:cubicBezTo>
                <a:cubicBezTo>
                  <a:pt x="595" y="665"/>
                  <a:pt x="595" y="665"/>
                  <a:pt x="595" y="665"/>
                </a:cubicBezTo>
                <a:cubicBezTo>
                  <a:pt x="595" y="665"/>
                  <a:pt x="595" y="665"/>
                  <a:pt x="595" y="665"/>
                </a:cubicBezTo>
                <a:cubicBezTo>
                  <a:pt x="596" y="664"/>
                  <a:pt x="596" y="664"/>
                  <a:pt x="596" y="664"/>
                </a:cubicBezTo>
                <a:cubicBezTo>
                  <a:pt x="596" y="664"/>
                  <a:pt x="596" y="664"/>
                  <a:pt x="596" y="664"/>
                </a:cubicBezTo>
                <a:cubicBezTo>
                  <a:pt x="596" y="664"/>
                  <a:pt x="596" y="664"/>
                  <a:pt x="596" y="664"/>
                </a:cubicBezTo>
                <a:cubicBezTo>
                  <a:pt x="596" y="664"/>
                  <a:pt x="596" y="664"/>
                  <a:pt x="596" y="664"/>
                </a:cubicBezTo>
                <a:cubicBezTo>
                  <a:pt x="594" y="656"/>
                  <a:pt x="594" y="656"/>
                  <a:pt x="594" y="656"/>
                </a:cubicBezTo>
                <a:cubicBezTo>
                  <a:pt x="594" y="656"/>
                  <a:pt x="594" y="656"/>
                  <a:pt x="594" y="656"/>
                </a:cubicBezTo>
                <a:cubicBezTo>
                  <a:pt x="588" y="647"/>
                  <a:pt x="588" y="647"/>
                  <a:pt x="588" y="647"/>
                </a:cubicBezTo>
                <a:cubicBezTo>
                  <a:pt x="588" y="647"/>
                  <a:pt x="588" y="647"/>
                  <a:pt x="588" y="647"/>
                </a:cubicBezTo>
                <a:cubicBezTo>
                  <a:pt x="588" y="647"/>
                  <a:pt x="588" y="647"/>
                  <a:pt x="588" y="647"/>
                </a:cubicBezTo>
                <a:cubicBezTo>
                  <a:pt x="588" y="647"/>
                  <a:pt x="588" y="647"/>
                  <a:pt x="588" y="647"/>
                </a:cubicBezTo>
                <a:cubicBezTo>
                  <a:pt x="588" y="646"/>
                  <a:pt x="588" y="646"/>
                  <a:pt x="588" y="646"/>
                </a:cubicBezTo>
                <a:cubicBezTo>
                  <a:pt x="588" y="646"/>
                  <a:pt x="588" y="646"/>
                  <a:pt x="588" y="646"/>
                </a:cubicBezTo>
                <a:cubicBezTo>
                  <a:pt x="588" y="646"/>
                  <a:pt x="588" y="646"/>
                  <a:pt x="588" y="646"/>
                </a:cubicBezTo>
                <a:cubicBezTo>
                  <a:pt x="588" y="646"/>
                  <a:pt x="588" y="646"/>
                  <a:pt x="588" y="646"/>
                </a:cubicBezTo>
                <a:cubicBezTo>
                  <a:pt x="588" y="646"/>
                  <a:pt x="588" y="646"/>
                  <a:pt x="588" y="646"/>
                </a:cubicBezTo>
                <a:cubicBezTo>
                  <a:pt x="588" y="646"/>
                  <a:pt x="588" y="646"/>
                  <a:pt x="588" y="646"/>
                </a:cubicBezTo>
                <a:cubicBezTo>
                  <a:pt x="588" y="646"/>
                  <a:pt x="588" y="646"/>
                  <a:pt x="588" y="646"/>
                </a:cubicBezTo>
                <a:cubicBezTo>
                  <a:pt x="588" y="646"/>
                  <a:pt x="588" y="646"/>
                  <a:pt x="588" y="646"/>
                </a:cubicBezTo>
                <a:cubicBezTo>
                  <a:pt x="588" y="645"/>
                  <a:pt x="588" y="645"/>
                  <a:pt x="588" y="645"/>
                </a:cubicBezTo>
                <a:cubicBezTo>
                  <a:pt x="588" y="645"/>
                  <a:pt x="588" y="645"/>
                  <a:pt x="588" y="645"/>
                </a:cubicBezTo>
                <a:cubicBezTo>
                  <a:pt x="588" y="645"/>
                  <a:pt x="588" y="645"/>
                  <a:pt x="588" y="645"/>
                </a:cubicBezTo>
                <a:cubicBezTo>
                  <a:pt x="588" y="645"/>
                  <a:pt x="588" y="645"/>
                  <a:pt x="588" y="645"/>
                </a:cubicBezTo>
                <a:cubicBezTo>
                  <a:pt x="588" y="645"/>
                  <a:pt x="588" y="645"/>
                  <a:pt x="588" y="645"/>
                </a:cubicBezTo>
                <a:cubicBezTo>
                  <a:pt x="588" y="645"/>
                  <a:pt x="588" y="645"/>
                  <a:pt x="588" y="645"/>
                </a:cubicBezTo>
                <a:cubicBezTo>
                  <a:pt x="587" y="645"/>
                  <a:pt x="587" y="645"/>
                  <a:pt x="587" y="645"/>
                </a:cubicBezTo>
                <a:cubicBezTo>
                  <a:pt x="587" y="645"/>
                  <a:pt x="587" y="645"/>
                  <a:pt x="587" y="645"/>
                </a:cubicBezTo>
                <a:cubicBezTo>
                  <a:pt x="586" y="644"/>
                  <a:pt x="586" y="644"/>
                  <a:pt x="586" y="644"/>
                </a:cubicBezTo>
                <a:cubicBezTo>
                  <a:pt x="586" y="644"/>
                  <a:pt x="586" y="644"/>
                  <a:pt x="586" y="644"/>
                </a:cubicBezTo>
                <a:cubicBezTo>
                  <a:pt x="585" y="643"/>
                  <a:pt x="585" y="643"/>
                  <a:pt x="585" y="643"/>
                </a:cubicBezTo>
                <a:cubicBezTo>
                  <a:pt x="585" y="643"/>
                  <a:pt x="585" y="643"/>
                  <a:pt x="585" y="643"/>
                </a:cubicBezTo>
                <a:cubicBezTo>
                  <a:pt x="585" y="643"/>
                  <a:pt x="585" y="643"/>
                  <a:pt x="585" y="643"/>
                </a:cubicBezTo>
                <a:cubicBezTo>
                  <a:pt x="585" y="643"/>
                  <a:pt x="585" y="643"/>
                  <a:pt x="585" y="643"/>
                </a:cubicBezTo>
                <a:cubicBezTo>
                  <a:pt x="585" y="642"/>
                  <a:pt x="585" y="642"/>
                  <a:pt x="585" y="642"/>
                </a:cubicBezTo>
                <a:cubicBezTo>
                  <a:pt x="585" y="642"/>
                  <a:pt x="585" y="642"/>
                  <a:pt x="585" y="642"/>
                </a:cubicBezTo>
                <a:cubicBezTo>
                  <a:pt x="585" y="641"/>
                  <a:pt x="585" y="641"/>
                  <a:pt x="585" y="641"/>
                </a:cubicBezTo>
                <a:cubicBezTo>
                  <a:pt x="585" y="641"/>
                  <a:pt x="585" y="641"/>
                  <a:pt x="585" y="641"/>
                </a:cubicBezTo>
                <a:cubicBezTo>
                  <a:pt x="585" y="640"/>
                  <a:pt x="585" y="640"/>
                  <a:pt x="585" y="640"/>
                </a:cubicBezTo>
                <a:cubicBezTo>
                  <a:pt x="585" y="640"/>
                  <a:pt x="585" y="640"/>
                  <a:pt x="585" y="640"/>
                </a:cubicBezTo>
                <a:cubicBezTo>
                  <a:pt x="585" y="639"/>
                  <a:pt x="585" y="639"/>
                  <a:pt x="585" y="639"/>
                </a:cubicBezTo>
                <a:cubicBezTo>
                  <a:pt x="585" y="639"/>
                  <a:pt x="585" y="639"/>
                  <a:pt x="585" y="639"/>
                </a:cubicBezTo>
                <a:cubicBezTo>
                  <a:pt x="587" y="639"/>
                  <a:pt x="587" y="639"/>
                  <a:pt x="587" y="639"/>
                </a:cubicBezTo>
                <a:cubicBezTo>
                  <a:pt x="587" y="639"/>
                  <a:pt x="587" y="639"/>
                  <a:pt x="587" y="639"/>
                </a:cubicBezTo>
                <a:cubicBezTo>
                  <a:pt x="588" y="640"/>
                  <a:pt x="588" y="640"/>
                  <a:pt x="588" y="640"/>
                </a:cubicBezTo>
                <a:cubicBezTo>
                  <a:pt x="588" y="640"/>
                  <a:pt x="588" y="640"/>
                  <a:pt x="588" y="640"/>
                </a:cubicBezTo>
                <a:cubicBezTo>
                  <a:pt x="588" y="640"/>
                  <a:pt x="588" y="640"/>
                  <a:pt x="588" y="640"/>
                </a:cubicBezTo>
                <a:cubicBezTo>
                  <a:pt x="588" y="640"/>
                  <a:pt x="588" y="640"/>
                  <a:pt x="588" y="640"/>
                </a:cubicBezTo>
                <a:cubicBezTo>
                  <a:pt x="589" y="640"/>
                  <a:pt x="589" y="640"/>
                  <a:pt x="589" y="640"/>
                </a:cubicBezTo>
                <a:cubicBezTo>
                  <a:pt x="589" y="640"/>
                  <a:pt x="589" y="640"/>
                  <a:pt x="589" y="640"/>
                </a:cubicBezTo>
                <a:cubicBezTo>
                  <a:pt x="590" y="641"/>
                  <a:pt x="590" y="641"/>
                  <a:pt x="590" y="641"/>
                </a:cubicBezTo>
                <a:cubicBezTo>
                  <a:pt x="590" y="641"/>
                  <a:pt x="590" y="641"/>
                  <a:pt x="590" y="641"/>
                </a:cubicBezTo>
                <a:cubicBezTo>
                  <a:pt x="590" y="641"/>
                  <a:pt x="590" y="641"/>
                  <a:pt x="590" y="641"/>
                </a:cubicBezTo>
                <a:cubicBezTo>
                  <a:pt x="590" y="641"/>
                  <a:pt x="590" y="641"/>
                  <a:pt x="590" y="641"/>
                </a:cubicBezTo>
                <a:cubicBezTo>
                  <a:pt x="591" y="642"/>
                  <a:pt x="591" y="642"/>
                  <a:pt x="591" y="642"/>
                </a:cubicBezTo>
                <a:cubicBezTo>
                  <a:pt x="591" y="642"/>
                  <a:pt x="591" y="642"/>
                  <a:pt x="591" y="642"/>
                </a:cubicBezTo>
                <a:cubicBezTo>
                  <a:pt x="592" y="642"/>
                  <a:pt x="592" y="642"/>
                  <a:pt x="592" y="642"/>
                </a:cubicBezTo>
                <a:cubicBezTo>
                  <a:pt x="592" y="642"/>
                  <a:pt x="592" y="642"/>
                  <a:pt x="592" y="642"/>
                </a:cubicBezTo>
                <a:cubicBezTo>
                  <a:pt x="592" y="643"/>
                  <a:pt x="592" y="643"/>
                  <a:pt x="592" y="643"/>
                </a:cubicBezTo>
                <a:cubicBezTo>
                  <a:pt x="592" y="643"/>
                  <a:pt x="592" y="643"/>
                  <a:pt x="592" y="643"/>
                </a:cubicBezTo>
                <a:cubicBezTo>
                  <a:pt x="592" y="643"/>
                  <a:pt x="592" y="643"/>
                  <a:pt x="592" y="643"/>
                </a:cubicBezTo>
                <a:cubicBezTo>
                  <a:pt x="592" y="643"/>
                  <a:pt x="592" y="643"/>
                  <a:pt x="592" y="643"/>
                </a:cubicBezTo>
                <a:cubicBezTo>
                  <a:pt x="593" y="644"/>
                  <a:pt x="593" y="644"/>
                  <a:pt x="593" y="644"/>
                </a:cubicBezTo>
                <a:cubicBezTo>
                  <a:pt x="593" y="644"/>
                  <a:pt x="593" y="644"/>
                  <a:pt x="593" y="644"/>
                </a:cubicBezTo>
                <a:cubicBezTo>
                  <a:pt x="593" y="644"/>
                  <a:pt x="593" y="644"/>
                  <a:pt x="593" y="644"/>
                </a:cubicBezTo>
                <a:cubicBezTo>
                  <a:pt x="593" y="644"/>
                  <a:pt x="593" y="644"/>
                  <a:pt x="593" y="644"/>
                </a:cubicBezTo>
                <a:cubicBezTo>
                  <a:pt x="593" y="644"/>
                  <a:pt x="593" y="644"/>
                  <a:pt x="593" y="644"/>
                </a:cubicBezTo>
                <a:cubicBezTo>
                  <a:pt x="593" y="644"/>
                  <a:pt x="593" y="644"/>
                  <a:pt x="593" y="644"/>
                </a:cubicBezTo>
                <a:cubicBezTo>
                  <a:pt x="593" y="645"/>
                  <a:pt x="593" y="645"/>
                  <a:pt x="593" y="645"/>
                </a:cubicBezTo>
                <a:cubicBezTo>
                  <a:pt x="593" y="645"/>
                  <a:pt x="593" y="645"/>
                  <a:pt x="593" y="645"/>
                </a:cubicBezTo>
                <a:cubicBezTo>
                  <a:pt x="593" y="645"/>
                  <a:pt x="593" y="645"/>
                  <a:pt x="593" y="645"/>
                </a:cubicBezTo>
                <a:cubicBezTo>
                  <a:pt x="593" y="645"/>
                  <a:pt x="593" y="645"/>
                  <a:pt x="593" y="645"/>
                </a:cubicBezTo>
                <a:cubicBezTo>
                  <a:pt x="594" y="646"/>
                  <a:pt x="594" y="646"/>
                  <a:pt x="594" y="646"/>
                </a:cubicBezTo>
                <a:cubicBezTo>
                  <a:pt x="594" y="646"/>
                  <a:pt x="594" y="646"/>
                  <a:pt x="594" y="646"/>
                </a:cubicBezTo>
                <a:cubicBezTo>
                  <a:pt x="594" y="646"/>
                  <a:pt x="594" y="646"/>
                  <a:pt x="594" y="646"/>
                </a:cubicBezTo>
                <a:cubicBezTo>
                  <a:pt x="594" y="646"/>
                  <a:pt x="594" y="646"/>
                  <a:pt x="594" y="646"/>
                </a:cubicBezTo>
                <a:cubicBezTo>
                  <a:pt x="594" y="647"/>
                  <a:pt x="594" y="647"/>
                  <a:pt x="594" y="647"/>
                </a:cubicBezTo>
                <a:cubicBezTo>
                  <a:pt x="594" y="647"/>
                  <a:pt x="594" y="647"/>
                  <a:pt x="594" y="647"/>
                </a:cubicBezTo>
                <a:cubicBezTo>
                  <a:pt x="594" y="648"/>
                  <a:pt x="594" y="648"/>
                  <a:pt x="594" y="648"/>
                </a:cubicBezTo>
                <a:cubicBezTo>
                  <a:pt x="594" y="648"/>
                  <a:pt x="594" y="648"/>
                  <a:pt x="594" y="648"/>
                </a:cubicBezTo>
                <a:cubicBezTo>
                  <a:pt x="594" y="649"/>
                  <a:pt x="594" y="649"/>
                  <a:pt x="594" y="649"/>
                </a:cubicBezTo>
                <a:cubicBezTo>
                  <a:pt x="594" y="649"/>
                  <a:pt x="594" y="649"/>
                  <a:pt x="594" y="649"/>
                </a:cubicBezTo>
                <a:cubicBezTo>
                  <a:pt x="595" y="650"/>
                  <a:pt x="595" y="650"/>
                  <a:pt x="595" y="650"/>
                </a:cubicBezTo>
                <a:cubicBezTo>
                  <a:pt x="595" y="650"/>
                  <a:pt x="595" y="650"/>
                  <a:pt x="595" y="650"/>
                </a:cubicBezTo>
                <a:cubicBezTo>
                  <a:pt x="595" y="650"/>
                  <a:pt x="595" y="650"/>
                  <a:pt x="595" y="650"/>
                </a:cubicBezTo>
                <a:cubicBezTo>
                  <a:pt x="595" y="650"/>
                  <a:pt x="595" y="650"/>
                  <a:pt x="595" y="650"/>
                </a:cubicBezTo>
                <a:cubicBezTo>
                  <a:pt x="596" y="651"/>
                  <a:pt x="596" y="651"/>
                  <a:pt x="596" y="651"/>
                </a:cubicBezTo>
                <a:cubicBezTo>
                  <a:pt x="596" y="651"/>
                  <a:pt x="596" y="651"/>
                  <a:pt x="596" y="651"/>
                </a:cubicBezTo>
                <a:cubicBezTo>
                  <a:pt x="597" y="652"/>
                  <a:pt x="597" y="652"/>
                  <a:pt x="597" y="652"/>
                </a:cubicBezTo>
                <a:cubicBezTo>
                  <a:pt x="597" y="652"/>
                  <a:pt x="597" y="652"/>
                  <a:pt x="597" y="652"/>
                </a:cubicBezTo>
                <a:cubicBezTo>
                  <a:pt x="597" y="653"/>
                  <a:pt x="597" y="653"/>
                  <a:pt x="597" y="653"/>
                </a:cubicBezTo>
                <a:cubicBezTo>
                  <a:pt x="597" y="653"/>
                  <a:pt x="597" y="653"/>
                  <a:pt x="597" y="653"/>
                </a:cubicBezTo>
                <a:cubicBezTo>
                  <a:pt x="597" y="653"/>
                  <a:pt x="597" y="653"/>
                  <a:pt x="597" y="653"/>
                </a:cubicBezTo>
                <a:cubicBezTo>
                  <a:pt x="597" y="653"/>
                  <a:pt x="597" y="653"/>
                  <a:pt x="597" y="653"/>
                </a:cubicBezTo>
                <a:cubicBezTo>
                  <a:pt x="598" y="653"/>
                  <a:pt x="598" y="653"/>
                  <a:pt x="598" y="653"/>
                </a:cubicBezTo>
                <a:cubicBezTo>
                  <a:pt x="598" y="653"/>
                  <a:pt x="598" y="653"/>
                  <a:pt x="598" y="653"/>
                </a:cubicBezTo>
                <a:cubicBezTo>
                  <a:pt x="598" y="653"/>
                  <a:pt x="598" y="653"/>
                  <a:pt x="598" y="653"/>
                </a:cubicBezTo>
                <a:cubicBezTo>
                  <a:pt x="598" y="653"/>
                  <a:pt x="598" y="653"/>
                  <a:pt x="598" y="653"/>
                </a:cubicBezTo>
                <a:cubicBezTo>
                  <a:pt x="598" y="653"/>
                  <a:pt x="598" y="653"/>
                  <a:pt x="598" y="653"/>
                </a:cubicBezTo>
                <a:cubicBezTo>
                  <a:pt x="598" y="653"/>
                  <a:pt x="598" y="653"/>
                  <a:pt x="598" y="653"/>
                </a:cubicBezTo>
                <a:cubicBezTo>
                  <a:pt x="598" y="653"/>
                  <a:pt x="598" y="653"/>
                  <a:pt x="598" y="653"/>
                </a:cubicBezTo>
                <a:cubicBezTo>
                  <a:pt x="598" y="653"/>
                  <a:pt x="598" y="653"/>
                  <a:pt x="598" y="653"/>
                </a:cubicBezTo>
                <a:cubicBezTo>
                  <a:pt x="599" y="653"/>
                  <a:pt x="599" y="653"/>
                  <a:pt x="599" y="653"/>
                </a:cubicBezTo>
                <a:cubicBezTo>
                  <a:pt x="599" y="653"/>
                  <a:pt x="599" y="653"/>
                  <a:pt x="599" y="653"/>
                </a:cubicBezTo>
                <a:cubicBezTo>
                  <a:pt x="599" y="653"/>
                  <a:pt x="599" y="653"/>
                  <a:pt x="599" y="653"/>
                </a:cubicBezTo>
                <a:cubicBezTo>
                  <a:pt x="599" y="653"/>
                  <a:pt x="599" y="653"/>
                  <a:pt x="599" y="653"/>
                </a:cubicBezTo>
                <a:cubicBezTo>
                  <a:pt x="599" y="653"/>
                  <a:pt x="599" y="653"/>
                  <a:pt x="599" y="653"/>
                </a:cubicBezTo>
                <a:cubicBezTo>
                  <a:pt x="599" y="653"/>
                  <a:pt x="599" y="653"/>
                  <a:pt x="599" y="653"/>
                </a:cubicBezTo>
                <a:cubicBezTo>
                  <a:pt x="599" y="653"/>
                  <a:pt x="599" y="653"/>
                  <a:pt x="599" y="653"/>
                </a:cubicBezTo>
                <a:cubicBezTo>
                  <a:pt x="599" y="653"/>
                  <a:pt x="599" y="653"/>
                  <a:pt x="599" y="653"/>
                </a:cubicBezTo>
                <a:cubicBezTo>
                  <a:pt x="600" y="652"/>
                  <a:pt x="600" y="652"/>
                  <a:pt x="600" y="652"/>
                </a:cubicBezTo>
                <a:cubicBezTo>
                  <a:pt x="600" y="652"/>
                  <a:pt x="600" y="652"/>
                  <a:pt x="600" y="652"/>
                </a:cubicBezTo>
                <a:cubicBezTo>
                  <a:pt x="600" y="652"/>
                  <a:pt x="600" y="652"/>
                  <a:pt x="600" y="652"/>
                </a:cubicBezTo>
                <a:cubicBezTo>
                  <a:pt x="600" y="652"/>
                  <a:pt x="600" y="652"/>
                  <a:pt x="600" y="652"/>
                </a:cubicBezTo>
                <a:cubicBezTo>
                  <a:pt x="601" y="651"/>
                  <a:pt x="601" y="651"/>
                  <a:pt x="601" y="651"/>
                </a:cubicBezTo>
                <a:cubicBezTo>
                  <a:pt x="601" y="651"/>
                  <a:pt x="601" y="651"/>
                  <a:pt x="601" y="651"/>
                </a:cubicBezTo>
                <a:cubicBezTo>
                  <a:pt x="601" y="651"/>
                  <a:pt x="601" y="651"/>
                  <a:pt x="601" y="651"/>
                </a:cubicBezTo>
                <a:cubicBezTo>
                  <a:pt x="601" y="651"/>
                  <a:pt x="601" y="651"/>
                  <a:pt x="601" y="651"/>
                </a:cubicBezTo>
                <a:cubicBezTo>
                  <a:pt x="601" y="650"/>
                  <a:pt x="601" y="650"/>
                  <a:pt x="601" y="650"/>
                </a:cubicBezTo>
                <a:cubicBezTo>
                  <a:pt x="601" y="650"/>
                  <a:pt x="601" y="650"/>
                  <a:pt x="601" y="650"/>
                </a:cubicBezTo>
                <a:cubicBezTo>
                  <a:pt x="601" y="650"/>
                  <a:pt x="601" y="650"/>
                  <a:pt x="601" y="650"/>
                </a:cubicBezTo>
                <a:cubicBezTo>
                  <a:pt x="601" y="650"/>
                  <a:pt x="601" y="650"/>
                  <a:pt x="601" y="650"/>
                </a:cubicBezTo>
                <a:cubicBezTo>
                  <a:pt x="601" y="649"/>
                  <a:pt x="601" y="649"/>
                  <a:pt x="601" y="649"/>
                </a:cubicBezTo>
                <a:cubicBezTo>
                  <a:pt x="601" y="649"/>
                  <a:pt x="601" y="649"/>
                  <a:pt x="601" y="649"/>
                </a:cubicBezTo>
                <a:cubicBezTo>
                  <a:pt x="600" y="649"/>
                  <a:pt x="600" y="649"/>
                  <a:pt x="600" y="649"/>
                </a:cubicBezTo>
                <a:cubicBezTo>
                  <a:pt x="600" y="649"/>
                  <a:pt x="600" y="649"/>
                  <a:pt x="600" y="649"/>
                </a:cubicBezTo>
                <a:cubicBezTo>
                  <a:pt x="600" y="649"/>
                  <a:pt x="600" y="649"/>
                  <a:pt x="600" y="649"/>
                </a:cubicBezTo>
                <a:cubicBezTo>
                  <a:pt x="600" y="649"/>
                  <a:pt x="600" y="649"/>
                  <a:pt x="600" y="649"/>
                </a:cubicBezTo>
                <a:cubicBezTo>
                  <a:pt x="599" y="650"/>
                  <a:pt x="599" y="650"/>
                  <a:pt x="599" y="650"/>
                </a:cubicBezTo>
                <a:cubicBezTo>
                  <a:pt x="599" y="650"/>
                  <a:pt x="599" y="650"/>
                  <a:pt x="599" y="650"/>
                </a:cubicBezTo>
                <a:cubicBezTo>
                  <a:pt x="599" y="650"/>
                  <a:pt x="599" y="650"/>
                  <a:pt x="599" y="650"/>
                </a:cubicBezTo>
                <a:cubicBezTo>
                  <a:pt x="599" y="650"/>
                  <a:pt x="599" y="650"/>
                  <a:pt x="599" y="650"/>
                </a:cubicBezTo>
                <a:cubicBezTo>
                  <a:pt x="598" y="650"/>
                  <a:pt x="598" y="650"/>
                  <a:pt x="598" y="650"/>
                </a:cubicBezTo>
                <a:cubicBezTo>
                  <a:pt x="598" y="650"/>
                  <a:pt x="598" y="650"/>
                  <a:pt x="598" y="650"/>
                </a:cubicBezTo>
                <a:cubicBezTo>
                  <a:pt x="598" y="650"/>
                  <a:pt x="598" y="650"/>
                  <a:pt x="598" y="650"/>
                </a:cubicBezTo>
                <a:cubicBezTo>
                  <a:pt x="598" y="650"/>
                  <a:pt x="598" y="650"/>
                  <a:pt x="598" y="650"/>
                </a:cubicBezTo>
                <a:cubicBezTo>
                  <a:pt x="597" y="650"/>
                  <a:pt x="597" y="650"/>
                  <a:pt x="597" y="650"/>
                </a:cubicBezTo>
                <a:cubicBezTo>
                  <a:pt x="597" y="650"/>
                  <a:pt x="597" y="650"/>
                  <a:pt x="597" y="650"/>
                </a:cubicBezTo>
                <a:cubicBezTo>
                  <a:pt x="597" y="649"/>
                  <a:pt x="597" y="649"/>
                  <a:pt x="597" y="649"/>
                </a:cubicBezTo>
                <a:cubicBezTo>
                  <a:pt x="597" y="649"/>
                  <a:pt x="597" y="649"/>
                  <a:pt x="597" y="649"/>
                </a:cubicBezTo>
                <a:cubicBezTo>
                  <a:pt x="597" y="649"/>
                  <a:pt x="597" y="649"/>
                  <a:pt x="597" y="649"/>
                </a:cubicBezTo>
                <a:cubicBezTo>
                  <a:pt x="597" y="649"/>
                  <a:pt x="597" y="649"/>
                  <a:pt x="597" y="649"/>
                </a:cubicBezTo>
                <a:cubicBezTo>
                  <a:pt x="596" y="649"/>
                  <a:pt x="596" y="649"/>
                  <a:pt x="596" y="649"/>
                </a:cubicBezTo>
                <a:cubicBezTo>
                  <a:pt x="596" y="649"/>
                  <a:pt x="596" y="649"/>
                  <a:pt x="596" y="649"/>
                </a:cubicBezTo>
                <a:cubicBezTo>
                  <a:pt x="596" y="649"/>
                  <a:pt x="596" y="649"/>
                  <a:pt x="596" y="649"/>
                </a:cubicBezTo>
                <a:cubicBezTo>
                  <a:pt x="596" y="649"/>
                  <a:pt x="596" y="649"/>
                  <a:pt x="596" y="649"/>
                </a:cubicBezTo>
                <a:cubicBezTo>
                  <a:pt x="596" y="649"/>
                  <a:pt x="596" y="649"/>
                  <a:pt x="596" y="649"/>
                </a:cubicBezTo>
                <a:cubicBezTo>
                  <a:pt x="596" y="649"/>
                  <a:pt x="596" y="649"/>
                  <a:pt x="596" y="649"/>
                </a:cubicBezTo>
                <a:cubicBezTo>
                  <a:pt x="596" y="648"/>
                  <a:pt x="596" y="648"/>
                  <a:pt x="596" y="648"/>
                </a:cubicBezTo>
                <a:cubicBezTo>
                  <a:pt x="596" y="648"/>
                  <a:pt x="596" y="648"/>
                  <a:pt x="596" y="648"/>
                </a:cubicBezTo>
                <a:cubicBezTo>
                  <a:pt x="596" y="648"/>
                  <a:pt x="596" y="648"/>
                  <a:pt x="596" y="648"/>
                </a:cubicBezTo>
                <a:cubicBezTo>
                  <a:pt x="596" y="648"/>
                  <a:pt x="596" y="648"/>
                  <a:pt x="596" y="648"/>
                </a:cubicBezTo>
                <a:cubicBezTo>
                  <a:pt x="596" y="647"/>
                  <a:pt x="596" y="647"/>
                  <a:pt x="596" y="647"/>
                </a:cubicBezTo>
                <a:cubicBezTo>
                  <a:pt x="596" y="647"/>
                  <a:pt x="596" y="647"/>
                  <a:pt x="596" y="647"/>
                </a:cubicBezTo>
                <a:cubicBezTo>
                  <a:pt x="597" y="647"/>
                  <a:pt x="597" y="647"/>
                  <a:pt x="597" y="647"/>
                </a:cubicBezTo>
                <a:cubicBezTo>
                  <a:pt x="597" y="647"/>
                  <a:pt x="597" y="647"/>
                  <a:pt x="597" y="647"/>
                </a:cubicBezTo>
                <a:cubicBezTo>
                  <a:pt x="597" y="647"/>
                  <a:pt x="597" y="647"/>
                  <a:pt x="597" y="647"/>
                </a:cubicBezTo>
                <a:cubicBezTo>
                  <a:pt x="597" y="647"/>
                  <a:pt x="597" y="647"/>
                  <a:pt x="597" y="647"/>
                </a:cubicBezTo>
                <a:cubicBezTo>
                  <a:pt x="598" y="646"/>
                  <a:pt x="598" y="646"/>
                  <a:pt x="598" y="646"/>
                </a:cubicBezTo>
                <a:cubicBezTo>
                  <a:pt x="598" y="646"/>
                  <a:pt x="598" y="646"/>
                  <a:pt x="598" y="646"/>
                </a:cubicBezTo>
                <a:cubicBezTo>
                  <a:pt x="599" y="646"/>
                  <a:pt x="599" y="646"/>
                  <a:pt x="599" y="646"/>
                </a:cubicBezTo>
                <a:cubicBezTo>
                  <a:pt x="599" y="646"/>
                  <a:pt x="599" y="646"/>
                  <a:pt x="599" y="646"/>
                </a:cubicBezTo>
                <a:cubicBezTo>
                  <a:pt x="600" y="646"/>
                  <a:pt x="600" y="646"/>
                  <a:pt x="600" y="646"/>
                </a:cubicBezTo>
                <a:cubicBezTo>
                  <a:pt x="600" y="646"/>
                  <a:pt x="600" y="646"/>
                  <a:pt x="600" y="646"/>
                </a:cubicBezTo>
                <a:cubicBezTo>
                  <a:pt x="601" y="646"/>
                  <a:pt x="601" y="646"/>
                  <a:pt x="601" y="646"/>
                </a:cubicBezTo>
                <a:cubicBezTo>
                  <a:pt x="601" y="646"/>
                  <a:pt x="601" y="646"/>
                  <a:pt x="601" y="646"/>
                </a:cubicBezTo>
                <a:cubicBezTo>
                  <a:pt x="603" y="645"/>
                  <a:pt x="603" y="645"/>
                  <a:pt x="603" y="645"/>
                </a:cubicBezTo>
                <a:cubicBezTo>
                  <a:pt x="603" y="645"/>
                  <a:pt x="603" y="645"/>
                  <a:pt x="603" y="645"/>
                </a:cubicBezTo>
                <a:cubicBezTo>
                  <a:pt x="604" y="645"/>
                  <a:pt x="604" y="645"/>
                  <a:pt x="604" y="645"/>
                </a:cubicBezTo>
                <a:cubicBezTo>
                  <a:pt x="604" y="645"/>
                  <a:pt x="604" y="645"/>
                  <a:pt x="604" y="645"/>
                </a:cubicBezTo>
                <a:cubicBezTo>
                  <a:pt x="605" y="645"/>
                  <a:pt x="605" y="645"/>
                  <a:pt x="605" y="645"/>
                </a:cubicBezTo>
                <a:cubicBezTo>
                  <a:pt x="605" y="645"/>
                  <a:pt x="605" y="645"/>
                  <a:pt x="605" y="645"/>
                </a:cubicBezTo>
                <a:cubicBezTo>
                  <a:pt x="605" y="645"/>
                  <a:pt x="605" y="645"/>
                  <a:pt x="605" y="645"/>
                </a:cubicBezTo>
                <a:cubicBezTo>
                  <a:pt x="605" y="645"/>
                  <a:pt x="605" y="645"/>
                  <a:pt x="605" y="645"/>
                </a:cubicBezTo>
                <a:cubicBezTo>
                  <a:pt x="605" y="644"/>
                  <a:pt x="605" y="644"/>
                  <a:pt x="605" y="644"/>
                </a:cubicBezTo>
                <a:cubicBezTo>
                  <a:pt x="605" y="644"/>
                  <a:pt x="605" y="644"/>
                  <a:pt x="605" y="644"/>
                </a:cubicBezTo>
                <a:cubicBezTo>
                  <a:pt x="605" y="644"/>
                  <a:pt x="605" y="644"/>
                  <a:pt x="605" y="644"/>
                </a:cubicBezTo>
                <a:cubicBezTo>
                  <a:pt x="605" y="644"/>
                  <a:pt x="605" y="644"/>
                  <a:pt x="605" y="644"/>
                </a:cubicBezTo>
                <a:cubicBezTo>
                  <a:pt x="605" y="643"/>
                  <a:pt x="605" y="643"/>
                  <a:pt x="605" y="643"/>
                </a:cubicBezTo>
                <a:cubicBezTo>
                  <a:pt x="605" y="643"/>
                  <a:pt x="605" y="643"/>
                  <a:pt x="605" y="643"/>
                </a:cubicBezTo>
                <a:cubicBezTo>
                  <a:pt x="605" y="643"/>
                  <a:pt x="605" y="643"/>
                  <a:pt x="605" y="643"/>
                </a:cubicBezTo>
                <a:cubicBezTo>
                  <a:pt x="605" y="643"/>
                  <a:pt x="605" y="643"/>
                  <a:pt x="605" y="643"/>
                </a:cubicBezTo>
                <a:cubicBezTo>
                  <a:pt x="605" y="643"/>
                  <a:pt x="605" y="643"/>
                  <a:pt x="605" y="643"/>
                </a:cubicBezTo>
                <a:cubicBezTo>
                  <a:pt x="605" y="643"/>
                  <a:pt x="605" y="643"/>
                  <a:pt x="605" y="643"/>
                </a:cubicBezTo>
                <a:cubicBezTo>
                  <a:pt x="605" y="643"/>
                  <a:pt x="605" y="643"/>
                  <a:pt x="605" y="643"/>
                </a:cubicBezTo>
                <a:cubicBezTo>
                  <a:pt x="605" y="643"/>
                  <a:pt x="605" y="643"/>
                  <a:pt x="605" y="643"/>
                </a:cubicBezTo>
                <a:cubicBezTo>
                  <a:pt x="606" y="642"/>
                  <a:pt x="606" y="642"/>
                  <a:pt x="606" y="642"/>
                </a:cubicBezTo>
                <a:cubicBezTo>
                  <a:pt x="606" y="642"/>
                  <a:pt x="606" y="642"/>
                  <a:pt x="606" y="642"/>
                </a:cubicBezTo>
                <a:cubicBezTo>
                  <a:pt x="613" y="629"/>
                  <a:pt x="613" y="629"/>
                  <a:pt x="613" y="629"/>
                </a:cubicBezTo>
                <a:cubicBezTo>
                  <a:pt x="613" y="629"/>
                  <a:pt x="613" y="629"/>
                  <a:pt x="613" y="629"/>
                </a:cubicBezTo>
                <a:cubicBezTo>
                  <a:pt x="614" y="627"/>
                  <a:pt x="614" y="627"/>
                  <a:pt x="614" y="627"/>
                </a:cubicBezTo>
                <a:cubicBezTo>
                  <a:pt x="614" y="627"/>
                  <a:pt x="614" y="627"/>
                  <a:pt x="614" y="627"/>
                </a:cubicBezTo>
                <a:cubicBezTo>
                  <a:pt x="614" y="626"/>
                  <a:pt x="614" y="626"/>
                  <a:pt x="614" y="626"/>
                </a:cubicBezTo>
                <a:cubicBezTo>
                  <a:pt x="614" y="626"/>
                  <a:pt x="614" y="626"/>
                  <a:pt x="614" y="626"/>
                </a:cubicBezTo>
                <a:cubicBezTo>
                  <a:pt x="614" y="625"/>
                  <a:pt x="614" y="625"/>
                  <a:pt x="614" y="625"/>
                </a:cubicBezTo>
                <a:cubicBezTo>
                  <a:pt x="614" y="625"/>
                  <a:pt x="614" y="625"/>
                  <a:pt x="614" y="625"/>
                </a:cubicBezTo>
                <a:cubicBezTo>
                  <a:pt x="614" y="623"/>
                  <a:pt x="614" y="623"/>
                  <a:pt x="614" y="623"/>
                </a:cubicBezTo>
                <a:cubicBezTo>
                  <a:pt x="614" y="623"/>
                  <a:pt x="614" y="623"/>
                  <a:pt x="614" y="623"/>
                </a:cubicBezTo>
                <a:cubicBezTo>
                  <a:pt x="614" y="622"/>
                  <a:pt x="614" y="622"/>
                  <a:pt x="614" y="622"/>
                </a:cubicBezTo>
                <a:cubicBezTo>
                  <a:pt x="614" y="622"/>
                  <a:pt x="614" y="622"/>
                  <a:pt x="614" y="622"/>
                </a:cubicBezTo>
                <a:cubicBezTo>
                  <a:pt x="614" y="621"/>
                  <a:pt x="614" y="621"/>
                  <a:pt x="614" y="621"/>
                </a:cubicBezTo>
                <a:cubicBezTo>
                  <a:pt x="614" y="621"/>
                  <a:pt x="614" y="621"/>
                  <a:pt x="614" y="621"/>
                </a:cubicBezTo>
                <a:cubicBezTo>
                  <a:pt x="614" y="619"/>
                  <a:pt x="614" y="619"/>
                  <a:pt x="614" y="619"/>
                </a:cubicBezTo>
                <a:cubicBezTo>
                  <a:pt x="614" y="619"/>
                  <a:pt x="614" y="619"/>
                  <a:pt x="614" y="619"/>
                </a:cubicBezTo>
                <a:cubicBezTo>
                  <a:pt x="613" y="618"/>
                  <a:pt x="613" y="618"/>
                  <a:pt x="613" y="618"/>
                </a:cubicBezTo>
                <a:cubicBezTo>
                  <a:pt x="613" y="618"/>
                  <a:pt x="613" y="618"/>
                  <a:pt x="613" y="618"/>
                </a:cubicBezTo>
                <a:cubicBezTo>
                  <a:pt x="614" y="616"/>
                  <a:pt x="614" y="616"/>
                  <a:pt x="614" y="616"/>
                </a:cubicBezTo>
                <a:cubicBezTo>
                  <a:pt x="614" y="616"/>
                  <a:pt x="614" y="616"/>
                  <a:pt x="614" y="616"/>
                </a:cubicBezTo>
                <a:cubicBezTo>
                  <a:pt x="614" y="616"/>
                  <a:pt x="614" y="616"/>
                  <a:pt x="614" y="616"/>
                </a:cubicBezTo>
                <a:cubicBezTo>
                  <a:pt x="614" y="616"/>
                  <a:pt x="614" y="616"/>
                  <a:pt x="614" y="616"/>
                </a:cubicBezTo>
                <a:cubicBezTo>
                  <a:pt x="615" y="616"/>
                  <a:pt x="615" y="616"/>
                  <a:pt x="615" y="616"/>
                </a:cubicBezTo>
                <a:cubicBezTo>
                  <a:pt x="615" y="616"/>
                  <a:pt x="615" y="616"/>
                  <a:pt x="615" y="616"/>
                </a:cubicBezTo>
                <a:cubicBezTo>
                  <a:pt x="615" y="616"/>
                  <a:pt x="615" y="616"/>
                  <a:pt x="615" y="616"/>
                </a:cubicBezTo>
                <a:cubicBezTo>
                  <a:pt x="615" y="616"/>
                  <a:pt x="615" y="616"/>
                  <a:pt x="615" y="616"/>
                </a:cubicBezTo>
                <a:cubicBezTo>
                  <a:pt x="616" y="616"/>
                  <a:pt x="616" y="616"/>
                  <a:pt x="616" y="616"/>
                </a:cubicBezTo>
                <a:cubicBezTo>
                  <a:pt x="616" y="616"/>
                  <a:pt x="616" y="616"/>
                  <a:pt x="616" y="616"/>
                </a:cubicBezTo>
                <a:cubicBezTo>
                  <a:pt x="617" y="616"/>
                  <a:pt x="617" y="616"/>
                  <a:pt x="617" y="616"/>
                </a:cubicBezTo>
                <a:cubicBezTo>
                  <a:pt x="617" y="616"/>
                  <a:pt x="617" y="616"/>
                  <a:pt x="617" y="616"/>
                </a:cubicBezTo>
                <a:cubicBezTo>
                  <a:pt x="617" y="616"/>
                  <a:pt x="617" y="616"/>
                  <a:pt x="617" y="616"/>
                </a:cubicBezTo>
                <a:cubicBezTo>
                  <a:pt x="617" y="616"/>
                  <a:pt x="617" y="616"/>
                  <a:pt x="617" y="616"/>
                </a:cubicBezTo>
                <a:cubicBezTo>
                  <a:pt x="618" y="617"/>
                  <a:pt x="618" y="617"/>
                  <a:pt x="618" y="617"/>
                </a:cubicBezTo>
                <a:cubicBezTo>
                  <a:pt x="618" y="617"/>
                  <a:pt x="618" y="617"/>
                  <a:pt x="618" y="617"/>
                </a:cubicBezTo>
                <a:cubicBezTo>
                  <a:pt x="619" y="617"/>
                  <a:pt x="619" y="617"/>
                  <a:pt x="619" y="617"/>
                </a:cubicBezTo>
                <a:cubicBezTo>
                  <a:pt x="619" y="617"/>
                  <a:pt x="619" y="617"/>
                  <a:pt x="619" y="617"/>
                </a:cubicBezTo>
                <a:cubicBezTo>
                  <a:pt x="620" y="618"/>
                  <a:pt x="620" y="618"/>
                  <a:pt x="620" y="618"/>
                </a:cubicBezTo>
                <a:cubicBezTo>
                  <a:pt x="620" y="618"/>
                  <a:pt x="620" y="618"/>
                  <a:pt x="620" y="618"/>
                </a:cubicBezTo>
                <a:cubicBezTo>
                  <a:pt x="620" y="619"/>
                  <a:pt x="620" y="619"/>
                  <a:pt x="620" y="619"/>
                </a:cubicBezTo>
                <a:cubicBezTo>
                  <a:pt x="620" y="619"/>
                  <a:pt x="620" y="619"/>
                  <a:pt x="620" y="619"/>
                </a:cubicBezTo>
                <a:cubicBezTo>
                  <a:pt x="621" y="620"/>
                  <a:pt x="621" y="620"/>
                  <a:pt x="621" y="620"/>
                </a:cubicBezTo>
                <a:cubicBezTo>
                  <a:pt x="621" y="620"/>
                  <a:pt x="621" y="620"/>
                  <a:pt x="621" y="620"/>
                </a:cubicBezTo>
                <a:cubicBezTo>
                  <a:pt x="622" y="621"/>
                  <a:pt x="622" y="621"/>
                  <a:pt x="622" y="621"/>
                </a:cubicBezTo>
                <a:cubicBezTo>
                  <a:pt x="622" y="621"/>
                  <a:pt x="622" y="621"/>
                  <a:pt x="622" y="621"/>
                </a:cubicBezTo>
                <a:cubicBezTo>
                  <a:pt x="622" y="622"/>
                  <a:pt x="622" y="622"/>
                  <a:pt x="622" y="622"/>
                </a:cubicBezTo>
                <a:cubicBezTo>
                  <a:pt x="622" y="622"/>
                  <a:pt x="622" y="622"/>
                  <a:pt x="622" y="622"/>
                </a:cubicBezTo>
                <a:cubicBezTo>
                  <a:pt x="623" y="623"/>
                  <a:pt x="623" y="623"/>
                  <a:pt x="623" y="623"/>
                </a:cubicBezTo>
                <a:cubicBezTo>
                  <a:pt x="623" y="623"/>
                  <a:pt x="623" y="623"/>
                  <a:pt x="623" y="623"/>
                </a:cubicBezTo>
                <a:cubicBezTo>
                  <a:pt x="623" y="625"/>
                  <a:pt x="623" y="625"/>
                  <a:pt x="623" y="625"/>
                </a:cubicBezTo>
                <a:cubicBezTo>
                  <a:pt x="623" y="625"/>
                  <a:pt x="623" y="625"/>
                  <a:pt x="623" y="625"/>
                </a:cubicBezTo>
                <a:cubicBezTo>
                  <a:pt x="622" y="626"/>
                  <a:pt x="622" y="626"/>
                  <a:pt x="622" y="626"/>
                </a:cubicBezTo>
                <a:cubicBezTo>
                  <a:pt x="622" y="626"/>
                  <a:pt x="622" y="626"/>
                  <a:pt x="622" y="626"/>
                </a:cubicBezTo>
                <a:cubicBezTo>
                  <a:pt x="622" y="626"/>
                  <a:pt x="622" y="626"/>
                  <a:pt x="622" y="626"/>
                </a:cubicBezTo>
                <a:cubicBezTo>
                  <a:pt x="622" y="626"/>
                  <a:pt x="622" y="626"/>
                  <a:pt x="622" y="626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2" y="627"/>
                  <a:pt x="622" y="627"/>
                  <a:pt x="622" y="627"/>
                </a:cubicBezTo>
                <a:cubicBezTo>
                  <a:pt x="621" y="628"/>
                  <a:pt x="621" y="628"/>
                  <a:pt x="621" y="628"/>
                </a:cubicBezTo>
                <a:cubicBezTo>
                  <a:pt x="620" y="629"/>
                  <a:pt x="620" y="629"/>
                  <a:pt x="620" y="629"/>
                </a:cubicBezTo>
                <a:cubicBezTo>
                  <a:pt x="620" y="629"/>
                  <a:pt x="620" y="629"/>
                  <a:pt x="620" y="629"/>
                </a:cubicBezTo>
                <a:cubicBezTo>
                  <a:pt x="619" y="630"/>
                  <a:pt x="619" y="630"/>
                  <a:pt x="619" y="630"/>
                </a:cubicBezTo>
                <a:cubicBezTo>
                  <a:pt x="619" y="630"/>
                  <a:pt x="619" y="630"/>
                  <a:pt x="619" y="630"/>
                </a:cubicBezTo>
                <a:cubicBezTo>
                  <a:pt x="618" y="631"/>
                  <a:pt x="618" y="631"/>
                  <a:pt x="618" y="631"/>
                </a:cubicBezTo>
                <a:cubicBezTo>
                  <a:pt x="618" y="631"/>
                  <a:pt x="618" y="631"/>
                  <a:pt x="618" y="631"/>
                </a:cubicBezTo>
                <a:cubicBezTo>
                  <a:pt x="617" y="633"/>
                  <a:pt x="617" y="633"/>
                  <a:pt x="617" y="633"/>
                </a:cubicBezTo>
                <a:cubicBezTo>
                  <a:pt x="617" y="633"/>
                  <a:pt x="617" y="633"/>
                  <a:pt x="617" y="633"/>
                </a:cubicBezTo>
                <a:cubicBezTo>
                  <a:pt x="616" y="634"/>
                  <a:pt x="616" y="634"/>
                  <a:pt x="616" y="634"/>
                </a:cubicBezTo>
                <a:cubicBezTo>
                  <a:pt x="616" y="634"/>
                  <a:pt x="616" y="634"/>
                  <a:pt x="616" y="634"/>
                </a:cubicBezTo>
                <a:cubicBezTo>
                  <a:pt x="615" y="636"/>
                  <a:pt x="615" y="636"/>
                  <a:pt x="615" y="636"/>
                </a:cubicBezTo>
                <a:cubicBezTo>
                  <a:pt x="615" y="636"/>
                  <a:pt x="615" y="636"/>
                  <a:pt x="615" y="636"/>
                </a:cubicBezTo>
                <a:cubicBezTo>
                  <a:pt x="614" y="637"/>
                  <a:pt x="614" y="637"/>
                  <a:pt x="614" y="637"/>
                </a:cubicBezTo>
                <a:cubicBezTo>
                  <a:pt x="614" y="637"/>
                  <a:pt x="614" y="637"/>
                  <a:pt x="614" y="637"/>
                </a:cubicBezTo>
                <a:cubicBezTo>
                  <a:pt x="613" y="638"/>
                  <a:pt x="613" y="638"/>
                  <a:pt x="613" y="638"/>
                </a:cubicBezTo>
                <a:cubicBezTo>
                  <a:pt x="613" y="638"/>
                  <a:pt x="613" y="638"/>
                  <a:pt x="613" y="638"/>
                </a:cubicBezTo>
                <a:cubicBezTo>
                  <a:pt x="609" y="644"/>
                  <a:pt x="609" y="644"/>
                  <a:pt x="609" y="644"/>
                </a:cubicBezTo>
                <a:cubicBezTo>
                  <a:pt x="609" y="644"/>
                  <a:pt x="609" y="644"/>
                  <a:pt x="609" y="644"/>
                </a:cubicBezTo>
                <a:cubicBezTo>
                  <a:pt x="609" y="645"/>
                  <a:pt x="609" y="645"/>
                  <a:pt x="609" y="645"/>
                </a:cubicBezTo>
                <a:cubicBezTo>
                  <a:pt x="609" y="645"/>
                  <a:pt x="609" y="645"/>
                  <a:pt x="609" y="645"/>
                </a:cubicBezTo>
                <a:cubicBezTo>
                  <a:pt x="610" y="645"/>
                  <a:pt x="610" y="645"/>
                  <a:pt x="610" y="645"/>
                </a:cubicBezTo>
                <a:cubicBezTo>
                  <a:pt x="610" y="645"/>
                  <a:pt x="610" y="645"/>
                  <a:pt x="610" y="645"/>
                </a:cubicBezTo>
                <a:cubicBezTo>
                  <a:pt x="611" y="646"/>
                  <a:pt x="611" y="646"/>
                  <a:pt x="611" y="646"/>
                </a:cubicBezTo>
                <a:cubicBezTo>
                  <a:pt x="611" y="646"/>
                  <a:pt x="611" y="646"/>
                  <a:pt x="611" y="646"/>
                </a:cubicBezTo>
                <a:cubicBezTo>
                  <a:pt x="612" y="647"/>
                  <a:pt x="612" y="647"/>
                  <a:pt x="612" y="647"/>
                </a:cubicBezTo>
                <a:cubicBezTo>
                  <a:pt x="612" y="647"/>
                  <a:pt x="612" y="647"/>
                  <a:pt x="612" y="647"/>
                </a:cubicBezTo>
                <a:cubicBezTo>
                  <a:pt x="614" y="647"/>
                  <a:pt x="614" y="647"/>
                  <a:pt x="614" y="647"/>
                </a:cubicBezTo>
                <a:cubicBezTo>
                  <a:pt x="614" y="647"/>
                  <a:pt x="614" y="647"/>
                  <a:pt x="614" y="647"/>
                </a:cubicBezTo>
                <a:cubicBezTo>
                  <a:pt x="615" y="648"/>
                  <a:pt x="615" y="648"/>
                  <a:pt x="615" y="648"/>
                </a:cubicBezTo>
                <a:cubicBezTo>
                  <a:pt x="615" y="648"/>
                  <a:pt x="615" y="648"/>
                  <a:pt x="615" y="648"/>
                </a:cubicBezTo>
                <a:cubicBezTo>
                  <a:pt x="616" y="648"/>
                  <a:pt x="616" y="648"/>
                  <a:pt x="616" y="648"/>
                </a:cubicBezTo>
                <a:cubicBezTo>
                  <a:pt x="616" y="648"/>
                  <a:pt x="616" y="648"/>
                  <a:pt x="616" y="648"/>
                </a:cubicBezTo>
                <a:cubicBezTo>
                  <a:pt x="618" y="647"/>
                  <a:pt x="618" y="647"/>
                  <a:pt x="618" y="647"/>
                </a:cubicBezTo>
                <a:cubicBezTo>
                  <a:pt x="618" y="647"/>
                  <a:pt x="618" y="647"/>
                  <a:pt x="618" y="647"/>
                </a:cubicBezTo>
                <a:cubicBezTo>
                  <a:pt x="619" y="646"/>
                  <a:pt x="619" y="646"/>
                  <a:pt x="619" y="646"/>
                </a:cubicBezTo>
                <a:cubicBezTo>
                  <a:pt x="619" y="646"/>
                  <a:pt x="619" y="646"/>
                  <a:pt x="619" y="646"/>
                </a:cubicBezTo>
                <a:cubicBezTo>
                  <a:pt x="625" y="641"/>
                  <a:pt x="625" y="641"/>
                  <a:pt x="625" y="641"/>
                </a:cubicBezTo>
                <a:cubicBezTo>
                  <a:pt x="625" y="641"/>
                  <a:pt x="625" y="641"/>
                  <a:pt x="625" y="641"/>
                </a:cubicBezTo>
                <a:cubicBezTo>
                  <a:pt x="625" y="641"/>
                  <a:pt x="625" y="641"/>
                  <a:pt x="625" y="641"/>
                </a:cubicBezTo>
                <a:cubicBezTo>
                  <a:pt x="625" y="641"/>
                  <a:pt x="625" y="641"/>
                  <a:pt x="625" y="641"/>
                </a:cubicBezTo>
                <a:cubicBezTo>
                  <a:pt x="625" y="641"/>
                  <a:pt x="625" y="641"/>
                  <a:pt x="625" y="641"/>
                </a:cubicBezTo>
                <a:cubicBezTo>
                  <a:pt x="625" y="641"/>
                  <a:pt x="625" y="641"/>
                  <a:pt x="625" y="641"/>
                </a:cubicBezTo>
                <a:cubicBezTo>
                  <a:pt x="625" y="641"/>
                  <a:pt x="625" y="641"/>
                  <a:pt x="625" y="641"/>
                </a:cubicBezTo>
                <a:cubicBezTo>
                  <a:pt x="625" y="641"/>
                  <a:pt x="625" y="641"/>
                  <a:pt x="625" y="641"/>
                </a:cubicBezTo>
                <a:cubicBezTo>
                  <a:pt x="626" y="641"/>
                  <a:pt x="626" y="641"/>
                  <a:pt x="626" y="641"/>
                </a:cubicBezTo>
                <a:cubicBezTo>
                  <a:pt x="626" y="641"/>
                  <a:pt x="626" y="641"/>
                  <a:pt x="626" y="641"/>
                </a:cubicBezTo>
                <a:cubicBezTo>
                  <a:pt x="626" y="641"/>
                  <a:pt x="626" y="641"/>
                  <a:pt x="626" y="641"/>
                </a:cubicBezTo>
                <a:cubicBezTo>
                  <a:pt x="626" y="641"/>
                  <a:pt x="626" y="641"/>
                  <a:pt x="626" y="641"/>
                </a:cubicBezTo>
                <a:cubicBezTo>
                  <a:pt x="626" y="640"/>
                  <a:pt x="626" y="640"/>
                  <a:pt x="626" y="640"/>
                </a:cubicBezTo>
                <a:cubicBezTo>
                  <a:pt x="626" y="640"/>
                  <a:pt x="626" y="640"/>
                  <a:pt x="626" y="640"/>
                </a:cubicBezTo>
                <a:cubicBezTo>
                  <a:pt x="626" y="640"/>
                  <a:pt x="626" y="640"/>
                  <a:pt x="626" y="640"/>
                </a:cubicBezTo>
                <a:cubicBezTo>
                  <a:pt x="626" y="640"/>
                  <a:pt x="626" y="640"/>
                  <a:pt x="626" y="640"/>
                </a:cubicBezTo>
                <a:cubicBezTo>
                  <a:pt x="627" y="639"/>
                  <a:pt x="627" y="639"/>
                  <a:pt x="627" y="639"/>
                </a:cubicBezTo>
                <a:cubicBezTo>
                  <a:pt x="627" y="639"/>
                  <a:pt x="627" y="639"/>
                  <a:pt x="627" y="639"/>
                </a:cubicBezTo>
                <a:cubicBezTo>
                  <a:pt x="635" y="634"/>
                  <a:pt x="635" y="634"/>
                  <a:pt x="635" y="634"/>
                </a:cubicBezTo>
                <a:cubicBezTo>
                  <a:pt x="635" y="634"/>
                  <a:pt x="635" y="634"/>
                  <a:pt x="635" y="634"/>
                </a:cubicBezTo>
                <a:cubicBezTo>
                  <a:pt x="636" y="634"/>
                  <a:pt x="636" y="634"/>
                  <a:pt x="636" y="634"/>
                </a:cubicBezTo>
                <a:cubicBezTo>
                  <a:pt x="636" y="634"/>
                  <a:pt x="636" y="634"/>
                  <a:pt x="636" y="634"/>
                </a:cubicBezTo>
                <a:cubicBezTo>
                  <a:pt x="637" y="634"/>
                  <a:pt x="637" y="634"/>
                  <a:pt x="637" y="634"/>
                </a:cubicBezTo>
                <a:cubicBezTo>
                  <a:pt x="637" y="634"/>
                  <a:pt x="637" y="634"/>
                  <a:pt x="637" y="634"/>
                </a:cubicBezTo>
                <a:cubicBezTo>
                  <a:pt x="638" y="634"/>
                  <a:pt x="638" y="634"/>
                  <a:pt x="638" y="634"/>
                </a:cubicBezTo>
                <a:cubicBezTo>
                  <a:pt x="638" y="634"/>
                  <a:pt x="638" y="634"/>
                  <a:pt x="638" y="634"/>
                </a:cubicBezTo>
                <a:cubicBezTo>
                  <a:pt x="639" y="635"/>
                  <a:pt x="639" y="635"/>
                  <a:pt x="639" y="635"/>
                </a:cubicBezTo>
                <a:cubicBezTo>
                  <a:pt x="639" y="635"/>
                  <a:pt x="639" y="635"/>
                  <a:pt x="639" y="635"/>
                </a:cubicBezTo>
                <a:cubicBezTo>
                  <a:pt x="639" y="635"/>
                  <a:pt x="639" y="635"/>
                  <a:pt x="639" y="635"/>
                </a:cubicBezTo>
                <a:cubicBezTo>
                  <a:pt x="639" y="635"/>
                  <a:pt x="639" y="635"/>
                  <a:pt x="639" y="635"/>
                </a:cubicBezTo>
                <a:cubicBezTo>
                  <a:pt x="640" y="636"/>
                  <a:pt x="640" y="636"/>
                  <a:pt x="640" y="636"/>
                </a:cubicBezTo>
                <a:cubicBezTo>
                  <a:pt x="640" y="636"/>
                  <a:pt x="640" y="636"/>
                  <a:pt x="640" y="636"/>
                </a:cubicBezTo>
                <a:cubicBezTo>
                  <a:pt x="641" y="636"/>
                  <a:pt x="641" y="636"/>
                  <a:pt x="641" y="636"/>
                </a:cubicBezTo>
                <a:cubicBezTo>
                  <a:pt x="641" y="636"/>
                  <a:pt x="641" y="636"/>
                  <a:pt x="641" y="636"/>
                </a:cubicBezTo>
                <a:cubicBezTo>
                  <a:pt x="643" y="636"/>
                  <a:pt x="643" y="636"/>
                  <a:pt x="643" y="636"/>
                </a:cubicBezTo>
                <a:cubicBezTo>
                  <a:pt x="643" y="636"/>
                  <a:pt x="643" y="636"/>
                  <a:pt x="643" y="636"/>
                </a:cubicBezTo>
                <a:cubicBezTo>
                  <a:pt x="643" y="638"/>
                  <a:pt x="643" y="638"/>
                  <a:pt x="643" y="638"/>
                </a:cubicBezTo>
                <a:cubicBezTo>
                  <a:pt x="643" y="638"/>
                  <a:pt x="643" y="638"/>
                  <a:pt x="643" y="638"/>
                </a:cubicBezTo>
                <a:cubicBezTo>
                  <a:pt x="643" y="639"/>
                  <a:pt x="643" y="639"/>
                  <a:pt x="643" y="639"/>
                </a:cubicBezTo>
                <a:cubicBezTo>
                  <a:pt x="643" y="639"/>
                  <a:pt x="643" y="639"/>
                  <a:pt x="643" y="639"/>
                </a:cubicBezTo>
                <a:cubicBezTo>
                  <a:pt x="642" y="640"/>
                  <a:pt x="642" y="640"/>
                  <a:pt x="642" y="640"/>
                </a:cubicBezTo>
                <a:cubicBezTo>
                  <a:pt x="642" y="640"/>
                  <a:pt x="642" y="640"/>
                  <a:pt x="642" y="640"/>
                </a:cubicBezTo>
                <a:cubicBezTo>
                  <a:pt x="642" y="641"/>
                  <a:pt x="642" y="641"/>
                  <a:pt x="642" y="641"/>
                </a:cubicBezTo>
                <a:cubicBezTo>
                  <a:pt x="642" y="641"/>
                  <a:pt x="642" y="641"/>
                  <a:pt x="642" y="641"/>
                </a:cubicBezTo>
                <a:cubicBezTo>
                  <a:pt x="642" y="643"/>
                  <a:pt x="642" y="643"/>
                  <a:pt x="642" y="643"/>
                </a:cubicBezTo>
                <a:cubicBezTo>
                  <a:pt x="642" y="643"/>
                  <a:pt x="642" y="643"/>
                  <a:pt x="642" y="643"/>
                </a:cubicBezTo>
                <a:cubicBezTo>
                  <a:pt x="642" y="644"/>
                  <a:pt x="642" y="644"/>
                  <a:pt x="642" y="644"/>
                </a:cubicBezTo>
                <a:cubicBezTo>
                  <a:pt x="642" y="644"/>
                  <a:pt x="642" y="644"/>
                  <a:pt x="642" y="644"/>
                </a:cubicBezTo>
                <a:cubicBezTo>
                  <a:pt x="641" y="645"/>
                  <a:pt x="641" y="645"/>
                  <a:pt x="641" y="645"/>
                </a:cubicBezTo>
                <a:cubicBezTo>
                  <a:pt x="641" y="645"/>
                  <a:pt x="641" y="645"/>
                  <a:pt x="641" y="645"/>
                </a:cubicBezTo>
                <a:cubicBezTo>
                  <a:pt x="640" y="646"/>
                  <a:pt x="640" y="646"/>
                  <a:pt x="640" y="646"/>
                </a:cubicBezTo>
                <a:cubicBezTo>
                  <a:pt x="640" y="646"/>
                  <a:pt x="640" y="646"/>
                  <a:pt x="640" y="646"/>
                </a:cubicBezTo>
                <a:cubicBezTo>
                  <a:pt x="639" y="646"/>
                  <a:pt x="639" y="646"/>
                  <a:pt x="639" y="646"/>
                </a:cubicBezTo>
                <a:cubicBezTo>
                  <a:pt x="639" y="646"/>
                  <a:pt x="639" y="646"/>
                  <a:pt x="639" y="646"/>
                </a:cubicBezTo>
                <a:cubicBezTo>
                  <a:pt x="639" y="647"/>
                  <a:pt x="639" y="647"/>
                  <a:pt x="639" y="647"/>
                </a:cubicBezTo>
                <a:cubicBezTo>
                  <a:pt x="639" y="647"/>
                  <a:pt x="639" y="647"/>
                  <a:pt x="639" y="647"/>
                </a:cubicBezTo>
                <a:cubicBezTo>
                  <a:pt x="638" y="647"/>
                  <a:pt x="638" y="647"/>
                  <a:pt x="638" y="647"/>
                </a:cubicBezTo>
                <a:cubicBezTo>
                  <a:pt x="638" y="647"/>
                  <a:pt x="638" y="647"/>
                  <a:pt x="638" y="647"/>
                </a:cubicBezTo>
                <a:cubicBezTo>
                  <a:pt x="638" y="648"/>
                  <a:pt x="638" y="648"/>
                  <a:pt x="638" y="648"/>
                </a:cubicBezTo>
                <a:cubicBezTo>
                  <a:pt x="638" y="648"/>
                  <a:pt x="638" y="648"/>
                  <a:pt x="638" y="648"/>
                </a:cubicBezTo>
                <a:cubicBezTo>
                  <a:pt x="638" y="649"/>
                  <a:pt x="638" y="649"/>
                  <a:pt x="638" y="649"/>
                </a:cubicBezTo>
                <a:cubicBezTo>
                  <a:pt x="638" y="649"/>
                  <a:pt x="638" y="649"/>
                  <a:pt x="638" y="649"/>
                </a:cubicBezTo>
                <a:cubicBezTo>
                  <a:pt x="637" y="649"/>
                  <a:pt x="637" y="649"/>
                  <a:pt x="637" y="649"/>
                </a:cubicBezTo>
                <a:cubicBezTo>
                  <a:pt x="637" y="649"/>
                  <a:pt x="637" y="649"/>
                  <a:pt x="637" y="649"/>
                </a:cubicBezTo>
                <a:cubicBezTo>
                  <a:pt x="636" y="649"/>
                  <a:pt x="636" y="649"/>
                  <a:pt x="636" y="649"/>
                </a:cubicBezTo>
                <a:cubicBezTo>
                  <a:pt x="636" y="649"/>
                  <a:pt x="636" y="649"/>
                  <a:pt x="636" y="649"/>
                </a:cubicBezTo>
                <a:cubicBezTo>
                  <a:pt x="636" y="649"/>
                  <a:pt x="636" y="649"/>
                  <a:pt x="636" y="649"/>
                </a:cubicBezTo>
                <a:cubicBezTo>
                  <a:pt x="636" y="649"/>
                  <a:pt x="636" y="649"/>
                  <a:pt x="636" y="649"/>
                </a:cubicBezTo>
                <a:cubicBezTo>
                  <a:pt x="627" y="662"/>
                  <a:pt x="627" y="662"/>
                  <a:pt x="627" y="662"/>
                </a:cubicBezTo>
                <a:cubicBezTo>
                  <a:pt x="627" y="662"/>
                  <a:pt x="627" y="662"/>
                  <a:pt x="627" y="662"/>
                </a:cubicBezTo>
                <a:cubicBezTo>
                  <a:pt x="623" y="668"/>
                  <a:pt x="623" y="668"/>
                  <a:pt x="623" y="668"/>
                </a:cubicBezTo>
                <a:cubicBezTo>
                  <a:pt x="623" y="668"/>
                  <a:pt x="623" y="668"/>
                  <a:pt x="623" y="668"/>
                </a:cubicBezTo>
                <a:cubicBezTo>
                  <a:pt x="624" y="669"/>
                  <a:pt x="624" y="669"/>
                  <a:pt x="624" y="669"/>
                </a:cubicBezTo>
                <a:cubicBezTo>
                  <a:pt x="624" y="669"/>
                  <a:pt x="624" y="669"/>
                  <a:pt x="624" y="669"/>
                </a:cubicBezTo>
                <a:cubicBezTo>
                  <a:pt x="624" y="669"/>
                  <a:pt x="624" y="669"/>
                  <a:pt x="624" y="669"/>
                </a:cubicBezTo>
                <a:cubicBezTo>
                  <a:pt x="624" y="669"/>
                  <a:pt x="624" y="669"/>
                  <a:pt x="624" y="669"/>
                </a:cubicBezTo>
                <a:cubicBezTo>
                  <a:pt x="625" y="669"/>
                  <a:pt x="625" y="669"/>
                  <a:pt x="625" y="669"/>
                </a:cubicBezTo>
                <a:cubicBezTo>
                  <a:pt x="625" y="669"/>
                  <a:pt x="625" y="669"/>
                  <a:pt x="625" y="669"/>
                </a:cubicBezTo>
                <a:cubicBezTo>
                  <a:pt x="625" y="668"/>
                  <a:pt x="625" y="668"/>
                  <a:pt x="625" y="668"/>
                </a:cubicBezTo>
                <a:cubicBezTo>
                  <a:pt x="625" y="668"/>
                  <a:pt x="625" y="668"/>
                  <a:pt x="625" y="668"/>
                </a:cubicBezTo>
                <a:cubicBezTo>
                  <a:pt x="626" y="668"/>
                  <a:pt x="626" y="668"/>
                  <a:pt x="626" y="668"/>
                </a:cubicBezTo>
                <a:cubicBezTo>
                  <a:pt x="626" y="668"/>
                  <a:pt x="626" y="668"/>
                  <a:pt x="626" y="668"/>
                </a:cubicBezTo>
                <a:cubicBezTo>
                  <a:pt x="626" y="668"/>
                  <a:pt x="626" y="668"/>
                  <a:pt x="626" y="668"/>
                </a:cubicBezTo>
                <a:cubicBezTo>
                  <a:pt x="626" y="668"/>
                  <a:pt x="626" y="668"/>
                  <a:pt x="626" y="668"/>
                </a:cubicBezTo>
                <a:cubicBezTo>
                  <a:pt x="627" y="668"/>
                  <a:pt x="627" y="668"/>
                  <a:pt x="627" y="668"/>
                </a:cubicBezTo>
                <a:cubicBezTo>
                  <a:pt x="627" y="668"/>
                  <a:pt x="627" y="668"/>
                  <a:pt x="627" y="668"/>
                </a:cubicBezTo>
                <a:cubicBezTo>
                  <a:pt x="628" y="668"/>
                  <a:pt x="628" y="668"/>
                  <a:pt x="628" y="668"/>
                </a:cubicBezTo>
                <a:cubicBezTo>
                  <a:pt x="628" y="668"/>
                  <a:pt x="628" y="668"/>
                  <a:pt x="628" y="668"/>
                </a:cubicBezTo>
                <a:cubicBezTo>
                  <a:pt x="628" y="668"/>
                  <a:pt x="628" y="668"/>
                  <a:pt x="628" y="668"/>
                </a:cubicBezTo>
                <a:cubicBezTo>
                  <a:pt x="628" y="668"/>
                  <a:pt x="628" y="668"/>
                  <a:pt x="628" y="668"/>
                </a:cubicBezTo>
                <a:cubicBezTo>
                  <a:pt x="629" y="669"/>
                  <a:pt x="629" y="669"/>
                  <a:pt x="629" y="669"/>
                </a:cubicBezTo>
                <a:cubicBezTo>
                  <a:pt x="629" y="669"/>
                  <a:pt x="629" y="669"/>
                  <a:pt x="629" y="669"/>
                </a:cubicBezTo>
                <a:cubicBezTo>
                  <a:pt x="629" y="669"/>
                  <a:pt x="629" y="669"/>
                  <a:pt x="629" y="669"/>
                </a:cubicBezTo>
                <a:cubicBezTo>
                  <a:pt x="629" y="669"/>
                  <a:pt x="629" y="669"/>
                  <a:pt x="629" y="669"/>
                </a:cubicBezTo>
                <a:cubicBezTo>
                  <a:pt x="629" y="670"/>
                  <a:pt x="629" y="670"/>
                  <a:pt x="629" y="670"/>
                </a:cubicBezTo>
                <a:cubicBezTo>
                  <a:pt x="629" y="670"/>
                  <a:pt x="629" y="670"/>
                  <a:pt x="629" y="670"/>
                </a:cubicBezTo>
                <a:cubicBezTo>
                  <a:pt x="630" y="671"/>
                  <a:pt x="630" y="671"/>
                  <a:pt x="630" y="671"/>
                </a:cubicBezTo>
                <a:cubicBezTo>
                  <a:pt x="630" y="671"/>
                  <a:pt x="630" y="671"/>
                  <a:pt x="630" y="671"/>
                </a:cubicBezTo>
                <a:cubicBezTo>
                  <a:pt x="630" y="672"/>
                  <a:pt x="630" y="672"/>
                  <a:pt x="630" y="672"/>
                </a:cubicBezTo>
                <a:cubicBezTo>
                  <a:pt x="630" y="672"/>
                  <a:pt x="630" y="672"/>
                  <a:pt x="630" y="672"/>
                </a:cubicBezTo>
                <a:cubicBezTo>
                  <a:pt x="630" y="672"/>
                  <a:pt x="630" y="672"/>
                  <a:pt x="630" y="672"/>
                </a:cubicBezTo>
                <a:cubicBezTo>
                  <a:pt x="630" y="672"/>
                  <a:pt x="630" y="672"/>
                  <a:pt x="630" y="672"/>
                </a:cubicBezTo>
                <a:cubicBezTo>
                  <a:pt x="630" y="673"/>
                  <a:pt x="630" y="673"/>
                  <a:pt x="630" y="673"/>
                </a:cubicBezTo>
                <a:cubicBezTo>
                  <a:pt x="630" y="673"/>
                  <a:pt x="630" y="673"/>
                  <a:pt x="630" y="673"/>
                </a:cubicBezTo>
                <a:cubicBezTo>
                  <a:pt x="630" y="674"/>
                  <a:pt x="630" y="674"/>
                  <a:pt x="630" y="674"/>
                </a:cubicBezTo>
                <a:cubicBezTo>
                  <a:pt x="630" y="674"/>
                  <a:pt x="630" y="674"/>
                  <a:pt x="630" y="674"/>
                </a:cubicBezTo>
                <a:cubicBezTo>
                  <a:pt x="623" y="679"/>
                  <a:pt x="623" y="679"/>
                  <a:pt x="623" y="679"/>
                </a:cubicBezTo>
                <a:cubicBezTo>
                  <a:pt x="623" y="679"/>
                  <a:pt x="623" y="679"/>
                  <a:pt x="623" y="679"/>
                </a:cubicBezTo>
                <a:cubicBezTo>
                  <a:pt x="610" y="690"/>
                  <a:pt x="610" y="690"/>
                  <a:pt x="610" y="690"/>
                </a:cubicBezTo>
                <a:cubicBezTo>
                  <a:pt x="610" y="690"/>
                  <a:pt x="610" y="690"/>
                  <a:pt x="610" y="690"/>
                </a:cubicBezTo>
                <a:cubicBezTo>
                  <a:pt x="611" y="691"/>
                  <a:pt x="611" y="691"/>
                  <a:pt x="611" y="691"/>
                </a:cubicBezTo>
                <a:cubicBezTo>
                  <a:pt x="611" y="691"/>
                  <a:pt x="611" y="691"/>
                  <a:pt x="611" y="691"/>
                </a:cubicBezTo>
                <a:cubicBezTo>
                  <a:pt x="617" y="688"/>
                  <a:pt x="617" y="688"/>
                  <a:pt x="617" y="688"/>
                </a:cubicBezTo>
                <a:cubicBezTo>
                  <a:pt x="617" y="688"/>
                  <a:pt x="617" y="688"/>
                  <a:pt x="617" y="688"/>
                </a:cubicBezTo>
                <a:cubicBezTo>
                  <a:pt x="618" y="688"/>
                  <a:pt x="618" y="688"/>
                  <a:pt x="618" y="688"/>
                </a:cubicBezTo>
                <a:cubicBezTo>
                  <a:pt x="618" y="688"/>
                  <a:pt x="618" y="688"/>
                  <a:pt x="618" y="688"/>
                </a:cubicBezTo>
                <a:cubicBezTo>
                  <a:pt x="618" y="688"/>
                  <a:pt x="618" y="688"/>
                  <a:pt x="618" y="688"/>
                </a:cubicBezTo>
                <a:cubicBezTo>
                  <a:pt x="618" y="688"/>
                  <a:pt x="618" y="688"/>
                  <a:pt x="618" y="688"/>
                </a:cubicBezTo>
                <a:cubicBezTo>
                  <a:pt x="619" y="688"/>
                  <a:pt x="619" y="688"/>
                  <a:pt x="619" y="688"/>
                </a:cubicBezTo>
                <a:cubicBezTo>
                  <a:pt x="619" y="688"/>
                  <a:pt x="619" y="688"/>
                  <a:pt x="619" y="688"/>
                </a:cubicBezTo>
                <a:cubicBezTo>
                  <a:pt x="620" y="687"/>
                  <a:pt x="620" y="687"/>
                  <a:pt x="620" y="687"/>
                </a:cubicBezTo>
                <a:cubicBezTo>
                  <a:pt x="620" y="687"/>
                  <a:pt x="620" y="687"/>
                  <a:pt x="620" y="687"/>
                </a:cubicBezTo>
                <a:cubicBezTo>
                  <a:pt x="621" y="688"/>
                  <a:pt x="621" y="688"/>
                  <a:pt x="621" y="688"/>
                </a:cubicBezTo>
                <a:cubicBezTo>
                  <a:pt x="621" y="688"/>
                  <a:pt x="621" y="688"/>
                  <a:pt x="621" y="688"/>
                </a:cubicBezTo>
                <a:cubicBezTo>
                  <a:pt x="621" y="688"/>
                  <a:pt x="621" y="688"/>
                  <a:pt x="621" y="688"/>
                </a:cubicBezTo>
                <a:cubicBezTo>
                  <a:pt x="621" y="688"/>
                  <a:pt x="621" y="688"/>
                  <a:pt x="621" y="688"/>
                </a:cubicBezTo>
                <a:cubicBezTo>
                  <a:pt x="622" y="688"/>
                  <a:pt x="622" y="688"/>
                  <a:pt x="622" y="688"/>
                </a:cubicBezTo>
                <a:cubicBezTo>
                  <a:pt x="622" y="688"/>
                  <a:pt x="622" y="688"/>
                  <a:pt x="622" y="688"/>
                </a:cubicBezTo>
                <a:cubicBezTo>
                  <a:pt x="623" y="688"/>
                  <a:pt x="623" y="688"/>
                  <a:pt x="623" y="688"/>
                </a:cubicBezTo>
                <a:cubicBezTo>
                  <a:pt x="623" y="688"/>
                  <a:pt x="623" y="688"/>
                  <a:pt x="623" y="688"/>
                </a:cubicBezTo>
                <a:cubicBezTo>
                  <a:pt x="623" y="688"/>
                  <a:pt x="623" y="688"/>
                  <a:pt x="623" y="688"/>
                </a:cubicBezTo>
                <a:cubicBezTo>
                  <a:pt x="623" y="688"/>
                  <a:pt x="623" y="688"/>
                  <a:pt x="623" y="688"/>
                </a:cubicBezTo>
                <a:cubicBezTo>
                  <a:pt x="624" y="688"/>
                  <a:pt x="624" y="688"/>
                  <a:pt x="624" y="688"/>
                </a:cubicBezTo>
                <a:cubicBezTo>
                  <a:pt x="624" y="688"/>
                  <a:pt x="624" y="688"/>
                  <a:pt x="624" y="688"/>
                </a:cubicBezTo>
                <a:cubicBezTo>
                  <a:pt x="624" y="688"/>
                  <a:pt x="624" y="688"/>
                  <a:pt x="624" y="688"/>
                </a:cubicBezTo>
                <a:cubicBezTo>
                  <a:pt x="624" y="688"/>
                  <a:pt x="624" y="688"/>
                  <a:pt x="624" y="688"/>
                </a:cubicBezTo>
                <a:cubicBezTo>
                  <a:pt x="624" y="688"/>
                  <a:pt x="624" y="688"/>
                  <a:pt x="624" y="688"/>
                </a:cubicBezTo>
                <a:cubicBezTo>
                  <a:pt x="624" y="688"/>
                  <a:pt x="624" y="688"/>
                  <a:pt x="624" y="688"/>
                </a:cubicBezTo>
                <a:cubicBezTo>
                  <a:pt x="624" y="689"/>
                  <a:pt x="624" y="689"/>
                  <a:pt x="624" y="689"/>
                </a:cubicBezTo>
                <a:cubicBezTo>
                  <a:pt x="624" y="689"/>
                  <a:pt x="624" y="689"/>
                  <a:pt x="624" y="689"/>
                </a:cubicBezTo>
                <a:cubicBezTo>
                  <a:pt x="625" y="689"/>
                  <a:pt x="625" y="689"/>
                  <a:pt x="625" y="689"/>
                </a:cubicBezTo>
                <a:cubicBezTo>
                  <a:pt x="625" y="689"/>
                  <a:pt x="625" y="689"/>
                  <a:pt x="625" y="689"/>
                </a:cubicBezTo>
                <a:cubicBezTo>
                  <a:pt x="625" y="689"/>
                  <a:pt x="625" y="689"/>
                  <a:pt x="625" y="689"/>
                </a:cubicBezTo>
                <a:cubicBezTo>
                  <a:pt x="625" y="689"/>
                  <a:pt x="625" y="689"/>
                  <a:pt x="625" y="689"/>
                </a:cubicBezTo>
                <a:cubicBezTo>
                  <a:pt x="626" y="689"/>
                  <a:pt x="626" y="689"/>
                  <a:pt x="626" y="689"/>
                </a:cubicBezTo>
                <a:cubicBezTo>
                  <a:pt x="626" y="689"/>
                  <a:pt x="626" y="689"/>
                  <a:pt x="626" y="689"/>
                </a:cubicBezTo>
                <a:cubicBezTo>
                  <a:pt x="626" y="690"/>
                  <a:pt x="626" y="690"/>
                  <a:pt x="626" y="690"/>
                </a:cubicBezTo>
                <a:cubicBezTo>
                  <a:pt x="626" y="690"/>
                  <a:pt x="626" y="690"/>
                  <a:pt x="626" y="690"/>
                </a:cubicBezTo>
                <a:cubicBezTo>
                  <a:pt x="626" y="690"/>
                  <a:pt x="626" y="690"/>
                  <a:pt x="626" y="690"/>
                </a:cubicBezTo>
                <a:cubicBezTo>
                  <a:pt x="626" y="690"/>
                  <a:pt x="626" y="690"/>
                  <a:pt x="626" y="690"/>
                </a:cubicBezTo>
                <a:cubicBezTo>
                  <a:pt x="626" y="691"/>
                  <a:pt x="626" y="691"/>
                  <a:pt x="626" y="691"/>
                </a:cubicBezTo>
                <a:cubicBezTo>
                  <a:pt x="626" y="691"/>
                  <a:pt x="626" y="691"/>
                  <a:pt x="626" y="691"/>
                </a:cubicBezTo>
                <a:cubicBezTo>
                  <a:pt x="626" y="692"/>
                  <a:pt x="626" y="692"/>
                  <a:pt x="626" y="692"/>
                </a:cubicBezTo>
                <a:cubicBezTo>
                  <a:pt x="626" y="692"/>
                  <a:pt x="626" y="692"/>
                  <a:pt x="626" y="692"/>
                </a:cubicBezTo>
                <a:cubicBezTo>
                  <a:pt x="625" y="692"/>
                  <a:pt x="625" y="692"/>
                  <a:pt x="625" y="692"/>
                </a:cubicBezTo>
                <a:cubicBezTo>
                  <a:pt x="625" y="692"/>
                  <a:pt x="625" y="692"/>
                  <a:pt x="625" y="692"/>
                </a:cubicBezTo>
                <a:cubicBezTo>
                  <a:pt x="625" y="693"/>
                  <a:pt x="625" y="693"/>
                  <a:pt x="625" y="693"/>
                </a:cubicBezTo>
                <a:cubicBezTo>
                  <a:pt x="625" y="693"/>
                  <a:pt x="625" y="693"/>
                  <a:pt x="625" y="693"/>
                </a:cubicBezTo>
                <a:cubicBezTo>
                  <a:pt x="625" y="694"/>
                  <a:pt x="625" y="694"/>
                  <a:pt x="625" y="694"/>
                </a:cubicBezTo>
                <a:cubicBezTo>
                  <a:pt x="625" y="694"/>
                  <a:pt x="625" y="694"/>
                  <a:pt x="625" y="694"/>
                </a:cubicBezTo>
                <a:cubicBezTo>
                  <a:pt x="624" y="694"/>
                  <a:pt x="624" y="694"/>
                  <a:pt x="624" y="694"/>
                </a:cubicBezTo>
                <a:cubicBezTo>
                  <a:pt x="624" y="694"/>
                  <a:pt x="624" y="694"/>
                  <a:pt x="624" y="694"/>
                </a:cubicBezTo>
                <a:cubicBezTo>
                  <a:pt x="623" y="695"/>
                  <a:pt x="623" y="695"/>
                  <a:pt x="623" y="695"/>
                </a:cubicBezTo>
                <a:cubicBezTo>
                  <a:pt x="623" y="695"/>
                  <a:pt x="623" y="695"/>
                  <a:pt x="623" y="695"/>
                </a:cubicBezTo>
                <a:cubicBezTo>
                  <a:pt x="622" y="695"/>
                  <a:pt x="622" y="695"/>
                  <a:pt x="622" y="695"/>
                </a:cubicBezTo>
                <a:cubicBezTo>
                  <a:pt x="622" y="695"/>
                  <a:pt x="622" y="695"/>
                  <a:pt x="622" y="695"/>
                </a:cubicBezTo>
                <a:cubicBezTo>
                  <a:pt x="621" y="696"/>
                  <a:pt x="621" y="696"/>
                  <a:pt x="621" y="696"/>
                </a:cubicBezTo>
                <a:cubicBezTo>
                  <a:pt x="621" y="696"/>
                  <a:pt x="621" y="696"/>
                  <a:pt x="621" y="696"/>
                </a:cubicBezTo>
                <a:cubicBezTo>
                  <a:pt x="621" y="697"/>
                  <a:pt x="621" y="697"/>
                  <a:pt x="621" y="697"/>
                </a:cubicBezTo>
                <a:cubicBezTo>
                  <a:pt x="621" y="697"/>
                  <a:pt x="621" y="697"/>
                  <a:pt x="621" y="697"/>
                </a:cubicBezTo>
                <a:cubicBezTo>
                  <a:pt x="620" y="698"/>
                  <a:pt x="620" y="698"/>
                  <a:pt x="620" y="698"/>
                </a:cubicBezTo>
                <a:cubicBezTo>
                  <a:pt x="620" y="698"/>
                  <a:pt x="620" y="698"/>
                  <a:pt x="620" y="698"/>
                </a:cubicBezTo>
                <a:cubicBezTo>
                  <a:pt x="619" y="699"/>
                  <a:pt x="619" y="699"/>
                  <a:pt x="619" y="699"/>
                </a:cubicBezTo>
                <a:cubicBezTo>
                  <a:pt x="619" y="699"/>
                  <a:pt x="619" y="699"/>
                  <a:pt x="619" y="699"/>
                </a:cubicBezTo>
                <a:cubicBezTo>
                  <a:pt x="618" y="700"/>
                  <a:pt x="618" y="700"/>
                  <a:pt x="618" y="700"/>
                </a:cubicBezTo>
                <a:cubicBezTo>
                  <a:pt x="618" y="700"/>
                  <a:pt x="618" y="700"/>
                  <a:pt x="618" y="700"/>
                </a:cubicBezTo>
                <a:cubicBezTo>
                  <a:pt x="616" y="700"/>
                  <a:pt x="616" y="700"/>
                  <a:pt x="616" y="700"/>
                </a:cubicBezTo>
                <a:cubicBezTo>
                  <a:pt x="616" y="700"/>
                  <a:pt x="616" y="700"/>
                  <a:pt x="616" y="700"/>
                </a:cubicBezTo>
                <a:cubicBezTo>
                  <a:pt x="616" y="699"/>
                  <a:pt x="616" y="699"/>
                  <a:pt x="616" y="699"/>
                </a:cubicBezTo>
                <a:cubicBezTo>
                  <a:pt x="616" y="699"/>
                  <a:pt x="616" y="699"/>
                  <a:pt x="616" y="699"/>
                </a:cubicBezTo>
                <a:cubicBezTo>
                  <a:pt x="616" y="698"/>
                  <a:pt x="616" y="698"/>
                  <a:pt x="616" y="698"/>
                </a:cubicBezTo>
                <a:cubicBezTo>
                  <a:pt x="616" y="698"/>
                  <a:pt x="616" y="698"/>
                  <a:pt x="616" y="698"/>
                </a:cubicBezTo>
                <a:cubicBezTo>
                  <a:pt x="617" y="697"/>
                  <a:pt x="617" y="697"/>
                  <a:pt x="617" y="697"/>
                </a:cubicBezTo>
                <a:cubicBezTo>
                  <a:pt x="617" y="697"/>
                  <a:pt x="617" y="697"/>
                  <a:pt x="617" y="697"/>
                </a:cubicBezTo>
                <a:cubicBezTo>
                  <a:pt x="618" y="696"/>
                  <a:pt x="618" y="696"/>
                  <a:pt x="618" y="696"/>
                </a:cubicBezTo>
                <a:cubicBezTo>
                  <a:pt x="618" y="696"/>
                  <a:pt x="618" y="696"/>
                  <a:pt x="618" y="696"/>
                </a:cubicBezTo>
                <a:cubicBezTo>
                  <a:pt x="618" y="695"/>
                  <a:pt x="618" y="695"/>
                  <a:pt x="618" y="695"/>
                </a:cubicBezTo>
                <a:cubicBezTo>
                  <a:pt x="618" y="695"/>
                  <a:pt x="618" y="695"/>
                  <a:pt x="618" y="695"/>
                </a:cubicBezTo>
                <a:cubicBezTo>
                  <a:pt x="619" y="695"/>
                  <a:pt x="619" y="695"/>
                  <a:pt x="619" y="695"/>
                </a:cubicBezTo>
                <a:cubicBezTo>
                  <a:pt x="619" y="695"/>
                  <a:pt x="619" y="695"/>
                  <a:pt x="619" y="695"/>
                </a:cubicBezTo>
                <a:cubicBezTo>
                  <a:pt x="619" y="694"/>
                  <a:pt x="619" y="694"/>
                  <a:pt x="619" y="694"/>
                </a:cubicBezTo>
                <a:cubicBezTo>
                  <a:pt x="619" y="694"/>
                  <a:pt x="619" y="694"/>
                  <a:pt x="619" y="694"/>
                </a:cubicBezTo>
                <a:cubicBezTo>
                  <a:pt x="620" y="692"/>
                  <a:pt x="620" y="692"/>
                  <a:pt x="620" y="692"/>
                </a:cubicBezTo>
                <a:cubicBezTo>
                  <a:pt x="620" y="692"/>
                  <a:pt x="620" y="692"/>
                  <a:pt x="620" y="692"/>
                </a:cubicBezTo>
                <a:cubicBezTo>
                  <a:pt x="619" y="692"/>
                  <a:pt x="619" y="692"/>
                  <a:pt x="619" y="692"/>
                </a:cubicBezTo>
                <a:cubicBezTo>
                  <a:pt x="619" y="692"/>
                  <a:pt x="619" y="692"/>
                  <a:pt x="619" y="692"/>
                </a:cubicBezTo>
                <a:cubicBezTo>
                  <a:pt x="619" y="692"/>
                  <a:pt x="619" y="692"/>
                  <a:pt x="619" y="692"/>
                </a:cubicBezTo>
                <a:cubicBezTo>
                  <a:pt x="619" y="692"/>
                  <a:pt x="619" y="692"/>
                  <a:pt x="619" y="692"/>
                </a:cubicBezTo>
                <a:cubicBezTo>
                  <a:pt x="618" y="692"/>
                  <a:pt x="618" y="692"/>
                  <a:pt x="618" y="692"/>
                </a:cubicBezTo>
                <a:cubicBezTo>
                  <a:pt x="618" y="692"/>
                  <a:pt x="618" y="692"/>
                  <a:pt x="618" y="692"/>
                </a:cubicBezTo>
                <a:cubicBezTo>
                  <a:pt x="618" y="692"/>
                  <a:pt x="618" y="692"/>
                  <a:pt x="618" y="692"/>
                </a:cubicBezTo>
                <a:cubicBezTo>
                  <a:pt x="618" y="692"/>
                  <a:pt x="618" y="692"/>
                  <a:pt x="618" y="692"/>
                </a:cubicBezTo>
                <a:cubicBezTo>
                  <a:pt x="617" y="692"/>
                  <a:pt x="617" y="692"/>
                  <a:pt x="617" y="692"/>
                </a:cubicBezTo>
                <a:cubicBezTo>
                  <a:pt x="617" y="692"/>
                  <a:pt x="617" y="692"/>
                  <a:pt x="617" y="692"/>
                </a:cubicBezTo>
                <a:cubicBezTo>
                  <a:pt x="617" y="692"/>
                  <a:pt x="617" y="692"/>
                  <a:pt x="617" y="692"/>
                </a:cubicBezTo>
                <a:cubicBezTo>
                  <a:pt x="617" y="692"/>
                  <a:pt x="617" y="692"/>
                  <a:pt x="617" y="692"/>
                </a:cubicBezTo>
                <a:cubicBezTo>
                  <a:pt x="616" y="692"/>
                  <a:pt x="616" y="692"/>
                  <a:pt x="616" y="692"/>
                </a:cubicBezTo>
                <a:cubicBezTo>
                  <a:pt x="616" y="692"/>
                  <a:pt x="616" y="692"/>
                  <a:pt x="616" y="692"/>
                </a:cubicBezTo>
                <a:cubicBezTo>
                  <a:pt x="616" y="692"/>
                  <a:pt x="616" y="692"/>
                  <a:pt x="616" y="692"/>
                </a:cubicBezTo>
                <a:cubicBezTo>
                  <a:pt x="616" y="692"/>
                  <a:pt x="616" y="692"/>
                  <a:pt x="616" y="692"/>
                </a:cubicBezTo>
                <a:cubicBezTo>
                  <a:pt x="612" y="697"/>
                  <a:pt x="612" y="697"/>
                  <a:pt x="612" y="697"/>
                </a:cubicBezTo>
                <a:cubicBezTo>
                  <a:pt x="612" y="697"/>
                  <a:pt x="612" y="697"/>
                  <a:pt x="612" y="697"/>
                </a:cubicBezTo>
                <a:cubicBezTo>
                  <a:pt x="612" y="701"/>
                  <a:pt x="612" y="701"/>
                  <a:pt x="612" y="701"/>
                </a:cubicBezTo>
                <a:cubicBezTo>
                  <a:pt x="612" y="701"/>
                  <a:pt x="612" y="701"/>
                  <a:pt x="612" y="701"/>
                </a:cubicBezTo>
                <a:cubicBezTo>
                  <a:pt x="613" y="705"/>
                  <a:pt x="613" y="705"/>
                  <a:pt x="613" y="705"/>
                </a:cubicBezTo>
                <a:cubicBezTo>
                  <a:pt x="613" y="705"/>
                  <a:pt x="613" y="705"/>
                  <a:pt x="613" y="705"/>
                </a:cubicBezTo>
                <a:cubicBezTo>
                  <a:pt x="613" y="709"/>
                  <a:pt x="613" y="709"/>
                  <a:pt x="613" y="709"/>
                </a:cubicBezTo>
                <a:cubicBezTo>
                  <a:pt x="613" y="709"/>
                  <a:pt x="613" y="709"/>
                  <a:pt x="613" y="709"/>
                </a:cubicBezTo>
                <a:cubicBezTo>
                  <a:pt x="613" y="712"/>
                  <a:pt x="613" y="712"/>
                  <a:pt x="613" y="712"/>
                </a:cubicBezTo>
                <a:cubicBezTo>
                  <a:pt x="613" y="712"/>
                  <a:pt x="613" y="712"/>
                  <a:pt x="613" y="712"/>
                </a:cubicBezTo>
                <a:cubicBezTo>
                  <a:pt x="613" y="716"/>
                  <a:pt x="613" y="716"/>
                  <a:pt x="613" y="716"/>
                </a:cubicBezTo>
                <a:cubicBezTo>
                  <a:pt x="613" y="716"/>
                  <a:pt x="613" y="716"/>
                  <a:pt x="613" y="716"/>
                </a:cubicBezTo>
                <a:cubicBezTo>
                  <a:pt x="612" y="720"/>
                  <a:pt x="612" y="720"/>
                  <a:pt x="612" y="720"/>
                </a:cubicBezTo>
                <a:cubicBezTo>
                  <a:pt x="612" y="720"/>
                  <a:pt x="612" y="720"/>
                  <a:pt x="612" y="720"/>
                </a:cubicBezTo>
                <a:cubicBezTo>
                  <a:pt x="612" y="724"/>
                  <a:pt x="612" y="724"/>
                  <a:pt x="612" y="724"/>
                </a:cubicBezTo>
                <a:cubicBezTo>
                  <a:pt x="612" y="724"/>
                  <a:pt x="612" y="724"/>
                  <a:pt x="612" y="724"/>
                </a:cubicBezTo>
                <a:cubicBezTo>
                  <a:pt x="612" y="728"/>
                  <a:pt x="612" y="728"/>
                  <a:pt x="612" y="728"/>
                </a:cubicBezTo>
                <a:cubicBezTo>
                  <a:pt x="612" y="728"/>
                  <a:pt x="612" y="728"/>
                  <a:pt x="612" y="728"/>
                </a:cubicBezTo>
                <a:cubicBezTo>
                  <a:pt x="612" y="728"/>
                  <a:pt x="612" y="728"/>
                  <a:pt x="612" y="728"/>
                </a:cubicBezTo>
                <a:cubicBezTo>
                  <a:pt x="612" y="728"/>
                  <a:pt x="612" y="728"/>
                  <a:pt x="612" y="728"/>
                </a:cubicBezTo>
                <a:cubicBezTo>
                  <a:pt x="611" y="728"/>
                  <a:pt x="611" y="728"/>
                  <a:pt x="611" y="728"/>
                </a:cubicBezTo>
                <a:cubicBezTo>
                  <a:pt x="611" y="728"/>
                  <a:pt x="611" y="728"/>
                  <a:pt x="611" y="728"/>
                </a:cubicBezTo>
                <a:cubicBezTo>
                  <a:pt x="611" y="728"/>
                  <a:pt x="611" y="728"/>
                  <a:pt x="611" y="728"/>
                </a:cubicBezTo>
                <a:cubicBezTo>
                  <a:pt x="611" y="728"/>
                  <a:pt x="611" y="728"/>
                  <a:pt x="611" y="728"/>
                </a:cubicBezTo>
                <a:cubicBezTo>
                  <a:pt x="611" y="728"/>
                  <a:pt x="611" y="728"/>
                  <a:pt x="611" y="728"/>
                </a:cubicBezTo>
                <a:cubicBezTo>
                  <a:pt x="611" y="728"/>
                  <a:pt x="611" y="728"/>
                  <a:pt x="611" y="728"/>
                </a:cubicBezTo>
                <a:cubicBezTo>
                  <a:pt x="610" y="728"/>
                  <a:pt x="610" y="728"/>
                  <a:pt x="610" y="728"/>
                </a:cubicBezTo>
                <a:cubicBezTo>
                  <a:pt x="610" y="728"/>
                  <a:pt x="610" y="728"/>
                  <a:pt x="610" y="728"/>
                </a:cubicBezTo>
                <a:cubicBezTo>
                  <a:pt x="610" y="728"/>
                  <a:pt x="610" y="728"/>
                  <a:pt x="610" y="728"/>
                </a:cubicBezTo>
                <a:cubicBezTo>
                  <a:pt x="610" y="728"/>
                  <a:pt x="610" y="728"/>
                  <a:pt x="610" y="728"/>
                </a:cubicBezTo>
                <a:cubicBezTo>
                  <a:pt x="610" y="729"/>
                  <a:pt x="610" y="729"/>
                  <a:pt x="610" y="729"/>
                </a:cubicBezTo>
                <a:cubicBezTo>
                  <a:pt x="610" y="729"/>
                  <a:pt x="610" y="729"/>
                  <a:pt x="610" y="729"/>
                </a:cubicBezTo>
                <a:cubicBezTo>
                  <a:pt x="609" y="729"/>
                  <a:pt x="609" y="729"/>
                  <a:pt x="609" y="729"/>
                </a:cubicBezTo>
                <a:close/>
                <a:moveTo>
                  <a:pt x="176" y="724"/>
                </a:moveTo>
                <a:cubicBezTo>
                  <a:pt x="175" y="724"/>
                  <a:pt x="175" y="724"/>
                  <a:pt x="175" y="724"/>
                </a:cubicBezTo>
                <a:cubicBezTo>
                  <a:pt x="175" y="724"/>
                  <a:pt x="175" y="724"/>
                  <a:pt x="175" y="724"/>
                </a:cubicBezTo>
                <a:cubicBezTo>
                  <a:pt x="175" y="724"/>
                  <a:pt x="175" y="724"/>
                  <a:pt x="175" y="724"/>
                </a:cubicBezTo>
                <a:cubicBezTo>
                  <a:pt x="175" y="724"/>
                  <a:pt x="175" y="724"/>
                  <a:pt x="175" y="724"/>
                </a:cubicBezTo>
                <a:cubicBezTo>
                  <a:pt x="175" y="724"/>
                  <a:pt x="175" y="724"/>
                  <a:pt x="175" y="724"/>
                </a:cubicBezTo>
                <a:cubicBezTo>
                  <a:pt x="175" y="724"/>
                  <a:pt x="175" y="724"/>
                  <a:pt x="175" y="724"/>
                </a:cubicBezTo>
                <a:cubicBezTo>
                  <a:pt x="174" y="724"/>
                  <a:pt x="174" y="724"/>
                  <a:pt x="174" y="724"/>
                </a:cubicBezTo>
                <a:cubicBezTo>
                  <a:pt x="174" y="724"/>
                  <a:pt x="174" y="724"/>
                  <a:pt x="174" y="724"/>
                </a:cubicBezTo>
                <a:cubicBezTo>
                  <a:pt x="174" y="724"/>
                  <a:pt x="174" y="724"/>
                  <a:pt x="174" y="724"/>
                </a:cubicBezTo>
                <a:cubicBezTo>
                  <a:pt x="174" y="724"/>
                  <a:pt x="174" y="724"/>
                  <a:pt x="174" y="724"/>
                </a:cubicBezTo>
                <a:cubicBezTo>
                  <a:pt x="174" y="724"/>
                  <a:pt x="174" y="724"/>
                  <a:pt x="174" y="724"/>
                </a:cubicBezTo>
                <a:cubicBezTo>
                  <a:pt x="174" y="724"/>
                  <a:pt x="174" y="724"/>
                  <a:pt x="174" y="724"/>
                </a:cubicBezTo>
                <a:cubicBezTo>
                  <a:pt x="173" y="724"/>
                  <a:pt x="173" y="724"/>
                  <a:pt x="173" y="724"/>
                </a:cubicBezTo>
                <a:cubicBezTo>
                  <a:pt x="173" y="724"/>
                  <a:pt x="173" y="724"/>
                  <a:pt x="173" y="724"/>
                </a:cubicBezTo>
                <a:cubicBezTo>
                  <a:pt x="173" y="723"/>
                  <a:pt x="173" y="723"/>
                  <a:pt x="173" y="723"/>
                </a:cubicBezTo>
                <a:cubicBezTo>
                  <a:pt x="173" y="723"/>
                  <a:pt x="173" y="723"/>
                  <a:pt x="173" y="723"/>
                </a:cubicBezTo>
                <a:cubicBezTo>
                  <a:pt x="173" y="723"/>
                  <a:pt x="173" y="723"/>
                  <a:pt x="173" y="723"/>
                </a:cubicBezTo>
                <a:cubicBezTo>
                  <a:pt x="173" y="723"/>
                  <a:pt x="173" y="723"/>
                  <a:pt x="173" y="723"/>
                </a:cubicBezTo>
                <a:cubicBezTo>
                  <a:pt x="172" y="722"/>
                  <a:pt x="172" y="722"/>
                  <a:pt x="172" y="722"/>
                </a:cubicBezTo>
                <a:cubicBezTo>
                  <a:pt x="172" y="722"/>
                  <a:pt x="172" y="722"/>
                  <a:pt x="172" y="722"/>
                </a:cubicBezTo>
                <a:cubicBezTo>
                  <a:pt x="172" y="722"/>
                  <a:pt x="172" y="722"/>
                  <a:pt x="172" y="722"/>
                </a:cubicBezTo>
                <a:cubicBezTo>
                  <a:pt x="172" y="722"/>
                  <a:pt x="172" y="722"/>
                  <a:pt x="172" y="722"/>
                </a:cubicBezTo>
                <a:cubicBezTo>
                  <a:pt x="172" y="721"/>
                  <a:pt x="172" y="721"/>
                  <a:pt x="172" y="721"/>
                </a:cubicBezTo>
                <a:cubicBezTo>
                  <a:pt x="172" y="721"/>
                  <a:pt x="172" y="721"/>
                  <a:pt x="172" y="721"/>
                </a:cubicBezTo>
                <a:cubicBezTo>
                  <a:pt x="171" y="720"/>
                  <a:pt x="171" y="720"/>
                  <a:pt x="171" y="720"/>
                </a:cubicBezTo>
                <a:cubicBezTo>
                  <a:pt x="171" y="720"/>
                  <a:pt x="171" y="720"/>
                  <a:pt x="171" y="720"/>
                </a:cubicBezTo>
                <a:cubicBezTo>
                  <a:pt x="171" y="719"/>
                  <a:pt x="171" y="719"/>
                  <a:pt x="171" y="719"/>
                </a:cubicBezTo>
                <a:cubicBezTo>
                  <a:pt x="171" y="719"/>
                  <a:pt x="171" y="719"/>
                  <a:pt x="171" y="719"/>
                </a:cubicBezTo>
                <a:cubicBezTo>
                  <a:pt x="171" y="719"/>
                  <a:pt x="171" y="719"/>
                  <a:pt x="171" y="719"/>
                </a:cubicBezTo>
                <a:cubicBezTo>
                  <a:pt x="171" y="719"/>
                  <a:pt x="171" y="719"/>
                  <a:pt x="171" y="719"/>
                </a:cubicBezTo>
                <a:cubicBezTo>
                  <a:pt x="172" y="718"/>
                  <a:pt x="172" y="718"/>
                  <a:pt x="172" y="718"/>
                </a:cubicBezTo>
                <a:cubicBezTo>
                  <a:pt x="172" y="718"/>
                  <a:pt x="172" y="718"/>
                  <a:pt x="172" y="718"/>
                </a:cubicBezTo>
                <a:cubicBezTo>
                  <a:pt x="175" y="714"/>
                  <a:pt x="175" y="714"/>
                  <a:pt x="175" y="714"/>
                </a:cubicBezTo>
                <a:cubicBezTo>
                  <a:pt x="175" y="714"/>
                  <a:pt x="175" y="714"/>
                  <a:pt x="175" y="714"/>
                </a:cubicBezTo>
                <a:cubicBezTo>
                  <a:pt x="177" y="710"/>
                  <a:pt x="177" y="710"/>
                  <a:pt x="177" y="710"/>
                </a:cubicBezTo>
                <a:cubicBezTo>
                  <a:pt x="177" y="710"/>
                  <a:pt x="177" y="710"/>
                  <a:pt x="177" y="710"/>
                </a:cubicBezTo>
                <a:cubicBezTo>
                  <a:pt x="180" y="706"/>
                  <a:pt x="180" y="706"/>
                  <a:pt x="180" y="706"/>
                </a:cubicBezTo>
                <a:cubicBezTo>
                  <a:pt x="180" y="706"/>
                  <a:pt x="180" y="706"/>
                  <a:pt x="180" y="706"/>
                </a:cubicBezTo>
                <a:cubicBezTo>
                  <a:pt x="183" y="701"/>
                  <a:pt x="183" y="701"/>
                  <a:pt x="183" y="701"/>
                </a:cubicBezTo>
                <a:cubicBezTo>
                  <a:pt x="183" y="701"/>
                  <a:pt x="183" y="701"/>
                  <a:pt x="183" y="701"/>
                </a:cubicBezTo>
                <a:cubicBezTo>
                  <a:pt x="185" y="697"/>
                  <a:pt x="185" y="697"/>
                  <a:pt x="185" y="697"/>
                </a:cubicBezTo>
                <a:cubicBezTo>
                  <a:pt x="185" y="697"/>
                  <a:pt x="185" y="697"/>
                  <a:pt x="185" y="697"/>
                </a:cubicBezTo>
                <a:cubicBezTo>
                  <a:pt x="188" y="693"/>
                  <a:pt x="188" y="693"/>
                  <a:pt x="188" y="693"/>
                </a:cubicBezTo>
                <a:cubicBezTo>
                  <a:pt x="188" y="693"/>
                  <a:pt x="188" y="693"/>
                  <a:pt x="188" y="693"/>
                </a:cubicBezTo>
                <a:cubicBezTo>
                  <a:pt x="191" y="688"/>
                  <a:pt x="191" y="688"/>
                  <a:pt x="191" y="688"/>
                </a:cubicBezTo>
                <a:cubicBezTo>
                  <a:pt x="191" y="688"/>
                  <a:pt x="191" y="688"/>
                  <a:pt x="191" y="688"/>
                </a:cubicBezTo>
                <a:cubicBezTo>
                  <a:pt x="193" y="684"/>
                  <a:pt x="193" y="684"/>
                  <a:pt x="193" y="684"/>
                </a:cubicBezTo>
                <a:cubicBezTo>
                  <a:pt x="193" y="684"/>
                  <a:pt x="193" y="684"/>
                  <a:pt x="193" y="684"/>
                </a:cubicBezTo>
                <a:cubicBezTo>
                  <a:pt x="193" y="684"/>
                  <a:pt x="194" y="684"/>
                  <a:pt x="194" y="684"/>
                </a:cubicBezTo>
                <a:cubicBezTo>
                  <a:pt x="194" y="684"/>
                  <a:pt x="194" y="684"/>
                  <a:pt x="194" y="684"/>
                </a:cubicBezTo>
                <a:cubicBezTo>
                  <a:pt x="194" y="684"/>
                  <a:pt x="194" y="684"/>
                  <a:pt x="194" y="684"/>
                </a:cubicBezTo>
                <a:cubicBezTo>
                  <a:pt x="194" y="684"/>
                  <a:pt x="194" y="684"/>
                  <a:pt x="194" y="684"/>
                </a:cubicBezTo>
                <a:cubicBezTo>
                  <a:pt x="194" y="683"/>
                  <a:pt x="194" y="683"/>
                  <a:pt x="195" y="683"/>
                </a:cubicBezTo>
                <a:cubicBezTo>
                  <a:pt x="195" y="683"/>
                  <a:pt x="195" y="683"/>
                  <a:pt x="195" y="683"/>
                </a:cubicBezTo>
                <a:cubicBezTo>
                  <a:pt x="195" y="683"/>
                  <a:pt x="195" y="682"/>
                  <a:pt x="196" y="682"/>
                </a:cubicBezTo>
                <a:cubicBezTo>
                  <a:pt x="196" y="682"/>
                  <a:pt x="196" y="682"/>
                  <a:pt x="196" y="682"/>
                </a:cubicBezTo>
                <a:cubicBezTo>
                  <a:pt x="196" y="682"/>
                  <a:pt x="196" y="682"/>
                  <a:pt x="196" y="681"/>
                </a:cubicBezTo>
                <a:cubicBezTo>
                  <a:pt x="196" y="681"/>
                  <a:pt x="196" y="681"/>
                  <a:pt x="196" y="681"/>
                </a:cubicBezTo>
                <a:cubicBezTo>
                  <a:pt x="196" y="681"/>
                  <a:pt x="196" y="681"/>
                  <a:pt x="197" y="681"/>
                </a:cubicBezTo>
                <a:cubicBezTo>
                  <a:pt x="197" y="681"/>
                  <a:pt x="197" y="681"/>
                  <a:pt x="197" y="681"/>
                </a:cubicBezTo>
                <a:cubicBezTo>
                  <a:pt x="198" y="679"/>
                  <a:pt x="199" y="677"/>
                  <a:pt x="199" y="676"/>
                </a:cubicBezTo>
                <a:cubicBezTo>
                  <a:pt x="199" y="676"/>
                  <a:pt x="199" y="676"/>
                  <a:pt x="199" y="676"/>
                </a:cubicBezTo>
                <a:cubicBezTo>
                  <a:pt x="199" y="676"/>
                  <a:pt x="199" y="676"/>
                  <a:pt x="199" y="676"/>
                </a:cubicBezTo>
                <a:cubicBezTo>
                  <a:pt x="199" y="676"/>
                  <a:pt x="199" y="676"/>
                  <a:pt x="199" y="676"/>
                </a:cubicBezTo>
                <a:cubicBezTo>
                  <a:pt x="199" y="676"/>
                  <a:pt x="199" y="676"/>
                  <a:pt x="199" y="676"/>
                </a:cubicBezTo>
                <a:cubicBezTo>
                  <a:pt x="199" y="676"/>
                  <a:pt x="199" y="676"/>
                  <a:pt x="199" y="676"/>
                </a:cubicBezTo>
                <a:cubicBezTo>
                  <a:pt x="199" y="675"/>
                  <a:pt x="199" y="675"/>
                  <a:pt x="199" y="675"/>
                </a:cubicBezTo>
                <a:cubicBezTo>
                  <a:pt x="199" y="675"/>
                  <a:pt x="199" y="675"/>
                  <a:pt x="199" y="675"/>
                </a:cubicBezTo>
                <a:cubicBezTo>
                  <a:pt x="199" y="675"/>
                  <a:pt x="199" y="675"/>
                  <a:pt x="199" y="675"/>
                </a:cubicBezTo>
                <a:cubicBezTo>
                  <a:pt x="199" y="675"/>
                  <a:pt x="199" y="675"/>
                  <a:pt x="199" y="675"/>
                </a:cubicBezTo>
                <a:cubicBezTo>
                  <a:pt x="198" y="675"/>
                  <a:pt x="198" y="675"/>
                  <a:pt x="198" y="675"/>
                </a:cubicBezTo>
                <a:cubicBezTo>
                  <a:pt x="198" y="675"/>
                  <a:pt x="198" y="675"/>
                  <a:pt x="198" y="675"/>
                </a:cubicBezTo>
                <a:cubicBezTo>
                  <a:pt x="198" y="675"/>
                  <a:pt x="198" y="675"/>
                  <a:pt x="198" y="675"/>
                </a:cubicBezTo>
                <a:cubicBezTo>
                  <a:pt x="198" y="675"/>
                  <a:pt x="198" y="675"/>
                  <a:pt x="198" y="675"/>
                </a:cubicBezTo>
                <a:cubicBezTo>
                  <a:pt x="198" y="674"/>
                  <a:pt x="198" y="674"/>
                  <a:pt x="198" y="674"/>
                </a:cubicBezTo>
                <a:cubicBezTo>
                  <a:pt x="198" y="674"/>
                  <a:pt x="198" y="674"/>
                  <a:pt x="198" y="674"/>
                </a:cubicBezTo>
                <a:cubicBezTo>
                  <a:pt x="198" y="674"/>
                  <a:pt x="198" y="674"/>
                  <a:pt x="198" y="674"/>
                </a:cubicBezTo>
                <a:cubicBezTo>
                  <a:pt x="198" y="674"/>
                  <a:pt x="198" y="674"/>
                  <a:pt x="198" y="674"/>
                </a:cubicBezTo>
                <a:cubicBezTo>
                  <a:pt x="200" y="672"/>
                  <a:pt x="200" y="672"/>
                  <a:pt x="200" y="672"/>
                </a:cubicBezTo>
                <a:cubicBezTo>
                  <a:pt x="200" y="672"/>
                  <a:pt x="200" y="672"/>
                  <a:pt x="200" y="672"/>
                </a:cubicBezTo>
                <a:cubicBezTo>
                  <a:pt x="202" y="671"/>
                  <a:pt x="202" y="671"/>
                  <a:pt x="202" y="671"/>
                </a:cubicBezTo>
                <a:cubicBezTo>
                  <a:pt x="202" y="671"/>
                  <a:pt x="202" y="671"/>
                  <a:pt x="202" y="671"/>
                </a:cubicBezTo>
                <a:cubicBezTo>
                  <a:pt x="204" y="669"/>
                  <a:pt x="204" y="669"/>
                  <a:pt x="204" y="669"/>
                </a:cubicBezTo>
                <a:cubicBezTo>
                  <a:pt x="204" y="669"/>
                  <a:pt x="204" y="669"/>
                  <a:pt x="204" y="669"/>
                </a:cubicBezTo>
                <a:cubicBezTo>
                  <a:pt x="206" y="667"/>
                  <a:pt x="206" y="667"/>
                  <a:pt x="206" y="667"/>
                </a:cubicBezTo>
                <a:cubicBezTo>
                  <a:pt x="206" y="667"/>
                  <a:pt x="206" y="667"/>
                  <a:pt x="206" y="667"/>
                </a:cubicBezTo>
                <a:cubicBezTo>
                  <a:pt x="207" y="665"/>
                  <a:pt x="207" y="665"/>
                  <a:pt x="207" y="665"/>
                </a:cubicBezTo>
                <a:cubicBezTo>
                  <a:pt x="207" y="665"/>
                  <a:pt x="207" y="665"/>
                  <a:pt x="207" y="665"/>
                </a:cubicBezTo>
                <a:cubicBezTo>
                  <a:pt x="209" y="662"/>
                  <a:pt x="209" y="662"/>
                  <a:pt x="209" y="662"/>
                </a:cubicBezTo>
                <a:cubicBezTo>
                  <a:pt x="209" y="662"/>
                  <a:pt x="209" y="662"/>
                  <a:pt x="209" y="662"/>
                </a:cubicBezTo>
                <a:cubicBezTo>
                  <a:pt x="210" y="660"/>
                  <a:pt x="210" y="660"/>
                  <a:pt x="210" y="660"/>
                </a:cubicBezTo>
                <a:cubicBezTo>
                  <a:pt x="210" y="660"/>
                  <a:pt x="210" y="660"/>
                  <a:pt x="210" y="660"/>
                </a:cubicBezTo>
                <a:cubicBezTo>
                  <a:pt x="212" y="658"/>
                  <a:pt x="212" y="658"/>
                  <a:pt x="212" y="658"/>
                </a:cubicBezTo>
                <a:cubicBezTo>
                  <a:pt x="212" y="658"/>
                  <a:pt x="212" y="658"/>
                  <a:pt x="212" y="658"/>
                </a:cubicBezTo>
                <a:cubicBezTo>
                  <a:pt x="226" y="640"/>
                  <a:pt x="226" y="640"/>
                  <a:pt x="226" y="640"/>
                </a:cubicBezTo>
                <a:cubicBezTo>
                  <a:pt x="226" y="640"/>
                  <a:pt x="226" y="640"/>
                  <a:pt x="226" y="640"/>
                </a:cubicBezTo>
                <a:cubicBezTo>
                  <a:pt x="226" y="640"/>
                  <a:pt x="226" y="640"/>
                  <a:pt x="226" y="640"/>
                </a:cubicBezTo>
                <a:cubicBezTo>
                  <a:pt x="226" y="640"/>
                  <a:pt x="226" y="640"/>
                  <a:pt x="226" y="640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9"/>
                  <a:pt x="226" y="639"/>
                  <a:pt x="226" y="639"/>
                </a:cubicBezTo>
                <a:cubicBezTo>
                  <a:pt x="226" y="638"/>
                  <a:pt x="226" y="638"/>
                  <a:pt x="226" y="638"/>
                </a:cubicBezTo>
                <a:cubicBezTo>
                  <a:pt x="226" y="638"/>
                  <a:pt x="226" y="638"/>
                  <a:pt x="226" y="638"/>
                </a:cubicBezTo>
                <a:cubicBezTo>
                  <a:pt x="226" y="638"/>
                  <a:pt x="226" y="638"/>
                  <a:pt x="226" y="638"/>
                </a:cubicBezTo>
                <a:cubicBezTo>
                  <a:pt x="226" y="638"/>
                  <a:pt x="226" y="638"/>
                  <a:pt x="226" y="638"/>
                </a:cubicBezTo>
                <a:cubicBezTo>
                  <a:pt x="224" y="639"/>
                  <a:pt x="224" y="639"/>
                  <a:pt x="224" y="639"/>
                </a:cubicBezTo>
                <a:cubicBezTo>
                  <a:pt x="224" y="639"/>
                  <a:pt x="224" y="639"/>
                  <a:pt x="224" y="639"/>
                </a:cubicBezTo>
                <a:cubicBezTo>
                  <a:pt x="222" y="640"/>
                  <a:pt x="222" y="640"/>
                  <a:pt x="222" y="640"/>
                </a:cubicBezTo>
                <a:cubicBezTo>
                  <a:pt x="222" y="640"/>
                  <a:pt x="222" y="640"/>
                  <a:pt x="222" y="640"/>
                </a:cubicBezTo>
                <a:cubicBezTo>
                  <a:pt x="220" y="641"/>
                  <a:pt x="220" y="641"/>
                  <a:pt x="220" y="641"/>
                </a:cubicBezTo>
                <a:cubicBezTo>
                  <a:pt x="220" y="641"/>
                  <a:pt x="220" y="641"/>
                  <a:pt x="220" y="641"/>
                </a:cubicBezTo>
                <a:cubicBezTo>
                  <a:pt x="218" y="642"/>
                  <a:pt x="218" y="642"/>
                  <a:pt x="218" y="642"/>
                </a:cubicBezTo>
                <a:cubicBezTo>
                  <a:pt x="218" y="642"/>
                  <a:pt x="218" y="642"/>
                  <a:pt x="218" y="642"/>
                </a:cubicBezTo>
                <a:cubicBezTo>
                  <a:pt x="216" y="643"/>
                  <a:pt x="216" y="643"/>
                  <a:pt x="216" y="643"/>
                </a:cubicBezTo>
                <a:cubicBezTo>
                  <a:pt x="216" y="643"/>
                  <a:pt x="216" y="643"/>
                  <a:pt x="216" y="643"/>
                </a:cubicBezTo>
                <a:cubicBezTo>
                  <a:pt x="214" y="645"/>
                  <a:pt x="214" y="645"/>
                  <a:pt x="214" y="645"/>
                </a:cubicBezTo>
                <a:cubicBezTo>
                  <a:pt x="214" y="645"/>
                  <a:pt x="214" y="645"/>
                  <a:pt x="214" y="645"/>
                </a:cubicBezTo>
                <a:cubicBezTo>
                  <a:pt x="212" y="646"/>
                  <a:pt x="212" y="646"/>
                  <a:pt x="212" y="646"/>
                </a:cubicBezTo>
                <a:cubicBezTo>
                  <a:pt x="212" y="646"/>
                  <a:pt x="212" y="646"/>
                  <a:pt x="212" y="646"/>
                </a:cubicBezTo>
                <a:cubicBezTo>
                  <a:pt x="210" y="647"/>
                  <a:pt x="210" y="647"/>
                  <a:pt x="210" y="647"/>
                </a:cubicBezTo>
                <a:cubicBezTo>
                  <a:pt x="210" y="647"/>
                  <a:pt x="210" y="647"/>
                  <a:pt x="210" y="647"/>
                </a:cubicBezTo>
                <a:cubicBezTo>
                  <a:pt x="209" y="647"/>
                  <a:pt x="209" y="647"/>
                  <a:pt x="209" y="647"/>
                </a:cubicBezTo>
                <a:cubicBezTo>
                  <a:pt x="209" y="647"/>
                  <a:pt x="209" y="647"/>
                  <a:pt x="209" y="647"/>
                </a:cubicBezTo>
                <a:cubicBezTo>
                  <a:pt x="209" y="647"/>
                  <a:pt x="209" y="647"/>
                  <a:pt x="209" y="647"/>
                </a:cubicBezTo>
                <a:cubicBezTo>
                  <a:pt x="209" y="647"/>
                  <a:pt x="209" y="647"/>
                  <a:pt x="209" y="647"/>
                </a:cubicBezTo>
                <a:cubicBezTo>
                  <a:pt x="208" y="647"/>
                  <a:pt x="208" y="647"/>
                  <a:pt x="208" y="647"/>
                </a:cubicBezTo>
                <a:cubicBezTo>
                  <a:pt x="208" y="647"/>
                  <a:pt x="208" y="647"/>
                  <a:pt x="208" y="647"/>
                </a:cubicBezTo>
                <a:cubicBezTo>
                  <a:pt x="208" y="647"/>
                  <a:pt x="208" y="647"/>
                  <a:pt x="208" y="647"/>
                </a:cubicBezTo>
                <a:cubicBezTo>
                  <a:pt x="208" y="647"/>
                  <a:pt x="208" y="647"/>
                  <a:pt x="208" y="647"/>
                </a:cubicBezTo>
                <a:cubicBezTo>
                  <a:pt x="208" y="647"/>
                  <a:pt x="208" y="647"/>
                  <a:pt x="208" y="647"/>
                </a:cubicBezTo>
                <a:cubicBezTo>
                  <a:pt x="208" y="647"/>
                  <a:pt x="208" y="647"/>
                  <a:pt x="208" y="647"/>
                </a:cubicBezTo>
                <a:cubicBezTo>
                  <a:pt x="207" y="647"/>
                  <a:pt x="207" y="647"/>
                  <a:pt x="207" y="647"/>
                </a:cubicBezTo>
                <a:cubicBezTo>
                  <a:pt x="207" y="647"/>
                  <a:pt x="207" y="647"/>
                  <a:pt x="207" y="647"/>
                </a:cubicBezTo>
                <a:cubicBezTo>
                  <a:pt x="207" y="647"/>
                  <a:pt x="207" y="647"/>
                  <a:pt x="207" y="647"/>
                </a:cubicBezTo>
                <a:cubicBezTo>
                  <a:pt x="207" y="647"/>
                  <a:pt x="207" y="647"/>
                  <a:pt x="207" y="647"/>
                </a:cubicBezTo>
                <a:cubicBezTo>
                  <a:pt x="207" y="647"/>
                  <a:pt x="207" y="647"/>
                  <a:pt x="207" y="647"/>
                </a:cubicBezTo>
                <a:cubicBezTo>
                  <a:pt x="207" y="647"/>
                  <a:pt x="207" y="647"/>
                  <a:pt x="207" y="647"/>
                </a:cubicBezTo>
                <a:cubicBezTo>
                  <a:pt x="206" y="647"/>
                  <a:pt x="206" y="647"/>
                  <a:pt x="206" y="647"/>
                </a:cubicBezTo>
                <a:cubicBezTo>
                  <a:pt x="206" y="647"/>
                  <a:pt x="206" y="647"/>
                  <a:pt x="206" y="647"/>
                </a:cubicBezTo>
                <a:cubicBezTo>
                  <a:pt x="206" y="647"/>
                  <a:pt x="206" y="647"/>
                  <a:pt x="206" y="647"/>
                </a:cubicBezTo>
                <a:cubicBezTo>
                  <a:pt x="206" y="647"/>
                  <a:pt x="206" y="647"/>
                  <a:pt x="206" y="647"/>
                </a:cubicBezTo>
                <a:cubicBezTo>
                  <a:pt x="205" y="647"/>
                  <a:pt x="205" y="647"/>
                  <a:pt x="205" y="647"/>
                </a:cubicBezTo>
                <a:cubicBezTo>
                  <a:pt x="205" y="647"/>
                  <a:pt x="205" y="647"/>
                  <a:pt x="205" y="647"/>
                </a:cubicBezTo>
                <a:cubicBezTo>
                  <a:pt x="205" y="646"/>
                  <a:pt x="205" y="646"/>
                  <a:pt x="205" y="646"/>
                </a:cubicBezTo>
                <a:cubicBezTo>
                  <a:pt x="205" y="646"/>
                  <a:pt x="205" y="646"/>
                  <a:pt x="205" y="646"/>
                </a:cubicBezTo>
                <a:cubicBezTo>
                  <a:pt x="204" y="646"/>
                  <a:pt x="204" y="646"/>
                  <a:pt x="204" y="646"/>
                </a:cubicBezTo>
                <a:cubicBezTo>
                  <a:pt x="204" y="646"/>
                  <a:pt x="204" y="646"/>
                  <a:pt x="204" y="646"/>
                </a:cubicBezTo>
                <a:cubicBezTo>
                  <a:pt x="203" y="646"/>
                  <a:pt x="203" y="646"/>
                  <a:pt x="203" y="646"/>
                </a:cubicBezTo>
                <a:cubicBezTo>
                  <a:pt x="203" y="646"/>
                  <a:pt x="203" y="646"/>
                  <a:pt x="203" y="646"/>
                </a:cubicBezTo>
                <a:cubicBezTo>
                  <a:pt x="203" y="646"/>
                  <a:pt x="203" y="646"/>
                  <a:pt x="203" y="646"/>
                </a:cubicBezTo>
                <a:cubicBezTo>
                  <a:pt x="203" y="646"/>
                  <a:pt x="203" y="646"/>
                  <a:pt x="203" y="646"/>
                </a:cubicBezTo>
                <a:cubicBezTo>
                  <a:pt x="203" y="645"/>
                  <a:pt x="203" y="645"/>
                  <a:pt x="203" y="645"/>
                </a:cubicBezTo>
                <a:cubicBezTo>
                  <a:pt x="203" y="645"/>
                  <a:pt x="203" y="645"/>
                  <a:pt x="203" y="645"/>
                </a:cubicBezTo>
                <a:cubicBezTo>
                  <a:pt x="202" y="645"/>
                  <a:pt x="202" y="645"/>
                  <a:pt x="202" y="645"/>
                </a:cubicBezTo>
                <a:cubicBezTo>
                  <a:pt x="202" y="645"/>
                  <a:pt x="202" y="645"/>
                  <a:pt x="202" y="645"/>
                </a:cubicBezTo>
                <a:cubicBezTo>
                  <a:pt x="202" y="645"/>
                  <a:pt x="202" y="645"/>
                  <a:pt x="202" y="645"/>
                </a:cubicBezTo>
                <a:cubicBezTo>
                  <a:pt x="202" y="645"/>
                  <a:pt x="202" y="645"/>
                  <a:pt x="202" y="645"/>
                </a:cubicBezTo>
                <a:cubicBezTo>
                  <a:pt x="201" y="645"/>
                  <a:pt x="201" y="645"/>
                  <a:pt x="201" y="645"/>
                </a:cubicBezTo>
                <a:cubicBezTo>
                  <a:pt x="201" y="645"/>
                  <a:pt x="201" y="645"/>
                  <a:pt x="201" y="645"/>
                </a:cubicBezTo>
                <a:cubicBezTo>
                  <a:pt x="201" y="645"/>
                  <a:pt x="201" y="645"/>
                  <a:pt x="201" y="645"/>
                </a:cubicBezTo>
                <a:cubicBezTo>
                  <a:pt x="201" y="645"/>
                  <a:pt x="201" y="645"/>
                  <a:pt x="201" y="645"/>
                </a:cubicBezTo>
                <a:cubicBezTo>
                  <a:pt x="200" y="645"/>
                  <a:pt x="200" y="645"/>
                  <a:pt x="200" y="645"/>
                </a:cubicBezTo>
                <a:cubicBezTo>
                  <a:pt x="200" y="645"/>
                  <a:pt x="200" y="645"/>
                  <a:pt x="200" y="645"/>
                </a:cubicBezTo>
                <a:cubicBezTo>
                  <a:pt x="200" y="645"/>
                  <a:pt x="200" y="645"/>
                  <a:pt x="200" y="645"/>
                </a:cubicBezTo>
                <a:cubicBezTo>
                  <a:pt x="200" y="645"/>
                  <a:pt x="200" y="645"/>
                  <a:pt x="200" y="645"/>
                </a:cubicBezTo>
                <a:cubicBezTo>
                  <a:pt x="199" y="645"/>
                  <a:pt x="199" y="645"/>
                  <a:pt x="199" y="645"/>
                </a:cubicBezTo>
                <a:cubicBezTo>
                  <a:pt x="199" y="645"/>
                  <a:pt x="199" y="645"/>
                  <a:pt x="199" y="645"/>
                </a:cubicBezTo>
                <a:cubicBezTo>
                  <a:pt x="199" y="644"/>
                  <a:pt x="199" y="644"/>
                  <a:pt x="199" y="644"/>
                </a:cubicBezTo>
                <a:cubicBezTo>
                  <a:pt x="199" y="644"/>
                  <a:pt x="199" y="644"/>
                  <a:pt x="199" y="644"/>
                </a:cubicBezTo>
                <a:cubicBezTo>
                  <a:pt x="199" y="642"/>
                  <a:pt x="199" y="642"/>
                  <a:pt x="199" y="642"/>
                </a:cubicBezTo>
                <a:cubicBezTo>
                  <a:pt x="199" y="642"/>
                  <a:pt x="199" y="642"/>
                  <a:pt x="199" y="642"/>
                </a:cubicBezTo>
                <a:cubicBezTo>
                  <a:pt x="209" y="639"/>
                  <a:pt x="209" y="639"/>
                  <a:pt x="209" y="639"/>
                </a:cubicBezTo>
                <a:cubicBezTo>
                  <a:pt x="209" y="639"/>
                  <a:pt x="209" y="639"/>
                  <a:pt x="209" y="639"/>
                </a:cubicBezTo>
                <a:cubicBezTo>
                  <a:pt x="212" y="639"/>
                  <a:pt x="212" y="639"/>
                  <a:pt x="212" y="639"/>
                </a:cubicBezTo>
                <a:cubicBezTo>
                  <a:pt x="212" y="639"/>
                  <a:pt x="212" y="639"/>
                  <a:pt x="212" y="639"/>
                </a:cubicBezTo>
                <a:cubicBezTo>
                  <a:pt x="215" y="639"/>
                  <a:pt x="215" y="639"/>
                  <a:pt x="215" y="639"/>
                </a:cubicBezTo>
                <a:cubicBezTo>
                  <a:pt x="215" y="639"/>
                  <a:pt x="215" y="639"/>
                  <a:pt x="215" y="639"/>
                </a:cubicBezTo>
                <a:cubicBezTo>
                  <a:pt x="217" y="638"/>
                  <a:pt x="217" y="638"/>
                  <a:pt x="217" y="638"/>
                </a:cubicBezTo>
                <a:cubicBezTo>
                  <a:pt x="217" y="638"/>
                  <a:pt x="217" y="638"/>
                  <a:pt x="217" y="638"/>
                </a:cubicBezTo>
                <a:cubicBezTo>
                  <a:pt x="220" y="637"/>
                  <a:pt x="220" y="637"/>
                  <a:pt x="220" y="637"/>
                </a:cubicBezTo>
                <a:cubicBezTo>
                  <a:pt x="220" y="637"/>
                  <a:pt x="220" y="637"/>
                  <a:pt x="220" y="637"/>
                </a:cubicBezTo>
                <a:cubicBezTo>
                  <a:pt x="223" y="636"/>
                  <a:pt x="223" y="636"/>
                  <a:pt x="223" y="636"/>
                </a:cubicBezTo>
                <a:cubicBezTo>
                  <a:pt x="223" y="636"/>
                  <a:pt x="223" y="636"/>
                  <a:pt x="223" y="636"/>
                </a:cubicBezTo>
                <a:cubicBezTo>
                  <a:pt x="225" y="635"/>
                  <a:pt x="225" y="635"/>
                  <a:pt x="225" y="635"/>
                </a:cubicBezTo>
                <a:cubicBezTo>
                  <a:pt x="225" y="635"/>
                  <a:pt x="225" y="635"/>
                  <a:pt x="225" y="635"/>
                </a:cubicBezTo>
                <a:cubicBezTo>
                  <a:pt x="228" y="634"/>
                  <a:pt x="228" y="634"/>
                  <a:pt x="228" y="634"/>
                </a:cubicBezTo>
                <a:cubicBezTo>
                  <a:pt x="228" y="634"/>
                  <a:pt x="228" y="634"/>
                  <a:pt x="228" y="634"/>
                </a:cubicBezTo>
                <a:cubicBezTo>
                  <a:pt x="231" y="632"/>
                  <a:pt x="231" y="632"/>
                  <a:pt x="231" y="632"/>
                </a:cubicBezTo>
                <a:cubicBezTo>
                  <a:pt x="231" y="632"/>
                  <a:pt x="231" y="632"/>
                  <a:pt x="231" y="632"/>
                </a:cubicBezTo>
                <a:cubicBezTo>
                  <a:pt x="231" y="632"/>
                  <a:pt x="231" y="632"/>
                  <a:pt x="231" y="632"/>
                </a:cubicBezTo>
                <a:cubicBezTo>
                  <a:pt x="231" y="632"/>
                  <a:pt x="231" y="632"/>
                  <a:pt x="231" y="632"/>
                </a:cubicBezTo>
                <a:cubicBezTo>
                  <a:pt x="231" y="632"/>
                  <a:pt x="231" y="632"/>
                  <a:pt x="231" y="632"/>
                </a:cubicBezTo>
                <a:cubicBezTo>
                  <a:pt x="231" y="632"/>
                  <a:pt x="231" y="632"/>
                  <a:pt x="231" y="632"/>
                </a:cubicBezTo>
                <a:cubicBezTo>
                  <a:pt x="232" y="632"/>
                  <a:pt x="232" y="632"/>
                  <a:pt x="232" y="632"/>
                </a:cubicBezTo>
                <a:cubicBezTo>
                  <a:pt x="232" y="632"/>
                  <a:pt x="232" y="632"/>
                  <a:pt x="232" y="632"/>
                </a:cubicBezTo>
                <a:cubicBezTo>
                  <a:pt x="232" y="632"/>
                  <a:pt x="232" y="632"/>
                  <a:pt x="232" y="632"/>
                </a:cubicBezTo>
                <a:cubicBezTo>
                  <a:pt x="232" y="632"/>
                  <a:pt x="232" y="632"/>
                  <a:pt x="232" y="632"/>
                </a:cubicBezTo>
                <a:cubicBezTo>
                  <a:pt x="232" y="632"/>
                  <a:pt x="232" y="632"/>
                  <a:pt x="232" y="632"/>
                </a:cubicBezTo>
                <a:cubicBezTo>
                  <a:pt x="232" y="632"/>
                  <a:pt x="232" y="632"/>
                  <a:pt x="232" y="632"/>
                </a:cubicBezTo>
                <a:cubicBezTo>
                  <a:pt x="233" y="632"/>
                  <a:pt x="233" y="632"/>
                  <a:pt x="233" y="632"/>
                </a:cubicBezTo>
                <a:cubicBezTo>
                  <a:pt x="233" y="632"/>
                  <a:pt x="233" y="632"/>
                  <a:pt x="233" y="632"/>
                </a:cubicBezTo>
                <a:cubicBezTo>
                  <a:pt x="233" y="632"/>
                  <a:pt x="233" y="632"/>
                  <a:pt x="233" y="632"/>
                </a:cubicBezTo>
                <a:cubicBezTo>
                  <a:pt x="233" y="632"/>
                  <a:pt x="233" y="632"/>
                  <a:pt x="233" y="632"/>
                </a:cubicBezTo>
                <a:cubicBezTo>
                  <a:pt x="233" y="632"/>
                  <a:pt x="233" y="632"/>
                  <a:pt x="233" y="632"/>
                </a:cubicBezTo>
                <a:cubicBezTo>
                  <a:pt x="233" y="632"/>
                  <a:pt x="233" y="632"/>
                  <a:pt x="233" y="632"/>
                </a:cubicBezTo>
                <a:cubicBezTo>
                  <a:pt x="233" y="632"/>
                  <a:pt x="233" y="632"/>
                  <a:pt x="233" y="632"/>
                </a:cubicBezTo>
                <a:cubicBezTo>
                  <a:pt x="233" y="632"/>
                  <a:pt x="233" y="632"/>
                  <a:pt x="233" y="632"/>
                </a:cubicBezTo>
                <a:cubicBezTo>
                  <a:pt x="233" y="633"/>
                  <a:pt x="233" y="633"/>
                  <a:pt x="233" y="633"/>
                </a:cubicBezTo>
                <a:cubicBezTo>
                  <a:pt x="233" y="633"/>
                  <a:pt x="233" y="633"/>
                  <a:pt x="233" y="633"/>
                </a:cubicBezTo>
                <a:cubicBezTo>
                  <a:pt x="233" y="633"/>
                  <a:pt x="233" y="633"/>
                  <a:pt x="233" y="633"/>
                </a:cubicBezTo>
                <a:cubicBezTo>
                  <a:pt x="233" y="633"/>
                  <a:pt x="233" y="633"/>
                  <a:pt x="233" y="633"/>
                </a:cubicBezTo>
                <a:cubicBezTo>
                  <a:pt x="234" y="633"/>
                  <a:pt x="234" y="633"/>
                  <a:pt x="234" y="633"/>
                </a:cubicBezTo>
                <a:cubicBezTo>
                  <a:pt x="234" y="633"/>
                  <a:pt x="234" y="633"/>
                  <a:pt x="234" y="633"/>
                </a:cubicBezTo>
                <a:cubicBezTo>
                  <a:pt x="234" y="633"/>
                  <a:pt x="234" y="633"/>
                  <a:pt x="234" y="633"/>
                </a:cubicBezTo>
                <a:cubicBezTo>
                  <a:pt x="234" y="633"/>
                  <a:pt x="234" y="633"/>
                  <a:pt x="234" y="633"/>
                </a:cubicBezTo>
                <a:cubicBezTo>
                  <a:pt x="234" y="633"/>
                  <a:pt x="234" y="633"/>
                  <a:pt x="234" y="633"/>
                </a:cubicBezTo>
                <a:cubicBezTo>
                  <a:pt x="234" y="633"/>
                  <a:pt x="234" y="633"/>
                  <a:pt x="234" y="633"/>
                </a:cubicBezTo>
                <a:cubicBezTo>
                  <a:pt x="234" y="634"/>
                  <a:pt x="234" y="634"/>
                  <a:pt x="234" y="634"/>
                </a:cubicBezTo>
                <a:cubicBezTo>
                  <a:pt x="234" y="634"/>
                  <a:pt x="234" y="634"/>
                  <a:pt x="234" y="634"/>
                </a:cubicBezTo>
                <a:cubicBezTo>
                  <a:pt x="235" y="634"/>
                  <a:pt x="235" y="634"/>
                  <a:pt x="235" y="634"/>
                </a:cubicBezTo>
                <a:cubicBezTo>
                  <a:pt x="235" y="634"/>
                  <a:pt x="235" y="634"/>
                  <a:pt x="235" y="634"/>
                </a:cubicBezTo>
                <a:cubicBezTo>
                  <a:pt x="235" y="634"/>
                  <a:pt x="235" y="634"/>
                  <a:pt x="235" y="634"/>
                </a:cubicBezTo>
                <a:cubicBezTo>
                  <a:pt x="235" y="634"/>
                  <a:pt x="235" y="634"/>
                  <a:pt x="235" y="634"/>
                </a:cubicBezTo>
                <a:cubicBezTo>
                  <a:pt x="235" y="634"/>
                  <a:pt x="235" y="634"/>
                  <a:pt x="235" y="634"/>
                </a:cubicBezTo>
                <a:cubicBezTo>
                  <a:pt x="235" y="634"/>
                  <a:pt x="235" y="634"/>
                  <a:pt x="235" y="634"/>
                </a:cubicBezTo>
                <a:cubicBezTo>
                  <a:pt x="235" y="634"/>
                  <a:pt x="235" y="634"/>
                  <a:pt x="235" y="634"/>
                </a:cubicBezTo>
                <a:cubicBezTo>
                  <a:pt x="235" y="634"/>
                  <a:pt x="235" y="634"/>
                  <a:pt x="235" y="634"/>
                </a:cubicBezTo>
                <a:cubicBezTo>
                  <a:pt x="235" y="635"/>
                  <a:pt x="235" y="635"/>
                  <a:pt x="235" y="635"/>
                </a:cubicBezTo>
                <a:cubicBezTo>
                  <a:pt x="235" y="635"/>
                  <a:pt x="235" y="635"/>
                  <a:pt x="235" y="635"/>
                </a:cubicBezTo>
                <a:cubicBezTo>
                  <a:pt x="235" y="635"/>
                  <a:pt x="235" y="635"/>
                  <a:pt x="235" y="635"/>
                </a:cubicBezTo>
                <a:cubicBezTo>
                  <a:pt x="235" y="635"/>
                  <a:pt x="235" y="635"/>
                  <a:pt x="235" y="635"/>
                </a:cubicBezTo>
                <a:cubicBezTo>
                  <a:pt x="235" y="635"/>
                  <a:pt x="235" y="635"/>
                  <a:pt x="235" y="635"/>
                </a:cubicBezTo>
                <a:cubicBezTo>
                  <a:pt x="235" y="635"/>
                  <a:pt x="235" y="635"/>
                  <a:pt x="235" y="635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6"/>
                  <a:pt x="235" y="636"/>
                  <a:pt x="235" y="636"/>
                </a:cubicBezTo>
                <a:cubicBezTo>
                  <a:pt x="235" y="637"/>
                  <a:pt x="235" y="637"/>
                  <a:pt x="235" y="637"/>
                </a:cubicBezTo>
                <a:cubicBezTo>
                  <a:pt x="235" y="637"/>
                  <a:pt x="235" y="637"/>
                  <a:pt x="235" y="637"/>
                </a:cubicBezTo>
                <a:cubicBezTo>
                  <a:pt x="235" y="637"/>
                  <a:pt x="235" y="637"/>
                  <a:pt x="235" y="637"/>
                </a:cubicBezTo>
                <a:cubicBezTo>
                  <a:pt x="235" y="637"/>
                  <a:pt x="235" y="637"/>
                  <a:pt x="235" y="637"/>
                </a:cubicBezTo>
                <a:cubicBezTo>
                  <a:pt x="236" y="637"/>
                  <a:pt x="236" y="637"/>
                  <a:pt x="236" y="637"/>
                </a:cubicBezTo>
                <a:cubicBezTo>
                  <a:pt x="236" y="637"/>
                  <a:pt x="236" y="637"/>
                  <a:pt x="236" y="637"/>
                </a:cubicBezTo>
                <a:cubicBezTo>
                  <a:pt x="236" y="637"/>
                  <a:pt x="236" y="637"/>
                  <a:pt x="236" y="637"/>
                </a:cubicBezTo>
                <a:cubicBezTo>
                  <a:pt x="236" y="637"/>
                  <a:pt x="236" y="637"/>
                  <a:pt x="236" y="637"/>
                </a:cubicBezTo>
                <a:cubicBezTo>
                  <a:pt x="236" y="638"/>
                  <a:pt x="236" y="638"/>
                  <a:pt x="236" y="638"/>
                </a:cubicBezTo>
                <a:cubicBezTo>
                  <a:pt x="236" y="638"/>
                  <a:pt x="236" y="638"/>
                  <a:pt x="236" y="638"/>
                </a:cubicBezTo>
                <a:cubicBezTo>
                  <a:pt x="235" y="638"/>
                  <a:pt x="235" y="638"/>
                  <a:pt x="235" y="638"/>
                </a:cubicBezTo>
                <a:cubicBezTo>
                  <a:pt x="235" y="638"/>
                  <a:pt x="235" y="638"/>
                  <a:pt x="235" y="638"/>
                </a:cubicBezTo>
                <a:cubicBezTo>
                  <a:pt x="235" y="639"/>
                  <a:pt x="235" y="639"/>
                  <a:pt x="235" y="639"/>
                </a:cubicBezTo>
                <a:cubicBezTo>
                  <a:pt x="235" y="639"/>
                  <a:pt x="235" y="639"/>
                  <a:pt x="235" y="639"/>
                </a:cubicBezTo>
                <a:cubicBezTo>
                  <a:pt x="235" y="639"/>
                  <a:pt x="235" y="639"/>
                  <a:pt x="235" y="639"/>
                </a:cubicBezTo>
                <a:cubicBezTo>
                  <a:pt x="235" y="639"/>
                  <a:pt x="235" y="639"/>
                  <a:pt x="235" y="639"/>
                </a:cubicBezTo>
                <a:cubicBezTo>
                  <a:pt x="234" y="639"/>
                  <a:pt x="234" y="639"/>
                  <a:pt x="234" y="639"/>
                </a:cubicBezTo>
                <a:cubicBezTo>
                  <a:pt x="234" y="639"/>
                  <a:pt x="234" y="639"/>
                  <a:pt x="234" y="639"/>
                </a:cubicBezTo>
                <a:cubicBezTo>
                  <a:pt x="234" y="639"/>
                  <a:pt x="234" y="639"/>
                  <a:pt x="234" y="639"/>
                </a:cubicBezTo>
                <a:cubicBezTo>
                  <a:pt x="234" y="639"/>
                  <a:pt x="234" y="639"/>
                  <a:pt x="234" y="639"/>
                </a:cubicBezTo>
                <a:cubicBezTo>
                  <a:pt x="234" y="640"/>
                  <a:pt x="234" y="640"/>
                  <a:pt x="234" y="640"/>
                </a:cubicBezTo>
                <a:cubicBezTo>
                  <a:pt x="234" y="640"/>
                  <a:pt x="234" y="640"/>
                  <a:pt x="234" y="640"/>
                </a:cubicBezTo>
                <a:cubicBezTo>
                  <a:pt x="234" y="640"/>
                  <a:pt x="234" y="640"/>
                  <a:pt x="234" y="640"/>
                </a:cubicBezTo>
                <a:cubicBezTo>
                  <a:pt x="234" y="640"/>
                  <a:pt x="234" y="640"/>
                  <a:pt x="234" y="640"/>
                </a:cubicBezTo>
                <a:cubicBezTo>
                  <a:pt x="234" y="640"/>
                  <a:pt x="234" y="640"/>
                  <a:pt x="234" y="640"/>
                </a:cubicBezTo>
                <a:cubicBezTo>
                  <a:pt x="234" y="640"/>
                  <a:pt x="234" y="640"/>
                  <a:pt x="234" y="640"/>
                </a:cubicBezTo>
                <a:cubicBezTo>
                  <a:pt x="229" y="642"/>
                  <a:pt x="229" y="642"/>
                  <a:pt x="229" y="642"/>
                </a:cubicBezTo>
                <a:cubicBezTo>
                  <a:pt x="229" y="642"/>
                  <a:pt x="229" y="642"/>
                  <a:pt x="229" y="642"/>
                </a:cubicBezTo>
                <a:cubicBezTo>
                  <a:pt x="226" y="645"/>
                  <a:pt x="226" y="645"/>
                  <a:pt x="226" y="645"/>
                </a:cubicBezTo>
                <a:cubicBezTo>
                  <a:pt x="226" y="645"/>
                  <a:pt x="226" y="645"/>
                  <a:pt x="226" y="645"/>
                </a:cubicBezTo>
                <a:cubicBezTo>
                  <a:pt x="223" y="648"/>
                  <a:pt x="223" y="648"/>
                  <a:pt x="223" y="648"/>
                </a:cubicBezTo>
                <a:cubicBezTo>
                  <a:pt x="223" y="648"/>
                  <a:pt x="223" y="648"/>
                  <a:pt x="223" y="648"/>
                </a:cubicBezTo>
                <a:cubicBezTo>
                  <a:pt x="220" y="652"/>
                  <a:pt x="220" y="652"/>
                  <a:pt x="220" y="652"/>
                </a:cubicBezTo>
                <a:cubicBezTo>
                  <a:pt x="220" y="652"/>
                  <a:pt x="220" y="652"/>
                  <a:pt x="220" y="652"/>
                </a:cubicBezTo>
                <a:cubicBezTo>
                  <a:pt x="217" y="656"/>
                  <a:pt x="217" y="656"/>
                  <a:pt x="217" y="656"/>
                </a:cubicBezTo>
                <a:cubicBezTo>
                  <a:pt x="217" y="656"/>
                  <a:pt x="217" y="656"/>
                  <a:pt x="217" y="656"/>
                </a:cubicBezTo>
                <a:cubicBezTo>
                  <a:pt x="215" y="659"/>
                  <a:pt x="215" y="659"/>
                  <a:pt x="215" y="659"/>
                </a:cubicBezTo>
                <a:cubicBezTo>
                  <a:pt x="215" y="659"/>
                  <a:pt x="215" y="659"/>
                  <a:pt x="215" y="659"/>
                </a:cubicBezTo>
                <a:cubicBezTo>
                  <a:pt x="212" y="663"/>
                  <a:pt x="212" y="663"/>
                  <a:pt x="212" y="663"/>
                </a:cubicBezTo>
                <a:cubicBezTo>
                  <a:pt x="212" y="663"/>
                  <a:pt x="212" y="663"/>
                  <a:pt x="212" y="663"/>
                </a:cubicBezTo>
                <a:cubicBezTo>
                  <a:pt x="209" y="667"/>
                  <a:pt x="209" y="667"/>
                  <a:pt x="209" y="667"/>
                </a:cubicBezTo>
                <a:cubicBezTo>
                  <a:pt x="209" y="667"/>
                  <a:pt x="209" y="667"/>
                  <a:pt x="209" y="667"/>
                </a:cubicBezTo>
                <a:cubicBezTo>
                  <a:pt x="209" y="667"/>
                  <a:pt x="209" y="667"/>
                  <a:pt x="209" y="667"/>
                </a:cubicBezTo>
                <a:cubicBezTo>
                  <a:pt x="209" y="667"/>
                  <a:pt x="209" y="667"/>
                  <a:pt x="209" y="667"/>
                </a:cubicBezTo>
                <a:cubicBezTo>
                  <a:pt x="209" y="667"/>
                  <a:pt x="209" y="667"/>
                  <a:pt x="209" y="667"/>
                </a:cubicBezTo>
                <a:cubicBezTo>
                  <a:pt x="209" y="667"/>
                  <a:pt x="209" y="667"/>
                  <a:pt x="209" y="667"/>
                </a:cubicBezTo>
                <a:cubicBezTo>
                  <a:pt x="209" y="667"/>
                  <a:pt x="209" y="667"/>
                  <a:pt x="209" y="667"/>
                </a:cubicBezTo>
                <a:cubicBezTo>
                  <a:pt x="209" y="667"/>
                  <a:pt x="209" y="667"/>
                  <a:pt x="209" y="667"/>
                </a:cubicBezTo>
                <a:cubicBezTo>
                  <a:pt x="210" y="667"/>
                  <a:pt x="210" y="667"/>
                  <a:pt x="210" y="667"/>
                </a:cubicBezTo>
                <a:cubicBezTo>
                  <a:pt x="210" y="667"/>
                  <a:pt x="210" y="667"/>
                  <a:pt x="210" y="667"/>
                </a:cubicBezTo>
                <a:cubicBezTo>
                  <a:pt x="210" y="667"/>
                  <a:pt x="210" y="667"/>
                  <a:pt x="210" y="667"/>
                </a:cubicBezTo>
                <a:cubicBezTo>
                  <a:pt x="210" y="667"/>
                  <a:pt x="210" y="667"/>
                  <a:pt x="210" y="667"/>
                </a:cubicBezTo>
                <a:cubicBezTo>
                  <a:pt x="210" y="667"/>
                  <a:pt x="210" y="667"/>
                  <a:pt x="210" y="667"/>
                </a:cubicBezTo>
                <a:cubicBezTo>
                  <a:pt x="210" y="667"/>
                  <a:pt x="210" y="667"/>
                  <a:pt x="210" y="667"/>
                </a:cubicBezTo>
                <a:cubicBezTo>
                  <a:pt x="210" y="667"/>
                  <a:pt x="210" y="667"/>
                  <a:pt x="210" y="667"/>
                </a:cubicBezTo>
                <a:cubicBezTo>
                  <a:pt x="210" y="667"/>
                  <a:pt x="210" y="667"/>
                  <a:pt x="210" y="667"/>
                </a:cubicBezTo>
                <a:cubicBezTo>
                  <a:pt x="211" y="667"/>
                  <a:pt x="211" y="667"/>
                  <a:pt x="211" y="667"/>
                </a:cubicBezTo>
                <a:cubicBezTo>
                  <a:pt x="211" y="667"/>
                  <a:pt x="211" y="667"/>
                  <a:pt x="211" y="667"/>
                </a:cubicBezTo>
                <a:cubicBezTo>
                  <a:pt x="222" y="661"/>
                  <a:pt x="222" y="661"/>
                  <a:pt x="222" y="661"/>
                </a:cubicBezTo>
                <a:cubicBezTo>
                  <a:pt x="222" y="661"/>
                  <a:pt x="222" y="661"/>
                  <a:pt x="222" y="661"/>
                </a:cubicBezTo>
                <a:cubicBezTo>
                  <a:pt x="222" y="659"/>
                  <a:pt x="222" y="659"/>
                  <a:pt x="222" y="659"/>
                </a:cubicBezTo>
                <a:cubicBezTo>
                  <a:pt x="222" y="659"/>
                  <a:pt x="222" y="659"/>
                  <a:pt x="222" y="659"/>
                </a:cubicBezTo>
                <a:cubicBezTo>
                  <a:pt x="222" y="653"/>
                  <a:pt x="222" y="653"/>
                  <a:pt x="222" y="653"/>
                </a:cubicBezTo>
                <a:cubicBezTo>
                  <a:pt x="222" y="653"/>
                  <a:pt x="222" y="653"/>
                  <a:pt x="222" y="653"/>
                </a:cubicBezTo>
                <a:cubicBezTo>
                  <a:pt x="223" y="652"/>
                  <a:pt x="223" y="652"/>
                  <a:pt x="223" y="652"/>
                </a:cubicBezTo>
                <a:cubicBezTo>
                  <a:pt x="223" y="652"/>
                  <a:pt x="223" y="652"/>
                  <a:pt x="223" y="652"/>
                </a:cubicBezTo>
                <a:cubicBezTo>
                  <a:pt x="224" y="652"/>
                  <a:pt x="224" y="652"/>
                  <a:pt x="224" y="652"/>
                </a:cubicBezTo>
                <a:cubicBezTo>
                  <a:pt x="224" y="652"/>
                  <a:pt x="224" y="652"/>
                  <a:pt x="224" y="652"/>
                </a:cubicBezTo>
                <a:cubicBezTo>
                  <a:pt x="224" y="652"/>
                  <a:pt x="224" y="652"/>
                  <a:pt x="224" y="652"/>
                </a:cubicBezTo>
                <a:cubicBezTo>
                  <a:pt x="224" y="652"/>
                  <a:pt x="224" y="652"/>
                  <a:pt x="224" y="652"/>
                </a:cubicBezTo>
                <a:cubicBezTo>
                  <a:pt x="224" y="652"/>
                  <a:pt x="224" y="652"/>
                  <a:pt x="224" y="652"/>
                </a:cubicBezTo>
                <a:cubicBezTo>
                  <a:pt x="224" y="652"/>
                  <a:pt x="224" y="652"/>
                  <a:pt x="224" y="652"/>
                </a:cubicBezTo>
                <a:cubicBezTo>
                  <a:pt x="225" y="652"/>
                  <a:pt x="225" y="652"/>
                  <a:pt x="225" y="652"/>
                </a:cubicBezTo>
                <a:cubicBezTo>
                  <a:pt x="225" y="652"/>
                  <a:pt x="225" y="652"/>
                  <a:pt x="225" y="652"/>
                </a:cubicBezTo>
                <a:cubicBezTo>
                  <a:pt x="225" y="653"/>
                  <a:pt x="225" y="653"/>
                  <a:pt x="225" y="653"/>
                </a:cubicBezTo>
                <a:cubicBezTo>
                  <a:pt x="225" y="653"/>
                  <a:pt x="225" y="653"/>
                  <a:pt x="225" y="653"/>
                </a:cubicBezTo>
                <a:cubicBezTo>
                  <a:pt x="225" y="653"/>
                  <a:pt x="225" y="653"/>
                  <a:pt x="225" y="653"/>
                </a:cubicBezTo>
                <a:cubicBezTo>
                  <a:pt x="225" y="653"/>
                  <a:pt x="225" y="653"/>
                  <a:pt x="225" y="653"/>
                </a:cubicBezTo>
                <a:cubicBezTo>
                  <a:pt x="226" y="653"/>
                  <a:pt x="226" y="653"/>
                  <a:pt x="226" y="653"/>
                </a:cubicBezTo>
                <a:cubicBezTo>
                  <a:pt x="226" y="653"/>
                  <a:pt x="226" y="653"/>
                  <a:pt x="226" y="653"/>
                </a:cubicBezTo>
                <a:cubicBezTo>
                  <a:pt x="226" y="653"/>
                  <a:pt x="226" y="653"/>
                  <a:pt x="226" y="653"/>
                </a:cubicBezTo>
                <a:cubicBezTo>
                  <a:pt x="226" y="653"/>
                  <a:pt x="226" y="653"/>
                  <a:pt x="226" y="653"/>
                </a:cubicBezTo>
                <a:cubicBezTo>
                  <a:pt x="226" y="654"/>
                  <a:pt x="226" y="654"/>
                  <a:pt x="226" y="654"/>
                </a:cubicBezTo>
                <a:cubicBezTo>
                  <a:pt x="226" y="654"/>
                  <a:pt x="226" y="654"/>
                  <a:pt x="226" y="654"/>
                </a:cubicBezTo>
                <a:cubicBezTo>
                  <a:pt x="226" y="654"/>
                  <a:pt x="226" y="654"/>
                  <a:pt x="226" y="654"/>
                </a:cubicBezTo>
                <a:cubicBezTo>
                  <a:pt x="226" y="654"/>
                  <a:pt x="226" y="654"/>
                  <a:pt x="226" y="654"/>
                </a:cubicBezTo>
                <a:cubicBezTo>
                  <a:pt x="226" y="655"/>
                  <a:pt x="226" y="655"/>
                  <a:pt x="226" y="655"/>
                </a:cubicBezTo>
                <a:cubicBezTo>
                  <a:pt x="226" y="655"/>
                  <a:pt x="226" y="655"/>
                  <a:pt x="226" y="655"/>
                </a:cubicBezTo>
                <a:cubicBezTo>
                  <a:pt x="226" y="655"/>
                  <a:pt x="226" y="655"/>
                  <a:pt x="226" y="655"/>
                </a:cubicBezTo>
                <a:cubicBezTo>
                  <a:pt x="226" y="655"/>
                  <a:pt x="226" y="655"/>
                  <a:pt x="226" y="655"/>
                </a:cubicBezTo>
                <a:cubicBezTo>
                  <a:pt x="226" y="656"/>
                  <a:pt x="226" y="656"/>
                  <a:pt x="226" y="656"/>
                </a:cubicBezTo>
                <a:cubicBezTo>
                  <a:pt x="226" y="656"/>
                  <a:pt x="226" y="656"/>
                  <a:pt x="226" y="656"/>
                </a:cubicBezTo>
                <a:cubicBezTo>
                  <a:pt x="225" y="656"/>
                  <a:pt x="225" y="656"/>
                  <a:pt x="225" y="656"/>
                </a:cubicBezTo>
                <a:cubicBezTo>
                  <a:pt x="225" y="656"/>
                  <a:pt x="225" y="656"/>
                  <a:pt x="225" y="656"/>
                </a:cubicBezTo>
                <a:cubicBezTo>
                  <a:pt x="225" y="657"/>
                  <a:pt x="225" y="657"/>
                  <a:pt x="225" y="657"/>
                </a:cubicBezTo>
                <a:cubicBezTo>
                  <a:pt x="225" y="657"/>
                  <a:pt x="225" y="657"/>
                  <a:pt x="225" y="657"/>
                </a:cubicBezTo>
                <a:cubicBezTo>
                  <a:pt x="226" y="657"/>
                  <a:pt x="226" y="657"/>
                  <a:pt x="226" y="657"/>
                </a:cubicBezTo>
                <a:cubicBezTo>
                  <a:pt x="226" y="657"/>
                  <a:pt x="226" y="657"/>
                  <a:pt x="226" y="657"/>
                </a:cubicBezTo>
                <a:cubicBezTo>
                  <a:pt x="227" y="657"/>
                  <a:pt x="227" y="657"/>
                  <a:pt x="227" y="657"/>
                </a:cubicBezTo>
                <a:cubicBezTo>
                  <a:pt x="227" y="657"/>
                  <a:pt x="227" y="657"/>
                  <a:pt x="227" y="657"/>
                </a:cubicBezTo>
                <a:cubicBezTo>
                  <a:pt x="229" y="657"/>
                  <a:pt x="229" y="657"/>
                  <a:pt x="229" y="657"/>
                </a:cubicBezTo>
                <a:cubicBezTo>
                  <a:pt x="229" y="657"/>
                  <a:pt x="229" y="657"/>
                  <a:pt x="229" y="657"/>
                </a:cubicBezTo>
                <a:cubicBezTo>
                  <a:pt x="230" y="656"/>
                  <a:pt x="230" y="656"/>
                  <a:pt x="230" y="656"/>
                </a:cubicBezTo>
                <a:cubicBezTo>
                  <a:pt x="230" y="656"/>
                  <a:pt x="230" y="656"/>
                  <a:pt x="230" y="656"/>
                </a:cubicBezTo>
                <a:cubicBezTo>
                  <a:pt x="232" y="655"/>
                  <a:pt x="232" y="655"/>
                  <a:pt x="232" y="655"/>
                </a:cubicBezTo>
                <a:cubicBezTo>
                  <a:pt x="232" y="655"/>
                  <a:pt x="232" y="655"/>
                  <a:pt x="232" y="655"/>
                </a:cubicBezTo>
                <a:cubicBezTo>
                  <a:pt x="233" y="655"/>
                  <a:pt x="233" y="655"/>
                  <a:pt x="233" y="655"/>
                </a:cubicBezTo>
                <a:cubicBezTo>
                  <a:pt x="233" y="655"/>
                  <a:pt x="233" y="655"/>
                  <a:pt x="233" y="655"/>
                </a:cubicBezTo>
                <a:cubicBezTo>
                  <a:pt x="235" y="654"/>
                  <a:pt x="235" y="654"/>
                  <a:pt x="235" y="654"/>
                </a:cubicBezTo>
                <a:cubicBezTo>
                  <a:pt x="235" y="654"/>
                  <a:pt x="235" y="654"/>
                  <a:pt x="235" y="654"/>
                </a:cubicBezTo>
                <a:cubicBezTo>
                  <a:pt x="236" y="653"/>
                  <a:pt x="236" y="653"/>
                  <a:pt x="236" y="653"/>
                </a:cubicBezTo>
                <a:cubicBezTo>
                  <a:pt x="236" y="653"/>
                  <a:pt x="236" y="653"/>
                  <a:pt x="236" y="653"/>
                </a:cubicBezTo>
                <a:cubicBezTo>
                  <a:pt x="238" y="652"/>
                  <a:pt x="238" y="652"/>
                  <a:pt x="238" y="652"/>
                </a:cubicBezTo>
                <a:cubicBezTo>
                  <a:pt x="238" y="652"/>
                  <a:pt x="238" y="652"/>
                  <a:pt x="238" y="652"/>
                </a:cubicBezTo>
                <a:cubicBezTo>
                  <a:pt x="240" y="644"/>
                  <a:pt x="240" y="644"/>
                  <a:pt x="240" y="644"/>
                </a:cubicBezTo>
                <a:cubicBezTo>
                  <a:pt x="240" y="644"/>
                  <a:pt x="240" y="644"/>
                  <a:pt x="240" y="644"/>
                </a:cubicBezTo>
                <a:cubicBezTo>
                  <a:pt x="241" y="644"/>
                  <a:pt x="241" y="644"/>
                  <a:pt x="241" y="644"/>
                </a:cubicBezTo>
                <a:cubicBezTo>
                  <a:pt x="241" y="644"/>
                  <a:pt x="241" y="644"/>
                  <a:pt x="241" y="644"/>
                </a:cubicBezTo>
                <a:cubicBezTo>
                  <a:pt x="242" y="645"/>
                  <a:pt x="242" y="645"/>
                  <a:pt x="242" y="645"/>
                </a:cubicBezTo>
                <a:cubicBezTo>
                  <a:pt x="242" y="645"/>
                  <a:pt x="242" y="645"/>
                  <a:pt x="242" y="645"/>
                </a:cubicBezTo>
                <a:cubicBezTo>
                  <a:pt x="243" y="645"/>
                  <a:pt x="243" y="645"/>
                  <a:pt x="243" y="645"/>
                </a:cubicBezTo>
                <a:cubicBezTo>
                  <a:pt x="243" y="645"/>
                  <a:pt x="243" y="645"/>
                  <a:pt x="243" y="645"/>
                </a:cubicBezTo>
                <a:cubicBezTo>
                  <a:pt x="244" y="645"/>
                  <a:pt x="244" y="645"/>
                  <a:pt x="244" y="645"/>
                </a:cubicBezTo>
                <a:cubicBezTo>
                  <a:pt x="244" y="645"/>
                  <a:pt x="244" y="645"/>
                  <a:pt x="244" y="645"/>
                </a:cubicBezTo>
                <a:cubicBezTo>
                  <a:pt x="244" y="646"/>
                  <a:pt x="244" y="646"/>
                  <a:pt x="244" y="646"/>
                </a:cubicBezTo>
                <a:cubicBezTo>
                  <a:pt x="244" y="646"/>
                  <a:pt x="244" y="646"/>
                  <a:pt x="244" y="646"/>
                </a:cubicBezTo>
                <a:cubicBezTo>
                  <a:pt x="245" y="647"/>
                  <a:pt x="245" y="647"/>
                  <a:pt x="245" y="647"/>
                </a:cubicBezTo>
                <a:cubicBezTo>
                  <a:pt x="245" y="647"/>
                  <a:pt x="245" y="647"/>
                  <a:pt x="245" y="647"/>
                </a:cubicBezTo>
                <a:cubicBezTo>
                  <a:pt x="246" y="648"/>
                  <a:pt x="246" y="648"/>
                  <a:pt x="246" y="648"/>
                </a:cubicBezTo>
                <a:cubicBezTo>
                  <a:pt x="246" y="648"/>
                  <a:pt x="246" y="648"/>
                  <a:pt x="246" y="648"/>
                </a:cubicBezTo>
                <a:cubicBezTo>
                  <a:pt x="247" y="648"/>
                  <a:pt x="247" y="648"/>
                  <a:pt x="247" y="648"/>
                </a:cubicBezTo>
                <a:cubicBezTo>
                  <a:pt x="247" y="648"/>
                  <a:pt x="247" y="648"/>
                  <a:pt x="247" y="648"/>
                </a:cubicBezTo>
                <a:cubicBezTo>
                  <a:pt x="246" y="649"/>
                  <a:pt x="246" y="649"/>
                  <a:pt x="246" y="649"/>
                </a:cubicBezTo>
                <a:cubicBezTo>
                  <a:pt x="246" y="649"/>
                  <a:pt x="246" y="649"/>
                  <a:pt x="246" y="649"/>
                </a:cubicBezTo>
                <a:cubicBezTo>
                  <a:pt x="246" y="649"/>
                  <a:pt x="246" y="649"/>
                  <a:pt x="246" y="649"/>
                </a:cubicBezTo>
                <a:cubicBezTo>
                  <a:pt x="246" y="649"/>
                  <a:pt x="246" y="649"/>
                  <a:pt x="246" y="649"/>
                </a:cubicBezTo>
                <a:cubicBezTo>
                  <a:pt x="245" y="649"/>
                  <a:pt x="245" y="649"/>
                  <a:pt x="245" y="649"/>
                </a:cubicBezTo>
                <a:cubicBezTo>
                  <a:pt x="245" y="649"/>
                  <a:pt x="245" y="649"/>
                  <a:pt x="245" y="649"/>
                </a:cubicBezTo>
                <a:cubicBezTo>
                  <a:pt x="245" y="650"/>
                  <a:pt x="245" y="650"/>
                  <a:pt x="245" y="650"/>
                </a:cubicBezTo>
                <a:cubicBezTo>
                  <a:pt x="245" y="650"/>
                  <a:pt x="245" y="650"/>
                  <a:pt x="245" y="650"/>
                </a:cubicBezTo>
                <a:cubicBezTo>
                  <a:pt x="244" y="650"/>
                  <a:pt x="244" y="650"/>
                  <a:pt x="244" y="650"/>
                </a:cubicBezTo>
                <a:cubicBezTo>
                  <a:pt x="244" y="650"/>
                  <a:pt x="244" y="650"/>
                  <a:pt x="244" y="650"/>
                </a:cubicBezTo>
                <a:cubicBezTo>
                  <a:pt x="244" y="650"/>
                  <a:pt x="244" y="650"/>
                  <a:pt x="244" y="650"/>
                </a:cubicBezTo>
                <a:cubicBezTo>
                  <a:pt x="244" y="650"/>
                  <a:pt x="244" y="650"/>
                  <a:pt x="244" y="650"/>
                </a:cubicBezTo>
                <a:cubicBezTo>
                  <a:pt x="244" y="650"/>
                  <a:pt x="244" y="650"/>
                  <a:pt x="244" y="650"/>
                </a:cubicBezTo>
                <a:cubicBezTo>
                  <a:pt x="244" y="650"/>
                  <a:pt x="244" y="650"/>
                  <a:pt x="244" y="650"/>
                </a:cubicBezTo>
                <a:cubicBezTo>
                  <a:pt x="243" y="650"/>
                  <a:pt x="243" y="650"/>
                  <a:pt x="243" y="650"/>
                </a:cubicBezTo>
                <a:cubicBezTo>
                  <a:pt x="243" y="650"/>
                  <a:pt x="243" y="650"/>
                  <a:pt x="243" y="650"/>
                </a:cubicBezTo>
                <a:cubicBezTo>
                  <a:pt x="238" y="657"/>
                  <a:pt x="238" y="657"/>
                  <a:pt x="238" y="657"/>
                </a:cubicBezTo>
                <a:cubicBezTo>
                  <a:pt x="238" y="657"/>
                  <a:pt x="238" y="657"/>
                  <a:pt x="238" y="657"/>
                </a:cubicBezTo>
                <a:cubicBezTo>
                  <a:pt x="235" y="664"/>
                  <a:pt x="235" y="664"/>
                  <a:pt x="235" y="664"/>
                </a:cubicBezTo>
                <a:cubicBezTo>
                  <a:pt x="235" y="664"/>
                  <a:pt x="235" y="664"/>
                  <a:pt x="235" y="664"/>
                </a:cubicBezTo>
                <a:cubicBezTo>
                  <a:pt x="240" y="663"/>
                  <a:pt x="240" y="663"/>
                  <a:pt x="240" y="663"/>
                </a:cubicBezTo>
                <a:cubicBezTo>
                  <a:pt x="240" y="663"/>
                  <a:pt x="240" y="663"/>
                  <a:pt x="240" y="663"/>
                </a:cubicBezTo>
                <a:cubicBezTo>
                  <a:pt x="250" y="659"/>
                  <a:pt x="250" y="659"/>
                  <a:pt x="250" y="659"/>
                </a:cubicBezTo>
                <a:cubicBezTo>
                  <a:pt x="250" y="659"/>
                  <a:pt x="250" y="659"/>
                  <a:pt x="250" y="659"/>
                </a:cubicBezTo>
                <a:cubicBezTo>
                  <a:pt x="250" y="659"/>
                  <a:pt x="250" y="659"/>
                  <a:pt x="250" y="659"/>
                </a:cubicBezTo>
                <a:cubicBezTo>
                  <a:pt x="250" y="659"/>
                  <a:pt x="250" y="659"/>
                  <a:pt x="250" y="659"/>
                </a:cubicBezTo>
                <a:cubicBezTo>
                  <a:pt x="251" y="659"/>
                  <a:pt x="251" y="659"/>
                  <a:pt x="251" y="659"/>
                </a:cubicBezTo>
                <a:cubicBezTo>
                  <a:pt x="251" y="659"/>
                  <a:pt x="251" y="659"/>
                  <a:pt x="251" y="659"/>
                </a:cubicBezTo>
                <a:cubicBezTo>
                  <a:pt x="251" y="659"/>
                  <a:pt x="251" y="659"/>
                  <a:pt x="251" y="659"/>
                </a:cubicBezTo>
                <a:cubicBezTo>
                  <a:pt x="251" y="659"/>
                  <a:pt x="251" y="659"/>
                  <a:pt x="251" y="659"/>
                </a:cubicBezTo>
                <a:cubicBezTo>
                  <a:pt x="252" y="660"/>
                  <a:pt x="252" y="660"/>
                  <a:pt x="252" y="660"/>
                </a:cubicBezTo>
                <a:cubicBezTo>
                  <a:pt x="252" y="660"/>
                  <a:pt x="252" y="660"/>
                  <a:pt x="252" y="660"/>
                </a:cubicBezTo>
                <a:cubicBezTo>
                  <a:pt x="252" y="660"/>
                  <a:pt x="252" y="660"/>
                  <a:pt x="252" y="660"/>
                </a:cubicBezTo>
                <a:cubicBezTo>
                  <a:pt x="252" y="660"/>
                  <a:pt x="252" y="660"/>
                  <a:pt x="252" y="660"/>
                </a:cubicBezTo>
                <a:cubicBezTo>
                  <a:pt x="252" y="661"/>
                  <a:pt x="252" y="661"/>
                  <a:pt x="252" y="661"/>
                </a:cubicBezTo>
                <a:cubicBezTo>
                  <a:pt x="252" y="661"/>
                  <a:pt x="252" y="661"/>
                  <a:pt x="252" y="661"/>
                </a:cubicBezTo>
                <a:cubicBezTo>
                  <a:pt x="253" y="661"/>
                  <a:pt x="253" y="661"/>
                  <a:pt x="253" y="661"/>
                </a:cubicBezTo>
                <a:cubicBezTo>
                  <a:pt x="253" y="661"/>
                  <a:pt x="253" y="661"/>
                  <a:pt x="253" y="661"/>
                </a:cubicBezTo>
                <a:cubicBezTo>
                  <a:pt x="253" y="661"/>
                  <a:pt x="253" y="661"/>
                  <a:pt x="253" y="661"/>
                </a:cubicBezTo>
                <a:cubicBezTo>
                  <a:pt x="253" y="661"/>
                  <a:pt x="253" y="661"/>
                  <a:pt x="253" y="661"/>
                </a:cubicBezTo>
                <a:cubicBezTo>
                  <a:pt x="241" y="667"/>
                  <a:pt x="241" y="667"/>
                  <a:pt x="241" y="667"/>
                </a:cubicBezTo>
                <a:cubicBezTo>
                  <a:pt x="241" y="667"/>
                  <a:pt x="241" y="667"/>
                  <a:pt x="241" y="667"/>
                </a:cubicBezTo>
                <a:cubicBezTo>
                  <a:pt x="241" y="667"/>
                  <a:pt x="241" y="667"/>
                  <a:pt x="241" y="667"/>
                </a:cubicBezTo>
                <a:cubicBezTo>
                  <a:pt x="241" y="667"/>
                  <a:pt x="241" y="667"/>
                  <a:pt x="241" y="667"/>
                </a:cubicBezTo>
                <a:cubicBezTo>
                  <a:pt x="240" y="667"/>
                  <a:pt x="240" y="667"/>
                  <a:pt x="240" y="667"/>
                </a:cubicBezTo>
                <a:cubicBezTo>
                  <a:pt x="240" y="667"/>
                  <a:pt x="240" y="667"/>
                  <a:pt x="240" y="667"/>
                </a:cubicBezTo>
                <a:cubicBezTo>
                  <a:pt x="239" y="667"/>
                  <a:pt x="239" y="667"/>
                  <a:pt x="239" y="667"/>
                </a:cubicBezTo>
                <a:cubicBezTo>
                  <a:pt x="239" y="667"/>
                  <a:pt x="239" y="667"/>
                  <a:pt x="239" y="667"/>
                </a:cubicBezTo>
                <a:cubicBezTo>
                  <a:pt x="239" y="667"/>
                  <a:pt x="239" y="667"/>
                  <a:pt x="239" y="667"/>
                </a:cubicBezTo>
                <a:cubicBezTo>
                  <a:pt x="239" y="667"/>
                  <a:pt x="239" y="667"/>
                  <a:pt x="239" y="667"/>
                </a:cubicBezTo>
                <a:cubicBezTo>
                  <a:pt x="238" y="668"/>
                  <a:pt x="238" y="668"/>
                  <a:pt x="238" y="668"/>
                </a:cubicBezTo>
                <a:cubicBezTo>
                  <a:pt x="238" y="668"/>
                  <a:pt x="238" y="668"/>
                  <a:pt x="238" y="668"/>
                </a:cubicBezTo>
                <a:cubicBezTo>
                  <a:pt x="237" y="668"/>
                  <a:pt x="237" y="668"/>
                  <a:pt x="237" y="668"/>
                </a:cubicBezTo>
                <a:cubicBezTo>
                  <a:pt x="237" y="668"/>
                  <a:pt x="237" y="668"/>
                  <a:pt x="237" y="668"/>
                </a:cubicBezTo>
                <a:cubicBezTo>
                  <a:pt x="237" y="668"/>
                  <a:pt x="237" y="668"/>
                  <a:pt x="237" y="668"/>
                </a:cubicBezTo>
                <a:cubicBezTo>
                  <a:pt x="237" y="668"/>
                  <a:pt x="237" y="668"/>
                  <a:pt x="237" y="668"/>
                </a:cubicBezTo>
                <a:cubicBezTo>
                  <a:pt x="236" y="668"/>
                  <a:pt x="236" y="668"/>
                  <a:pt x="236" y="668"/>
                </a:cubicBezTo>
                <a:cubicBezTo>
                  <a:pt x="236" y="668"/>
                  <a:pt x="236" y="668"/>
                  <a:pt x="236" y="668"/>
                </a:cubicBezTo>
                <a:cubicBezTo>
                  <a:pt x="231" y="670"/>
                  <a:pt x="231" y="670"/>
                  <a:pt x="231" y="670"/>
                </a:cubicBezTo>
                <a:cubicBezTo>
                  <a:pt x="231" y="670"/>
                  <a:pt x="231" y="670"/>
                  <a:pt x="231" y="670"/>
                </a:cubicBezTo>
                <a:cubicBezTo>
                  <a:pt x="230" y="671"/>
                  <a:pt x="230" y="671"/>
                  <a:pt x="230" y="671"/>
                </a:cubicBezTo>
                <a:cubicBezTo>
                  <a:pt x="230" y="671"/>
                  <a:pt x="230" y="671"/>
                  <a:pt x="230" y="671"/>
                </a:cubicBezTo>
                <a:cubicBezTo>
                  <a:pt x="231" y="672"/>
                  <a:pt x="231" y="672"/>
                  <a:pt x="231" y="672"/>
                </a:cubicBezTo>
                <a:cubicBezTo>
                  <a:pt x="231" y="672"/>
                  <a:pt x="231" y="672"/>
                  <a:pt x="231" y="672"/>
                </a:cubicBezTo>
                <a:cubicBezTo>
                  <a:pt x="231" y="673"/>
                  <a:pt x="231" y="673"/>
                  <a:pt x="231" y="673"/>
                </a:cubicBezTo>
                <a:cubicBezTo>
                  <a:pt x="231" y="673"/>
                  <a:pt x="231" y="673"/>
                  <a:pt x="231" y="673"/>
                </a:cubicBezTo>
                <a:cubicBezTo>
                  <a:pt x="232" y="674"/>
                  <a:pt x="232" y="674"/>
                  <a:pt x="232" y="674"/>
                </a:cubicBezTo>
                <a:cubicBezTo>
                  <a:pt x="232" y="674"/>
                  <a:pt x="232" y="674"/>
                  <a:pt x="232" y="674"/>
                </a:cubicBezTo>
                <a:cubicBezTo>
                  <a:pt x="232" y="674"/>
                  <a:pt x="232" y="674"/>
                  <a:pt x="232" y="674"/>
                </a:cubicBezTo>
                <a:cubicBezTo>
                  <a:pt x="232" y="674"/>
                  <a:pt x="232" y="674"/>
                  <a:pt x="232" y="674"/>
                </a:cubicBezTo>
                <a:cubicBezTo>
                  <a:pt x="232" y="675"/>
                  <a:pt x="232" y="675"/>
                  <a:pt x="232" y="675"/>
                </a:cubicBezTo>
                <a:cubicBezTo>
                  <a:pt x="232" y="675"/>
                  <a:pt x="232" y="675"/>
                  <a:pt x="232" y="675"/>
                </a:cubicBezTo>
                <a:cubicBezTo>
                  <a:pt x="232" y="676"/>
                  <a:pt x="232" y="676"/>
                  <a:pt x="232" y="676"/>
                </a:cubicBezTo>
                <a:cubicBezTo>
                  <a:pt x="232" y="676"/>
                  <a:pt x="232" y="676"/>
                  <a:pt x="232" y="676"/>
                </a:cubicBezTo>
                <a:cubicBezTo>
                  <a:pt x="232" y="677"/>
                  <a:pt x="232" y="677"/>
                  <a:pt x="232" y="677"/>
                </a:cubicBezTo>
                <a:cubicBezTo>
                  <a:pt x="232" y="677"/>
                  <a:pt x="232" y="677"/>
                  <a:pt x="232" y="677"/>
                </a:cubicBezTo>
                <a:cubicBezTo>
                  <a:pt x="233" y="678"/>
                  <a:pt x="233" y="678"/>
                  <a:pt x="233" y="678"/>
                </a:cubicBezTo>
                <a:cubicBezTo>
                  <a:pt x="233" y="678"/>
                  <a:pt x="233" y="678"/>
                  <a:pt x="233" y="678"/>
                </a:cubicBezTo>
                <a:cubicBezTo>
                  <a:pt x="245" y="675"/>
                  <a:pt x="245" y="675"/>
                  <a:pt x="245" y="675"/>
                </a:cubicBezTo>
                <a:cubicBezTo>
                  <a:pt x="245" y="675"/>
                  <a:pt x="245" y="675"/>
                  <a:pt x="245" y="675"/>
                </a:cubicBezTo>
                <a:cubicBezTo>
                  <a:pt x="246" y="676"/>
                  <a:pt x="246" y="676"/>
                  <a:pt x="246" y="676"/>
                </a:cubicBezTo>
                <a:cubicBezTo>
                  <a:pt x="246" y="676"/>
                  <a:pt x="246" y="676"/>
                  <a:pt x="246" y="676"/>
                </a:cubicBezTo>
                <a:cubicBezTo>
                  <a:pt x="246" y="677"/>
                  <a:pt x="246" y="677"/>
                  <a:pt x="246" y="677"/>
                </a:cubicBezTo>
                <a:cubicBezTo>
                  <a:pt x="246" y="677"/>
                  <a:pt x="246" y="677"/>
                  <a:pt x="246" y="677"/>
                </a:cubicBezTo>
                <a:cubicBezTo>
                  <a:pt x="247" y="677"/>
                  <a:pt x="247" y="677"/>
                  <a:pt x="247" y="677"/>
                </a:cubicBezTo>
                <a:cubicBezTo>
                  <a:pt x="247" y="677"/>
                  <a:pt x="247" y="677"/>
                  <a:pt x="247" y="677"/>
                </a:cubicBezTo>
                <a:cubicBezTo>
                  <a:pt x="247" y="678"/>
                  <a:pt x="247" y="678"/>
                  <a:pt x="247" y="678"/>
                </a:cubicBezTo>
                <a:cubicBezTo>
                  <a:pt x="247" y="678"/>
                  <a:pt x="247" y="678"/>
                  <a:pt x="247" y="678"/>
                </a:cubicBezTo>
                <a:cubicBezTo>
                  <a:pt x="247" y="679"/>
                  <a:pt x="247" y="679"/>
                  <a:pt x="247" y="679"/>
                </a:cubicBezTo>
                <a:cubicBezTo>
                  <a:pt x="247" y="679"/>
                  <a:pt x="247" y="679"/>
                  <a:pt x="247" y="679"/>
                </a:cubicBezTo>
                <a:cubicBezTo>
                  <a:pt x="247" y="679"/>
                  <a:pt x="247" y="679"/>
                  <a:pt x="247" y="679"/>
                </a:cubicBezTo>
                <a:cubicBezTo>
                  <a:pt x="247" y="679"/>
                  <a:pt x="247" y="679"/>
                  <a:pt x="247" y="679"/>
                </a:cubicBezTo>
                <a:cubicBezTo>
                  <a:pt x="247" y="680"/>
                  <a:pt x="247" y="680"/>
                  <a:pt x="247" y="680"/>
                </a:cubicBezTo>
                <a:cubicBezTo>
                  <a:pt x="247" y="680"/>
                  <a:pt x="247" y="680"/>
                  <a:pt x="247" y="680"/>
                </a:cubicBezTo>
                <a:cubicBezTo>
                  <a:pt x="247" y="681"/>
                  <a:pt x="247" y="681"/>
                  <a:pt x="247" y="681"/>
                </a:cubicBezTo>
                <a:cubicBezTo>
                  <a:pt x="247" y="681"/>
                  <a:pt x="247" y="681"/>
                  <a:pt x="247" y="681"/>
                </a:cubicBezTo>
                <a:cubicBezTo>
                  <a:pt x="246" y="681"/>
                  <a:pt x="246" y="681"/>
                  <a:pt x="246" y="681"/>
                </a:cubicBezTo>
                <a:cubicBezTo>
                  <a:pt x="246" y="681"/>
                  <a:pt x="246" y="681"/>
                  <a:pt x="246" y="681"/>
                </a:cubicBezTo>
                <a:cubicBezTo>
                  <a:pt x="245" y="682"/>
                  <a:pt x="245" y="682"/>
                  <a:pt x="245" y="682"/>
                </a:cubicBezTo>
                <a:cubicBezTo>
                  <a:pt x="245" y="682"/>
                  <a:pt x="245" y="682"/>
                  <a:pt x="245" y="682"/>
                </a:cubicBezTo>
                <a:cubicBezTo>
                  <a:pt x="244" y="683"/>
                  <a:pt x="244" y="683"/>
                  <a:pt x="244" y="683"/>
                </a:cubicBezTo>
                <a:cubicBezTo>
                  <a:pt x="244" y="683"/>
                  <a:pt x="244" y="683"/>
                  <a:pt x="244" y="683"/>
                </a:cubicBezTo>
                <a:cubicBezTo>
                  <a:pt x="244" y="684"/>
                  <a:pt x="244" y="684"/>
                  <a:pt x="244" y="684"/>
                </a:cubicBezTo>
                <a:cubicBezTo>
                  <a:pt x="244" y="684"/>
                  <a:pt x="244" y="684"/>
                  <a:pt x="244" y="684"/>
                </a:cubicBezTo>
                <a:cubicBezTo>
                  <a:pt x="243" y="685"/>
                  <a:pt x="243" y="685"/>
                  <a:pt x="243" y="685"/>
                </a:cubicBezTo>
                <a:cubicBezTo>
                  <a:pt x="243" y="685"/>
                  <a:pt x="243" y="685"/>
                  <a:pt x="243" y="685"/>
                </a:cubicBezTo>
                <a:cubicBezTo>
                  <a:pt x="242" y="686"/>
                  <a:pt x="242" y="686"/>
                  <a:pt x="242" y="686"/>
                </a:cubicBezTo>
                <a:cubicBezTo>
                  <a:pt x="242" y="686"/>
                  <a:pt x="242" y="686"/>
                  <a:pt x="242" y="686"/>
                </a:cubicBezTo>
                <a:cubicBezTo>
                  <a:pt x="242" y="688"/>
                  <a:pt x="242" y="688"/>
                  <a:pt x="242" y="688"/>
                </a:cubicBezTo>
                <a:cubicBezTo>
                  <a:pt x="242" y="688"/>
                  <a:pt x="242" y="688"/>
                  <a:pt x="242" y="688"/>
                </a:cubicBezTo>
                <a:cubicBezTo>
                  <a:pt x="241" y="688"/>
                  <a:pt x="241" y="688"/>
                  <a:pt x="241" y="688"/>
                </a:cubicBezTo>
                <a:cubicBezTo>
                  <a:pt x="241" y="688"/>
                  <a:pt x="241" y="688"/>
                  <a:pt x="241" y="688"/>
                </a:cubicBezTo>
                <a:cubicBezTo>
                  <a:pt x="232" y="699"/>
                  <a:pt x="232" y="699"/>
                  <a:pt x="232" y="699"/>
                </a:cubicBezTo>
                <a:cubicBezTo>
                  <a:pt x="232" y="699"/>
                  <a:pt x="232" y="699"/>
                  <a:pt x="232" y="69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1" y="679"/>
                  <a:pt x="241" y="679"/>
                  <a:pt x="241" y="679"/>
                </a:cubicBezTo>
                <a:cubicBezTo>
                  <a:pt x="240" y="678"/>
                  <a:pt x="240" y="678"/>
                  <a:pt x="240" y="678"/>
                </a:cubicBezTo>
                <a:cubicBezTo>
                  <a:pt x="240" y="678"/>
                  <a:pt x="240" y="678"/>
                  <a:pt x="240" y="678"/>
                </a:cubicBezTo>
                <a:cubicBezTo>
                  <a:pt x="240" y="678"/>
                  <a:pt x="240" y="678"/>
                  <a:pt x="240" y="678"/>
                </a:cubicBezTo>
                <a:cubicBezTo>
                  <a:pt x="240" y="678"/>
                  <a:pt x="240" y="678"/>
                  <a:pt x="240" y="678"/>
                </a:cubicBezTo>
                <a:cubicBezTo>
                  <a:pt x="240" y="678"/>
                  <a:pt x="240" y="678"/>
                  <a:pt x="240" y="678"/>
                </a:cubicBezTo>
                <a:cubicBezTo>
                  <a:pt x="240" y="678"/>
                  <a:pt x="240" y="678"/>
                  <a:pt x="240" y="678"/>
                </a:cubicBezTo>
                <a:cubicBezTo>
                  <a:pt x="233" y="681"/>
                  <a:pt x="233" y="681"/>
                  <a:pt x="233" y="681"/>
                </a:cubicBezTo>
                <a:cubicBezTo>
                  <a:pt x="233" y="681"/>
                  <a:pt x="233" y="681"/>
                  <a:pt x="233" y="681"/>
                </a:cubicBezTo>
                <a:cubicBezTo>
                  <a:pt x="233" y="682"/>
                  <a:pt x="233" y="682"/>
                  <a:pt x="233" y="682"/>
                </a:cubicBezTo>
                <a:cubicBezTo>
                  <a:pt x="233" y="682"/>
                  <a:pt x="233" y="682"/>
                  <a:pt x="233" y="682"/>
                </a:cubicBezTo>
                <a:cubicBezTo>
                  <a:pt x="233" y="682"/>
                  <a:pt x="233" y="682"/>
                  <a:pt x="233" y="682"/>
                </a:cubicBezTo>
                <a:cubicBezTo>
                  <a:pt x="233" y="682"/>
                  <a:pt x="233" y="682"/>
                  <a:pt x="233" y="682"/>
                </a:cubicBezTo>
                <a:cubicBezTo>
                  <a:pt x="233" y="682"/>
                  <a:pt x="233" y="682"/>
                  <a:pt x="233" y="682"/>
                </a:cubicBezTo>
                <a:cubicBezTo>
                  <a:pt x="233" y="682"/>
                  <a:pt x="233" y="682"/>
                  <a:pt x="233" y="682"/>
                </a:cubicBezTo>
                <a:cubicBezTo>
                  <a:pt x="234" y="683"/>
                  <a:pt x="234" y="683"/>
                  <a:pt x="234" y="683"/>
                </a:cubicBezTo>
                <a:cubicBezTo>
                  <a:pt x="234" y="683"/>
                  <a:pt x="234" y="683"/>
                  <a:pt x="234" y="683"/>
                </a:cubicBezTo>
                <a:cubicBezTo>
                  <a:pt x="234" y="683"/>
                  <a:pt x="234" y="683"/>
                  <a:pt x="234" y="683"/>
                </a:cubicBezTo>
                <a:cubicBezTo>
                  <a:pt x="234" y="683"/>
                  <a:pt x="234" y="683"/>
                  <a:pt x="234" y="683"/>
                </a:cubicBezTo>
                <a:cubicBezTo>
                  <a:pt x="234" y="683"/>
                  <a:pt x="234" y="683"/>
                  <a:pt x="234" y="683"/>
                </a:cubicBezTo>
                <a:cubicBezTo>
                  <a:pt x="234" y="683"/>
                  <a:pt x="234" y="683"/>
                  <a:pt x="234" y="683"/>
                </a:cubicBezTo>
                <a:cubicBezTo>
                  <a:pt x="235" y="683"/>
                  <a:pt x="235" y="683"/>
                  <a:pt x="235" y="683"/>
                </a:cubicBezTo>
                <a:cubicBezTo>
                  <a:pt x="235" y="683"/>
                  <a:pt x="235" y="683"/>
                  <a:pt x="235" y="683"/>
                </a:cubicBezTo>
                <a:cubicBezTo>
                  <a:pt x="235" y="683"/>
                  <a:pt x="235" y="683"/>
                  <a:pt x="235" y="683"/>
                </a:cubicBezTo>
                <a:cubicBezTo>
                  <a:pt x="235" y="683"/>
                  <a:pt x="235" y="683"/>
                  <a:pt x="235" y="683"/>
                </a:cubicBezTo>
                <a:cubicBezTo>
                  <a:pt x="236" y="684"/>
                  <a:pt x="236" y="684"/>
                  <a:pt x="236" y="684"/>
                </a:cubicBezTo>
                <a:cubicBezTo>
                  <a:pt x="236" y="684"/>
                  <a:pt x="236" y="684"/>
                  <a:pt x="236" y="684"/>
                </a:cubicBezTo>
                <a:cubicBezTo>
                  <a:pt x="235" y="685"/>
                  <a:pt x="235" y="685"/>
                  <a:pt x="235" y="685"/>
                </a:cubicBezTo>
                <a:cubicBezTo>
                  <a:pt x="235" y="685"/>
                  <a:pt x="235" y="685"/>
                  <a:pt x="235" y="685"/>
                </a:cubicBezTo>
                <a:cubicBezTo>
                  <a:pt x="233" y="686"/>
                  <a:pt x="233" y="686"/>
                  <a:pt x="233" y="686"/>
                </a:cubicBezTo>
                <a:cubicBezTo>
                  <a:pt x="233" y="686"/>
                  <a:pt x="233" y="686"/>
                  <a:pt x="233" y="686"/>
                </a:cubicBezTo>
                <a:cubicBezTo>
                  <a:pt x="232" y="687"/>
                  <a:pt x="232" y="687"/>
                  <a:pt x="232" y="687"/>
                </a:cubicBezTo>
                <a:cubicBezTo>
                  <a:pt x="232" y="687"/>
                  <a:pt x="232" y="687"/>
                  <a:pt x="232" y="687"/>
                </a:cubicBezTo>
                <a:cubicBezTo>
                  <a:pt x="230" y="688"/>
                  <a:pt x="230" y="688"/>
                  <a:pt x="230" y="688"/>
                </a:cubicBezTo>
                <a:cubicBezTo>
                  <a:pt x="230" y="688"/>
                  <a:pt x="230" y="688"/>
                  <a:pt x="230" y="688"/>
                </a:cubicBezTo>
                <a:cubicBezTo>
                  <a:pt x="229" y="689"/>
                  <a:pt x="229" y="689"/>
                  <a:pt x="229" y="689"/>
                </a:cubicBezTo>
                <a:cubicBezTo>
                  <a:pt x="229" y="689"/>
                  <a:pt x="229" y="689"/>
                  <a:pt x="229" y="689"/>
                </a:cubicBezTo>
                <a:cubicBezTo>
                  <a:pt x="228" y="690"/>
                  <a:pt x="228" y="690"/>
                  <a:pt x="228" y="690"/>
                </a:cubicBezTo>
                <a:cubicBezTo>
                  <a:pt x="228" y="690"/>
                  <a:pt x="228" y="690"/>
                  <a:pt x="228" y="690"/>
                </a:cubicBezTo>
                <a:cubicBezTo>
                  <a:pt x="227" y="692"/>
                  <a:pt x="227" y="692"/>
                  <a:pt x="227" y="692"/>
                </a:cubicBezTo>
                <a:cubicBezTo>
                  <a:pt x="227" y="692"/>
                  <a:pt x="227" y="692"/>
                  <a:pt x="227" y="692"/>
                </a:cubicBezTo>
                <a:cubicBezTo>
                  <a:pt x="228" y="694"/>
                  <a:pt x="228" y="694"/>
                  <a:pt x="228" y="694"/>
                </a:cubicBezTo>
                <a:cubicBezTo>
                  <a:pt x="228" y="694"/>
                  <a:pt x="228" y="694"/>
                  <a:pt x="228" y="694"/>
                </a:cubicBezTo>
                <a:cubicBezTo>
                  <a:pt x="228" y="694"/>
                  <a:pt x="228" y="694"/>
                  <a:pt x="228" y="694"/>
                </a:cubicBezTo>
                <a:cubicBezTo>
                  <a:pt x="228" y="694"/>
                  <a:pt x="228" y="694"/>
                  <a:pt x="228" y="694"/>
                </a:cubicBezTo>
                <a:cubicBezTo>
                  <a:pt x="228" y="695"/>
                  <a:pt x="228" y="695"/>
                  <a:pt x="228" y="695"/>
                </a:cubicBezTo>
                <a:cubicBezTo>
                  <a:pt x="228" y="695"/>
                  <a:pt x="228" y="695"/>
                  <a:pt x="228" y="695"/>
                </a:cubicBezTo>
                <a:cubicBezTo>
                  <a:pt x="228" y="695"/>
                  <a:pt x="228" y="695"/>
                  <a:pt x="228" y="695"/>
                </a:cubicBezTo>
                <a:cubicBezTo>
                  <a:pt x="228" y="695"/>
                  <a:pt x="228" y="695"/>
                  <a:pt x="228" y="695"/>
                </a:cubicBezTo>
                <a:cubicBezTo>
                  <a:pt x="229" y="695"/>
                  <a:pt x="229" y="695"/>
                  <a:pt x="229" y="695"/>
                </a:cubicBezTo>
                <a:cubicBezTo>
                  <a:pt x="229" y="695"/>
                  <a:pt x="229" y="695"/>
                  <a:pt x="229" y="695"/>
                </a:cubicBezTo>
                <a:cubicBezTo>
                  <a:pt x="229" y="695"/>
                  <a:pt x="229" y="695"/>
                  <a:pt x="229" y="695"/>
                </a:cubicBezTo>
                <a:cubicBezTo>
                  <a:pt x="229" y="695"/>
                  <a:pt x="229" y="695"/>
                  <a:pt x="229" y="695"/>
                </a:cubicBezTo>
                <a:cubicBezTo>
                  <a:pt x="229" y="695"/>
                  <a:pt x="229" y="695"/>
                  <a:pt x="229" y="695"/>
                </a:cubicBezTo>
                <a:cubicBezTo>
                  <a:pt x="229" y="695"/>
                  <a:pt x="229" y="695"/>
                  <a:pt x="229" y="695"/>
                </a:cubicBezTo>
                <a:cubicBezTo>
                  <a:pt x="230" y="695"/>
                  <a:pt x="230" y="695"/>
                  <a:pt x="230" y="695"/>
                </a:cubicBezTo>
                <a:cubicBezTo>
                  <a:pt x="230" y="695"/>
                  <a:pt x="230" y="695"/>
                  <a:pt x="230" y="695"/>
                </a:cubicBezTo>
                <a:cubicBezTo>
                  <a:pt x="230" y="695"/>
                  <a:pt x="230" y="695"/>
                  <a:pt x="230" y="695"/>
                </a:cubicBezTo>
                <a:cubicBezTo>
                  <a:pt x="230" y="695"/>
                  <a:pt x="230" y="695"/>
                  <a:pt x="230" y="695"/>
                </a:cubicBezTo>
                <a:cubicBezTo>
                  <a:pt x="220" y="703"/>
                  <a:pt x="220" y="703"/>
                  <a:pt x="220" y="703"/>
                </a:cubicBezTo>
                <a:cubicBezTo>
                  <a:pt x="220" y="703"/>
                  <a:pt x="220" y="703"/>
                  <a:pt x="220" y="703"/>
                </a:cubicBezTo>
                <a:cubicBezTo>
                  <a:pt x="215" y="706"/>
                  <a:pt x="215" y="706"/>
                  <a:pt x="215" y="706"/>
                </a:cubicBezTo>
                <a:cubicBezTo>
                  <a:pt x="214" y="707"/>
                  <a:pt x="214" y="707"/>
                  <a:pt x="214" y="707"/>
                </a:cubicBezTo>
                <a:cubicBezTo>
                  <a:pt x="208" y="711"/>
                  <a:pt x="208" y="711"/>
                  <a:pt x="208" y="711"/>
                </a:cubicBezTo>
                <a:cubicBezTo>
                  <a:pt x="208" y="711"/>
                  <a:pt x="208" y="711"/>
                  <a:pt x="208" y="711"/>
                </a:cubicBezTo>
                <a:cubicBezTo>
                  <a:pt x="208" y="711"/>
                  <a:pt x="208" y="711"/>
                  <a:pt x="208" y="711"/>
                </a:cubicBezTo>
                <a:cubicBezTo>
                  <a:pt x="208" y="711"/>
                  <a:pt x="208" y="711"/>
                  <a:pt x="208" y="711"/>
                </a:cubicBezTo>
                <a:cubicBezTo>
                  <a:pt x="208" y="711"/>
                  <a:pt x="208" y="711"/>
                  <a:pt x="208" y="711"/>
                </a:cubicBezTo>
                <a:cubicBezTo>
                  <a:pt x="208" y="711"/>
                  <a:pt x="208" y="711"/>
                  <a:pt x="208" y="711"/>
                </a:cubicBezTo>
                <a:cubicBezTo>
                  <a:pt x="208" y="712"/>
                  <a:pt x="208" y="712"/>
                  <a:pt x="208" y="712"/>
                </a:cubicBezTo>
                <a:cubicBezTo>
                  <a:pt x="208" y="712"/>
                  <a:pt x="208" y="712"/>
                  <a:pt x="208" y="712"/>
                </a:cubicBezTo>
                <a:cubicBezTo>
                  <a:pt x="208" y="712"/>
                  <a:pt x="208" y="712"/>
                  <a:pt x="208" y="712"/>
                </a:cubicBezTo>
                <a:cubicBezTo>
                  <a:pt x="208" y="712"/>
                  <a:pt x="208" y="712"/>
                  <a:pt x="208" y="712"/>
                </a:cubicBezTo>
                <a:cubicBezTo>
                  <a:pt x="208" y="712"/>
                  <a:pt x="208" y="712"/>
                  <a:pt x="208" y="712"/>
                </a:cubicBezTo>
                <a:cubicBezTo>
                  <a:pt x="208" y="712"/>
                  <a:pt x="208" y="712"/>
                  <a:pt x="208" y="712"/>
                </a:cubicBezTo>
                <a:cubicBezTo>
                  <a:pt x="208" y="712"/>
                  <a:pt x="208" y="712"/>
                  <a:pt x="208" y="712"/>
                </a:cubicBezTo>
                <a:cubicBezTo>
                  <a:pt x="208" y="712"/>
                  <a:pt x="208" y="712"/>
                  <a:pt x="208" y="712"/>
                </a:cubicBezTo>
                <a:cubicBezTo>
                  <a:pt x="208" y="713"/>
                  <a:pt x="208" y="713"/>
                  <a:pt x="208" y="713"/>
                </a:cubicBezTo>
                <a:cubicBezTo>
                  <a:pt x="208" y="713"/>
                  <a:pt x="208" y="713"/>
                  <a:pt x="208" y="713"/>
                </a:cubicBezTo>
                <a:cubicBezTo>
                  <a:pt x="208" y="713"/>
                  <a:pt x="208" y="713"/>
                  <a:pt x="208" y="713"/>
                </a:cubicBezTo>
                <a:cubicBezTo>
                  <a:pt x="208" y="713"/>
                  <a:pt x="208" y="713"/>
                  <a:pt x="208" y="713"/>
                </a:cubicBezTo>
                <a:cubicBezTo>
                  <a:pt x="209" y="713"/>
                  <a:pt x="209" y="713"/>
                  <a:pt x="209" y="713"/>
                </a:cubicBezTo>
                <a:cubicBezTo>
                  <a:pt x="209" y="713"/>
                  <a:pt x="209" y="713"/>
                  <a:pt x="209" y="713"/>
                </a:cubicBezTo>
                <a:cubicBezTo>
                  <a:pt x="210" y="713"/>
                  <a:pt x="210" y="713"/>
                  <a:pt x="210" y="713"/>
                </a:cubicBezTo>
                <a:cubicBezTo>
                  <a:pt x="210" y="713"/>
                  <a:pt x="210" y="713"/>
                  <a:pt x="210" y="713"/>
                </a:cubicBezTo>
                <a:cubicBezTo>
                  <a:pt x="210" y="713"/>
                  <a:pt x="210" y="713"/>
                  <a:pt x="210" y="713"/>
                </a:cubicBezTo>
                <a:cubicBezTo>
                  <a:pt x="210" y="713"/>
                  <a:pt x="210" y="713"/>
                  <a:pt x="210" y="713"/>
                </a:cubicBezTo>
                <a:cubicBezTo>
                  <a:pt x="211" y="712"/>
                  <a:pt x="211" y="712"/>
                  <a:pt x="211" y="712"/>
                </a:cubicBezTo>
                <a:cubicBezTo>
                  <a:pt x="211" y="712"/>
                  <a:pt x="211" y="712"/>
                  <a:pt x="211" y="712"/>
                </a:cubicBezTo>
                <a:cubicBezTo>
                  <a:pt x="212" y="712"/>
                  <a:pt x="212" y="712"/>
                  <a:pt x="212" y="712"/>
                </a:cubicBezTo>
                <a:cubicBezTo>
                  <a:pt x="212" y="712"/>
                  <a:pt x="212" y="712"/>
                  <a:pt x="212" y="712"/>
                </a:cubicBezTo>
                <a:cubicBezTo>
                  <a:pt x="213" y="712"/>
                  <a:pt x="213" y="712"/>
                  <a:pt x="213" y="712"/>
                </a:cubicBezTo>
                <a:cubicBezTo>
                  <a:pt x="213" y="712"/>
                  <a:pt x="213" y="712"/>
                  <a:pt x="213" y="712"/>
                </a:cubicBezTo>
                <a:cubicBezTo>
                  <a:pt x="214" y="711"/>
                  <a:pt x="214" y="711"/>
                  <a:pt x="214" y="711"/>
                </a:cubicBezTo>
                <a:cubicBezTo>
                  <a:pt x="214" y="711"/>
                  <a:pt x="214" y="711"/>
                  <a:pt x="214" y="711"/>
                </a:cubicBezTo>
                <a:cubicBezTo>
                  <a:pt x="214" y="710"/>
                  <a:pt x="214" y="710"/>
                  <a:pt x="214" y="710"/>
                </a:cubicBezTo>
                <a:cubicBezTo>
                  <a:pt x="214" y="710"/>
                  <a:pt x="214" y="710"/>
                  <a:pt x="214" y="710"/>
                </a:cubicBezTo>
                <a:cubicBezTo>
                  <a:pt x="221" y="707"/>
                  <a:pt x="221" y="707"/>
                  <a:pt x="221" y="707"/>
                </a:cubicBezTo>
                <a:cubicBezTo>
                  <a:pt x="221" y="707"/>
                  <a:pt x="221" y="707"/>
                  <a:pt x="221" y="707"/>
                </a:cubicBezTo>
                <a:cubicBezTo>
                  <a:pt x="219" y="709"/>
                  <a:pt x="219" y="709"/>
                  <a:pt x="219" y="709"/>
                </a:cubicBezTo>
                <a:cubicBezTo>
                  <a:pt x="219" y="709"/>
                  <a:pt x="219" y="709"/>
                  <a:pt x="219" y="709"/>
                </a:cubicBezTo>
                <a:cubicBezTo>
                  <a:pt x="217" y="710"/>
                  <a:pt x="217" y="710"/>
                  <a:pt x="217" y="710"/>
                </a:cubicBezTo>
                <a:cubicBezTo>
                  <a:pt x="217" y="710"/>
                  <a:pt x="217" y="710"/>
                  <a:pt x="217" y="710"/>
                </a:cubicBezTo>
                <a:cubicBezTo>
                  <a:pt x="215" y="712"/>
                  <a:pt x="215" y="712"/>
                  <a:pt x="215" y="712"/>
                </a:cubicBezTo>
                <a:cubicBezTo>
                  <a:pt x="215" y="712"/>
                  <a:pt x="215" y="712"/>
                  <a:pt x="215" y="712"/>
                </a:cubicBezTo>
                <a:cubicBezTo>
                  <a:pt x="214" y="713"/>
                  <a:pt x="214" y="713"/>
                  <a:pt x="214" y="713"/>
                </a:cubicBezTo>
                <a:cubicBezTo>
                  <a:pt x="214" y="713"/>
                  <a:pt x="214" y="713"/>
                  <a:pt x="214" y="713"/>
                </a:cubicBezTo>
                <a:cubicBezTo>
                  <a:pt x="212" y="715"/>
                  <a:pt x="212" y="715"/>
                  <a:pt x="212" y="715"/>
                </a:cubicBezTo>
                <a:cubicBezTo>
                  <a:pt x="212" y="715"/>
                  <a:pt x="212" y="715"/>
                  <a:pt x="212" y="715"/>
                </a:cubicBezTo>
                <a:cubicBezTo>
                  <a:pt x="210" y="716"/>
                  <a:pt x="210" y="716"/>
                  <a:pt x="210" y="716"/>
                </a:cubicBezTo>
                <a:cubicBezTo>
                  <a:pt x="210" y="716"/>
                  <a:pt x="210" y="716"/>
                  <a:pt x="210" y="716"/>
                </a:cubicBezTo>
                <a:cubicBezTo>
                  <a:pt x="208" y="717"/>
                  <a:pt x="208" y="717"/>
                  <a:pt x="208" y="717"/>
                </a:cubicBezTo>
                <a:cubicBezTo>
                  <a:pt x="208" y="717"/>
                  <a:pt x="208" y="717"/>
                  <a:pt x="208" y="717"/>
                </a:cubicBezTo>
                <a:cubicBezTo>
                  <a:pt x="206" y="719"/>
                  <a:pt x="206" y="719"/>
                  <a:pt x="206" y="719"/>
                </a:cubicBezTo>
                <a:cubicBezTo>
                  <a:pt x="206" y="719"/>
                  <a:pt x="206" y="719"/>
                  <a:pt x="206" y="719"/>
                </a:cubicBezTo>
                <a:cubicBezTo>
                  <a:pt x="206" y="719"/>
                  <a:pt x="206" y="719"/>
                  <a:pt x="206" y="719"/>
                </a:cubicBezTo>
                <a:cubicBezTo>
                  <a:pt x="206" y="719"/>
                  <a:pt x="206" y="719"/>
                  <a:pt x="206" y="719"/>
                </a:cubicBezTo>
                <a:cubicBezTo>
                  <a:pt x="205" y="719"/>
                  <a:pt x="205" y="719"/>
                  <a:pt x="205" y="719"/>
                </a:cubicBezTo>
                <a:cubicBezTo>
                  <a:pt x="205" y="719"/>
                  <a:pt x="205" y="719"/>
                  <a:pt x="205" y="719"/>
                </a:cubicBezTo>
                <a:cubicBezTo>
                  <a:pt x="205" y="719"/>
                  <a:pt x="205" y="719"/>
                  <a:pt x="205" y="719"/>
                </a:cubicBezTo>
                <a:cubicBezTo>
                  <a:pt x="205" y="719"/>
                  <a:pt x="205" y="719"/>
                  <a:pt x="205" y="719"/>
                </a:cubicBezTo>
                <a:cubicBezTo>
                  <a:pt x="205" y="719"/>
                  <a:pt x="205" y="719"/>
                  <a:pt x="205" y="719"/>
                </a:cubicBezTo>
                <a:cubicBezTo>
                  <a:pt x="205" y="719"/>
                  <a:pt x="205" y="719"/>
                  <a:pt x="205" y="719"/>
                </a:cubicBezTo>
                <a:cubicBezTo>
                  <a:pt x="204" y="719"/>
                  <a:pt x="204" y="719"/>
                  <a:pt x="204" y="719"/>
                </a:cubicBezTo>
                <a:cubicBezTo>
                  <a:pt x="204" y="719"/>
                  <a:pt x="204" y="719"/>
                  <a:pt x="204" y="719"/>
                </a:cubicBezTo>
                <a:cubicBezTo>
                  <a:pt x="204" y="719"/>
                  <a:pt x="204" y="719"/>
                  <a:pt x="204" y="719"/>
                </a:cubicBezTo>
                <a:cubicBezTo>
                  <a:pt x="204" y="719"/>
                  <a:pt x="204" y="719"/>
                  <a:pt x="204" y="719"/>
                </a:cubicBezTo>
                <a:cubicBezTo>
                  <a:pt x="203" y="719"/>
                  <a:pt x="203" y="719"/>
                  <a:pt x="203" y="719"/>
                </a:cubicBezTo>
                <a:cubicBezTo>
                  <a:pt x="203" y="719"/>
                  <a:pt x="203" y="719"/>
                  <a:pt x="203" y="719"/>
                </a:cubicBezTo>
                <a:cubicBezTo>
                  <a:pt x="203" y="718"/>
                  <a:pt x="203" y="718"/>
                  <a:pt x="203" y="718"/>
                </a:cubicBezTo>
                <a:cubicBezTo>
                  <a:pt x="203" y="718"/>
                  <a:pt x="203" y="718"/>
                  <a:pt x="203" y="718"/>
                </a:cubicBezTo>
                <a:cubicBezTo>
                  <a:pt x="203" y="718"/>
                  <a:pt x="203" y="718"/>
                  <a:pt x="203" y="718"/>
                </a:cubicBezTo>
                <a:cubicBezTo>
                  <a:pt x="203" y="718"/>
                  <a:pt x="203" y="718"/>
                  <a:pt x="203" y="718"/>
                </a:cubicBezTo>
                <a:cubicBezTo>
                  <a:pt x="203" y="717"/>
                  <a:pt x="203" y="717"/>
                  <a:pt x="203" y="717"/>
                </a:cubicBezTo>
                <a:cubicBezTo>
                  <a:pt x="203" y="717"/>
                  <a:pt x="203" y="717"/>
                  <a:pt x="203" y="717"/>
                </a:cubicBezTo>
                <a:cubicBezTo>
                  <a:pt x="202" y="717"/>
                  <a:pt x="202" y="717"/>
                  <a:pt x="202" y="717"/>
                </a:cubicBezTo>
                <a:cubicBezTo>
                  <a:pt x="202" y="717"/>
                  <a:pt x="202" y="717"/>
                  <a:pt x="202" y="717"/>
                </a:cubicBezTo>
                <a:cubicBezTo>
                  <a:pt x="202" y="716"/>
                  <a:pt x="202" y="716"/>
                  <a:pt x="202" y="716"/>
                </a:cubicBezTo>
                <a:cubicBezTo>
                  <a:pt x="202" y="716"/>
                  <a:pt x="202" y="716"/>
                  <a:pt x="202" y="716"/>
                </a:cubicBezTo>
                <a:cubicBezTo>
                  <a:pt x="201" y="715"/>
                  <a:pt x="201" y="715"/>
                  <a:pt x="201" y="715"/>
                </a:cubicBezTo>
                <a:cubicBezTo>
                  <a:pt x="201" y="715"/>
                  <a:pt x="201" y="715"/>
                  <a:pt x="201" y="715"/>
                </a:cubicBezTo>
                <a:cubicBezTo>
                  <a:pt x="201" y="715"/>
                  <a:pt x="201" y="715"/>
                  <a:pt x="201" y="715"/>
                </a:cubicBezTo>
                <a:cubicBezTo>
                  <a:pt x="201" y="715"/>
                  <a:pt x="201" y="715"/>
                  <a:pt x="201" y="715"/>
                </a:cubicBezTo>
                <a:cubicBezTo>
                  <a:pt x="201" y="714"/>
                  <a:pt x="201" y="714"/>
                  <a:pt x="201" y="714"/>
                </a:cubicBezTo>
                <a:cubicBezTo>
                  <a:pt x="201" y="714"/>
                  <a:pt x="201" y="714"/>
                  <a:pt x="201" y="714"/>
                </a:cubicBezTo>
                <a:cubicBezTo>
                  <a:pt x="202" y="713"/>
                  <a:pt x="202" y="713"/>
                  <a:pt x="202" y="713"/>
                </a:cubicBezTo>
                <a:cubicBezTo>
                  <a:pt x="202" y="713"/>
                  <a:pt x="202" y="713"/>
                  <a:pt x="202" y="713"/>
                </a:cubicBezTo>
                <a:cubicBezTo>
                  <a:pt x="215" y="705"/>
                  <a:pt x="215" y="705"/>
                  <a:pt x="215" y="705"/>
                </a:cubicBezTo>
                <a:cubicBezTo>
                  <a:pt x="215" y="705"/>
                  <a:pt x="215" y="705"/>
                  <a:pt x="215" y="705"/>
                </a:cubicBezTo>
                <a:cubicBezTo>
                  <a:pt x="215" y="705"/>
                  <a:pt x="215" y="705"/>
                  <a:pt x="215" y="705"/>
                </a:cubicBezTo>
                <a:cubicBezTo>
                  <a:pt x="215" y="705"/>
                  <a:pt x="215" y="705"/>
                  <a:pt x="215" y="705"/>
                </a:cubicBezTo>
                <a:cubicBezTo>
                  <a:pt x="215" y="705"/>
                  <a:pt x="215" y="705"/>
                  <a:pt x="215" y="705"/>
                </a:cubicBezTo>
                <a:cubicBezTo>
                  <a:pt x="215" y="705"/>
                  <a:pt x="215" y="705"/>
                  <a:pt x="215" y="705"/>
                </a:cubicBezTo>
                <a:cubicBezTo>
                  <a:pt x="215" y="705"/>
                  <a:pt x="215" y="705"/>
                  <a:pt x="215" y="705"/>
                </a:cubicBezTo>
                <a:cubicBezTo>
                  <a:pt x="215" y="705"/>
                  <a:pt x="215" y="705"/>
                  <a:pt x="215" y="705"/>
                </a:cubicBezTo>
                <a:cubicBezTo>
                  <a:pt x="216" y="705"/>
                  <a:pt x="216" y="705"/>
                  <a:pt x="216" y="705"/>
                </a:cubicBezTo>
                <a:cubicBezTo>
                  <a:pt x="216" y="705"/>
                  <a:pt x="216" y="705"/>
                  <a:pt x="216" y="705"/>
                </a:cubicBezTo>
                <a:cubicBezTo>
                  <a:pt x="216" y="705"/>
                  <a:pt x="216" y="705"/>
                  <a:pt x="216" y="705"/>
                </a:cubicBezTo>
                <a:cubicBezTo>
                  <a:pt x="216" y="705"/>
                  <a:pt x="216" y="705"/>
                  <a:pt x="216" y="705"/>
                </a:cubicBezTo>
                <a:cubicBezTo>
                  <a:pt x="216" y="704"/>
                  <a:pt x="216" y="704"/>
                  <a:pt x="216" y="704"/>
                </a:cubicBezTo>
                <a:cubicBezTo>
                  <a:pt x="216" y="704"/>
                  <a:pt x="216" y="704"/>
                  <a:pt x="216" y="704"/>
                </a:cubicBezTo>
                <a:cubicBezTo>
                  <a:pt x="216" y="704"/>
                  <a:pt x="216" y="704"/>
                  <a:pt x="216" y="704"/>
                </a:cubicBezTo>
                <a:cubicBezTo>
                  <a:pt x="216" y="704"/>
                  <a:pt x="216" y="704"/>
                  <a:pt x="216" y="704"/>
                </a:cubicBezTo>
                <a:cubicBezTo>
                  <a:pt x="217" y="704"/>
                  <a:pt x="217" y="704"/>
                  <a:pt x="217" y="704"/>
                </a:cubicBezTo>
                <a:cubicBezTo>
                  <a:pt x="217" y="704"/>
                  <a:pt x="217" y="704"/>
                  <a:pt x="217" y="704"/>
                </a:cubicBezTo>
                <a:cubicBezTo>
                  <a:pt x="217" y="704"/>
                  <a:pt x="217" y="704"/>
                  <a:pt x="217" y="704"/>
                </a:cubicBezTo>
                <a:cubicBezTo>
                  <a:pt x="217" y="704"/>
                  <a:pt x="217" y="704"/>
                  <a:pt x="217" y="704"/>
                </a:cubicBezTo>
                <a:cubicBezTo>
                  <a:pt x="217" y="704"/>
                  <a:pt x="217" y="704"/>
                  <a:pt x="217" y="704"/>
                </a:cubicBezTo>
                <a:cubicBezTo>
                  <a:pt x="217" y="704"/>
                  <a:pt x="217" y="704"/>
                  <a:pt x="217" y="704"/>
                </a:cubicBezTo>
                <a:cubicBezTo>
                  <a:pt x="217" y="704"/>
                  <a:pt x="217" y="704"/>
                  <a:pt x="217" y="704"/>
                </a:cubicBezTo>
                <a:cubicBezTo>
                  <a:pt x="217" y="704"/>
                  <a:pt x="217" y="704"/>
                  <a:pt x="217" y="704"/>
                </a:cubicBezTo>
                <a:cubicBezTo>
                  <a:pt x="217" y="703"/>
                  <a:pt x="217" y="703"/>
                  <a:pt x="217" y="703"/>
                </a:cubicBezTo>
                <a:cubicBezTo>
                  <a:pt x="217" y="703"/>
                  <a:pt x="217" y="703"/>
                  <a:pt x="217" y="703"/>
                </a:cubicBezTo>
                <a:cubicBezTo>
                  <a:pt x="217" y="703"/>
                  <a:pt x="217" y="703"/>
                  <a:pt x="217" y="703"/>
                </a:cubicBezTo>
                <a:cubicBezTo>
                  <a:pt x="217" y="703"/>
                  <a:pt x="217" y="703"/>
                  <a:pt x="217" y="703"/>
                </a:cubicBezTo>
                <a:cubicBezTo>
                  <a:pt x="217" y="703"/>
                  <a:pt x="217" y="703"/>
                  <a:pt x="217" y="703"/>
                </a:cubicBezTo>
                <a:cubicBezTo>
                  <a:pt x="217" y="703"/>
                  <a:pt x="217" y="703"/>
                  <a:pt x="217" y="703"/>
                </a:cubicBezTo>
                <a:cubicBezTo>
                  <a:pt x="217" y="702"/>
                  <a:pt x="217" y="702"/>
                  <a:pt x="217" y="702"/>
                </a:cubicBezTo>
                <a:cubicBezTo>
                  <a:pt x="217" y="702"/>
                  <a:pt x="217" y="702"/>
                  <a:pt x="217" y="702"/>
                </a:cubicBezTo>
                <a:cubicBezTo>
                  <a:pt x="217" y="702"/>
                  <a:pt x="217" y="702"/>
                  <a:pt x="217" y="702"/>
                </a:cubicBezTo>
                <a:cubicBezTo>
                  <a:pt x="217" y="702"/>
                  <a:pt x="217" y="702"/>
                  <a:pt x="217" y="702"/>
                </a:cubicBezTo>
                <a:cubicBezTo>
                  <a:pt x="216" y="702"/>
                  <a:pt x="216" y="702"/>
                  <a:pt x="216" y="702"/>
                </a:cubicBezTo>
                <a:cubicBezTo>
                  <a:pt x="216" y="702"/>
                  <a:pt x="216" y="702"/>
                  <a:pt x="216" y="702"/>
                </a:cubicBezTo>
                <a:cubicBezTo>
                  <a:pt x="215" y="701"/>
                  <a:pt x="215" y="701"/>
                  <a:pt x="215" y="701"/>
                </a:cubicBezTo>
                <a:cubicBezTo>
                  <a:pt x="215" y="701"/>
                  <a:pt x="215" y="701"/>
                  <a:pt x="215" y="701"/>
                </a:cubicBezTo>
                <a:cubicBezTo>
                  <a:pt x="215" y="701"/>
                  <a:pt x="215" y="701"/>
                  <a:pt x="215" y="701"/>
                </a:cubicBezTo>
                <a:cubicBezTo>
                  <a:pt x="215" y="701"/>
                  <a:pt x="215" y="701"/>
                  <a:pt x="215" y="701"/>
                </a:cubicBezTo>
                <a:cubicBezTo>
                  <a:pt x="214" y="700"/>
                  <a:pt x="214" y="700"/>
                  <a:pt x="214" y="700"/>
                </a:cubicBezTo>
                <a:cubicBezTo>
                  <a:pt x="214" y="700"/>
                  <a:pt x="214" y="700"/>
                  <a:pt x="214" y="700"/>
                </a:cubicBezTo>
                <a:cubicBezTo>
                  <a:pt x="214" y="700"/>
                  <a:pt x="214" y="700"/>
                  <a:pt x="214" y="700"/>
                </a:cubicBezTo>
                <a:cubicBezTo>
                  <a:pt x="214" y="700"/>
                  <a:pt x="214" y="700"/>
                  <a:pt x="214" y="700"/>
                </a:cubicBezTo>
                <a:cubicBezTo>
                  <a:pt x="214" y="699"/>
                  <a:pt x="214" y="699"/>
                  <a:pt x="214" y="699"/>
                </a:cubicBezTo>
                <a:cubicBezTo>
                  <a:pt x="214" y="699"/>
                  <a:pt x="214" y="699"/>
                  <a:pt x="214" y="699"/>
                </a:cubicBezTo>
                <a:cubicBezTo>
                  <a:pt x="214" y="699"/>
                  <a:pt x="214" y="698"/>
                  <a:pt x="214" y="698"/>
                </a:cubicBezTo>
                <a:cubicBezTo>
                  <a:pt x="214" y="698"/>
                  <a:pt x="214" y="698"/>
                  <a:pt x="214" y="698"/>
                </a:cubicBezTo>
                <a:cubicBezTo>
                  <a:pt x="213" y="698"/>
                  <a:pt x="213" y="698"/>
                  <a:pt x="213" y="697"/>
                </a:cubicBezTo>
                <a:cubicBezTo>
                  <a:pt x="213" y="697"/>
                  <a:pt x="213" y="697"/>
                  <a:pt x="213" y="697"/>
                </a:cubicBezTo>
                <a:cubicBezTo>
                  <a:pt x="213" y="696"/>
                  <a:pt x="213" y="696"/>
                  <a:pt x="213" y="695"/>
                </a:cubicBezTo>
                <a:cubicBezTo>
                  <a:pt x="213" y="695"/>
                  <a:pt x="213" y="695"/>
                  <a:pt x="213" y="695"/>
                </a:cubicBezTo>
                <a:cubicBezTo>
                  <a:pt x="213" y="693"/>
                  <a:pt x="213" y="691"/>
                  <a:pt x="213" y="689"/>
                </a:cubicBezTo>
                <a:cubicBezTo>
                  <a:pt x="213" y="689"/>
                  <a:pt x="213" y="689"/>
                  <a:pt x="213" y="689"/>
                </a:cubicBezTo>
                <a:cubicBezTo>
                  <a:pt x="213" y="688"/>
                  <a:pt x="213" y="688"/>
                  <a:pt x="214" y="687"/>
                </a:cubicBezTo>
                <a:cubicBezTo>
                  <a:pt x="214" y="687"/>
                  <a:pt x="214" y="687"/>
                  <a:pt x="214" y="687"/>
                </a:cubicBezTo>
                <a:cubicBezTo>
                  <a:pt x="214" y="686"/>
                  <a:pt x="214" y="685"/>
                  <a:pt x="215" y="684"/>
                </a:cubicBezTo>
                <a:cubicBezTo>
                  <a:pt x="215" y="684"/>
                  <a:pt x="215" y="684"/>
                  <a:pt x="215" y="684"/>
                </a:cubicBezTo>
                <a:cubicBezTo>
                  <a:pt x="215" y="684"/>
                  <a:pt x="216" y="683"/>
                  <a:pt x="216" y="682"/>
                </a:cubicBezTo>
                <a:cubicBezTo>
                  <a:pt x="216" y="682"/>
                  <a:pt x="216" y="682"/>
                  <a:pt x="216" y="682"/>
                </a:cubicBezTo>
                <a:cubicBezTo>
                  <a:pt x="217" y="681"/>
                  <a:pt x="217" y="680"/>
                  <a:pt x="218" y="679"/>
                </a:cubicBezTo>
                <a:cubicBezTo>
                  <a:pt x="218" y="679"/>
                  <a:pt x="218" y="679"/>
                  <a:pt x="218" y="679"/>
                </a:cubicBezTo>
                <a:cubicBezTo>
                  <a:pt x="219" y="677"/>
                  <a:pt x="219" y="677"/>
                  <a:pt x="219" y="677"/>
                </a:cubicBezTo>
                <a:cubicBezTo>
                  <a:pt x="219" y="677"/>
                  <a:pt x="219" y="677"/>
                  <a:pt x="219" y="677"/>
                </a:cubicBezTo>
                <a:cubicBezTo>
                  <a:pt x="216" y="679"/>
                  <a:pt x="213" y="681"/>
                  <a:pt x="210" y="683"/>
                </a:cubicBezTo>
                <a:cubicBezTo>
                  <a:pt x="210" y="683"/>
                  <a:pt x="210" y="683"/>
                  <a:pt x="210" y="683"/>
                </a:cubicBezTo>
                <a:cubicBezTo>
                  <a:pt x="209" y="684"/>
                  <a:pt x="208" y="684"/>
                  <a:pt x="207" y="683"/>
                </a:cubicBezTo>
                <a:cubicBezTo>
                  <a:pt x="207" y="683"/>
                  <a:pt x="207" y="683"/>
                  <a:pt x="207" y="683"/>
                </a:cubicBezTo>
                <a:cubicBezTo>
                  <a:pt x="207" y="683"/>
                  <a:pt x="207" y="683"/>
                  <a:pt x="207" y="683"/>
                </a:cubicBezTo>
                <a:cubicBezTo>
                  <a:pt x="207" y="683"/>
                  <a:pt x="207" y="683"/>
                  <a:pt x="207" y="683"/>
                </a:cubicBezTo>
                <a:cubicBezTo>
                  <a:pt x="206" y="683"/>
                  <a:pt x="206" y="683"/>
                  <a:pt x="206" y="683"/>
                </a:cubicBezTo>
                <a:cubicBezTo>
                  <a:pt x="206" y="683"/>
                  <a:pt x="206" y="683"/>
                  <a:pt x="206" y="683"/>
                </a:cubicBezTo>
                <a:cubicBezTo>
                  <a:pt x="206" y="683"/>
                  <a:pt x="206" y="682"/>
                  <a:pt x="205" y="682"/>
                </a:cubicBezTo>
                <a:cubicBezTo>
                  <a:pt x="205" y="682"/>
                  <a:pt x="205" y="682"/>
                  <a:pt x="205" y="682"/>
                </a:cubicBezTo>
                <a:cubicBezTo>
                  <a:pt x="205" y="682"/>
                  <a:pt x="205" y="682"/>
                  <a:pt x="205" y="682"/>
                </a:cubicBezTo>
                <a:cubicBezTo>
                  <a:pt x="205" y="682"/>
                  <a:pt x="205" y="682"/>
                  <a:pt x="205" y="682"/>
                </a:cubicBezTo>
                <a:cubicBezTo>
                  <a:pt x="204" y="681"/>
                  <a:pt x="204" y="681"/>
                  <a:pt x="204" y="681"/>
                </a:cubicBezTo>
                <a:cubicBezTo>
                  <a:pt x="204" y="681"/>
                  <a:pt x="204" y="681"/>
                  <a:pt x="204" y="681"/>
                </a:cubicBezTo>
                <a:cubicBezTo>
                  <a:pt x="203" y="680"/>
                  <a:pt x="203" y="680"/>
                  <a:pt x="203" y="680"/>
                </a:cubicBezTo>
                <a:cubicBezTo>
                  <a:pt x="203" y="680"/>
                  <a:pt x="203" y="680"/>
                  <a:pt x="203" y="680"/>
                </a:cubicBezTo>
                <a:cubicBezTo>
                  <a:pt x="203" y="680"/>
                  <a:pt x="203" y="680"/>
                  <a:pt x="203" y="680"/>
                </a:cubicBezTo>
                <a:cubicBezTo>
                  <a:pt x="203" y="680"/>
                  <a:pt x="203" y="680"/>
                  <a:pt x="203" y="680"/>
                </a:cubicBezTo>
                <a:cubicBezTo>
                  <a:pt x="202" y="680"/>
                  <a:pt x="202" y="680"/>
                  <a:pt x="202" y="680"/>
                </a:cubicBezTo>
                <a:cubicBezTo>
                  <a:pt x="202" y="680"/>
                  <a:pt x="202" y="680"/>
                  <a:pt x="202" y="680"/>
                </a:cubicBezTo>
                <a:cubicBezTo>
                  <a:pt x="202" y="680"/>
                  <a:pt x="202" y="680"/>
                  <a:pt x="202" y="679"/>
                </a:cubicBezTo>
                <a:cubicBezTo>
                  <a:pt x="202" y="679"/>
                  <a:pt x="202" y="679"/>
                  <a:pt x="202" y="679"/>
                </a:cubicBezTo>
                <a:cubicBezTo>
                  <a:pt x="202" y="680"/>
                  <a:pt x="201" y="680"/>
                  <a:pt x="201" y="680"/>
                </a:cubicBezTo>
                <a:cubicBezTo>
                  <a:pt x="201" y="680"/>
                  <a:pt x="201" y="680"/>
                  <a:pt x="201" y="680"/>
                </a:cubicBezTo>
                <a:cubicBezTo>
                  <a:pt x="201" y="680"/>
                  <a:pt x="201" y="680"/>
                  <a:pt x="201" y="680"/>
                </a:cubicBezTo>
                <a:cubicBezTo>
                  <a:pt x="201" y="680"/>
                  <a:pt x="201" y="680"/>
                  <a:pt x="201" y="680"/>
                </a:cubicBezTo>
                <a:cubicBezTo>
                  <a:pt x="201" y="680"/>
                  <a:pt x="200" y="680"/>
                  <a:pt x="200" y="680"/>
                </a:cubicBezTo>
                <a:cubicBezTo>
                  <a:pt x="200" y="680"/>
                  <a:pt x="200" y="680"/>
                  <a:pt x="200" y="680"/>
                </a:cubicBezTo>
                <a:cubicBezTo>
                  <a:pt x="200" y="680"/>
                  <a:pt x="200" y="681"/>
                  <a:pt x="200" y="681"/>
                </a:cubicBezTo>
                <a:cubicBezTo>
                  <a:pt x="200" y="681"/>
                  <a:pt x="200" y="681"/>
                  <a:pt x="200" y="681"/>
                </a:cubicBezTo>
                <a:cubicBezTo>
                  <a:pt x="200" y="681"/>
                  <a:pt x="200" y="681"/>
                  <a:pt x="200" y="681"/>
                </a:cubicBezTo>
                <a:cubicBezTo>
                  <a:pt x="200" y="681"/>
                  <a:pt x="200" y="681"/>
                  <a:pt x="200" y="681"/>
                </a:cubicBezTo>
                <a:cubicBezTo>
                  <a:pt x="200" y="682"/>
                  <a:pt x="200" y="682"/>
                  <a:pt x="200" y="682"/>
                </a:cubicBezTo>
                <a:cubicBezTo>
                  <a:pt x="200" y="682"/>
                  <a:pt x="200" y="682"/>
                  <a:pt x="200" y="682"/>
                </a:cubicBezTo>
                <a:cubicBezTo>
                  <a:pt x="200" y="682"/>
                  <a:pt x="199" y="682"/>
                  <a:pt x="199" y="682"/>
                </a:cubicBezTo>
                <a:cubicBezTo>
                  <a:pt x="199" y="682"/>
                  <a:pt x="199" y="682"/>
                  <a:pt x="199" y="682"/>
                </a:cubicBezTo>
                <a:cubicBezTo>
                  <a:pt x="199" y="682"/>
                  <a:pt x="199" y="682"/>
                  <a:pt x="199" y="682"/>
                </a:cubicBezTo>
                <a:cubicBezTo>
                  <a:pt x="199" y="682"/>
                  <a:pt x="199" y="682"/>
                  <a:pt x="199" y="682"/>
                </a:cubicBezTo>
                <a:cubicBezTo>
                  <a:pt x="193" y="692"/>
                  <a:pt x="193" y="692"/>
                  <a:pt x="193" y="692"/>
                </a:cubicBezTo>
                <a:cubicBezTo>
                  <a:pt x="193" y="692"/>
                  <a:pt x="193" y="692"/>
                  <a:pt x="193" y="692"/>
                </a:cubicBezTo>
                <a:cubicBezTo>
                  <a:pt x="186" y="705"/>
                  <a:pt x="186" y="705"/>
                  <a:pt x="186" y="705"/>
                </a:cubicBezTo>
                <a:cubicBezTo>
                  <a:pt x="186" y="705"/>
                  <a:pt x="186" y="705"/>
                  <a:pt x="186" y="705"/>
                </a:cubicBezTo>
                <a:cubicBezTo>
                  <a:pt x="176" y="724"/>
                  <a:pt x="176" y="724"/>
                  <a:pt x="176" y="724"/>
                </a:cubicBezTo>
                <a:close/>
                <a:moveTo>
                  <a:pt x="425" y="723"/>
                </a:moveTo>
                <a:cubicBezTo>
                  <a:pt x="424" y="722"/>
                  <a:pt x="424" y="722"/>
                  <a:pt x="424" y="722"/>
                </a:cubicBezTo>
                <a:cubicBezTo>
                  <a:pt x="424" y="722"/>
                  <a:pt x="424" y="722"/>
                  <a:pt x="424" y="722"/>
                </a:cubicBezTo>
                <a:cubicBezTo>
                  <a:pt x="424" y="722"/>
                  <a:pt x="424" y="722"/>
                  <a:pt x="424" y="722"/>
                </a:cubicBezTo>
                <a:cubicBezTo>
                  <a:pt x="424" y="722"/>
                  <a:pt x="424" y="722"/>
                  <a:pt x="424" y="722"/>
                </a:cubicBezTo>
                <a:cubicBezTo>
                  <a:pt x="423" y="721"/>
                  <a:pt x="423" y="721"/>
                  <a:pt x="423" y="721"/>
                </a:cubicBezTo>
                <a:cubicBezTo>
                  <a:pt x="423" y="721"/>
                  <a:pt x="423" y="721"/>
                  <a:pt x="423" y="721"/>
                </a:cubicBezTo>
                <a:cubicBezTo>
                  <a:pt x="423" y="720"/>
                  <a:pt x="423" y="720"/>
                  <a:pt x="423" y="720"/>
                </a:cubicBezTo>
                <a:cubicBezTo>
                  <a:pt x="423" y="720"/>
                  <a:pt x="423" y="720"/>
                  <a:pt x="423" y="720"/>
                </a:cubicBezTo>
                <a:cubicBezTo>
                  <a:pt x="423" y="720"/>
                  <a:pt x="423" y="720"/>
                  <a:pt x="423" y="720"/>
                </a:cubicBezTo>
                <a:cubicBezTo>
                  <a:pt x="423" y="720"/>
                  <a:pt x="423" y="720"/>
                  <a:pt x="423" y="720"/>
                </a:cubicBezTo>
                <a:cubicBezTo>
                  <a:pt x="423" y="719"/>
                  <a:pt x="423" y="719"/>
                  <a:pt x="423" y="719"/>
                </a:cubicBezTo>
                <a:cubicBezTo>
                  <a:pt x="423" y="719"/>
                  <a:pt x="423" y="719"/>
                  <a:pt x="423" y="719"/>
                </a:cubicBezTo>
                <a:cubicBezTo>
                  <a:pt x="423" y="718"/>
                  <a:pt x="423" y="718"/>
                  <a:pt x="423" y="718"/>
                </a:cubicBezTo>
                <a:cubicBezTo>
                  <a:pt x="423" y="718"/>
                  <a:pt x="423" y="718"/>
                  <a:pt x="423" y="718"/>
                </a:cubicBezTo>
                <a:cubicBezTo>
                  <a:pt x="424" y="717"/>
                  <a:pt x="424" y="717"/>
                  <a:pt x="424" y="717"/>
                </a:cubicBezTo>
                <a:cubicBezTo>
                  <a:pt x="424" y="717"/>
                  <a:pt x="424" y="717"/>
                  <a:pt x="424" y="717"/>
                </a:cubicBezTo>
                <a:cubicBezTo>
                  <a:pt x="425" y="716"/>
                  <a:pt x="425" y="716"/>
                  <a:pt x="425" y="716"/>
                </a:cubicBezTo>
                <a:cubicBezTo>
                  <a:pt x="425" y="716"/>
                  <a:pt x="425" y="716"/>
                  <a:pt x="425" y="716"/>
                </a:cubicBezTo>
                <a:cubicBezTo>
                  <a:pt x="427" y="715"/>
                  <a:pt x="427" y="715"/>
                  <a:pt x="427" y="715"/>
                </a:cubicBezTo>
                <a:cubicBezTo>
                  <a:pt x="427" y="715"/>
                  <a:pt x="427" y="715"/>
                  <a:pt x="427" y="715"/>
                </a:cubicBezTo>
                <a:cubicBezTo>
                  <a:pt x="428" y="714"/>
                  <a:pt x="428" y="714"/>
                  <a:pt x="428" y="714"/>
                </a:cubicBezTo>
                <a:cubicBezTo>
                  <a:pt x="428" y="714"/>
                  <a:pt x="428" y="714"/>
                  <a:pt x="428" y="714"/>
                </a:cubicBezTo>
                <a:cubicBezTo>
                  <a:pt x="430" y="713"/>
                  <a:pt x="430" y="713"/>
                  <a:pt x="430" y="713"/>
                </a:cubicBezTo>
                <a:cubicBezTo>
                  <a:pt x="430" y="713"/>
                  <a:pt x="430" y="713"/>
                  <a:pt x="430" y="713"/>
                </a:cubicBezTo>
                <a:cubicBezTo>
                  <a:pt x="431" y="712"/>
                  <a:pt x="431" y="712"/>
                  <a:pt x="431" y="712"/>
                </a:cubicBezTo>
                <a:cubicBezTo>
                  <a:pt x="431" y="712"/>
                  <a:pt x="431" y="712"/>
                  <a:pt x="431" y="712"/>
                </a:cubicBezTo>
                <a:cubicBezTo>
                  <a:pt x="433" y="711"/>
                  <a:pt x="433" y="711"/>
                  <a:pt x="433" y="711"/>
                </a:cubicBezTo>
                <a:cubicBezTo>
                  <a:pt x="433" y="711"/>
                  <a:pt x="433" y="711"/>
                  <a:pt x="433" y="711"/>
                </a:cubicBezTo>
                <a:cubicBezTo>
                  <a:pt x="434" y="710"/>
                  <a:pt x="434" y="710"/>
                  <a:pt x="434" y="710"/>
                </a:cubicBezTo>
                <a:cubicBezTo>
                  <a:pt x="434" y="710"/>
                  <a:pt x="434" y="710"/>
                  <a:pt x="434" y="710"/>
                </a:cubicBezTo>
                <a:cubicBezTo>
                  <a:pt x="436" y="709"/>
                  <a:pt x="436" y="709"/>
                  <a:pt x="436" y="709"/>
                </a:cubicBezTo>
                <a:cubicBezTo>
                  <a:pt x="436" y="709"/>
                  <a:pt x="436" y="709"/>
                  <a:pt x="436" y="709"/>
                </a:cubicBezTo>
                <a:cubicBezTo>
                  <a:pt x="442" y="704"/>
                  <a:pt x="442" y="704"/>
                  <a:pt x="442" y="704"/>
                </a:cubicBezTo>
                <a:cubicBezTo>
                  <a:pt x="442" y="704"/>
                  <a:pt x="442" y="704"/>
                  <a:pt x="442" y="704"/>
                </a:cubicBezTo>
                <a:cubicBezTo>
                  <a:pt x="443" y="703"/>
                  <a:pt x="443" y="703"/>
                  <a:pt x="443" y="703"/>
                </a:cubicBezTo>
                <a:cubicBezTo>
                  <a:pt x="443" y="703"/>
                  <a:pt x="443" y="703"/>
                  <a:pt x="443" y="703"/>
                </a:cubicBezTo>
                <a:cubicBezTo>
                  <a:pt x="444" y="703"/>
                  <a:pt x="444" y="703"/>
                  <a:pt x="444" y="703"/>
                </a:cubicBezTo>
                <a:cubicBezTo>
                  <a:pt x="444" y="703"/>
                  <a:pt x="444" y="703"/>
                  <a:pt x="444" y="703"/>
                </a:cubicBezTo>
                <a:cubicBezTo>
                  <a:pt x="444" y="702"/>
                  <a:pt x="444" y="702"/>
                  <a:pt x="444" y="702"/>
                </a:cubicBezTo>
                <a:cubicBezTo>
                  <a:pt x="444" y="702"/>
                  <a:pt x="444" y="702"/>
                  <a:pt x="444" y="702"/>
                </a:cubicBezTo>
                <a:cubicBezTo>
                  <a:pt x="445" y="700"/>
                  <a:pt x="445" y="700"/>
                  <a:pt x="445" y="700"/>
                </a:cubicBezTo>
                <a:cubicBezTo>
                  <a:pt x="445" y="700"/>
                  <a:pt x="445" y="700"/>
                  <a:pt x="445" y="700"/>
                </a:cubicBezTo>
                <a:cubicBezTo>
                  <a:pt x="446" y="699"/>
                  <a:pt x="446" y="699"/>
                  <a:pt x="446" y="699"/>
                </a:cubicBezTo>
                <a:cubicBezTo>
                  <a:pt x="446" y="699"/>
                  <a:pt x="446" y="699"/>
                  <a:pt x="446" y="699"/>
                </a:cubicBezTo>
                <a:cubicBezTo>
                  <a:pt x="446" y="698"/>
                  <a:pt x="446" y="698"/>
                  <a:pt x="446" y="698"/>
                </a:cubicBezTo>
                <a:cubicBezTo>
                  <a:pt x="446" y="698"/>
                  <a:pt x="446" y="698"/>
                  <a:pt x="446" y="698"/>
                </a:cubicBezTo>
                <a:cubicBezTo>
                  <a:pt x="446" y="697"/>
                  <a:pt x="446" y="697"/>
                  <a:pt x="446" y="697"/>
                </a:cubicBezTo>
                <a:cubicBezTo>
                  <a:pt x="446" y="697"/>
                  <a:pt x="446" y="697"/>
                  <a:pt x="446" y="697"/>
                </a:cubicBezTo>
                <a:cubicBezTo>
                  <a:pt x="446" y="696"/>
                  <a:pt x="446" y="696"/>
                  <a:pt x="446" y="696"/>
                </a:cubicBezTo>
                <a:cubicBezTo>
                  <a:pt x="446" y="696"/>
                  <a:pt x="446" y="696"/>
                  <a:pt x="446" y="696"/>
                </a:cubicBezTo>
                <a:cubicBezTo>
                  <a:pt x="444" y="695"/>
                  <a:pt x="444" y="695"/>
                  <a:pt x="444" y="695"/>
                </a:cubicBezTo>
                <a:cubicBezTo>
                  <a:pt x="444" y="695"/>
                  <a:pt x="444" y="695"/>
                  <a:pt x="444" y="695"/>
                </a:cubicBezTo>
                <a:cubicBezTo>
                  <a:pt x="444" y="696"/>
                  <a:pt x="444" y="696"/>
                  <a:pt x="444" y="696"/>
                </a:cubicBezTo>
                <a:cubicBezTo>
                  <a:pt x="444" y="696"/>
                  <a:pt x="444" y="696"/>
                  <a:pt x="444" y="696"/>
                </a:cubicBezTo>
                <a:cubicBezTo>
                  <a:pt x="444" y="697"/>
                  <a:pt x="444" y="697"/>
                  <a:pt x="444" y="697"/>
                </a:cubicBezTo>
                <a:cubicBezTo>
                  <a:pt x="444" y="697"/>
                  <a:pt x="444" y="697"/>
                  <a:pt x="444" y="697"/>
                </a:cubicBezTo>
                <a:cubicBezTo>
                  <a:pt x="443" y="697"/>
                  <a:pt x="443" y="697"/>
                  <a:pt x="443" y="697"/>
                </a:cubicBezTo>
                <a:cubicBezTo>
                  <a:pt x="443" y="697"/>
                  <a:pt x="443" y="697"/>
                  <a:pt x="443" y="697"/>
                </a:cubicBezTo>
                <a:cubicBezTo>
                  <a:pt x="443" y="698"/>
                  <a:pt x="443" y="698"/>
                  <a:pt x="443" y="698"/>
                </a:cubicBezTo>
                <a:cubicBezTo>
                  <a:pt x="443" y="698"/>
                  <a:pt x="443" y="698"/>
                  <a:pt x="443" y="698"/>
                </a:cubicBezTo>
                <a:cubicBezTo>
                  <a:pt x="442" y="698"/>
                  <a:pt x="442" y="698"/>
                  <a:pt x="442" y="698"/>
                </a:cubicBezTo>
                <a:cubicBezTo>
                  <a:pt x="442" y="698"/>
                  <a:pt x="442" y="698"/>
                  <a:pt x="442" y="698"/>
                </a:cubicBezTo>
                <a:cubicBezTo>
                  <a:pt x="442" y="698"/>
                  <a:pt x="442" y="698"/>
                  <a:pt x="442" y="698"/>
                </a:cubicBezTo>
                <a:cubicBezTo>
                  <a:pt x="442" y="698"/>
                  <a:pt x="442" y="698"/>
                  <a:pt x="442" y="698"/>
                </a:cubicBezTo>
                <a:cubicBezTo>
                  <a:pt x="441" y="699"/>
                  <a:pt x="441" y="699"/>
                  <a:pt x="441" y="699"/>
                </a:cubicBezTo>
                <a:cubicBezTo>
                  <a:pt x="441" y="699"/>
                  <a:pt x="441" y="699"/>
                  <a:pt x="441" y="699"/>
                </a:cubicBezTo>
                <a:cubicBezTo>
                  <a:pt x="440" y="699"/>
                  <a:pt x="440" y="699"/>
                  <a:pt x="440" y="699"/>
                </a:cubicBezTo>
                <a:cubicBezTo>
                  <a:pt x="440" y="699"/>
                  <a:pt x="440" y="699"/>
                  <a:pt x="440" y="699"/>
                </a:cubicBezTo>
                <a:cubicBezTo>
                  <a:pt x="440" y="699"/>
                  <a:pt x="440" y="699"/>
                  <a:pt x="440" y="699"/>
                </a:cubicBezTo>
                <a:cubicBezTo>
                  <a:pt x="440" y="699"/>
                  <a:pt x="440" y="699"/>
                  <a:pt x="440" y="699"/>
                </a:cubicBezTo>
                <a:cubicBezTo>
                  <a:pt x="439" y="699"/>
                  <a:pt x="439" y="699"/>
                  <a:pt x="439" y="699"/>
                </a:cubicBezTo>
                <a:cubicBezTo>
                  <a:pt x="439" y="699"/>
                  <a:pt x="439" y="699"/>
                  <a:pt x="439" y="699"/>
                </a:cubicBezTo>
                <a:cubicBezTo>
                  <a:pt x="439" y="699"/>
                  <a:pt x="439" y="699"/>
                  <a:pt x="439" y="699"/>
                </a:cubicBezTo>
                <a:cubicBezTo>
                  <a:pt x="439" y="699"/>
                  <a:pt x="439" y="699"/>
                  <a:pt x="439" y="699"/>
                </a:cubicBezTo>
                <a:cubicBezTo>
                  <a:pt x="439" y="699"/>
                  <a:pt x="439" y="699"/>
                  <a:pt x="439" y="699"/>
                </a:cubicBezTo>
                <a:cubicBezTo>
                  <a:pt x="439" y="699"/>
                  <a:pt x="439" y="699"/>
                  <a:pt x="439" y="699"/>
                </a:cubicBezTo>
                <a:cubicBezTo>
                  <a:pt x="438" y="699"/>
                  <a:pt x="438" y="699"/>
                  <a:pt x="438" y="699"/>
                </a:cubicBezTo>
                <a:cubicBezTo>
                  <a:pt x="438" y="699"/>
                  <a:pt x="438" y="699"/>
                  <a:pt x="438" y="699"/>
                </a:cubicBezTo>
                <a:cubicBezTo>
                  <a:pt x="438" y="699"/>
                  <a:pt x="438" y="699"/>
                  <a:pt x="438" y="699"/>
                </a:cubicBezTo>
                <a:cubicBezTo>
                  <a:pt x="438" y="699"/>
                  <a:pt x="438" y="699"/>
                  <a:pt x="438" y="699"/>
                </a:cubicBezTo>
                <a:cubicBezTo>
                  <a:pt x="437" y="699"/>
                  <a:pt x="437" y="699"/>
                  <a:pt x="437" y="699"/>
                </a:cubicBezTo>
                <a:cubicBezTo>
                  <a:pt x="437" y="699"/>
                  <a:pt x="437" y="699"/>
                  <a:pt x="437" y="699"/>
                </a:cubicBezTo>
                <a:cubicBezTo>
                  <a:pt x="437" y="699"/>
                  <a:pt x="437" y="699"/>
                  <a:pt x="437" y="699"/>
                </a:cubicBezTo>
                <a:cubicBezTo>
                  <a:pt x="437" y="699"/>
                  <a:pt x="437" y="699"/>
                  <a:pt x="437" y="699"/>
                </a:cubicBezTo>
                <a:cubicBezTo>
                  <a:pt x="437" y="699"/>
                  <a:pt x="437" y="699"/>
                  <a:pt x="437" y="699"/>
                </a:cubicBezTo>
                <a:cubicBezTo>
                  <a:pt x="437" y="699"/>
                  <a:pt x="437" y="699"/>
                  <a:pt x="437" y="699"/>
                </a:cubicBezTo>
                <a:cubicBezTo>
                  <a:pt x="437" y="699"/>
                  <a:pt x="437" y="699"/>
                  <a:pt x="437" y="699"/>
                </a:cubicBezTo>
                <a:cubicBezTo>
                  <a:pt x="437" y="699"/>
                  <a:pt x="437" y="699"/>
                  <a:pt x="437" y="699"/>
                </a:cubicBezTo>
                <a:cubicBezTo>
                  <a:pt x="436" y="698"/>
                  <a:pt x="436" y="698"/>
                  <a:pt x="436" y="698"/>
                </a:cubicBezTo>
                <a:cubicBezTo>
                  <a:pt x="436" y="698"/>
                  <a:pt x="436" y="698"/>
                  <a:pt x="436" y="698"/>
                </a:cubicBezTo>
                <a:cubicBezTo>
                  <a:pt x="436" y="698"/>
                  <a:pt x="436" y="698"/>
                  <a:pt x="436" y="698"/>
                </a:cubicBezTo>
                <a:cubicBezTo>
                  <a:pt x="436" y="698"/>
                  <a:pt x="436" y="698"/>
                  <a:pt x="436" y="698"/>
                </a:cubicBezTo>
                <a:cubicBezTo>
                  <a:pt x="436" y="698"/>
                  <a:pt x="436" y="698"/>
                  <a:pt x="436" y="698"/>
                </a:cubicBezTo>
                <a:cubicBezTo>
                  <a:pt x="436" y="698"/>
                  <a:pt x="436" y="698"/>
                  <a:pt x="436" y="698"/>
                </a:cubicBezTo>
                <a:cubicBezTo>
                  <a:pt x="436" y="697"/>
                  <a:pt x="436" y="697"/>
                  <a:pt x="436" y="697"/>
                </a:cubicBezTo>
                <a:cubicBezTo>
                  <a:pt x="436" y="697"/>
                  <a:pt x="436" y="697"/>
                  <a:pt x="436" y="697"/>
                </a:cubicBezTo>
                <a:cubicBezTo>
                  <a:pt x="436" y="697"/>
                  <a:pt x="436" y="697"/>
                  <a:pt x="436" y="697"/>
                </a:cubicBezTo>
                <a:cubicBezTo>
                  <a:pt x="436" y="697"/>
                  <a:pt x="436" y="697"/>
                  <a:pt x="436" y="697"/>
                </a:cubicBezTo>
                <a:cubicBezTo>
                  <a:pt x="436" y="696"/>
                  <a:pt x="436" y="696"/>
                  <a:pt x="436" y="696"/>
                </a:cubicBezTo>
                <a:cubicBezTo>
                  <a:pt x="436" y="696"/>
                  <a:pt x="436" y="696"/>
                  <a:pt x="436" y="696"/>
                </a:cubicBezTo>
                <a:cubicBezTo>
                  <a:pt x="443" y="692"/>
                  <a:pt x="443" y="692"/>
                  <a:pt x="443" y="692"/>
                </a:cubicBezTo>
                <a:cubicBezTo>
                  <a:pt x="443" y="692"/>
                  <a:pt x="443" y="692"/>
                  <a:pt x="443" y="692"/>
                </a:cubicBezTo>
                <a:cubicBezTo>
                  <a:pt x="442" y="692"/>
                  <a:pt x="442" y="692"/>
                  <a:pt x="442" y="692"/>
                </a:cubicBezTo>
                <a:cubicBezTo>
                  <a:pt x="442" y="692"/>
                  <a:pt x="442" y="692"/>
                  <a:pt x="442" y="692"/>
                </a:cubicBezTo>
                <a:cubicBezTo>
                  <a:pt x="442" y="691"/>
                  <a:pt x="442" y="691"/>
                  <a:pt x="442" y="691"/>
                </a:cubicBezTo>
                <a:cubicBezTo>
                  <a:pt x="442" y="691"/>
                  <a:pt x="442" y="691"/>
                  <a:pt x="442" y="691"/>
                </a:cubicBezTo>
                <a:cubicBezTo>
                  <a:pt x="442" y="691"/>
                  <a:pt x="442" y="691"/>
                  <a:pt x="442" y="691"/>
                </a:cubicBezTo>
                <a:cubicBezTo>
                  <a:pt x="442" y="691"/>
                  <a:pt x="442" y="691"/>
                  <a:pt x="442" y="691"/>
                </a:cubicBezTo>
                <a:cubicBezTo>
                  <a:pt x="442" y="691"/>
                  <a:pt x="442" y="691"/>
                  <a:pt x="442" y="691"/>
                </a:cubicBezTo>
                <a:cubicBezTo>
                  <a:pt x="442" y="691"/>
                  <a:pt x="442" y="691"/>
                  <a:pt x="442" y="691"/>
                </a:cubicBezTo>
                <a:cubicBezTo>
                  <a:pt x="442" y="690"/>
                  <a:pt x="442" y="690"/>
                  <a:pt x="442" y="690"/>
                </a:cubicBezTo>
                <a:cubicBezTo>
                  <a:pt x="442" y="690"/>
                  <a:pt x="442" y="690"/>
                  <a:pt x="442" y="690"/>
                </a:cubicBezTo>
                <a:cubicBezTo>
                  <a:pt x="442" y="690"/>
                  <a:pt x="442" y="690"/>
                  <a:pt x="442" y="690"/>
                </a:cubicBezTo>
                <a:cubicBezTo>
                  <a:pt x="442" y="690"/>
                  <a:pt x="442" y="690"/>
                  <a:pt x="442" y="690"/>
                </a:cubicBezTo>
                <a:cubicBezTo>
                  <a:pt x="442" y="690"/>
                  <a:pt x="442" y="690"/>
                  <a:pt x="442" y="690"/>
                </a:cubicBezTo>
                <a:cubicBezTo>
                  <a:pt x="442" y="690"/>
                  <a:pt x="442" y="690"/>
                  <a:pt x="442" y="690"/>
                </a:cubicBezTo>
                <a:cubicBezTo>
                  <a:pt x="443" y="689"/>
                  <a:pt x="443" y="689"/>
                  <a:pt x="443" y="689"/>
                </a:cubicBezTo>
                <a:cubicBezTo>
                  <a:pt x="443" y="689"/>
                  <a:pt x="443" y="689"/>
                  <a:pt x="443" y="689"/>
                </a:cubicBezTo>
                <a:cubicBezTo>
                  <a:pt x="443" y="689"/>
                  <a:pt x="443" y="689"/>
                  <a:pt x="443" y="689"/>
                </a:cubicBezTo>
                <a:cubicBezTo>
                  <a:pt x="443" y="689"/>
                  <a:pt x="443" y="689"/>
                  <a:pt x="443" y="689"/>
                </a:cubicBezTo>
                <a:cubicBezTo>
                  <a:pt x="443" y="688"/>
                  <a:pt x="443" y="688"/>
                  <a:pt x="443" y="688"/>
                </a:cubicBezTo>
                <a:cubicBezTo>
                  <a:pt x="443" y="688"/>
                  <a:pt x="443" y="688"/>
                  <a:pt x="443" y="688"/>
                </a:cubicBezTo>
                <a:cubicBezTo>
                  <a:pt x="443" y="688"/>
                  <a:pt x="443" y="688"/>
                  <a:pt x="443" y="688"/>
                </a:cubicBezTo>
                <a:cubicBezTo>
                  <a:pt x="443" y="688"/>
                  <a:pt x="443" y="688"/>
                  <a:pt x="443" y="688"/>
                </a:cubicBezTo>
                <a:cubicBezTo>
                  <a:pt x="444" y="687"/>
                  <a:pt x="444" y="687"/>
                  <a:pt x="444" y="687"/>
                </a:cubicBezTo>
                <a:cubicBezTo>
                  <a:pt x="444" y="687"/>
                  <a:pt x="444" y="687"/>
                  <a:pt x="444" y="687"/>
                </a:cubicBezTo>
                <a:cubicBezTo>
                  <a:pt x="444" y="687"/>
                  <a:pt x="444" y="687"/>
                  <a:pt x="444" y="687"/>
                </a:cubicBezTo>
                <a:cubicBezTo>
                  <a:pt x="444" y="687"/>
                  <a:pt x="444" y="687"/>
                  <a:pt x="444" y="687"/>
                </a:cubicBezTo>
                <a:cubicBezTo>
                  <a:pt x="444" y="686"/>
                  <a:pt x="444" y="686"/>
                  <a:pt x="444" y="686"/>
                </a:cubicBezTo>
                <a:cubicBezTo>
                  <a:pt x="444" y="686"/>
                  <a:pt x="444" y="686"/>
                  <a:pt x="444" y="686"/>
                </a:cubicBezTo>
                <a:cubicBezTo>
                  <a:pt x="444" y="686"/>
                  <a:pt x="444" y="686"/>
                  <a:pt x="444" y="686"/>
                </a:cubicBezTo>
                <a:cubicBezTo>
                  <a:pt x="444" y="686"/>
                  <a:pt x="444" y="686"/>
                  <a:pt x="444" y="686"/>
                </a:cubicBezTo>
                <a:cubicBezTo>
                  <a:pt x="444" y="685"/>
                  <a:pt x="444" y="685"/>
                  <a:pt x="444" y="685"/>
                </a:cubicBezTo>
                <a:cubicBezTo>
                  <a:pt x="444" y="685"/>
                  <a:pt x="444" y="685"/>
                  <a:pt x="444" y="685"/>
                </a:cubicBezTo>
                <a:cubicBezTo>
                  <a:pt x="443" y="685"/>
                  <a:pt x="443" y="685"/>
                  <a:pt x="443" y="685"/>
                </a:cubicBezTo>
                <a:cubicBezTo>
                  <a:pt x="443" y="685"/>
                  <a:pt x="443" y="685"/>
                  <a:pt x="443" y="685"/>
                </a:cubicBezTo>
                <a:cubicBezTo>
                  <a:pt x="443" y="685"/>
                  <a:pt x="443" y="685"/>
                  <a:pt x="443" y="685"/>
                </a:cubicBezTo>
                <a:cubicBezTo>
                  <a:pt x="443" y="685"/>
                  <a:pt x="443" y="685"/>
                  <a:pt x="443" y="685"/>
                </a:cubicBezTo>
                <a:cubicBezTo>
                  <a:pt x="442" y="685"/>
                  <a:pt x="442" y="685"/>
                  <a:pt x="442" y="685"/>
                </a:cubicBezTo>
                <a:cubicBezTo>
                  <a:pt x="442" y="685"/>
                  <a:pt x="442" y="685"/>
                  <a:pt x="442" y="685"/>
                </a:cubicBezTo>
                <a:cubicBezTo>
                  <a:pt x="442" y="685"/>
                  <a:pt x="442" y="685"/>
                  <a:pt x="442" y="685"/>
                </a:cubicBezTo>
                <a:cubicBezTo>
                  <a:pt x="442" y="685"/>
                  <a:pt x="442" y="685"/>
                  <a:pt x="442" y="685"/>
                </a:cubicBezTo>
                <a:cubicBezTo>
                  <a:pt x="441" y="685"/>
                  <a:pt x="441" y="685"/>
                  <a:pt x="441" y="685"/>
                </a:cubicBezTo>
                <a:cubicBezTo>
                  <a:pt x="441" y="685"/>
                  <a:pt x="441" y="685"/>
                  <a:pt x="441" y="685"/>
                </a:cubicBezTo>
                <a:cubicBezTo>
                  <a:pt x="441" y="685"/>
                  <a:pt x="441" y="685"/>
                  <a:pt x="441" y="685"/>
                </a:cubicBezTo>
                <a:cubicBezTo>
                  <a:pt x="441" y="685"/>
                  <a:pt x="441" y="685"/>
                  <a:pt x="441" y="685"/>
                </a:cubicBezTo>
                <a:cubicBezTo>
                  <a:pt x="440" y="685"/>
                  <a:pt x="440" y="685"/>
                  <a:pt x="440" y="685"/>
                </a:cubicBezTo>
                <a:cubicBezTo>
                  <a:pt x="440" y="685"/>
                  <a:pt x="440" y="685"/>
                  <a:pt x="440" y="685"/>
                </a:cubicBezTo>
                <a:cubicBezTo>
                  <a:pt x="440" y="685"/>
                  <a:pt x="440" y="685"/>
                  <a:pt x="440" y="685"/>
                </a:cubicBezTo>
                <a:cubicBezTo>
                  <a:pt x="440" y="685"/>
                  <a:pt x="440" y="685"/>
                  <a:pt x="440" y="685"/>
                </a:cubicBezTo>
                <a:cubicBezTo>
                  <a:pt x="440" y="685"/>
                  <a:pt x="440" y="685"/>
                  <a:pt x="440" y="685"/>
                </a:cubicBezTo>
                <a:cubicBezTo>
                  <a:pt x="440" y="685"/>
                  <a:pt x="440" y="685"/>
                  <a:pt x="440" y="685"/>
                </a:cubicBezTo>
                <a:cubicBezTo>
                  <a:pt x="439" y="685"/>
                  <a:pt x="439" y="685"/>
                  <a:pt x="439" y="685"/>
                </a:cubicBezTo>
                <a:cubicBezTo>
                  <a:pt x="439" y="685"/>
                  <a:pt x="439" y="685"/>
                  <a:pt x="439" y="685"/>
                </a:cubicBezTo>
                <a:cubicBezTo>
                  <a:pt x="439" y="686"/>
                  <a:pt x="439" y="686"/>
                  <a:pt x="439" y="686"/>
                </a:cubicBezTo>
                <a:cubicBezTo>
                  <a:pt x="439" y="686"/>
                  <a:pt x="439" y="686"/>
                  <a:pt x="439" y="686"/>
                </a:cubicBezTo>
                <a:cubicBezTo>
                  <a:pt x="439" y="686"/>
                  <a:pt x="439" y="686"/>
                  <a:pt x="439" y="686"/>
                </a:cubicBezTo>
                <a:cubicBezTo>
                  <a:pt x="439" y="686"/>
                  <a:pt x="439" y="686"/>
                  <a:pt x="439" y="686"/>
                </a:cubicBezTo>
                <a:cubicBezTo>
                  <a:pt x="439" y="686"/>
                  <a:pt x="439" y="686"/>
                  <a:pt x="439" y="686"/>
                </a:cubicBezTo>
                <a:cubicBezTo>
                  <a:pt x="439" y="686"/>
                  <a:pt x="439" y="686"/>
                  <a:pt x="439" y="686"/>
                </a:cubicBezTo>
                <a:cubicBezTo>
                  <a:pt x="438" y="686"/>
                  <a:pt x="438" y="686"/>
                  <a:pt x="438" y="686"/>
                </a:cubicBezTo>
                <a:cubicBezTo>
                  <a:pt x="438" y="686"/>
                  <a:pt x="438" y="686"/>
                  <a:pt x="438" y="686"/>
                </a:cubicBezTo>
                <a:cubicBezTo>
                  <a:pt x="438" y="686"/>
                  <a:pt x="438" y="686"/>
                  <a:pt x="438" y="686"/>
                </a:cubicBezTo>
                <a:cubicBezTo>
                  <a:pt x="438" y="686"/>
                  <a:pt x="438" y="686"/>
                  <a:pt x="438" y="686"/>
                </a:cubicBezTo>
                <a:cubicBezTo>
                  <a:pt x="438" y="686"/>
                  <a:pt x="438" y="686"/>
                  <a:pt x="438" y="686"/>
                </a:cubicBezTo>
                <a:cubicBezTo>
                  <a:pt x="438" y="686"/>
                  <a:pt x="438" y="686"/>
                  <a:pt x="438" y="686"/>
                </a:cubicBezTo>
                <a:cubicBezTo>
                  <a:pt x="439" y="685"/>
                  <a:pt x="439" y="685"/>
                  <a:pt x="439" y="685"/>
                </a:cubicBezTo>
                <a:cubicBezTo>
                  <a:pt x="439" y="685"/>
                  <a:pt x="439" y="685"/>
                  <a:pt x="439" y="685"/>
                </a:cubicBezTo>
                <a:cubicBezTo>
                  <a:pt x="440" y="684"/>
                  <a:pt x="440" y="684"/>
                  <a:pt x="440" y="684"/>
                </a:cubicBezTo>
                <a:cubicBezTo>
                  <a:pt x="440" y="684"/>
                  <a:pt x="440" y="684"/>
                  <a:pt x="440" y="684"/>
                </a:cubicBezTo>
                <a:cubicBezTo>
                  <a:pt x="441" y="683"/>
                  <a:pt x="441" y="683"/>
                  <a:pt x="441" y="683"/>
                </a:cubicBezTo>
                <a:cubicBezTo>
                  <a:pt x="441" y="683"/>
                  <a:pt x="441" y="683"/>
                  <a:pt x="441" y="683"/>
                </a:cubicBezTo>
                <a:cubicBezTo>
                  <a:pt x="443" y="682"/>
                  <a:pt x="443" y="682"/>
                  <a:pt x="443" y="682"/>
                </a:cubicBezTo>
                <a:cubicBezTo>
                  <a:pt x="443" y="682"/>
                  <a:pt x="443" y="682"/>
                  <a:pt x="443" y="682"/>
                </a:cubicBezTo>
                <a:cubicBezTo>
                  <a:pt x="445" y="681"/>
                  <a:pt x="445" y="681"/>
                  <a:pt x="445" y="681"/>
                </a:cubicBezTo>
                <a:cubicBezTo>
                  <a:pt x="445" y="681"/>
                  <a:pt x="445" y="681"/>
                  <a:pt x="445" y="681"/>
                </a:cubicBezTo>
                <a:cubicBezTo>
                  <a:pt x="446" y="680"/>
                  <a:pt x="446" y="680"/>
                  <a:pt x="446" y="680"/>
                </a:cubicBezTo>
                <a:cubicBezTo>
                  <a:pt x="446" y="680"/>
                  <a:pt x="446" y="680"/>
                  <a:pt x="446" y="680"/>
                </a:cubicBezTo>
                <a:cubicBezTo>
                  <a:pt x="448" y="679"/>
                  <a:pt x="448" y="679"/>
                  <a:pt x="448" y="679"/>
                </a:cubicBezTo>
                <a:cubicBezTo>
                  <a:pt x="448" y="679"/>
                  <a:pt x="448" y="679"/>
                  <a:pt x="448" y="679"/>
                </a:cubicBezTo>
                <a:cubicBezTo>
                  <a:pt x="449" y="678"/>
                  <a:pt x="449" y="678"/>
                  <a:pt x="449" y="678"/>
                </a:cubicBezTo>
                <a:cubicBezTo>
                  <a:pt x="449" y="678"/>
                  <a:pt x="449" y="678"/>
                  <a:pt x="449" y="678"/>
                </a:cubicBezTo>
                <a:cubicBezTo>
                  <a:pt x="450" y="677"/>
                  <a:pt x="450" y="677"/>
                  <a:pt x="450" y="677"/>
                </a:cubicBezTo>
                <a:cubicBezTo>
                  <a:pt x="450" y="677"/>
                  <a:pt x="450" y="677"/>
                  <a:pt x="450" y="677"/>
                </a:cubicBezTo>
                <a:cubicBezTo>
                  <a:pt x="451" y="676"/>
                  <a:pt x="451" y="676"/>
                  <a:pt x="451" y="676"/>
                </a:cubicBezTo>
                <a:cubicBezTo>
                  <a:pt x="451" y="676"/>
                  <a:pt x="451" y="676"/>
                  <a:pt x="451" y="676"/>
                </a:cubicBezTo>
                <a:cubicBezTo>
                  <a:pt x="452" y="676"/>
                  <a:pt x="452" y="676"/>
                  <a:pt x="452" y="676"/>
                </a:cubicBezTo>
                <a:cubicBezTo>
                  <a:pt x="452" y="676"/>
                  <a:pt x="452" y="676"/>
                  <a:pt x="452" y="676"/>
                </a:cubicBezTo>
                <a:cubicBezTo>
                  <a:pt x="454" y="675"/>
                  <a:pt x="454" y="675"/>
                  <a:pt x="454" y="675"/>
                </a:cubicBezTo>
                <a:cubicBezTo>
                  <a:pt x="454" y="675"/>
                  <a:pt x="454" y="675"/>
                  <a:pt x="454" y="675"/>
                </a:cubicBezTo>
                <a:cubicBezTo>
                  <a:pt x="454" y="674"/>
                  <a:pt x="454" y="674"/>
                  <a:pt x="454" y="674"/>
                </a:cubicBezTo>
                <a:cubicBezTo>
                  <a:pt x="454" y="674"/>
                  <a:pt x="454" y="674"/>
                  <a:pt x="454" y="674"/>
                </a:cubicBezTo>
                <a:cubicBezTo>
                  <a:pt x="455" y="672"/>
                  <a:pt x="455" y="672"/>
                  <a:pt x="455" y="672"/>
                </a:cubicBezTo>
                <a:cubicBezTo>
                  <a:pt x="455" y="672"/>
                  <a:pt x="455" y="672"/>
                  <a:pt x="455" y="672"/>
                </a:cubicBezTo>
                <a:cubicBezTo>
                  <a:pt x="455" y="671"/>
                  <a:pt x="455" y="671"/>
                  <a:pt x="455" y="671"/>
                </a:cubicBezTo>
                <a:cubicBezTo>
                  <a:pt x="455" y="671"/>
                  <a:pt x="455" y="671"/>
                  <a:pt x="455" y="671"/>
                </a:cubicBezTo>
                <a:cubicBezTo>
                  <a:pt x="456" y="670"/>
                  <a:pt x="456" y="670"/>
                  <a:pt x="456" y="670"/>
                </a:cubicBezTo>
                <a:cubicBezTo>
                  <a:pt x="456" y="670"/>
                  <a:pt x="456" y="670"/>
                  <a:pt x="456" y="670"/>
                </a:cubicBezTo>
                <a:cubicBezTo>
                  <a:pt x="456" y="670"/>
                  <a:pt x="456" y="670"/>
                  <a:pt x="456" y="670"/>
                </a:cubicBezTo>
                <a:cubicBezTo>
                  <a:pt x="456" y="670"/>
                  <a:pt x="456" y="670"/>
                  <a:pt x="456" y="670"/>
                </a:cubicBezTo>
                <a:cubicBezTo>
                  <a:pt x="455" y="669"/>
                  <a:pt x="455" y="669"/>
                  <a:pt x="455" y="669"/>
                </a:cubicBezTo>
                <a:cubicBezTo>
                  <a:pt x="455" y="669"/>
                  <a:pt x="455" y="669"/>
                  <a:pt x="455" y="669"/>
                </a:cubicBezTo>
                <a:cubicBezTo>
                  <a:pt x="455" y="669"/>
                  <a:pt x="454" y="668"/>
                  <a:pt x="454" y="668"/>
                </a:cubicBezTo>
                <a:cubicBezTo>
                  <a:pt x="454" y="668"/>
                  <a:pt x="454" y="668"/>
                  <a:pt x="454" y="668"/>
                </a:cubicBezTo>
                <a:cubicBezTo>
                  <a:pt x="454" y="667"/>
                  <a:pt x="454" y="667"/>
                  <a:pt x="454" y="667"/>
                </a:cubicBezTo>
                <a:cubicBezTo>
                  <a:pt x="454" y="667"/>
                  <a:pt x="454" y="667"/>
                  <a:pt x="454" y="667"/>
                </a:cubicBezTo>
                <a:cubicBezTo>
                  <a:pt x="453" y="667"/>
                  <a:pt x="453" y="667"/>
                  <a:pt x="453" y="667"/>
                </a:cubicBezTo>
                <a:cubicBezTo>
                  <a:pt x="453" y="667"/>
                  <a:pt x="453" y="667"/>
                  <a:pt x="453" y="667"/>
                </a:cubicBezTo>
                <a:cubicBezTo>
                  <a:pt x="451" y="669"/>
                  <a:pt x="451" y="669"/>
                  <a:pt x="451" y="669"/>
                </a:cubicBezTo>
                <a:cubicBezTo>
                  <a:pt x="451" y="669"/>
                  <a:pt x="451" y="669"/>
                  <a:pt x="451" y="669"/>
                </a:cubicBezTo>
                <a:cubicBezTo>
                  <a:pt x="450" y="670"/>
                  <a:pt x="450" y="670"/>
                  <a:pt x="450" y="670"/>
                </a:cubicBezTo>
                <a:cubicBezTo>
                  <a:pt x="450" y="670"/>
                  <a:pt x="450" y="670"/>
                  <a:pt x="450" y="670"/>
                </a:cubicBezTo>
                <a:cubicBezTo>
                  <a:pt x="448" y="672"/>
                  <a:pt x="448" y="672"/>
                  <a:pt x="448" y="672"/>
                </a:cubicBezTo>
                <a:cubicBezTo>
                  <a:pt x="448" y="672"/>
                  <a:pt x="448" y="672"/>
                  <a:pt x="448" y="672"/>
                </a:cubicBezTo>
                <a:cubicBezTo>
                  <a:pt x="447" y="673"/>
                  <a:pt x="447" y="673"/>
                  <a:pt x="447" y="673"/>
                </a:cubicBezTo>
                <a:cubicBezTo>
                  <a:pt x="447" y="673"/>
                  <a:pt x="447" y="673"/>
                  <a:pt x="447" y="673"/>
                </a:cubicBezTo>
                <a:cubicBezTo>
                  <a:pt x="445" y="674"/>
                  <a:pt x="445" y="674"/>
                  <a:pt x="445" y="674"/>
                </a:cubicBezTo>
                <a:cubicBezTo>
                  <a:pt x="445" y="674"/>
                  <a:pt x="445" y="674"/>
                  <a:pt x="445" y="674"/>
                </a:cubicBezTo>
                <a:cubicBezTo>
                  <a:pt x="444" y="675"/>
                  <a:pt x="444" y="675"/>
                  <a:pt x="444" y="675"/>
                </a:cubicBezTo>
                <a:cubicBezTo>
                  <a:pt x="444" y="675"/>
                  <a:pt x="444" y="675"/>
                  <a:pt x="444" y="675"/>
                </a:cubicBezTo>
                <a:cubicBezTo>
                  <a:pt x="442" y="676"/>
                  <a:pt x="442" y="676"/>
                  <a:pt x="442" y="676"/>
                </a:cubicBezTo>
                <a:cubicBezTo>
                  <a:pt x="442" y="676"/>
                  <a:pt x="442" y="676"/>
                  <a:pt x="442" y="676"/>
                </a:cubicBezTo>
                <a:cubicBezTo>
                  <a:pt x="440" y="675"/>
                  <a:pt x="440" y="675"/>
                  <a:pt x="440" y="675"/>
                </a:cubicBezTo>
                <a:cubicBezTo>
                  <a:pt x="440" y="675"/>
                  <a:pt x="440" y="675"/>
                  <a:pt x="440" y="675"/>
                </a:cubicBezTo>
                <a:cubicBezTo>
                  <a:pt x="440" y="674"/>
                  <a:pt x="440" y="674"/>
                  <a:pt x="440" y="674"/>
                </a:cubicBezTo>
                <a:cubicBezTo>
                  <a:pt x="440" y="674"/>
                  <a:pt x="440" y="674"/>
                  <a:pt x="440" y="674"/>
                </a:cubicBezTo>
                <a:cubicBezTo>
                  <a:pt x="440" y="674"/>
                  <a:pt x="440" y="674"/>
                  <a:pt x="440" y="674"/>
                </a:cubicBezTo>
                <a:cubicBezTo>
                  <a:pt x="440" y="674"/>
                  <a:pt x="440" y="674"/>
                  <a:pt x="440" y="674"/>
                </a:cubicBezTo>
                <a:cubicBezTo>
                  <a:pt x="440" y="673"/>
                  <a:pt x="440" y="673"/>
                  <a:pt x="440" y="673"/>
                </a:cubicBezTo>
                <a:cubicBezTo>
                  <a:pt x="440" y="673"/>
                  <a:pt x="440" y="673"/>
                  <a:pt x="440" y="673"/>
                </a:cubicBezTo>
                <a:cubicBezTo>
                  <a:pt x="441" y="672"/>
                  <a:pt x="441" y="672"/>
                  <a:pt x="441" y="672"/>
                </a:cubicBezTo>
                <a:cubicBezTo>
                  <a:pt x="441" y="672"/>
                  <a:pt x="441" y="672"/>
                  <a:pt x="441" y="672"/>
                </a:cubicBezTo>
                <a:cubicBezTo>
                  <a:pt x="441" y="671"/>
                  <a:pt x="441" y="671"/>
                  <a:pt x="441" y="671"/>
                </a:cubicBezTo>
                <a:cubicBezTo>
                  <a:pt x="441" y="671"/>
                  <a:pt x="441" y="671"/>
                  <a:pt x="441" y="671"/>
                </a:cubicBezTo>
                <a:cubicBezTo>
                  <a:pt x="441" y="670"/>
                  <a:pt x="441" y="670"/>
                  <a:pt x="441" y="670"/>
                </a:cubicBezTo>
                <a:cubicBezTo>
                  <a:pt x="441" y="670"/>
                  <a:pt x="441" y="670"/>
                  <a:pt x="441" y="670"/>
                </a:cubicBezTo>
                <a:cubicBezTo>
                  <a:pt x="441" y="669"/>
                  <a:pt x="441" y="669"/>
                  <a:pt x="441" y="669"/>
                </a:cubicBezTo>
                <a:cubicBezTo>
                  <a:pt x="441" y="669"/>
                  <a:pt x="441" y="669"/>
                  <a:pt x="441" y="669"/>
                </a:cubicBezTo>
                <a:cubicBezTo>
                  <a:pt x="441" y="668"/>
                  <a:pt x="441" y="668"/>
                  <a:pt x="441" y="668"/>
                </a:cubicBezTo>
                <a:cubicBezTo>
                  <a:pt x="441" y="668"/>
                  <a:pt x="441" y="668"/>
                  <a:pt x="441" y="668"/>
                </a:cubicBezTo>
                <a:cubicBezTo>
                  <a:pt x="435" y="671"/>
                  <a:pt x="435" y="671"/>
                  <a:pt x="435" y="671"/>
                </a:cubicBezTo>
                <a:cubicBezTo>
                  <a:pt x="435" y="671"/>
                  <a:pt x="435" y="671"/>
                  <a:pt x="435" y="671"/>
                </a:cubicBezTo>
                <a:cubicBezTo>
                  <a:pt x="428" y="676"/>
                  <a:pt x="428" y="676"/>
                  <a:pt x="428" y="676"/>
                </a:cubicBezTo>
                <a:cubicBezTo>
                  <a:pt x="428" y="676"/>
                  <a:pt x="428" y="676"/>
                  <a:pt x="428" y="676"/>
                </a:cubicBezTo>
                <a:cubicBezTo>
                  <a:pt x="426" y="676"/>
                  <a:pt x="426" y="676"/>
                  <a:pt x="426" y="676"/>
                </a:cubicBezTo>
                <a:cubicBezTo>
                  <a:pt x="426" y="676"/>
                  <a:pt x="426" y="676"/>
                  <a:pt x="426" y="676"/>
                </a:cubicBezTo>
                <a:cubicBezTo>
                  <a:pt x="425" y="676"/>
                  <a:pt x="425" y="676"/>
                  <a:pt x="425" y="676"/>
                </a:cubicBezTo>
                <a:cubicBezTo>
                  <a:pt x="425" y="676"/>
                  <a:pt x="425" y="676"/>
                  <a:pt x="425" y="676"/>
                </a:cubicBezTo>
                <a:cubicBezTo>
                  <a:pt x="424" y="676"/>
                  <a:pt x="424" y="676"/>
                  <a:pt x="424" y="676"/>
                </a:cubicBezTo>
                <a:cubicBezTo>
                  <a:pt x="424" y="676"/>
                  <a:pt x="424" y="676"/>
                  <a:pt x="424" y="676"/>
                </a:cubicBezTo>
                <a:cubicBezTo>
                  <a:pt x="422" y="676"/>
                  <a:pt x="422" y="676"/>
                  <a:pt x="422" y="676"/>
                </a:cubicBezTo>
                <a:cubicBezTo>
                  <a:pt x="422" y="676"/>
                  <a:pt x="422" y="676"/>
                  <a:pt x="422" y="676"/>
                </a:cubicBezTo>
                <a:cubicBezTo>
                  <a:pt x="421" y="675"/>
                  <a:pt x="421" y="675"/>
                  <a:pt x="421" y="675"/>
                </a:cubicBezTo>
                <a:cubicBezTo>
                  <a:pt x="421" y="675"/>
                  <a:pt x="421" y="675"/>
                  <a:pt x="421" y="675"/>
                </a:cubicBezTo>
                <a:cubicBezTo>
                  <a:pt x="420" y="674"/>
                  <a:pt x="420" y="674"/>
                  <a:pt x="420" y="674"/>
                </a:cubicBezTo>
                <a:cubicBezTo>
                  <a:pt x="420" y="674"/>
                  <a:pt x="420" y="674"/>
                  <a:pt x="420" y="674"/>
                </a:cubicBezTo>
                <a:cubicBezTo>
                  <a:pt x="418" y="674"/>
                  <a:pt x="418" y="674"/>
                  <a:pt x="418" y="674"/>
                </a:cubicBezTo>
                <a:cubicBezTo>
                  <a:pt x="418" y="674"/>
                  <a:pt x="418" y="674"/>
                  <a:pt x="418" y="674"/>
                </a:cubicBezTo>
                <a:cubicBezTo>
                  <a:pt x="417" y="673"/>
                  <a:pt x="417" y="673"/>
                  <a:pt x="417" y="673"/>
                </a:cubicBezTo>
                <a:cubicBezTo>
                  <a:pt x="417" y="673"/>
                  <a:pt x="417" y="673"/>
                  <a:pt x="417" y="673"/>
                </a:cubicBezTo>
                <a:cubicBezTo>
                  <a:pt x="417" y="673"/>
                  <a:pt x="417" y="673"/>
                  <a:pt x="417" y="673"/>
                </a:cubicBezTo>
                <a:cubicBezTo>
                  <a:pt x="417" y="673"/>
                  <a:pt x="417" y="673"/>
                  <a:pt x="417" y="673"/>
                </a:cubicBezTo>
                <a:cubicBezTo>
                  <a:pt x="417" y="672"/>
                  <a:pt x="417" y="672"/>
                  <a:pt x="417" y="672"/>
                </a:cubicBezTo>
                <a:cubicBezTo>
                  <a:pt x="417" y="672"/>
                  <a:pt x="417" y="672"/>
                  <a:pt x="417" y="672"/>
                </a:cubicBezTo>
                <a:cubicBezTo>
                  <a:pt x="416" y="672"/>
                  <a:pt x="416" y="672"/>
                  <a:pt x="416" y="672"/>
                </a:cubicBezTo>
                <a:cubicBezTo>
                  <a:pt x="416" y="672"/>
                  <a:pt x="416" y="672"/>
                  <a:pt x="416" y="672"/>
                </a:cubicBezTo>
                <a:cubicBezTo>
                  <a:pt x="416" y="671"/>
                  <a:pt x="416" y="671"/>
                  <a:pt x="416" y="671"/>
                </a:cubicBezTo>
                <a:cubicBezTo>
                  <a:pt x="416" y="671"/>
                  <a:pt x="416" y="671"/>
                  <a:pt x="416" y="671"/>
                </a:cubicBezTo>
                <a:cubicBezTo>
                  <a:pt x="416" y="671"/>
                  <a:pt x="416" y="671"/>
                  <a:pt x="416" y="671"/>
                </a:cubicBezTo>
                <a:cubicBezTo>
                  <a:pt x="416" y="671"/>
                  <a:pt x="416" y="671"/>
                  <a:pt x="416" y="671"/>
                </a:cubicBezTo>
                <a:cubicBezTo>
                  <a:pt x="416" y="671"/>
                  <a:pt x="416" y="671"/>
                  <a:pt x="416" y="671"/>
                </a:cubicBezTo>
                <a:cubicBezTo>
                  <a:pt x="416" y="671"/>
                  <a:pt x="416" y="671"/>
                  <a:pt x="416" y="671"/>
                </a:cubicBezTo>
                <a:cubicBezTo>
                  <a:pt x="416" y="670"/>
                  <a:pt x="416" y="670"/>
                  <a:pt x="416" y="670"/>
                </a:cubicBezTo>
                <a:cubicBezTo>
                  <a:pt x="416" y="670"/>
                  <a:pt x="416" y="670"/>
                  <a:pt x="416" y="670"/>
                </a:cubicBezTo>
                <a:cubicBezTo>
                  <a:pt x="416" y="670"/>
                  <a:pt x="416" y="670"/>
                  <a:pt x="416" y="670"/>
                </a:cubicBezTo>
                <a:cubicBezTo>
                  <a:pt x="416" y="670"/>
                  <a:pt x="416" y="670"/>
                  <a:pt x="416" y="670"/>
                </a:cubicBezTo>
                <a:cubicBezTo>
                  <a:pt x="417" y="670"/>
                  <a:pt x="417" y="670"/>
                  <a:pt x="417" y="670"/>
                </a:cubicBezTo>
                <a:cubicBezTo>
                  <a:pt x="417" y="670"/>
                  <a:pt x="417" y="670"/>
                  <a:pt x="417" y="670"/>
                </a:cubicBezTo>
                <a:cubicBezTo>
                  <a:pt x="418" y="670"/>
                  <a:pt x="418" y="670"/>
                  <a:pt x="418" y="670"/>
                </a:cubicBezTo>
                <a:cubicBezTo>
                  <a:pt x="418" y="670"/>
                  <a:pt x="418" y="670"/>
                  <a:pt x="418" y="670"/>
                </a:cubicBezTo>
                <a:cubicBezTo>
                  <a:pt x="419" y="670"/>
                  <a:pt x="419" y="670"/>
                  <a:pt x="419" y="670"/>
                </a:cubicBezTo>
                <a:cubicBezTo>
                  <a:pt x="419" y="670"/>
                  <a:pt x="419" y="670"/>
                  <a:pt x="419" y="670"/>
                </a:cubicBezTo>
                <a:cubicBezTo>
                  <a:pt x="420" y="670"/>
                  <a:pt x="420" y="670"/>
                  <a:pt x="420" y="670"/>
                </a:cubicBezTo>
                <a:cubicBezTo>
                  <a:pt x="420" y="670"/>
                  <a:pt x="420" y="670"/>
                  <a:pt x="420" y="670"/>
                </a:cubicBezTo>
                <a:cubicBezTo>
                  <a:pt x="421" y="670"/>
                  <a:pt x="421" y="670"/>
                  <a:pt x="421" y="670"/>
                </a:cubicBezTo>
                <a:cubicBezTo>
                  <a:pt x="421" y="670"/>
                  <a:pt x="421" y="670"/>
                  <a:pt x="421" y="670"/>
                </a:cubicBezTo>
                <a:cubicBezTo>
                  <a:pt x="422" y="670"/>
                  <a:pt x="422" y="670"/>
                  <a:pt x="422" y="670"/>
                </a:cubicBezTo>
                <a:cubicBezTo>
                  <a:pt x="422" y="670"/>
                  <a:pt x="422" y="670"/>
                  <a:pt x="422" y="670"/>
                </a:cubicBezTo>
                <a:cubicBezTo>
                  <a:pt x="423" y="670"/>
                  <a:pt x="423" y="670"/>
                  <a:pt x="423" y="670"/>
                </a:cubicBezTo>
                <a:cubicBezTo>
                  <a:pt x="423" y="670"/>
                  <a:pt x="423" y="670"/>
                  <a:pt x="423" y="670"/>
                </a:cubicBezTo>
                <a:cubicBezTo>
                  <a:pt x="425" y="669"/>
                  <a:pt x="425" y="669"/>
                  <a:pt x="425" y="669"/>
                </a:cubicBezTo>
                <a:cubicBezTo>
                  <a:pt x="425" y="669"/>
                  <a:pt x="425" y="669"/>
                  <a:pt x="425" y="669"/>
                </a:cubicBezTo>
                <a:cubicBezTo>
                  <a:pt x="426" y="669"/>
                  <a:pt x="426" y="669"/>
                  <a:pt x="426" y="669"/>
                </a:cubicBezTo>
                <a:cubicBezTo>
                  <a:pt x="426" y="669"/>
                  <a:pt x="426" y="669"/>
                  <a:pt x="426" y="669"/>
                </a:cubicBezTo>
                <a:cubicBezTo>
                  <a:pt x="428" y="669"/>
                  <a:pt x="428" y="669"/>
                  <a:pt x="428" y="669"/>
                </a:cubicBezTo>
                <a:cubicBezTo>
                  <a:pt x="428" y="669"/>
                  <a:pt x="428" y="669"/>
                  <a:pt x="428" y="669"/>
                </a:cubicBezTo>
                <a:cubicBezTo>
                  <a:pt x="429" y="669"/>
                  <a:pt x="429" y="669"/>
                  <a:pt x="429" y="669"/>
                </a:cubicBezTo>
                <a:cubicBezTo>
                  <a:pt x="429" y="669"/>
                  <a:pt x="429" y="669"/>
                  <a:pt x="429" y="669"/>
                </a:cubicBezTo>
                <a:cubicBezTo>
                  <a:pt x="431" y="669"/>
                  <a:pt x="431" y="669"/>
                  <a:pt x="431" y="669"/>
                </a:cubicBezTo>
                <a:cubicBezTo>
                  <a:pt x="431" y="669"/>
                  <a:pt x="431" y="669"/>
                  <a:pt x="431" y="669"/>
                </a:cubicBezTo>
                <a:cubicBezTo>
                  <a:pt x="432" y="669"/>
                  <a:pt x="432" y="669"/>
                  <a:pt x="432" y="669"/>
                </a:cubicBezTo>
                <a:cubicBezTo>
                  <a:pt x="432" y="669"/>
                  <a:pt x="432" y="669"/>
                  <a:pt x="432" y="669"/>
                </a:cubicBezTo>
                <a:cubicBezTo>
                  <a:pt x="434" y="668"/>
                  <a:pt x="434" y="668"/>
                  <a:pt x="434" y="668"/>
                </a:cubicBezTo>
                <a:cubicBezTo>
                  <a:pt x="434" y="668"/>
                  <a:pt x="434" y="668"/>
                  <a:pt x="434" y="668"/>
                </a:cubicBezTo>
                <a:cubicBezTo>
                  <a:pt x="435" y="668"/>
                  <a:pt x="435" y="668"/>
                  <a:pt x="435" y="668"/>
                </a:cubicBezTo>
                <a:cubicBezTo>
                  <a:pt x="435" y="668"/>
                  <a:pt x="435" y="668"/>
                  <a:pt x="435" y="668"/>
                </a:cubicBezTo>
                <a:cubicBezTo>
                  <a:pt x="437" y="667"/>
                  <a:pt x="437" y="667"/>
                  <a:pt x="437" y="667"/>
                </a:cubicBezTo>
                <a:cubicBezTo>
                  <a:pt x="437" y="667"/>
                  <a:pt x="437" y="667"/>
                  <a:pt x="437" y="667"/>
                </a:cubicBezTo>
                <a:cubicBezTo>
                  <a:pt x="449" y="661"/>
                  <a:pt x="449" y="661"/>
                  <a:pt x="449" y="661"/>
                </a:cubicBezTo>
                <a:cubicBezTo>
                  <a:pt x="449" y="661"/>
                  <a:pt x="449" y="661"/>
                  <a:pt x="449" y="661"/>
                </a:cubicBezTo>
                <a:cubicBezTo>
                  <a:pt x="449" y="661"/>
                  <a:pt x="449" y="661"/>
                  <a:pt x="449" y="661"/>
                </a:cubicBezTo>
                <a:cubicBezTo>
                  <a:pt x="449" y="661"/>
                  <a:pt x="449" y="661"/>
                  <a:pt x="449" y="661"/>
                </a:cubicBezTo>
                <a:cubicBezTo>
                  <a:pt x="449" y="661"/>
                  <a:pt x="449" y="661"/>
                  <a:pt x="449" y="661"/>
                </a:cubicBezTo>
                <a:cubicBezTo>
                  <a:pt x="449" y="661"/>
                  <a:pt x="449" y="661"/>
                  <a:pt x="449" y="661"/>
                </a:cubicBezTo>
                <a:cubicBezTo>
                  <a:pt x="448" y="660"/>
                  <a:pt x="448" y="660"/>
                  <a:pt x="448" y="660"/>
                </a:cubicBezTo>
                <a:cubicBezTo>
                  <a:pt x="448" y="660"/>
                  <a:pt x="448" y="660"/>
                  <a:pt x="448" y="660"/>
                </a:cubicBezTo>
                <a:cubicBezTo>
                  <a:pt x="448" y="660"/>
                  <a:pt x="448" y="660"/>
                  <a:pt x="448" y="660"/>
                </a:cubicBezTo>
                <a:cubicBezTo>
                  <a:pt x="448" y="660"/>
                  <a:pt x="448" y="660"/>
                  <a:pt x="448" y="660"/>
                </a:cubicBezTo>
                <a:cubicBezTo>
                  <a:pt x="448" y="660"/>
                  <a:pt x="448" y="660"/>
                  <a:pt x="448" y="660"/>
                </a:cubicBezTo>
                <a:cubicBezTo>
                  <a:pt x="448" y="660"/>
                  <a:pt x="448" y="660"/>
                  <a:pt x="448" y="660"/>
                </a:cubicBezTo>
                <a:cubicBezTo>
                  <a:pt x="447" y="659"/>
                  <a:pt x="447" y="659"/>
                  <a:pt x="447" y="659"/>
                </a:cubicBezTo>
                <a:cubicBezTo>
                  <a:pt x="447" y="659"/>
                  <a:pt x="447" y="659"/>
                  <a:pt x="447" y="659"/>
                </a:cubicBezTo>
                <a:cubicBezTo>
                  <a:pt x="447" y="659"/>
                  <a:pt x="447" y="659"/>
                  <a:pt x="447" y="659"/>
                </a:cubicBezTo>
                <a:cubicBezTo>
                  <a:pt x="447" y="659"/>
                  <a:pt x="447" y="659"/>
                  <a:pt x="447" y="659"/>
                </a:cubicBezTo>
                <a:cubicBezTo>
                  <a:pt x="446" y="659"/>
                  <a:pt x="446" y="659"/>
                  <a:pt x="446" y="659"/>
                </a:cubicBezTo>
                <a:cubicBezTo>
                  <a:pt x="446" y="659"/>
                  <a:pt x="446" y="659"/>
                  <a:pt x="446" y="659"/>
                </a:cubicBezTo>
                <a:cubicBezTo>
                  <a:pt x="445" y="658"/>
                  <a:pt x="445" y="658"/>
                  <a:pt x="445" y="658"/>
                </a:cubicBezTo>
                <a:cubicBezTo>
                  <a:pt x="445" y="658"/>
                  <a:pt x="445" y="658"/>
                  <a:pt x="445" y="658"/>
                </a:cubicBezTo>
                <a:cubicBezTo>
                  <a:pt x="445" y="658"/>
                  <a:pt x="445" y="658"/>
                  <a:pt x="445" y="658"/>
                </a:cubicBezTo>
                <a:cubicBezTo>
                  <a:pt x="445" y="658"/>
                  <a:pt x="445" y="658"/>
                  <a:pt x="445" y="658"/>
                </a:cubicBezTo>
                <a:cubicBezTo>
                  <a:pt x="445" y="657"/>
                  <a:pt x="445" y="657"/>
                  <a:pt x="445" y="657"/>
                </a:cubicBezTo>
                <a:cubicBezTo>
                  <a:pt x="445" y="657"/>
                  <a:pt x="445" y="657"/>
                  <a:pt x="445" y="657"/>
                </a:cubicBezTo>
                <a:cubicBezTo>
                  <a:pt x="445" y="656"/>
                  <a:pt x="445" y="656"/>
                  <a:pt x="445" y="656"/>
                </a:cubicBezTo>
                <a:cubicBezTo>
                  <a:pt x="445" y="656"/>
                  <a:pt x="445" y="656"/>
                  <a:pt x="445" y="656"/>
                </a:cubicBezTo>
                <a:cubicBezTo>
                  <a:pt x="445" y="656"/>
                  <a:pt x="445" y="656"/>
                  <a:pt x="445" y="656"/>
                </a:cubicBezTo>
                <a:cubicBezTo>
                  <a:pt x="445" y="656"/>
                  <a:pt x="445" y="656"/>
                  <a:pt x="445" y="656"/>
                </a:cubicBezTo>
                <a:cubicBezTo>
                  <a:pt x="445" y="655"/>
                  <a:pt x="445" y="655"/>
                  <a:pt x="445" y="655"/>
                </a:cubicBezTo>
                <a:cubicBezTo>
                  <a:pt x="445" y="655"/>
                  <a:pt x="445" y="655"/>
                  <a:pt x="445" y="655"/>
                </a:cubicBezTo>
                <a:cubicBezTo>
                  <a:pt x="445" y="654"/>
                  <a:pt x="445" y="654"/>
                  <a:pt x="445" y="654"/>
                </a:cubicBezTo>
                <a:cubicBezTo>
                  <a:pt x="445" y="654"/>
                  <a:pt x="445" y="654"/>
                  <a:pt x="445" y="654"/>
                </a:cubicBezTo>
                <a:cubicBezTo>
                  <a:pt x="445" y="653"/>
                  <a:pt x="445" y="653"/>
                  <a:pt x="445" y="653"/>
                </a:cubicBezTo>
                <a:cubicBezTo>
                  <a:pt x="445" y="653"/>
                  <a:pt x="445" y="653"/>
                  <a:pt x="445" y="653"/>
                </a:cubicBezTo>
                <a:cubicBezTo>
                  <a:pt x="444" y="653"/>
                  <a:pt x="444" y="653"/>
                  <a:pt x="444" y="653"/>
                </a:cubicBezTo>
                <a:cubicBezTo>
                  <a:pt x="444" y="653"/>
                  <a:pt x="444" y="653"/>
                  <a:pt x="444" y="653"/>
                </a:cubicBezTo>
                <a:cubicBezTo>
                  <a:pt x="443" y="654"/>
                  <a:pt x="443" y="654"/>
                  <a:pt x="443" y="654"/>
                </a:cubicBezTo>
                <a:cubicBezTo>
                  <a:pt x="443" y="654"/>
                  <a:pt x="443" y="654"/>
                  <a:pt x="443" y="654"/>
                </a:cubicBezTo>
                <a:cubicBezTo>
                  <a:pt x="442" y="655"/>
                  <a:pt x="442" y="655"/>
                  <a:pt x="442" y="655"/>
                </a:cubicBezTo>
                <a:cubicBezTo>
                  <a:pt x="442" y="655"/>
                  <a:pt x="442" y="655"/>
                  <a:pt x="442" y="655"/>
                </a:cubicBezTo>
                <a:cubicBezTo>
                  <a:pt x="441" y="656"/>
                  <a:pt x="441" y="656"/>
                  <a:pt x="441" y="656"/>
                </a:cubicBezTo>
                <a:cubicBezTo>
                  <a:pt x="441" y="656"/>
                  <a:pt x="441" y="656"/>
                  <a:pt x="441" y="656"/>
                </a:cubicBezTo>
                <a:cubicBezTo>
                  <a:pt x="440" y="656"/>
                  <a:pt x="440" y="656"/>
                  <a:pt x="440" y="656"/>
                </a:cubicBezTo>
                <a:cubicBezTo>
                  <a:pt x="440" y="656"/>
                  <a:pt x="440" y="656"/>
                  <a:pt x="440" y="656"/>
                </a:cubicBezTo>
                <a:cubicBezTo>
                  <a:pt x="439" y="656"/>
                  <a:pt x="439" y="656"/>
                  <a:pt x="439" y="656"/>
                </a:cubicBezTo>
                <a:cubicBezTo>
                  <a:pt x="439" y="656"/>
                  <a:pt x="439" y="656"/>
                  <a:pt x="439" y="656"/>
                </a:cubicBezTo>
                <a:cubicBezTo>
                  <a:pt x="438" y="656"/>
                  <a:pt x="438" y="656"/>
                  <a:pt x="438" y="656"/>
                </a:cubicBezTo>
                <a:cubicBezTo>
                  <a:pt x="438" y="656"/>
                  <a:pt x="438" y="656"/>
                  <a:pt x="438" y="656"/>
                </a:cubicBezTo>
                <a:cubicBezTo>
                  <a:pt x="437" y="656"/>
                  <a:pt x="437" y="656"/>
                  <a:pt x="437" y="656"/>
                </a:cubicBezTo>
                <a:cubicBezTo>
                  <a:pt x="437" y="656"/>
                  <a:pt x="437" y="656"/>
                  <a:pt x="437" y="656"/>
                </a:cubicBezTo>
                <a:cubicBezTo>
                  <a:pt x="436" y="656"/>
                  <a:pt x="436" y="656"/>
                  <a:pt x="436" y="656"/>
                </a:cubicBezTo>
                <a:cubicBezTo>
                  <a:pt x="436" y="656"/>
                  <a:pt x="436" y="656"/>
                  <a:pt x="436" y="656"/>
                </a:cubicBezTo>
                <a:cubicBezTo>
                  <a:pt x="436" y="655"/>
                  <a:pt x="436" y="655"/>
                  <a:pt x="436" y="655"/>
                </a:cubicBezTo>
                <a:cubicBezTo>
                  <a:pt x="436" y="655"/>
                  <a:pt x="436" y="655"/>
                  <a:pt x="436" y="655"/>
                </a:cubicBezTo>
                <a:cubicBezTo>
                  <a:pt x="436" y="654"/>
                  <a:pt x="436" y="654"/>
                  <a:pt x="436" y="654"/>
                </a:cubicBezTo>
                <a:cubicBezTo>
                  <a:pt x="436" y="654"/>
                  <a:pt x="436" y="654"/>
                  <a:pt x="436" y="654"/>
                </a:cubicBezTo>
                <a:cubicBezTo>
                  <a:pt x="435" y="654"/>
                  <a:pt x="435" y="654"/>
                  <a:pt x="435" y="654"/>
                </a:cubicBezTo>
                <a:cubicBezTo>
                  <a:pt x="435" y="654"/>
                  <a:pt x="435" y="654"/>
                  <a:pt x="435" y="654"/>
                </a:cubicBezTo>
                <a:cubicBezTo>
                  <a:pt x="435" y="652"/>
                  <a:pt x="435" y="652"/>
                  <a:pt x="435" y="652"/>
                </a:cubicBezTo>
                <a:cubicBezTo>
                  <a:pt x="435" y="652"/>
                  <a:pt x="435" y="652"/>
                  <a:pt x="435" y="652"/>
                </a:cubicBezTo>
                <a:cubicBezTo>
                  <a:pt x="434" y="652"/>
                  <a:pt x="434" y="652"/>
                  <a:pt x="434" y="652"/>
                </a:cubicBezTo>
                <a:cubicBezTo>
                  <a:pt x="434" y="652"/>
                  <a:pt x="434" y="652"/>
                  <a:pt x="434" y="652"/>
                </a:cubicBezTo>
                <a:cubicBezTo>
                  <a:pt x="434" y="651"/>
                  <a:pt x="434" y="651"/>
                  <a:pt x="434" y="651"/>
                </a:cubicBezTo>
                <a:cubicBezTo>
                  <a:pt x="434" y="651"/>
                  <a:pt x="434" y="651"/>
                  <a:pt x="434" y="651"/>
                </a:cubicBezTo>
                <a:cubicBezTo>
                  <a:pt x="435" y="650"/>
                  <a:pt x="435" y="650"/>
                  <a:pt x="435" y="650"/>
                </a:cubicBezTo>
                <a:cubicBezTo>
                  <a:pt x="435" y="650"/>
                  <a:pt x="435" y="650"/>
                  <a:pt x="435" y="650"/>
                </a:cubicBezTo>
                <a:cubicBezTo>
                  <a:pt x="436" y="649"/>
                  <a:pt x="436" y="649"/>
                  <a:pt x="436" y="649"/>
                </a:cubicBezTo>
                <a:cubicBezTo>
                  <a:pt x="436" y="649"/>
                  <a:pt x="436" y="649"/>
                  <a:pt x="436" y="649"/>
                </a:cubicBezTo>
                <a:cubicBezTo>
                  <a:pt x="436" y="650"/>
                  <a:pt x="436" y="650"/>
                  <a:pt x="436" y="650"/>
                </a:cubicBezTo>
                <a:cubicBezTo>
                  <a:pt x="436" y="650"/>
                  <a:pt x="436" y="650"/>
                  <a:pt x="436" y="650"/>
                </a:cubicBezTo>
                <a:cubicBezTo>
                  <a:pt x="436" y="650"/>
                  <a:pt x="436" y="650"/>
                  <a:pt x="436" y="650"/>
                </a:cubicBezTo>
                <a:cubicBezTo>
                  <a:pt x="436" y="650"/>
                  <a:pt x="436" y="650"/>
                  <a:pt x="436" y="650"/>
                </a:cubicBezTo>
                <a:cubicBezTo>
                  <a:pt x="436" y="650"/>
                  <a:pt x="436" y="650"/>
                  <a:pt x="436" y="650"/>
                </a:cubicBezTo>
                <a:cubicBezTo>
                  <a:pt x="436" y="650"/>
                  <a:pt x="436" y="650"/>
                  <a:pt x="436" y="650"/>
                </a:cubicBezTo>
                <a:cubicBezTo>
                  <a:pt x="437" y="651"/>
                  <a:pt x="437" y="651"/>
                  <a:pt x="437" y="651"/>
                </a:cubicBezTo>
                <a:cubicBezTo>
                  <a:pt x="437" y="651"/>
                  <a:pt x="437" y="651"/>
                  <a:pt x="437" y="651"/>
                </a:cubicBezTo>
                <a:cubicBezTo>
                  <a:pt x="437" y="651"/>
                  <a:pt x="437" y="651"/>
                  <a:pt x="437" y="651"/>
                </a:cubicBezTo>
                <a:cubicBezTo>
                  <a:pt x="437" y="651"/>
                  <a:pt x="437" y="651"/>
                  <a:pt x="437" y="651"/>
                </a:cubicBezTo>
                <a:cubicBezTo>
                  <a:pt x="438" y="651"/>
                  <a:pt x="438" y="651"/>
                  <a:pt x="438" y="651"/>
                </a:cubicBezTo>
                <a:cubicBezTo>
                  <a:pt x="438" y="651"/>
                  <a:pt x="438" y="651"/>
                  <a:pt x="438" y="651"/>
                </a:cubicBezTo>
                <a:cubicBezTo>
                  <a:pt x="438" y="651"/>
                  <a:pt x="438" y="651"/>
                  <a:pt x="438" y="651"/>
                </a:cubicBezTo>
                <a:cubicBezTo>
                  <a:pt x="438" y="651"/>
                  <a:pt x="438" y="651"/>
                  <a:pt x="438" y="651"/>
                </a:cubicBezTo>
                <a:cubicBezTo>
                  <a:pt x="439" y="651"/>
                  <a:pt x="439" y="651"/>
                  <a:pt x="439" y="651"/>
                </a:cubicBezTo>
                <a:cubicBezTo>
                  <a:pt x="439" y="651"/>
                  <a:pt x="439" y="651"/>
                  <a:pt x="439" y="651"/>
                </a:cubicBezTo>
                <a:cubicBezTo>
                  <a:pt x="440" y="651"/>
                  <a:pt x="440" y="651"/>
                  <a:pt x="440" y="651"/>
                </a:cubicBezTo>
                <a:cubicBezTo>
                  <a:pt x="440" y="651"/>
                  <a:pt x="440" y="651"/>
                  <a:pt x="440" y="651"/>
                </a:cubicBezTo>
                <a:cubicBezTo>
                  <a:pt x="441" y="650"/>
                  <a:pt x="441" y="650"/>
                  <a:pt x="441" y="650"/>
                </a:cubicBezTo>
                <a:cubicBezTo>
                  <a:pt x="441" y="650"/>
                  <a:pt x="441" y="650"/>
                  <a:pt x="441" y="650"/>
                </a:cubicBezTo>
                <a:cubicBezTo>
                  <a:pt x="441" y="650"/>
                  <a:pt x="441" y="650"/>
                  <a:pt x="441" y="650"/>
                </a:cubicBezTo>
                <a:cubicBezTo>
                  <a:pt x="441" y="650"/>
                  <a:pt x="441" y="650"/>
                  <a:pt x="441" y="650"/>
                </a:cubicBezTo>
                <a:cubicBezTo>
                  <a:pt x="442" y="650"/>
                  <a:pt x="442" y="650"/>
                  <a:pt x="442" y="650"/>
                </a:cubicBezTo>
                <a:cubicBezTo>
                  <a:pt x="442" y="650"/>
                  <a:pt x="442" y="650"/>
                  <a:pt x="442" y="650"/>
                </a:cubicBezTo>
                <a:cubicBezTo>
                  <a:pt x="443" y="650"/>
                  <a:pt x="443" y="650"/>
                  <a:pt x="443" y="650"/>
                </a:cubicBezTo>
                <a:cubicBezTo>
                  <a:pt x="443" y="650"/>
                  <a:pt x="443" y="650"/>
                  <a:pt x="443" y="650"/>
                </a:cubicBezTo>
                <a:cubicBezTo>
                  <a:pt x="444" y="649"/>
                  <a:pt x="444" y="649"/>
                  <a:pt x="444" y="649"/>
                </a:cubicBezTo>
                <a:cubicBezTo>
                  <a:pt x="444" y="649"/>
                  <a:pt x="444" y="649"/>
                  <a:pt x="444" y="649"/>
                </a:cubicBezTo>
                <a:cubicBezTo>
                  <a:pt x="444" y="649"/>
                  <a:pt x="444" y="649"/>
                  <a:pt x="444" y="649"/>
                </a:cubicBezTo>
                <a:cubicBezTo>
                  <a:pt x="444" y="649"/>
                  <a:pt x="444" y="649"/>
                  <a:pt x="444" y="649"/>
                </a:cubicBezTo>
                <a:cubicBezTo>
                  <a:pt x="445" y="647"/>
                  <a:pt x="445" y="647"/>
                  <a:pt x="445" y="647"/>
                </a:cubicBezTo>
                <a:cubicBezTo>
                  <a:pt x="445" y="647"/>
                  <a:pt x="445" y="647"/>
                  <a:pt x="445" y="647"/>
                </a:cubicBezTo>
                <a:cubicBezTo>
                  <a:pt x="445" y="640"/>
                  <a:pt x="445" y="640"/>
                  <a:pt x="445" y="640"/>
                </a:cubicBezTo>
                <a:cubicBezTo>
                  <a:pt x="445" y="639"/>
                  <a:pt x="445" y="639"/>
                  <a:pt x="445" y="639"/>
                </a:cubicBezTo>
                <a:cubicBezTo>
                  <a:pt x="445" y="633"/>
                  <a:pt x="445" y="633"/>
                  <a:pt x="445" y="633"/>
                </a:cubicBezTo>
                <a:cubicBezTo>
                  <a:pt x="445" y="633"/>
                  <a:pt x="445" y="633"/>
                  <a:pt x="445" y="633"/>
                </a:cubicBezTo>
                <a:cubicBezTo>
                  <a:pt x="445" y="634"/>
                  <a:pt x="445" y="634"/>
                  <a:pt x="445" y="634"/>
                </a:cubicBezTo>
                <a:cubicBezTo>
                  <a:pt x="445" y="634"/>
                  <a:pt x="445" y="634"/>
                  <a:pt x="445" y="634"/>
                </a:cubicBezTo>
                <a:cubicBezTo>
                  <a:pt x="446" y="634"/>
                  <a:pt x="446" y="634"/>
                  <a:pt x="446" y="634"/>
                </a:cubicBezTo>
                <a:cubicBezTo>
                  <a:pt x="446" y="634"/>
                  <a:pt x="446" y="634"/>
                  <a:pt x="446" y="634"/>
                </a:cubicBezTo>
                <a:cubicBezTo>
                  <a:pt x="447" y="635"/>
                  <a:pt x="447" y="635"/>
                  <a:pt x="447" y="635"/>
                </a:cubicBezTo>
                <a:cubicBezTo>
                  <a:pt x="447" y="635"/>
                  <a:pt x="447" y="635"/>
                  <a:pt x="447" y="635"/>
                </a:cubicBezTo>
                <a:cubicBezTo>
                  <a:pt x="447" y="635"/>
                  <a:pt x="447" y="635"/>
                  <a:pt x="447" y="635"/>
                </a:cubicBezTo>
                <a:cubicBezTo>
                  <a:pt x="447" y="635"/>
                  <a:pt x="447" y="635"/>
                  <a:pt x="447" y="635"/>
                </a:cubicBezTo>
                <a:cubicBezTo>
                  <a:pt x="448" y="636"/>
                  <a:pt x="448" y="636"/>
                  <a:pt x="448" y="636"/>
                </a:cubicBezTo>
                <a:cubicBezTo>
                  <a:pt x="448" y="636"/>
                  <a:pt x="448" y="636"/>
                  <a:pt x="448" y="636"/>
                </a:cubicBezTo>
                <a:cubicBezTo>
                  <a:pt x="449" y="636"/>
                  <a:pt x="449" y="636"/>
                  <a:pt x="449" y="636"/>
                </a:cubicBezTo>
                <a:cubicBezTo>
                  <a:pt x="449" y="636"/>
                  <a:pt x="449" y="636"/>
                  <a:pt x="449" y="636"/>
                </a:cubicBezTo>
                <a:cubicBezTo>
                  <a:pt x="449" y="637"/>
                  <a:pt x="449" y="637"/>
                  <a:pt x="449" y="637"/>
                </a:cubicBezTo>
                <a:cubicBezTo>
                  <a:pt x="449" y="637"/>
                  <a:pt x="449" y="637"/>
                  <a:pt x="449" y="637"/>
                </a:cubicBezTo>
                <a:cubicBezTo>
                  <a:pt x="450" y="637"/>
                  <a:pt x="450" y="637"/>
                  <a:pt x="450" y="637"/>
                </a:cubicBezTo>
                <a:cubicBezTo>
                  <a:pt x="450" y="637"/>
                  <a:pt x="450" y="637"/>
                  <a:pt x="450" y="637"/>
                </a:cubicBezTo>
                <a:cubicBezTo>
                  <a:pt x="451" y="639"/>
                  <a:pt x="451" y="639"/>
                  <a:pt x="451" y="639"/>
                </a:cubicBezTo>
                <a:cubicBezTo>
                  <a:pt x="451" y="639"/>
                  <a:pt x="451" y="639"/>
                  <a:pt x="451" y="639"/>
                </a:cubicBezTo>
                <a:cubicBezTo>
                  <a:pt x="451" y="640"/>
                  <a:pt x="451" y="640"/>
                  <a:pt x="451" y="640"/>
                </a:cubicBezTo>
                <a:cubicBezTo>
                  <a:pt x="451" y="640"/>
                  <a:pt x="451" y="640"/>
                  <a:pt x="451" y="640"/>
                </a:cubicBezTo>
                <a:cubicBezTo>
                  <a:pt x="451" y="642"/>
                  <a:pt x="451" y="642"/>
                  <a:pt x="451" y="642"/>
                </a:cubicBezTo>
                <a:cubicBezTo>
                  <a:pt x="451" y="642"/>
                  <a:pt x="451" y="642"/>
                  <a:pt x="451" y="642"/>
                </a:cubicBezTo>
                <a:cubicBezTo>
                  <a:pt x="450" y="644"/>
                  <a:pt x="450" y="644"/>
                  <a:pt x="450" y="644"/>
                </a:cubicBezTo>
                <a:cubicBezTo>
                  <a:pt x="450" y="644"/>
                  <a:pt x="450" y="644"/>
                  <a:pt x="450" y="644"/>
                </a:cubicBezTo>
                <a:cubicBezTo>
                  <a:pt x="450" y="646"/>
                  <a:pt x="450" y="646"/>
                  <a:pt x="450" y="646"/>
                </a:cubicBezTo>
                <a:cubicBezTo>
                  <a:pt x="450" y="646"/>
                  <a:pt x="450" y="646"/>
                  <a:pt x="450" y="646"/>
                </a:cubicBezTo>
                <a:cubicBezTo>
                  <a:pt x="450" y="648"/>
                  <a:pt x="450" y="648"/>
                  <a:pt x="450" y="648"/>
                </a:cubicBezTo>
                <a:cubicBezTo>
                  <a:pt x="450" y="648"/>
                  <a:pt x="450" y="648"/>
                  <a:pt x="450" y="648"/>
                </a:cubicBezTo>
                <a:cubicBezTo>
                  <a:pt x="450" y="649"/>
                  <a:pt x="450" y="649"/>
                  <a:pt x="450" y="649"/>
                </a:cubicBezTo>
                <a:cubicBezTo>
                  <a:pt x="450" y="649"/>
                  <a:pt x="450" y="649"/>
                  <a:pt x="450" y="649"/>
                </a:cubicBezTo>
                <a:cubicBezTo>
                  <a:pt x="451" y="650"/>
                  <a:pt x="451" y="650"/>
                  <a:pt x="451" y="650"/>
                </a:cubicBezTo>
                <a:cubicBezTo>
                  <a:pt x="451" y="650"/>
                  <a:pt x="451" y="650"/>
                  <a:pt x="451" y="650"/>
                </a:cubicBezTo>
                <a:cubicBezTo>
                  <a:pt x="452" y="650"/>
                  <a:pt x="452" y="650"/>
                  <a:pt x="452" y="650"/>
                </a:cubicBezTo>
                <a:cubicBezTo>
                  <a:pt x="452" y="650"/>
                  <a:pt x="452" y="650"/>
                  <a:pt x="452" y="650"/>
                </a:cubicBezTo>
                <a:cubicBezTo>
                  <a:pt x="453" y="650"/>
                  <a:pt x="453" y="650"/>
                  <a:pt x="453" y="650"/>
                </a:cubicBezTo>
                <a:cubicBezTo>
                  <a:pt x="453" y="650"/>
                  <a:pt x="453" y="650"/>
                  <a:pt x="453" y="650"/>
                </a:cubicBezTo>
                <a:cubicBezTo>
                  <a:pt x="453" y="649"/>
                  <a:pt x="453" y="649"/>
                  <a:pt x="453" y="649"/>
                </a:cubicBezTo>
                <a:cubicBezTo>
                  <a:pt x="453" y="649"/>
                  <a:pt x="453" y="649"/>
                  <a:pt x="453" y="649"/>
                </a:cubicBezTo>
                <a:cubicBezTo>
                  <a:pt x="453" y="648"/>
                  <a:pt x="453" y="648"/>
                  <a:pt x="453" y="648"/>
                </a:cubicBezTo>
                <a:cubicBezTo>
                  <a:pt x="453" y="648"/>
                  <a:pt x="453" y="648"/>
                  <a:pt x="453" y="648"/>
                </a:cubicBezTo>
                <a:cubicBezTo>
                  <a:pt x="454" y="647"/>
                  <a:pt x="454" y="647"/>
                  <a:pt x="454" y="647"/>
                </a:cubicBezTo>
                <a:cubicBezTo>
                  <a:pt x="454" y="647"/>
                  <a:pt x="454" y="647"/>
                  <a:pt x="454" y="647"/>
                </a:cubicBezTo>
                <a:cubicBezTo>
                  <a:pt x="453" y="646"/>
                  <a:pt x="453" y="646"/>
                  <a:pt x="453" y="646"/>
                </a:cubicBezTo>
                <a:cubicBezTo>
                  <a:pt x="453" y="646"/>
                  <a:pt x="453" y="646"/>
                  <a:pt x="453" y="646"/>
                </a:cubicBezTo>
                <a:cubicBezTo>
                  <a:pt x="453" y="645"/>
                  <a:pt x="453" y="645"/>
                  <a:pt x="453" y="645"/>
                </a:cubicBezTo>
                <a:cubicBezTo>
                  <a:pt x="453" y="645"/>
                  <a:pt x="453" y="645"/>
                  <a:pt x="453" y="645"/>
                </a:cubicBezTo>
                <a:cubicBezTo>
                  <a:pt x="453" y="644"/>
                  <a:pt x="453" y="644"/>
                  <a:pt x="453" y="644"/>
                </a:cubicBezTo>
                <a:cubicBezTo>
                  <a:pt x="453" y="644"/>
                  <a:pt x="453" y="644"/>
                  <a:pt x="453" y="644"/>
                </a:cubicBezTo>
                <a:cubicBezTo>
                  <a:pt x="453" y="643"/>
                  <a:pt x="453" y="643"/>
                  <a:pt x="453" y="643"/>
                </a:cubicBezTo>
                <a:cubicBezTo>
                  <a:pt x="453" y="643"/>
                  <a:pt x="453" y="643"/>
                  <a:pt x="453" y="643"/>
                </a:cubicBezTo>
                <a:cubicBezTo>
                  <a:pt x="454" y="643"/>
                  <a:pt x="454" y="643"/>
                  <a:pt x="454" y="643"/>
                </a:cubicBezTo>
                <a:cubicBezTo>
                  <a:pt x="454" y="643"/>
                  <a:pt x="454" y="643"/>
                  <a:pt x="454" y="643"/>
                </a:cubicBezTo>
                <a:cubicBezTo>
                  <a:pt x="454" y="643"/>
                  <a:pt x="454" y="643"/>
                  <a:pt x="454" y="643"/>
                </a:cubicBezTo>
                <a:cubicBezTo>
                  <a:pt x="454" y="643"/>
                  <a:pt x="454" y="643"/>
                  <a:pt x="454" y="643"/>
                </a:cubicBezTo>
                <a:cubicBezTo>
                  <a:pt x="454" y="643"/>
                  <a:pt x="454" y="643"/>
                  <a:pt x="454" y="643"/>
                </a:cubicBezTo>
                <a:cubicBezTo>
                  <a:pt x="454" y="643"/>
                  <a:pt x="454" y="643"/>
                  <a:pt x="454" y="643"/>
                </a:cubicBezTo>
                <a:cubicBezTo>
                  <a:pt x="455" y="643"/>
                  <a:pt x="455" y="643"/>
                  <a:pt x="455" y="643"/>
                </a:cubicBezTo>
                <a:cubicBezTo>
                  <a:pt x="455" y="643"/>
                  <a:pt x="455" y="643"/>
                  <a:pt x="455" y="643"/>
                </a:cubicBezTo>
                <a:cubicBezTo>
                  <a:pt x="455" y="644"/>
                  <a:pt x="455" y="644"/>
                  <a:pt x="455" y="644"/>
                </a:cubicBezTo>
                <a:cubicBezTo>
                  <a:pt x="455" y="644"/>
                  <a:pt x="455" y="644"/>
                  <a:pt x="455" y="644"/>
                </a:cubicBezTo>
                <a:cubicBezTo>
                  <a:pt x="455" y="644"/>
                  <a:pt x="455" y="644"/>
                  <a:pt x="455" y="644"/>
                </a:cubicBezTo>
                <a:cubicBezTo>
                  <a:pt x="455" y="644"/>
                  <a:pt x="455" y="644"/>
                  <a:pt x="455" y="644"/>
                </a:cubicBezTo>
                <a:cubicBezTo>
                  <a:pt x="456" y="644"/>
                  <a:pt x="456" y="644"/>
                  <a:pt x="456" y="644"/>
                </a:cubicBezTo>
                <a:cubicBezTo>
                  <a:pt x="456" y="644"/>
                  <a:pt x="456" y="644"/>
                  <a:pt x="456" y="644"/>
                </a:cubicBezTo>
                <a:cubicBezTo>
                  <a:pt x="456" y="644"/>
                  <a:pt x="456" y="644"/>
                  <a:pt x="456" y="644"/>
                </a:cubicBezTo>
                <a:cubicBezTo>
                  <a:pt x="456" y="644"/>
                  <a:pt x="456" y="644"/>
                  <a:pt x="456" y="644"/>
                </a:cubicBezTo>
                <a:cubicBezTo>
                  <a:pt x="458" y="644"/>
                  <a:pt x="458" y="644"/>
                  <a:pt x="458" y="644"/>
                </a:cubicBezTo>
                <a:cubicBezTo>
                  <a:pt x="458" y="644"/>
                  <a:pt x="458" y="644"/>
                  <a:pt x="458" y="644"/>
                </a:cubicBezTo>
                <a:cubicBezTo>
                  <a:pt x="460" y="640"/>
                  <a:pt x="460" y="640"/>
                  <a:pt x="460" y="640"/>
                </a:cubicBezTo>
                <a:cubicBezTo>
                  <a:pt x="460" y="640"/>
                  <a:pt x="460" y="640"/>
                  <a:pt x="460" y="640"/>
                </a:cubicBezTo>
                <a:cubicBezTo>
                  <a:pt x="455" y="652"/>
                  <a:pt x="455" y="652"/>
                  <a:pt x="455" y="652"/>
                </a:cubicBezTo>
                <a:cubicBezTo>
                  <a:pt x="455" y="652"/>
                  <a:pt x="455" y="652"/>
                  <a:pt x="455" y="652"/>
                </a:cubicBezTo>
                <a:cubicBezTo>
                  <a:pt x="455" y="652"/>
                  <a:pt x="455" y="652"/>
                  <a:pt x="455" y="652"/>
                </a:cubicBezTo>
                <a:cubicBezTo>
                  <a:pt x="455" y="652"/>
                  <a:pt x="455" y="652"/>
                  <a:pt x="455" y="652"/>
                </a:cubicBezTo>
                <a:cubicBezTo>
                  <a:pt x="454" y="652"/>
                  <a:pt x="454" y="652"/>
                  <a:pt x="454" y="652"/>
                </a:cubicBezTo>
                <a:cubicBezTo>
                  <a:pt x="454" y="652"/>
                  <a:pt x="454" y="652"/>
                  <a:pt x="454" y="652"/>
                </a:cubicBezTo>
                <a:cubicBezTo>
                  <a:pt x="454" y="652"/>
                  <a:pt x="454" y="652"/>
                  <a:pt x="454" y="652"/>
                </a:cubicBezTo>
                <a:cubicBezTo>
                  <a:pt x="454" y="652"/>
                  <a:pt x="454" y="652"/>
                  <a:pt x="454" y="652"/>
                </a:cubicBezTo>
                <a:cubicBezTo>
                  <a:pt x="454" y="652"/>
                  <a:pt x="454" y="652"/>
                  <a:pt x="454" y="652"/>
                </a:cubicBezTo>
                <a:cubicBezTo>
                  <a:pt x="454" y="652"/>
                  <a:pt x="454" y="652"/>
                  <a:pt x="454" y="652"/>
                </a:cubicBezTo>
                <a:cubicBezTo>
                  <a:pt x="453" y="652"/>
                  <a:pt x="453" y="652"/>
                  <a:pt x="453" y="652"/>
                </a:cubicBezTo>
                <a:cubicBezTo>
                  <a:pt x="453" y="652"/>
                  <a:pt x="453" y="652"/>
                  <a:pt x="453" y="652"/>
                </a:cubicBezTo>
                <a:cubicBezTo>
                  <a:pt x="453" y="652"/>
                  <a:pt x="453" y="652"/>
                  <a:pt x="453" y="652"/>
                </a:cubicBezTo>
                <a:cubicBezTo>
                  <a:pt x="453" y="652"/>
                  <a:pt x="453" y="652"/>
                  <a:pt x="453" y="652"/>
                </a:cubicBezTo>
                <a:cubicBezTo>
                  <a:pt x="452" y="652"/>
                  <a:pt x="452" y="652"/>
                  <a:pt x="452" y="652"/>
                </a:cubicBezTo>
                <a:cubicBezTo>
                  <a:pt x="452" y="652"/>
                  <a:pt x="452" y="652"/>
                  <a:pt x="452" y="652"/>
                </a:cubicBezTo>
                <a:cubicBezTo>
                  <a:pt x="452" y="652"/>
                  <a:pt x="452" y="652"/>
                  <a:pt x="452" y="652"/>
                </a:cubicBezTo>
                <a:cubicBezTo>
                  <a:pt x="452" y="652"/>
                  <a:pt x="452" y="652"/>
                  <a:pt x="452" y="652"/>
                </a:cubicBezTo>
                <a:cubicBezTo>
                  <a:pt x="451" y="653"/>
                  <a:pt x="451" y="653"/>
                  <a:pt x="451" y="653"/>
                </a:cubicBezTo>
                <a:cubicBezTo>
                  <a:pt x="451" y="653"/>
                  <a:pt x="451" y="653"/>
                  <a:pt x="451" y="653"/>
                </a:cubicBezTo>
                <a:cubicBezTo>
                  <a:pt x="451" y="654"/>
                  <a:pt x="451" y="654"/>
                  <a:pt x="451" y="654"/>
                </a:cubicBezTo>
                <a:cubicBezTo>
                  <a:pt x="451" y="654"/>
                  <a:pt x="451" y="654"/>
                  <a:pt x="451" y="654"/>
                </a:cubicBezTo>
                <a:cubicBezTo>
                  <a:pt x="450" y="655"/>
                  <a:pt x="450" y="655"/>
                  <a:pt x="450" y="655"/>
                </a:cubicBezTo>
                <a:cubicBezTo>
                  <a:pt x="450" y="655"/>
                  <a:pt x="450" y="655"/>
                  <a:pt x="450" y="655"/>
                </a:cubicBezTo>
                <a:cubicBezTo>
                  <a:pt x="450" y="656"/>
                  <a:pt x="450" y="656"/>
                  <a:pt x="450" y="656"/>
                </a:cubicBezTo>
                <a:cubicBezTo>
                  <a:pt x="450" y="656"/>
                  <a:pt x="450" y="656"/>
                  <a:pt x="450" y="656"/>
                </a:cubicBezTo>
                <a:cubicBezTo>
                  <a:pt x="450" y="658"/>
                  <a:pt x="450" y="658"/>
                  <a:pt x="450" y="658"/>
                </a:cubicBezTo>
                <a:cubicBezTo>
                  <a:pt x="450" y="658"/>
                  <a:pt x="450" y="658"/>
                  <a:pt x="450" y="658"/>
                </a:cubicBezTo>
                <a:cubicBezTo>
                  <a:pt x="450" y="659"/>
                  <a:pt x="450" y="659"/>
                  <a:pt x="450" y="659"/>
                </a:cubicBezTo>
                <a:cubicBezTo>
                  <a:pt x="450" y="659"/>
                  <a:pt x="450" y="659"/>
                  <a:pt x="450" y="659"/>
                </a:cubicBezTo>
                <a:cubicBezTo>
                  <a:pt x="450" y="660"/>
                  <a:pt x="450" y="660"/>
                  <a:pt x="450" y="660"/>
                </a:cubicBezTo>
                <a:cubicBezTo>
                  <a:pt x="450" y="660"/>
                  <a:pt x="450" y="660"/>
                  <a:pt x="450" y="660"/>
                </a:cubicBezTo>
                <a:cubicBezTo>
                  <a:pt x="451" y="660"/>
                  <a:pt x="451" y="660"/>
                  <a:pt x="451" y="660"/>
                </a:cubicBezTo>
                <a:cubicBezTo>
                  <a:pt x="451" y="660"/>
                  <a:pt x="451" y="660"/>
                  <a:pt x="451" y="660"/>
                </a:cubicBezTo>
                <a:cubicBezTo>
                  <a:pt x="460" y="656"/>
                  <a:pt x="460" y="656"/>
                  <a:pt x="460" y="656"/>
                </a:cubicBezTo>
                <a:cubicBezTo>
                  <a:pt x="460" y="656"/>
                  <a:pt x="460" y="656"/>
                  <a:pt x="460" y="656"/>
                </a:cubicBezTo>
                <a:cubicBezTo>
                  <a:pt x="464" y="632"/>
                  <a:pt x="464" y="632"/>
                  <a:pt x="464" y="632"/>
                </a:cubicBezTo>
                <a:cubicBezTo>
                  <a:pt x="464" y="632"/>
                  <a:pt x="464" y="632"/>
                  <a:pt x="464" y="632"/>
                </a:cubicBezTo>
                <a:cubicBezTo>
                  <a:pt x="464" y="631"/>
                  <a:pt x="464" y="631"/>
                  <a:pt x="464" y="631"/>
                </a:cubicBezTo>
                <a:cubicBezTo>
                  <a:pt x="464" y="631"/>
                  <a:pt x="464" y="631"/>
                  <a:pt x="464" y="631"/>
                </a:cubicBezTo>
                <a:cubicBezTo>
                  <a:pt x="463" y="630"/>
                  <a:pt x="463" y="630"/>
                  <a:pt x="463" y="630"/>
                </a:cubicBezTo>
                <a:cubicBezTo>
                  <a:pt x="463" y="630"/>
                  <a:pt x="463" y="630"/>
                  <a:pt x="463" y="630"/>
                </a:cubicBezTo>
                <a:cubicBezTo>
                  <a:pt x="463" y="630"/>
                  <a:pt x="463" y="630"/>
                  <a:pt x="463" y="630"/>
                </a:cubicBezTo>
                <a:cubicBezTo>
                  <a:pt x="463" y="630"/>
                  <a:pt x="463" y="630"/>
                  <a:pt x="463" y="630"/>
                </a:cubicBezTo>
                <a:cubicBezTo>
                  <a:pt x="463" y="629"/>
                  <a:pt x="463" y="629"/>
                  <a:pt x="463" y="629"/>
                </a:cubicBezTo>
                <a:cubicBezTo>
                  <a:pt x="463" y="629"/>
                  <a:pt x="463" y="629"/>
                  <a:pt x="463" y="629"/>
                </a:cubicBezTo>
                <a:cubicBezTo>
                  <a:pt x="463" y="628"/>
                  <a:pt x="463" y="628"/>
                  <a:pt x="463" y="628"/>
                </a:cubicBezTo>
                <a:cubicBezTo>
                  <a:pt x="463" y="628"/>
                  <a:pt x="463" y="628"/>
                  <a:pt x="463" y="628"/>
                </a:cubicBezTo>
                <a:cubicBezTo>
                  <a:pt x="463" y="627"/>
                  <a:pt x="463" y="627"/>
                  <a:pt x="463" y="627"/>
                </a:cubicBezTo>
                <a:cubicBezTo>
                  <a:pt x="463" y="627"/>
                  <a:pt x="463" y="627"/>
                  <a:pt x="463" y="627"/>
                </a:cubicBezTo>
                <a:cubicBezTo>
                  <a:pt x="463" y="626"/>
                  <a:pt x="463" y="626"/>
                  <a:pt x="463" y="626"/>
                </a:cubicBezTo>
                <a:cubicBezTo>
                  <a:pt x="463" y="626"/>
                  <a:pt x="463" y="626"/>
                  <a:pt x="463" y="626"/>
                </a:cubicBezTo>
                <a:cubicBezTo>
                  <a:pt x="464" y="625"/>
                  <a:pt x="464" y="625"/>
                  <a:pt x="464" y="625"/>
                </a:cubicBezTo>
                <a:cubicBezTo>
                  <a:pt x="464" y="625"/>
                  <a:pt x="464" y="625"/>
                  <a:pt x="464" y="625"/>
                </a:cubicBezTo>
                <a:cubicBezTo>
                  <a:pt x="464" y="626"/>
                  <a:pt x="464" y="626"/>
                  <a:pt x="464" y="626"/>
                </a:cubicBezTo>
                <a:cubicBezTo>
                  <a:pt x="464" y="626"/>
                  <a:pt x="464" y="626"/>
                  <a:pt x="464" y="626"/>
                </a:cubicBezTo>
                <a:cubicBezTo>
                  <a:pt x="465" y="625"/>
                  <a:pt x="465" y="625"/>
                  <a:pt x="465" y="625"/>
                </a:cubicBezTo>
                <a:cubicBezTo>
                  <a:pt x="465" y="625"/>
                  <a:pt x="465" y="625"/>
                  <a:pt x="465" y="625"/>
                </a:cubicBezTo>
                <a:cubicBezTo>
                  <a:pt x="465" y="625"/>
                  <a:pt x="465" y="625"/>
                  <a:pt x="465" y="625"/>
                </a:cubicBezTo>
                <a:cubicBezTo>
                  <a:pt x="465" y="625"/>
                  <a:pt x="465" y="625"/>
                  <a:pt x="465" y="625"/>
                </a:cubicBezTo>
                <a:cubicBezTo>
                  <a:pt x="466" y="625"/>
                  <a:pt x="466" y="625"/>
                  <a:pt x="466" y="625"/>
                </a:cubicBezTo>
                <a:cubicBezTo>
                  <a:pt x="466" y="625"/>
                  <a:pt x="466" y="625"/>
                  <a:pt x="466" y="625"/>
                </a:cubicBezTo>
                <a:cubicBezTo>
                  <a:pt x="467" y="625"/>
                  <a:pt x="467" y="625"/>
                  <a:pt x="467" y="625"/>
                </a:cubicBezTo>
                <a:cubicBezTo>
                  <a:pt x="467" y="625"/>
                  <a:pt x="467" y="625"/>
                  <a:pt x="467" y="625"/>
                </a:cubicBezTo>
                <a:cubicBezTo>
                  <a:pt x="467" y="625"/>
                  <a:pt x="467" y="625"/>
                  <a:pt x="467" y="625"/>
                </a:cubicBezTo>
                <a:cubicBezTo>
                  <a:pt x="467" y="625"/>
                  <a:pt x="467" y="625"/>
                  <a:pt x="467" y="625"/>
                </a:cubicBezTo>
                <a:cubicBezTo>
                  <a:pt x="468" y="625"/>
                  <a:pt x="468" y="625"/>
                  <a:pt x="468" y="625"/>
                </a:cubicBezTo>
                <a:cubicBezTo>
                  <a:pt x="468" y="625"/>
                  <a:pt x="468" y="625"/>
                  <a:pt x="468" y="625"/>
                </a:cubicBezTo>
                <a:cubicBezTo>
                  <a:pt x="469" y="625"/>
                  <a:pt x="469" y="625"/>
                  <a:pt x="469" y="625"/>
                </a:cubicBezTo>
                <a:cubicBezTo>
                  <a:pt x="469" y="625"/>
                  <a:pt x="469" y="625"/>
                  <a:pt x="469" y="625"/>
                </a:cubicBezTo>
                <a:cubicBezTo>
                  <a:pt x="469" y="629"/>
                  <a:pt x="469" y="629"/>
                  <a:pt x="469" y="629"/>
                </a:cubicBezTo>
                <a:cubicBezTo>
                  <a:pt x="469" y="629"/>
                  <a:pt x="469" y="629"/>
                  <a:pt x="469" y="629"/>
                </a:cubicBezTo>
                <a:cubicBezTo>
                  <a:pt x="468" y="632"/>
                  <a:pt x="468" y="632"/>
                  <a:pt x="468" y="632"/>
                </a:cubicBezTo>
                <a:cubicBezTo>
                  <a:pt x="468" y="632"/>
                  <a:pt x="468" y="632"/>
                  <a:pt x="468" y="632"/>
                </a:cubicBezTo>
                <a:cubicBezTo>
                  <a:pt x="467" y="636"/>
                  <a:pt x="467" y="636"/>
                  <a:pt x="467" y="636"/>
                </a:cubicBezTo>
                <a:cubicBezTo>
                  <a:pt x="467" y="636"/>
                  <a:pt x="467" y="636"/>
                  <a:pt x="467" y="636"/>
                </a:cubicBezTo>
                <a:cubicBezTo>
                  <a:pt x="467" y="639"/>
                  <a:pt x="467" y="639"/>
                  <a:pt x="467" y="639"/>
                </a:cubicBezTo>
                <a:cubicBezTo>
                  <a:pt x="467" y="639"/>
                  <a:pt x="467" y="639"/>
                  <a:pt x="467" y="639"/>
                </a:cubicBezTo>
                <a:cubicBezTo>
                  <a:pt x="465" y="643"/>
                  <a:pt x="465" y="643"/>
                  <a:pt x="465" y="643"/>
                </a:cubicBezTo>
                <a:cubicBezTo>
                  <a:pt x="465" y="643"/>
                  <a:pt x="465" y="643"/>
                  <a:pt x="465" y="643"/>
                </a:cubicBezTo>
                <a:cubicBezTo>
                  <a:pt x="465" y="647"/>
                  <a:pt x="465" y="647"/>
                  <a:pt x="465" y="647"/>
                </a:cubicBezTo>
                <a:cubicBezTo>
                  <a:pt x="465" y="647"/>
                  <a:pt x="465" y="647"/>
                  <a:pt x="465" y="647"/>
                </a:cubicBezTo>
                <a:cubicBezTo>
                  <a:pt x="464" y="650"/>
                  <a:pt x="464" y="650"/>
                  <a:pt x="464" y="650"/>
                </a:cubicBezTo>
                <a:cubicBezTo>
                  <a:pt x="464" y="650"/>
                  <a:pt x="464" y="650"/>
                  <a:pt x="464" y="650"/>
                </a:cubicBezTo>
                <a:cubicBezTo>
                  <a:pt x="464" y="654"/>
                  <a:pt x="464" y="654"/>
                  <a:pt x="464" y="654"/>
                </a:cubicBezTo>
                <a:cubicBezTo>
                  <a:pt x="464" y="654"/>
                  <a:pt x="464" y="654"/>
                  <a:pt x="464" y="654"/>
                </a:cubicBezTo>
                <a:cubicBezTo>
                  <a:pt x="464" y="654"/>
                  <a:pt x="464" y="654"/>
                  <a:pt x="464" y="654"/>
                </a:cubicBezTo>
                <a:cubicBezTo>
                  <a:pt x="464" y="654"/>
                  <a:pt x="464" y="654"/>
                  <a:pt x="464" y="654"/>
                </a:cubicBezTo>
                <a:cubicBezTo>
                  <a:pt x="474" y="652"/>
                  <a:pt x="474" y="652"/>
                  <a:pt x="474" y="652"/>
                </a:cubicBezTo>
                <a:cubicBezTo>
                  <a:pt x="474" y="652"/>
                  <a:pt x="474" y="652"/>
                  <a:pt x="474" y="652"/>
                </a:cubicBezTo>
                <a:cubicBezTo>
                  <a:pt x="477" y="658"/>
                  <a:pt x="477" y="658"/>
                  <a:pt x="477" y="658"/>
                </a:cubicBezTo>
                <a:cubicBezTo>
                  <a:pt x="477" y="658"/>
                  <a:pt x="477" y="658"/>
                  <a:pt x="477" y="658"/>
                </a:cubicBezTo>
                <a:cubicBezTo>
                  <a:pt x="475" y="657"/>
                  <a:pt x="475" y="657"/>
                  <a:pt x="475" y="657"/>
                </a:cubicBezTo>
                <a:cubicBezTo>
                  <a:pt x="475" y="657"/>
                  <a:pt x="475" y="657"/>
                  <a:pt x="475" y="657"/>
                </a:cubicBezTo>
                <a:cubicBezTo>
                  <a:pt x="473" y="657"/>
                  <a:pt x="473" y="657"/>
                  <a:pt x="473" y="657"/>
                </a:cubicBezTo>
                <a:cubicBezTo>
                  <a:pt x="473" y="657"/>
                  <a:pt x="473" y="657"/>
                  <a:pt x="473" y="657"/>
                </a:cubicBezTo>
                <a:cubicBezTo>
                  <a:pt x="471" y="656"/>
                  <a:pt x="471" y="656"/>
                  <a:pt x="471" y="656"/>
                </a:cubicBezTo>
                <a:cubicBezTo>
                  <a:pt x="471" y="656"/>
                  <a:pt x="471" y="656"/>
                  <a:pt x="471" y="656"/>
                </a:cubicBezTo>
                <a:cubicBezTo>
                  <a:pt x="469" y="656"/>
                  <a:pt x="469" y="656"/>
                  <a:pt x="469" y="656"/>
                </a:cubicBezTo>
                <a:cubicBezTo>
                  <a:pt x="469" y="656"/>
                  <a:pt x="469" y="656"/>
                  <a:pt x="469" y="656"/>
                </a:cubicBezTo>
                <a:cubicBezTo>
                  <a:pt x="467" y="656"/>
                  <a:pt x="467" y="656"/>
                  <a:pt x="467" y="656"/>
                </a:cubicBezTo>
                <a:cubicBezTo>
                  <a:pt x="467" y="656"/>
                  <a:pt x="467" y="656"/>
                  <a:pt x="467" y="656"/>
                </a:cubicBezTo>
                <a:cubicBezTo>
                  <a:pt x="465" y="657"/>
                  <a:pt x="465" y="657"/>
                  <a:pt x="465" y="657"/>
                </a:cubicBezTo>
                <a:cubicBezTo>
                  <a:pt x="465" y="657"/>
                  <a:pt x="465" y="657"/>
                  <a:pt x="465" y="657"/>
                </a:cubicBezTo>
                <a:cubicBezTo>
                  <a:pt x="462" y="657"/>
                  <a:pt x="462" y="657"/>
                  <a:pt x="462" y="657"/>
                </a:cubicBezTo>
                <a:cubicBezTo>
                  <a:pt x="462" y="657"/>
                  <a:pt x="462" y="657"/>
                  <a:pt x="462" y="657"/>
                </a:cubicBezTo>
                <a:cubicBezTo>
                  <a:pt x="461" y="658"/>
                  <a:pt x="461" y="658"/>
                  <a:pt x="461" y="658"/>
                </a:cubicBezTo>
                <a:cubicBezTo>
                  <a:pt x="461" y="658"/>
                  <a:pt x="461" y="658"/>
                  <a:pt x="461" y="658"/>
                </a:cubicBezTo>
                <a:cubicBezTo>
                  <a:pt x="446" y="666"/>
                  <a:pt x="446" y="666"/>
                  <a:pt x="446" y="666"/>
                </a:cubicBezTo>
                <a:cubicBezTo>
                  <a:pt x="446" y="666"/>
                  <a:pt x="446" y="666"/>
                  <a:pt x="446" y="666"/>
                </a:cubicBezTo>
                <a:cubicBezTo>
                  <a:pt x="445" y="667"/>
                  <a:pt x="445" y="667"/>
                  <a:pt x="445" y="667"/>
                </a:cubicBezTo>
                <a:cubicBezTo>
                  <a:pt x="445" y="667"/>
                  <a:pt x="445" y="667"/>
                  <a:pt x="445" y="667"/>
                </a:cubicBezTo>
                <a:cubicBezTo>
                  <a:pt x="445" y="667"/>
                  <a:pt x="445" y="667"/>
                  <a:pt x="445" y="667"/>
                </a:cubicBezTo>
                <a:cubicBezTo>
                  <a:pt x="445" y="667"/>
                  <a:pt x="445" y="667"/>
                  <a:pt x="445" y="667"/>
                </a:cubicBezTo>
                <a:cubicBezTo>
                  <a:pt x="445" y="668"/>
                  <a:pt x="445" y="668"/>
                  <a:pt x="445" y="668"/>
                </a:cubicBezTo>
                <a:cubicBezTo>
                  <a:pt x="445" y="668"/>
                  <a:pt x="445" y="668"/>
                  <a:pt x="445" y="668"/>
                </a:cubicBezTo>
                <a:cubicBezTo>
                  <a:pt x="445" y="668"/>
                  <a:pt x="445" y="668"/>
                  <a:pt x="445" y="668"/>
                </a:cubicBezTo>
                <a:cubicBezTo>
                  <a:pt x="445" y="668"/>
                  <a:pt x="445" y="668"/>
                  <a:pt x="445" y="668"/>
                </a:cubicBezTo>
                <a:cubicBezTo>
                  <a:pt x="445" y="669"/>
                  <a:pt x="445" y="669"/>
                  <a:pt x="445" y="669"/>
                </a:cubicBezTo>
                <a:cubicBezTo>
                  <a:pt x="445" y="669"/>
                  <a:pt x="445" y="669"/>
                  <a:pt x="445" y="669"/>
                </a:cubicBezTo>
                <a:cubicBezTo>
                  <a:pt x="445" y="669"/>
                  <a:pt x="445" y="669"/>
                  <a:pt x="445" y="669"/>
                </a:cubicBezTo>
                <a:cubicBezTo>
                  <a:pt x="445" y="669"/>
                  <a:pt x="445" y="669"/>
                  <a:pt x="445" y="669"/>
                </a:cubicBezTo>
                <a:cubicBezTo>
                  <a:pt x="445" y="670"/>
                  <a:pt x="445" y="670"/>
                  <a:pt x="445" y="670"/>
                </a:cubicBezTo>
                <a:cubicBezTo>
                  <a:pt x="445" y="670"/>
                  <a:pt x="445" y="670"/>
                  <a:pt x="445" y="670"/>
                </a:cubicBezTo>
                <a:cubicBezTo>
                  <a:pt x="446" y="670"/>
                  <a:pt x="446" y="670"/>
                  <a:pt x="446" y="670"/>
                </a:cubicBezTo>
                <a:cubicBezTo>
                  <a:pt x="446" y="670"/>
                  <a:pt x="446" y="670"/>
                  <a:pt x="446" y="670"/>
                </a:cubicBezTo>
                <a:cubicBezTo>
                  <a:pt x="447" y="670"/>
                  <a:pt x="447" y="670"/>
                  <a:pt x="447" y="670"/>
                </a:cubicBezTo>
                <a:cubicBezTo>
                  <a:pt x="447" y="670"/>
                  <a:pt x="447" y="670"/>
                  <a:pt x="447" y="670"/>
                </a:cubicBezTo>
                <a:cubicBezTo>
                  <a:pt x="456" y="664"/>
                  <a:pt x="456" y="664"/>
                  <a:pt x="456" y="664"/>
                </a:cubicBezTo>
                <a:cubicBezTo>
                  <a:pt x="456" y="664"/>
                  <a:pt x="456" y="664"/>
                  <a:pt x="456" y="664"/>
                </a:cubicBezTo>
                <a:cubicBezTo>
                  <a:pt x="456" y="664"/>
                  <a:pt x="456" y="664"/>
                  <a:pt x="456" y="664"/>
                </a:cubicBezTo>
                <a:cubicBezTo>
                  <a:pt x="456" y="664"/>
                  <a:pt x="456" y="664"/>
                  <a:pt x="456" y="664"/>
                </a:cubicBezTo>
                <a:cubicBezTo>
                  <a:pt x="457" y="664"/>
                  <a:pt x="457" y="664"/>
                  <a:pt x="457" y="664"/>
                </a:cubicBezTo>
                <a:cubicBezTo>
                  <a:pt x="457" y="664"/>
                  <a:pt x="457" y="664"/>
                  <a:pt x="457" y="664"/>
                </a:cubicBezTo>
                <a:cubicBezTo>
                  <a:pt x="458" y="664"/>
                  <a:pt x="458" y="664"/>
                  <a:pt x="458" y="664"/>
                </a:cubicBezTo>
                <a:cubicBezTo>
                  <a:pt x="458" y="664"/>
                  <a:pt x="458" y="664"/>
                  <a:pt x="458" y="664"/>
                </a:cubicBezTo>
                <a:cubicBezTo>
                  <a:pt x="459" y="664"/>
                  <a:pt x="459" y="664"/>
                  <a:pt x="459" y="664"/>
                </a:cubicBezTo>
                <a:cubicBezTo>
                  <a:pt x="459" y="664"/>
                  <a:pt x="459" y="664"/>
                  <a:pt x="459" y="664"/>
                </a:cubicBezTo>
                <a:cubicBezTo>
                  <a:pt x="460" y="664"/>
                  <a:pt x="460" y="664"/>
                  <a:pt x="460" y="664"/>
                </a:cubicBezTo>
                <a:cubicBezTo>
                  <a:pt x="460" y="664"/>
                  <a:pt x="460" y="664"/>
                  <a:pt x="460" y="664"/>
                </a:cubicBezTo>
                <a:cubicBezTo>
                  <a:pt x="461" y="664"/>
                  <a:pt x="461" y="664"/>
                  <a:pt x="461" y="664"/>
                </a:cubicBezTo>
                <a:cubicBezTo>
                  <a:pt x="461" y="664"/>
                  <a:pt x="461" y="664"/>
                  <a:pt x="461" y="664"/>
                </a:cubicBezTo>
                <a:cubicBezTo>
                  <a:pt x="462" y="665"/>
                  <a:pt x="462" y="665"/>
                  <a:pt x="462" y="665"/>
                </a:cubicBezTo>
                <a:cubicBezTo>
                  <a:pt x="462" y="665"/>
                  <a:pt x="462" y="665"/>
                  <a:pt x="462" y="665"/>
                </a:cubicBezTo>
                <a:cubicBezTo>
                  <a:pt x="463" y="665"/>
                  <a:pt x="463" y="665"/>
                  <a:pt x="463" y="665"/>
                </a:cubicBezTo>
                <a:cubicBezTo>
                  <a:pt x="463" y="665"/>
                  <a:pt x="463" y="665"/>
                  <a:pt x="463" y="665"/>
                </a:cubicBezTo>
                <a:cubicBezTo>
                  <a:pt x="460" y="670"/>
                  <a:pt x="458" y="671"/>
                  <a:pt x="458" y="671"/>
                </a:cubicBezTo>
                <a:cubicBezTo>
                  <a:pt x="458" y="671"/>
                  <a:pt x="458" y="671"/>
                  <a:pt x="458" y="671"/>
                </a:cubicBezTo>
                <a:cubicBezTo>
                  <a:pt x="458" y="672"/>
                  <a:pt x="458" y="672"/>
                  <a:pt x="458" y="672"/>
                </a:cubicBezTo>
                <a:cubicBezTo>
                  <a:pt x="458" y="672"/>
                  <a:pt x="458" y="672"/>
                  <a:pt x="458" y="672"/>
                </a:cubicBezTo>
                <a:cubicBezTo>
                  <a:pt x="457" y="673"/>
                  <a:pt x="457" y="673"/>
                  <a:pt x="457" y="673"/>
                </a:cubicBezTo>
                <a:cubicBezTo>
                  <a:pt x="457" y="673"/>
                  <a:pt x="457" y="673"/>
                  <a:pt x="457" y="673"/>
                </a:cubicBezTo>
                <a:cubicBezTo>
                  <a:pt x="457" y="673"/>
                  <a:pt x="457" y="673"/>
                  <a:pt x="457" y="673"/>
                </a:cubicBezTo>
                <a:cubicBezTo>
                  <a:pt x="457" y="673"/>
                  <a:pt x="457" y="673"/>
                  <a:pt x="457" y="673"/>
                </a:cubicBezTo>
                <a:cubicBezTo>
                  <a:pt x="457" y="673"/>
                  <a:pt x="457" y="673"/>
                  <a:pt x="457" y="673"/>
                </a:cubicBezTo>
                <a:cubicBezTo>
                  <a:pt x="457" y="673"/>
                  <a:pt x="457" y="673"/>
                  <a:pt x="457" y="673"/>
                </a:cubicBezTo>
                <a:cubicBezTo>
                  <a:pt x="457" y="673"/>
                  <a:pt x="457" y="673"/>
                  <a:pt x="457" y="673"/>
                </a:cubicBezTo>
                <a:cubicBezTo>
                  <a:pt x="457" y="673"/>
                  <a:pt x="457" y="673"/>
                  <a:pt x="457" y="673"/>
                </a:cubicBezTo>
                <a:cubicBezTo>
                  <a:pt x="457" y="674"/>
                  <a:pt x="457" y="674"/>
                  <a:pt x="457" y="674"/>
                </a:cubicBezTo>
                <a:cubicBezTo>
                  <a:pt x="457" y="674"/>
                  <a:pt x="457" y="674"/>
                  <a:pt x="457" y="674"/>
                </a:cubicBezTo>
                <a:cubicBezTo>
                  <a:pt x="457" y="674"/>
                  <a:pt x="457" y="674"/>
                  <a:pt x="457" y="674"/>
                </a:cubicBezTo>
                <a:cubicBezTo>
                  <a:pt x="457" y="674"/>
                  <a:pt x="457" y="674"/>
                  <a:pt x="457" y="674"/>
                </a:cubicBezTo>
                <a:cubicBezTo>
                  <a:pt x="457" y="674"/>
                  <a:pt x="457" y="674"/>
                  <a:pt x="457" y="674"/>
                </a:cubicBezTo>
                <a:cubicBezTo>
                  <a:pt x="457" y="674"/>
                  <a:pt x="457" y="674"/>
                  <a:pt x="457" y="674"/>
                </a:cubicBezTo>
                <a:cubicBezTo>
                  <a:pt x="457" y="675"/>
                  <a:pt x="457" y="675"/>
                  <a:pt x="457" y="675"/>
                </a:cubicBezTo>
                <a:cubicBezTo>
                  <a:pt x="457" y="675"/>
                  <a:pt x="457" y="675"/>
                  <a:pt x="457" y="675"/>
                </a:cubicBezTo>
                <a:cubicBezTo>
                  <a:pt x="457" y="675"/>
                  <a:pt x="457" y="675"/>
                  <a:pt x="457" y="675"/>
                </a:cubicBezTo>
                <a:cubicBezTo>
                  <a:pt x="457" y="675"/>
                  <a:pt x="457" y="675"/>
                  <a:pt x="457" y="675"/>
                </a:cubicBezTo>
                <a:cubicBezTo>
                  <a:pt x="457" y="675"/>
                  <a:pt x="457" y="675"/>
                  <a:pt x="457" y="675"/>
                </a:cubicBezTo>
                <a:cubicBezTo>
                  <a:pt x="457" y="675"/>
                  <a:pt x="457" y="675"/>
                  <a:pt x="457" y="675"/>
                </a:cubicBezTo>
                <a:cubicBezTo>
                  <a:pt x="457" y="676"/>
                  <a:pt x="457" y="676"/>
                  <a:pt x="457" y="676"/>
                </a:cubicBezTo>
                <a:cubicBezTo>
                  <a:pt x="457" y="676"/>
                  <a:pt x="457" y="676"/>
                  <a:pt x="457" y="676"/>
                </a:cubicBezTo>
                <a:cubicBezTo>
                  <a:pt x="457" y="676"/>
                  <a:pt x="457" y="676"/>
                  <a:pt x="457" y="676"/>
                </a:cubicBezTo>
                <a:cubicBezTo>
                  <a:pt x="457" y="676"/>
                  <a:pt x="457" y="676"/>
                  <a:pt x="457" y="676"/>
                </a:cubicBezTo>
                <a:cubicBezTo>
                  <a:pt x="457" y="676"/>
                  <a:pt x="457" y="676"/>
                  <a:pt x="457" y="676"/>
                </a:cubicBezTo>
                <a:cubicBezTo>
                  <a:pt x="457" y="676"/>
                  <a:pt x="457" y="676"/>
                  <a:pt x="457" y="676"/>
                </a:cubicBezTo>
                <a:cubicBezTo>
                  <a:pt x="458" y="676"/>
                  <a:pt x="458" y="676"/>
                  <a:pt x="458" y="676"/>
                </a:cubicBezTo>
                <a:cubicBezTo>
                  <a:pt x="458" y="676"/>
                  <a:pt x="458" y="676"/>
                  <a:pt x="458" y="676"/>
                </a:cubicBezTo>
                <a:cubicBezTo>
                  <a:pt x="458" y="676"/>
                  <a:pt x="458" y="676"/>
                  <a:pt x="458" y="676"/>
                </a:cubicBezTo>
                <a:cubicBezTo>
                  <a:pt x="458" y="676"/>
                  <a:pt x="458" y="676"/>
                  <a:pt x="458" y="676"/>
                </a:cubicBezTo>
                <a:cubicBezTo>
                  <a:pt x="458" y="677"/>
                  <a:pt x="458" y="677"/>
                  <a:pt x="458" y="677"/>
                </a:cubicBezTo>
                <a:cubicBezTo>
                  <a:pt x="458" y="677"/>
                  <a:pt x="458" y="677"/>
                  <a:pt x="458" y="677"/>
                </a:cubicBezTo>
                <a:cubicBezTo>
                  <a:pt x="458" y="678"/>
                  <a:pt x="458" y="678"/>
                  <a:pt x="458" y="678"/>
                </a:cubicBezTo>
                <a:cubicBezTo>
                  <a:pt x="458" y="678"/>
                  <a:pt x="458" y="678"/>
                  <a:pt x="458" y="678"/>
                </a:cubicBezTo>
                <a:cubicBezTo>
                  <a:pt x="458" y="679"/>
                  <a:pt x="458" y="679"/>
                  <a:pt x="458" y="679"/>
                </a:cubicBezTo>
                <a:cubicBezTo>
                  <a:pt x="458" y="679"/>
                  <a:pt x="458" y="679"/>
                  <a:pt x="458" y="679"/>
                </a:cubicBezTo>
                <a:cubicBezTo>
                  <a:pt x="457" y="679"/>
                  <a:pt x="457" y="679"/>
                  <a:pt x="457" y="679"/>
                </a:cubicBezTo>
                <a:cubicBezTo>
                  <a:pt x="457" y="679"/>
                  <a:pt x="457" y="679"/>
                  <a:pt x="457" y="679"/>
                </a:cubicBezTo>
                <a:cubicBezTo>
                  <a:pt x="457" y="679"/>
                  <a:pt x="457" y="679"/>
                  <a:pt x="457" y="679"/>
                </a:cubicBezTo>
                <a:cubicBezTo>
                  <a:pt x="457" y="679"/>
                  <a:pt x="457" y="679"/>
                  <a:pt x="457" y="679"/>
                </a:cubicBezTo>
                <a:cubicBezTo>
                  <a:pt x="456" y="679"/>
                  <a:pt x="456" y="679"/>
                  <a:pt x="456" y="679"/>
                </a:cubicBezTo>
                <a:cubicBezTo>
                  <a:pt x="456" y="679"/>
                  <a:pt x="456" y="679"/>
                  <a:pt x="456" y="679"/>
                </a:cubicBezTo>
                <a:cubicBezTo>
                  <a:pt x="456" y="680"/>
                  <a:pt x="456" y="680"/>
                  <a:pt x="456" y="680"/>
                </a:cubicBezTo>
                <a:cubicBezTo>
                  <a:pt x="456" y="680"/>
                  <a:pt x="456" y="680"/>
                  <a:pt x="456" y="680"/>
                </a:cubicBezTo>
                <a:cubicBezTo>
                  <a:pt x="455" y="680"/>
                  <a:pt x="455" y="680"/>
                  <a:pt x="455" y="680"/>
                </a:cubicBezTo>
                <a:cubicBezTo>
                  <a:pt x="455" y="680"/>
                  <a:pt x="455" y="680"/>
                  <a:pt x="455" y="680"/>
                </a:cubicBezTo>
                <a:cubicBezTo>
                  <a:pt x="455" y="681"/>
                  <a:pt x="455" y="681"/>
                  <a:pt x="455" y="681"/>
                </a:cubicBezTo>
                <a:cubicBezTo>
                  <a:pt x="455" y="681"/>
                  <a:pt x="455" y="681"/>
                  <a:pt x="455" y="681"/>
                </a:cubicBezTo>
                <a:cubicBezTo>
                  <a:pt x="454" y="681"/>
                  <a:pt x="454" y="681"/>
                  <a:pt x="454" y="681"/>
                </a:cubicBezTo>
                <a:cubicBezTo>
                  <a:pt x="454" y="681"/>
                  <a:pt x="454" y="681"/>
                  <a:pt x="454" y="681"/>
                </a:cubicBezTo>
                <a:cubicBezTo>
                  <a:pt x="454" y="681"/>
                  <a:pt x="454" y="681"/>
                  <a:pt x="454" y="681"/>
                </a:cubicBezTo>
                <a:cubicBezTo>
                  <a:pt x="454" y="681"/>
                  <a:pt x="454" y="681"/>
                  <a:pt x="454" y="681"/>
                </a:cubicBezTo>
                <a:cubicBezTo>
                  <a:pt x="454" y="682"/>
                  <a:pt x="454" y="682"/>
                  <a:pt x="454" y="682"/>
                </a:cubicBezTo>
                <a:cubicBezTo>
                  <a:pt x="454" y="682"/>
                  <a:pt x="454" y="682"/>
                  <a:pt x="454" y="682"/>
                </a:cubicBezTo>
                <a:cubicBezTo>
                  <a:pt x="454" y="682"/>
                  <a:pt x="454" y="682"/>
                  <a:pt x="454" y="682"/>
                </a:cubicBezTo>
                <a:cubicBezTo>
                  <a:pt x="454" y="682"/>
                  <a:pt x="454" y="682"/>
                  <a:pt x="454" y="682"/>
                </a:cubicBezTo>
                <a:cubicBezTo>
                  <a:pt x="455" y="683"/>
                  <a:pt x="455" y="683"/>
                  <a:pt x="455" y="683"/>
                </a:cubicBezTo>
                <a:cubicBezTo>
                  <a:pt x="455" y="683"/>
                  <a:pt x="455" y="683"/>
                  <a:pt x="455" y="683"/>
                </a:cubicBezTo>
                <a:cubicBezTo>
                  <a:pt x="455" y="683"/>
                  <a:pt x="455" y="683"/>
                  <a:pt x="455" y="683"/>
                </a:cubicBezTo>
                <a:cubicBezTo>
                  <a:pt x="455" y="683"/>
                  <a:pt x="455" y="683"/>
                  <a:pt x="455" y="683"/>
                </a:cubicBezTo>
                <a:cubicBezTo>
                  <a:pt x="455" y="683"/>
                  <a:pt x="455" y="683"/>
                  <a:pt x="455" y="683"/>
                </a:cubicBezTo>
                <a:cubicBezTo>
                  <a:pt x="455" y="683"/>
                  <a:pt x="455" y="683"/>
                  <a:pt x="455" y="683"/>
                </a:cubicBezTo>
                <a:cubicBezTo>
                  <a:pt x="456" y="683"/>
                  <a:pt x="456" y="683"/>
                  <a:pt x="456" y="683"/>
                </a:cubicBezTo>
                <a:cubicBezTo>
                  <a:pt x="456" y="683"/>
                  <a:pt x="456" y="683"/>
                  <a:pt x="456" y="683"/>
                </a:cubicBezTo>
                <a:cubicBezTo>
                  <a:pt x="457" y="684"/>
                  <a:pt x="457" y="684"/>
                  <a:pt x="457" y="684"/>
                </a:cubicBezTo>
                <a:cubicBezTo>
                  <a:pt x="457" y="684"/>
                  <a:pt x="457" y="684"/>
                  <a:pt x="457" y="684"/>
                </a:cubicBezTo>
                <a:cubicBezTo>
                  <a:pt x="457" y="684"/>
                  <a:pt x="457" y="684"/>
                  <a:pt x="457" y="684"/>
                </a:cubicBezTo>
                <a:cubicBezTo>
                  <a:pt x="457" y="684"/>
                  <a:pt x="457" y="684"/>
                  <a:pt x="457" y="684"/>
                </a:cubicBezTo>
                <a:cubicBezTo>
                  <a:pt x="457" y="684"/>
                  <a:pt x="457" y="684"/>
                  <a:pt x="457" y="684"/>
                </a:cubicBezTo>
                <a:cubicBezTo>
                  <a:pt x="457" y="684"/>
                  <a:pt x="457" y="684"/>
                  <a:pt x="457" y="684"/>
                </a:cubicBezTo>
                <a:cubicBezTo>
                  <a:pt x="457" y="685"/>
                  <a:pt x="457" y="685"/>
                  <a:pt x="457" y="685"/>
                </a:cubicBezTo>
                <a:cubicBezTo>
                  <a:pt x="457" y="685"/>
                  <a:pt x="457" y="685"/>
                  <a:pt x="457" y="685"/>
                </a:cubicBezTo>
                <a:cubicBezTo>
                  <a:pt x="457" y="685"/>
                  <a:pt x="457" y="685"/>
                  <a:pt x="457" y="685"/>
                </a:cubicBezTo>
                <a:cubicBezTo>
                  <a:pt x="457" y="685"/>
                  <a:pt x="457" y="685"/>
                  <a:pt x="457" y="685"/>
                </a:cubicBezTo>
                <a:cubicBezTo>
                  <a:pt x="457" y="685"/>
                  <a:pt x="457" y="685"/>
                  <a:pt x="457" y="685"/>
                </a:cubicBezTo>
                <a:cubicBezTo>
                  <a:pt x="457" y="685"/>
                  <a:pt x="457" y="685"/>
                  <a:pt x="457" y="685"/>
                </a:cubicBezTo>
                <a:cubicBezTo>
                  <a:pt x="457" y="685"/>
                  <a:pt x="457" y="685"/>
                  <a:pt x="457" y="685"/>
                </a:cubicBezTo>
                <a:cubicBezTo>
                  <a:pt x="457" y="685"/>
                  <a:pt x="457" y="685"/>
                  <a:pt x="457" y="685"/>
                </a:cubicBezTo>
                <a:cubicBezTo>
                  <a:pt x="457" y="686"/>
                  <a:pt x="457" y="686"/>
                  <a:pt x="457" y="686"/>
                </a:cubicBezTo>
                <a:cubicBezTo>
                  <a:pt x="457" y="686"/>
                  <a:pt x="457" y="686"/>
                  <a:pt x="457" y="686"/>
                </a:cubicBezTo>
                <a:cubicBezTo>
                  <a:pt x="457" y="686"/>
                  <a:pt x="457" y="686"/>
                  <a:pt x="457" y="686"/>
                </a:cubicBezTo>
                <a:cubicBezTo>
                  <a:pt x="457" y="686"/>
                  <a:pt x="457" y="686"/>
                  <a:pt x="457" y="686"/>
                </a:cubicBezTo>
                <a:cubicBezTo>
                  <a:pt x="455" y="686"/>
                  <a:pt x="455" y="686"/>
                  <a:pt x="455" y="686"/>
                </a:cubicBezTo>
                <a:cubicBezTo>
                  <a:pt x="455" y="686"/>
                  <a:pt x="455" y="686"/>
                  <a:pt x="455" y="686"/>
                </a:cubicBezTo>
                <a:cubicBezTo>
                  <a:pt x="455" y="687"/>
                  <a:pt x="455" y="687"/>
                  <a:pt x="455" y="687"/>
                </a:cubicBezTo>
                <a:cubicBezTo>
                  <a:pt x="455" y="687"/>
                  <a:pt x="455" y="687"/>
                  <a:pt x="455" y="687"/>
                </a:cubicBezTo>
                <a:cubicBezTo>
                  <a:pt x="455" y="687"/>
                  <a:pt x="455" y="687"/>
                  <a:pt x="455" y="687"/>
                </a:cubicBezTo>
                <a:cubicBezTo>
                  <a:pt x="455" y="687"/>
                  <a:pt x="455" y="687"/>
                  <a:pt x="455" y="687"/>
                </a:cubicBezTo>
                <a:cubicBezTo>
                  <a:pt x="455" y="688"/>
                  <a:pt x="455" y="688"/>
                  <a:pt x="455" y="688"/>
                </a:cubicBezTo>
                <a:cubicBezTo>
                  <a:pt x="455" y="688"/>
                  <a:pt x="455" y="688"/>
                  <a:pt x="455" y="688"/>
                </a:cubicBezTo>
                <a:cubicBezTo>
                  <a:pt x="456" y="688"/>
                  <a:pt x="456" y="688"/>
                  <a:pt x="456" y="688"/>
                </a:cubicBezTo>
                <a:cubicBezTo>
                  <a:pt x="456" y="688"/>
                  <a:pt x="456" y="688"/>
                  <a:pt x="456" y="688"/>
                </a:cubicBezTo>
                <a:cubicBezTo>
                  <a:pt x="456" y="689"/>
                  <a:pt x="456" y="689"/>
                  <a:pt x="456" y="689"/>
                </a:cubicBezTo>
                <a:cubicBezTo>
                  <a:pt x="456" y="689"/>
                  <a:pt x="456" y="689"/>
                  <a:pt x="456" y="689"/>
                </a:cubicBezTo>
                <a:cubicBezTo>
                  <a:pt x="456" y="689"/>
                  <a:pt x="456" y="689"/>
                  <a:pt x="456" y="689"/>
                </a:cubicBezTo>
                <a:cubicBezTo>
                  <a:pt x="456" y="689"/>
                  <a:pt x="456" y="689"/>
                  <a:pt x="456" y="689"/>
                </a:cubicBezTo>
                <a:cubicBezTo>
                  <a:pt x="456" y="690"/>
                  <a:pt x="456" y="690"/>
                  <a:pt x="456" y="690"/>
                </a:cubicBezTo>
                <a:cubicBezTo>
                  <a:pt x="456" y="690"/>
                  <a:pt x="456" y="690"/>
                  <a:pt x="456" y="690"/>
                </a:cubicBezTo>
                <a:cubicBezTo>
                  <a:pt x="456" y="690"/>
                  <a:pt x="456" y="690"/>
                  <a:pt x="456" y="690"/>
                </a:cubicBezTo>
                <a:cubicBezTo>
                  <a:pt x="456" y="690"/>
                  <a:pt x="456" y="690"/>
                  <a:pt x="456" y="690"/>
                </a:cubicBezTo>
                <a:cubicBezTo>
                  <a:pt x="455" y="690"/>
                  <a:pt x="455" y="690"/>
                  <a:pt x="455" y="690"/>
                </a:cubicBezTo>
                <a:cubicBezTo>
                  <a:pt x="455" y="690"/>
                  <a:pt x="455" y="690"/>
                  <a:pt x="455" y="690"/>
                </a:cubicBezTo>
                <a:cubicBezTo>
                  <a:pt x="455" y="691"/>
                  <a:pt x="455" y="691"/>
                  <a:pt x="455" y="691"/>
                </a:cubicBezTo>
                <a:cubicBezTo>
                  <a:pt x="455" y="691"/>
                  <a:pt x="455" y="691"/>
                  <a:pt x="455" y="691"/>
                </a:cubicBezTo>
                <a:cubicBezTo>
                  <a:pt x="454" y="691"/>
                  <a:pt x="454" y="691"/>
                  <a:pt x="454" y="691"/>
                </a:cubicBezTo>
                <a:cubicBezTo>
                  <a:pt x="454" y="691"/>
                  <a:pt x="454" y="691"/>
                  <a:pt x="454" y="691"/>
                </a:cubicBezTo>
                <a:cubicBezTo>
                  <a:pt x="454" y="691"/>
                  <a:pt x="454" y="691"/>
                  <a:pt x="454" y="691"/>
                </a:cubicBezTo>
                <a:cubicBezTo>
                  <a:pt x="454" y="691"/>
                  <a:pt x="454" y="691"/>
                  <a:pt x="454" y="691"/>
                </a:cubicBezTo>
                <a:cubicBezTo>
                  <a:pt x="453" y="691"/>
                  <a:pt x="453" y="691"/>
                  <a:pt x="453" y="691"/>
                </a:cubicBezTo>
                <a:cubicBezTo>
                  <a:pt x="453" y="691"/>
                  <a:pt x="453" y="691"/>
                  <a:pt x="453" y="691"/>
                </a:cubicBezTo>
                <a:cubicBezTo>
                  <a:pt x="453" y="691"/>
                  <a:pt x="453" y="691"/>
                  <a:pt x="453" y="691"/>
                </a:cubicBezTo>
                <a:cubicBezTo>
                  <a:pt x="453" y="691"/>
                  <a:pt x="453" y="691"/>
                  <a:pt x="453" y="691"/>
                </a:cubicBezTo>
                <a:cubicBezTo>
                  <a:pt x="452" y="692"/>
                  <a:pt x="452" y="692"/>
                  <a:pt x="452" y="692"/>
                </a:cubicBezTo>
                <a:cubicBezTo>
                  <a:pt x="452" y="692"/>
                  <a:pt x="452" y="692"/>
                  <a:pt x="452" y="692"/>
                </a:cubicBezTo>
                <a:cubicBezTo>
                  <a:pt x="452" y="692"/>
                  <a:pt x="452" y="692"/>
                  <a:pt x="452" y="692"/>
                </a:cubicBezTo>
                <a:cubicBezTo>
                  <a:pt x="452" y="692"/>
                  <a:pt x="452" y="692"/>
                  <a:pt x="452" y="692"/>
                </a:cubicBezTo>
                <a:cubicBezTo>
                  <a:pt x="451" y="712"/>
                  <a:pt x="451" y="712"/>
                  <a:pt x="451" y="712"/>
                </a:cubicBezTo>
                <a:cubicBezTo>
                  <a:pt x="451" y="712"/>
                  <a:pt x="451" y="712"/>
                  <a:pt x="451" y="712"/>
                </a:cubicBezTo>
                <a:cubicBezTo>
                  <a:pt x="449" y="712"/>
                  <a:pt x="449" y="712"/>
                  <a:pt x="449" y="712"/>
                </a:cubicBezTo>
                <a:cubicBezTo>
                  <a:pt x="449" y="712"/>
                  <a:pt x="449" y="712"/>
                  <a:pt x="449" y="712"/>
                </a:cubicBezTo>
                <a:cubicBezTo>
                  <a:pt x="449" y="711"/>
                  <a:pt x="449" y="711"/>
                  <a:pt x="449" y="711"/>
                </a:cubicBezTo>
                <a:cubicBezTo>
                  <a:pt x="449" y="711"/>
                  <a:pt x="449" y="711"/>
                  <a:pt x="449" y="711"/>
                </a:cubicBezTo>
                <a:cubicBezTo>
                  <a:pt x="448" y="710"/>
                  <a:pt x="448" y="710"/>
                  <a:pt x="448" y="710"/>
                </a:cubicBezTo>
                <a:cubicBezTo>
                  <a:pt x="448" y="710"/>
                  <a:pt x="448" y="710"/>
                  <a:pt x="448" y="710"/>
                </a:cubicBezTo>
                <a:cubicBezTo>
                  <a:pt x="447" y="710"/>
                  <a:pt x="447" y="710"/>
                  <a:pt x="447" y="710"/>
                </a:cubicBezTo>
                <a:cubicBezTo>
                  <a:pt x="447" y="710"/>
                  <a:pt x="447" y="710"/>
                  <a:pt x="447" y="710"/>
                </a:cubicBezTo>
                <a:cubicBezTo>
                  <a:pt x="446" y="709"/>
                  <a:pt x="446" y="709"/>
                  <a:pt x="446" y="709"/>
                </a:cubicBezTo>
                <a:cubicBezTo>
                  <a:pt x="446" y="709"/>
                  <a:pt x="446" y="709"/>
                  <a:pt x="446" y="709"/>
                </a:cubicBezTo>
                <a:cubicBezTo>
                  <a:pt x="444" y="709"/>
                  <a:pt x="444" y="709"/>
                  <a:pt x="444" y="709"/>
                </a:cubicBezTo>
                <a:cubicBezTo>
                  <a:pt x="444" y="709"/>
                  <a:pt x="444" y="709"/>
                  <a:pt x="444" y="709"/>
                </a:cubicBezTo>
                <a:cubicBezTo>
                  <a:pt x="443" y="709"/>
                  <a:pt x="443" y="709"/>
                  <a:pt x="443" y="709"/>
                </a:cubicBezTo>
                <a:cubicBezTo>
                  <a:pt x="443" y="709"/>
                  <a:pt x="443" y="709"/>
                  <a:pt x="443" y="709"/>
                </a:cubicBezTo>
                <a:cubicBezTo>
                  <a:pt x="442" y="708"/>
                  <a:pt x="442" y="708"/>
                  <a:pt x="442" y="708"/>
                </a:cubicBezTo>
                <a:cubicBezTo>
                  <a:pt x="442" y="708"/>
                  <a:pt x="442" y="708"/>
                  <a:pt x="442" y="708"/>
                </a:cubicBezTo>
                <a:cubicBezTo>
                  <a:pt x="441" y="708"/>
                  <a:pt x="441" y="708"/>
                  <a:pt x="441" y="708"/>
                </a:cubicBezTo>
                <a:cubicBezTo>
                  <a:pt x="441" y="708"/>
                  <a:pt x="441" y="708"/>
                  <a:pt x="441" y="708"/>
                </a:cubicBezTo>
                <a:cubicBezTo>
                  <a:pt x="439" y="708"/>
                  <a:pt x="439" y="708"/>
                  <a:pt x="439" y="708"/>
                </a:cubicBezTo>
                <a:cubicBezTo>
                  <a:pt x="439" y="708"/>
                  <a:pt x="439" y="708"/>
                  <a:pt x="439" y="708"/>
                </a:cubicBezTo>
                <a:cubicBezTo>
                  <a:pt x="434" y="712"/>
                  <a:pt x="434" y="712"/>
                  <a:pt x="434" y="712"/>
                </a:cubicBezTo>
                <a:cubicBezTo>
                  <a:pt x="434" y="712"/>
                  <a:pt x="434" y="712"/>
                  <a:pt x="434" y="712"/>
                </a:cubicBezTo>
                <a:cubicBezTo>
                  <a:pt x="432" y="713"/>
                  <a:pt x="432" y="713"/>
                  <a:pt x="432" y="713"/>
                </a:cubicBezTo>
                <a:cubicBezTo>
                  <a:pt x="432" y="713"/>
                  <a:pt x="432" y="713"/>
                  <a:pt x="432" y="713"/>
                </a:cubicBezTo>
                <a:cubicBezTo>
                  <a:pt x="431" y="715"/>
                  <a:pt x="431" y="715"/>
                  <a:pt x="431" y="715"/>
                </a:cubicBezTo>
                <a:cubicBezTo>
                  <a:pt x="431" y="715"/>
                  <a:pt x="431" y="715"/>
                  <a:pt x="431" y="715"/>
                </a:cubicBezTo>
                <a:cubicBezTo>
                  <a:pt x="430" y="716"/>
                  <a:pt x="430" y="716"/>
                  <a:pt x="430" y="716"/>
                </a:cubicBezTo>
                <a:cubicBezTo>
                  <a:pt x="430" y="716"/>
                  <a:pt x="430" y="716"/>
                  <a:pt x="430" y="716"/>
                </a:cubicBezTo>
                <a:cubicBezTo>
                  <a:pt x="430" y="718"/>
                  <a:pt x="430" y="718"/>
                  <a:pt x="430" y="718"/>
                </a:cubicBezTo>
                <a:cubicBezTo>
                  <a:pt x="430" y="718"/>
                  <a:pt x="430" y="718"/>
                  <a:pt x="430" y="718"/>
                </a:cubicBezTo>
                <a:cubicBezTo>
                  <a:pt x="429" y="719"/>
                  <a:pt x="429" y="719"/>
                  <a:pt x="429" y="719"/>
                </a:cubicBezTo>
                <a:cubicBezTo>
                  <a:pt x="429" y="719"/>
                  <a:pt x="429" y="719"/>
                  <a:pt x="429" y="719"/>
                </a:cubicBezTo>
                <a:cubicBezTo>
                  <a:pt x="428" y="721"/>
                  <a:pt x="428" y="721"/>
                  <a:pt x="428" y="721"/>
                </a:cubicBezTo>
                <a:cubicBezTo>
                  <a:pt x="428" y="721"/>
                  <a:pt x="428" y="721"/>
                  <a:pt x="428" y="721"/>
                </a:cubicBezTo>
                <a:cubicBezTo>
                  <a:pt x="427" y="722"/>
                  <a:pt x="427" y="722"/>
                  <a:pt x="427" y="722"/>
                </a:cubicBezTo>
                <a:cubicBezTo>
                  <a:pt x="427" y="722"/>
                  <a:pt x="427" y="722"/>
                  <a:pt x="427" y="722"/>
                </a:cubicBezTo>
                <a:cubicBezTo>
                  <a:pt x="426" y="723"/>
                  <a:pt x="426" y="723"/>
                  <a:pt x="426" y="723"/>
                </a:cubicBezTo>
                <a:lnTo>
                  <a:pt x="425" y="723"/>
                </a:lnTo>
                <a:close/>
                <a:moveTo>
                  <a:pt x="270" y="716"/>
                </a:moveTo>
                <a:cubicBezTo>
                  <a:pt x="269" y="716"/>
                  <a:pt x="269" y="716"/>
                  <a:pt x="269" y="716"/>
                </a:cubicBezTo>
                <a:cubicBezTo>
                  <a:pt x="269" y="716"/>
                  <a:pt x="269" y="716"/>
                  <a:pt x="269" y="716"/>
                </a:cubicBezTo>
                <a:cubicBezTo>
                  <a:pt x="269" y="716"/>
                  <a:pt x="269" y="716"/>
                  <a:pt x="269" y="716"/>
                </a:cubicBezTo>
                <a:cubicBezTo>
                  <a:pt x="269" y="716"/>
                  <a:pt x="269" y="716"/>
                  <a:pt x="269" y="716"/>
                </a:cubicBezTo>
                <a:cubicBezTo>
                  <a:pt x="269" y="716"/>
                  <a:pt x="269" y="716"/>
                  <a:pt x="269" y="716"/>
                </a:cubicBezTo>
                <a:cubicBezTo>
                  <a:pt x="269" y="716"/>
                  <a:pt x="269" y="716"/>
                  <a:pt x="269" y="716"/>
                </a:cubicBezTo>
                <a:cubicBezTo>
                  <a:pt x="268" y="715"/>
                  <a:pt x="268" y="715"/>
                  <a:pt x="268" y="715"/>
                </a:cubicBezTo>
                <a:cubicBezTo>
                  <a:pt x="268" y="715"/>
                  <a:pt x="268" y="715"/>
                  <a:pt x="268" y="715"/>
                </a:cubicBezTo>
                <a:cubicBezTo>
                  <a:pt x="268" y="715"/>
                  <a:pt x="268" y="715"/>
                  <a:pt x="268" y="715"/>
                </a:cubicBezTo>
                <a:cubicBezTo>
                  <a:pt x="268" y="715"/>
                  <a:pt x="268" y="715"/>
                  <a:pt x="268" y="715"/>
                </a:cubicBezTo>
                <a:cubicBezTo>
                  <a:pt x="268" y="715"/>
                  <a:pt x="268" y="715"/>
                  <a:pt x="268" y="715"/>
                </a:cubicBezTo>
                <a:cubicBezTo>
                  <a:pt x="268" y="715"/>
                  <a:pt x="268" y="715"/>
                  <a:pt x="268" y="715"/>
                </a:cubicBezTo>
                <a:cubicBezTo>
                  <a:pt x="267" y="715"/>
                  <a:pt x="267" y="715"/>
                  <a:pt x="267" y="715"/>
                </a:cubicBezTo>
                <a:cubicBezTo>
                  <a:pt x="267" y="715"/>
                  <a:pt x="267" y="715"/>
                  <a:pt x="267" y="715"/>
                </a:cubicBezTo>
                <a:cubicBezTo>
                  <a:pt x="267" y="714"/>
                  <a:pt x="267" y="714"/>
                  <a:pt x="267" y="714"/>
                </a:cubicBezTo>
                <a:cubicBezTo>
                  <a:pt x="267" y="714"/>
                  <a:pt x="267" y="714"/>
                  <a:pt x="267" y="714"/>
                </a:cubicBezTo>
                <a:cubicBezTo>
                  <a:pt x="267" y="714"/>
                  <a:pt x="267" y="714"/>
                  <a:pt x="267" y="714"/>
                </a:cubicBezTo>
                <a:cubicBezTo>
                  <a:pt x="267" y="714"/>
                  <a:pt x="267" y="714"/>
                  <a:pt x="267" y="714"/>
                </a:cubicBezTo>
                <a:cubicBezTo>
                  <a:pt x="266" y="714"/>
                  <a:pt x="266" y="714"/>
                  <a:pt x="266" y="714"/>
                </a:cubicBezTo>
                <a:cubicBezTo>
                  <a:pt x="266" y="714"/>
                  <a:pt x="266" y="714"/>
                  <a:pt x="266" y="714"/>
                </a:cubicBezTo>
                <a:cubicBezTo>
                  <a:pt x="266" y="714"/>
                  <a:pt x="266" y="714"/>
                  <a:pt x="266" y="714"/>
                </a:cubicBezTo>
                <a:cubicBezTo>
                  <a:pt x="266" y="714"/>
                  <a:pt x="266" y="714"/>
                  <a:pt x="266" y="714"/>
                </a:cubicBezTo>
                <a:cubicBezTo>
                  <a:pt x="266" y="713"/>
                  <a:pt x="266" y="713"/>
                  <a:pt x="266" y="713"/>
                </a:cubicBezTo>
                <a:cubicBezTo>
                  <a:pt x="266" y="713"/>
                  <a:pt x="266" y="713"/>
                  <a:pt x="266" y="713"/>
                </a:cubicBezTo>
                <a:cubicBezTo>
                  <a:pt x="266" y="713"/>
                  <a:pt x="266" y="713"/>
                  <a:pt x="266" y="713"/>
                </a:cubicBezTo>
                <a:cubicBezTo>
                  <a:pt x="266" y="713"/>
                  <a:pt x="266" y="713"/>
                  <a:pt x="266" y="713"/>
                </a:cubicBezTo>
                <a:cubicBezTo>
                  <a:pt x="265" y="713"/>
                  <a:pt x="265" y="713"/>
                  <a:pt x="265" y="713"/>
                </a:cubicBezTo>
                <a:cubicBezTo>
                  <a:pt x="265" y="713"/>
                  <a:pt x="265" y="713"/>
                  <a:pt x="265" y="713"/>
                </a:cubicBezTo>
                <a:cubicBezTo>
                  <a:pt x="265" y="713"/>
                  <a:pt x="265" y="713"/>
                  <a:pt x="265" y="713"/>
                </a:cubicBezTo>
                <a:cubicBezTo>
                  <a:pt x="265" y="713"/>
                  <a:pt x="265" y="713"/>
                  <a:pt x="265" y="713"/>
                </a:cubicBezTo>
                <a:cubicBezTo>
                  <a:pt x="265" y="713"/>
                  <a:pt x="265" y="713"/>
                  <a:pt x="265" y="713"/>
                </a:cubicBezTo>
                <a:cubicBezTo>
                  <a:pt x="265" y="713"/>
                  <a:pt x="265" y="713"/>
                  <a:pt x="265" y="713"/>
                </a:cubicBezTo>
                <a:cubicBezTo>
                  <a:pt x="265" y="713"/>
                  <a:pt x="265" y="713"/>
                  <a:pt x="265" y="713"/>
                </a:cubicBezTo>
                <a:cubicBezTo>
                  <a:pt x="265" y="713"/>
                  <a:pt x="265" y="713"/>
                  <a:pt x="265" y="713"/>
                </a:cubicBezTo>
                <a:cubicBezTo>
                  <a:pt x="265" y="712"/>
                  <a:pt x="265" y="712"/>
                  <a:pt x="265" y="712"/>
                </a:cubicBezTo>
                <a:cubicBezTo>
                  <a:pt x="265" y="712"/>
                  <a:pt x="265" y="712"/>
                  <a:pt x="265" y="712"/>
                </a:cubicBezTo>
                <a:cubicBezTo>
                  <a:pt x="265" y="712"/>
                  <a:pt x="265" y="712"/>
                  <a:pt x="265" y="712"/>
                </a:cubicBezTo>
                <a:cubicBezTo>
                  <a:pt x="265" y="712"/>
                  <a:pt x="265" y="712"/>
                  <a:pt x="265" y="712"/>
                </a:cubicBezTo>
                <a:cubicBezTo>
                  <a:pt x="265" y="712"/>
                  <a:pt x="265" y="712"/>
                  <a:pt x="265" y="712"/>
                </a:cubicBezTo>
                <a:cubicBezTo>
                  <a:pt x="265" y="712"/>
                  <a:pt x="265" y="712"/>
                  <a:pt x="265" y="712"/>
                </a:cubicBezTo>
                <a:cubicBezTo>
                  <a:pt x="264" y="712"/>
                  <a:pt x="264" y="712"/>
                  <a:pt x="264" y="712"/>
                </a:cubicBezTo>
                <a:cubicBezTo>
                  <a:pt x="264" y="712"/>
                  <a:pt x="264" y="712"/>
                  <a:pt x="264" y="712"/>
                </a:cubicBezTo>
                <a:cubicBezTo>
                  <a:pt x="264" y="712"/>
                  <a:pt x="264" y="712"/>
                  <a:pt x="264" y="712"/>
                </a:cubicBezTo>
                <a:cubicBezTo>
                  <a:pt x="264" y="712"/>
                  <a:pt x="264" y="712"/>
                  <a:pt x="264" y="712"/>
                </a:cubicBezTo>
                <a:cubicBezTo>
                  <a:pt x="264" y="712"/>
                  <a:pt x="264" y="712"/>
                  <a:pt x="264" y="712"/>
                </a:cubicBezTo>
                <a:cubicBezTo>
                  <a:pt x="264" y="712"/>
                  <a:pt x="264" y="712"/>
                  <a:pt x="264" y="712"/>
                </a:cubicBezTo>
                <a:cubicBezTo>
                  <a:pt x="264" y="711"/>
                  <a:pt x="264" y="711"/>
                  <a:pt x="264" y="711"/>
                </a:cubicBezTo>
                <a:cubicBezTo>
                  <a:pt x="264" y="711"/>
                  <a:pt x="264" y="711"/>
                  <a:pt x="264" y="711"/>
                </a:cubicBezTo>
                <a:cubicBezTo>
                  <a:pt x="265" y="710"/>
                  <a:pt x="265" y="710"/>
                  <a:pt x="265" y="710"/>
                </a:cubicBezTo>
                <a:cubicBezTo>
                  <a:pt x="265" y="710"/>
                  <a:pt x="265" y="710"/>
                  <a:pt x="265" y="710"/>
                </a:cubicBezTo>
                <a:cubicBezTo>
                  <a:pt x="266" y="710"/>
                  <a:pt x="266" y="710"/>
                  <a:pt x="266" y="710"/>
                </a:cubicBezTo>
                <a:cubicBezTo>
                  <a:pt x="266" y="710"/>
                  <a:pt x="266" y="710"/>
                  <a:pt x="266" y="710"/>
                </a:cubicBezTo>
                <a:cubicBezTo>
                  <a:pt x="267" y="710"/>
                  <a:pt x="267" y="710"/>
                  <a:pt x="267" y="710"/>
                </a:cubicBezTo>
                <a:cubicBezTo>
                  <a:pt x="267" y="710"/>
                  <a:pt x="267" y="710"/>
                  <a:pt x="267" y="710"/>
                </a:cubicBezTo>
                <a:cubicBezTo>
                  <a:pt x="268" y="710"/>
                  <a:pt x="268" y="710"/>
                  <a:pt x="268" y="710"/>
                </a:cubicBezTo>
                <a:cubicBezTo>
                  <a:pt x="268" y="710"/>
                  <a:pt x="268" y="710"/>
                  <a:pt x="268" y="710"/>
                </a:cubicBezTo>
                <a:cubicBezTo>
                  <a:pt x="269" y="710"/>
                  <a:pt x="269" y="710"/>
                  <a:pt x="269" y="710"/>
                </a:cubicBezTo>
                <a:cubicBezTo>
                  <a:pt x="269" y="710"/>
                  <a:pt x="269" y="710"/>
                  <a:pt x="269" y="710"/>
                </a:cubicBezTo>
                <a:cubicBezTo>
                  <a:pt x="271" y="710"/>
                  <a:pt x="271" y="710"/>
                  <a:pt x="271" y="710"/>
                </a:cubicBezTo>
                <a:cubicBezTo>
                  <a:pt x="271" y="710"/>
                  <a:pt x="271" y="710"/>
                  <a:pt x="271" y="710"/>
                </a:cubicBezTo>
                <a:cubicBezTo>
                  <a:pt x="272" y="709"/>
                  <a:pt x="272" y="709"/>
                  <a:pt x="272" y="709"/>
                </a:cubicBezTo>
                <a:cubicBezTo>
                  <a:pt x="272" y="709"/>
                  <a:pt x="272" y="709"/>
                  <a:pt x="272" y="709"/>
                </a:cubicBezTo>
                <a:cubicBezTo>
                  <a:pt x="273" y="709"/>
                  <a:pt x="273" y="709"/>
                  <a:pt x="273" y="709"/>
                </a:cubicBezTo>
                <a:cubicBezTo>
                  <a:pt x="273" y="709"/>
                  <a:pt x="273" y="709"/>
                  <a:pt x="273" y="709"/>
                </a:cubicBezTo>
                <a:cubicBezTo>
                  <a:pt x="274" y="708"/>
                  <a:pt x="274" y="708"/>
                  <a:pt x="274" y="708"/>
                </a:cubicBezTo>
                <a:cubicBezTo>
                  <a:pt x="274" y="708"/>
                  <a:pt x="274" y="708"/>
                  <a:pt x="274" y="708"/>
                </a:cubicBezTo>
                <a:cubicBezTo>
                  <a:pt x="275" y="708"/>
                  <a:pt x="275" y="708"/>
                  <a:pt x="275" y="708"/>
                </a:cubicBezTo>
                <a:cubicBezTo>
                  <a:pt x="275" y="708"/>
                  <a:pt x="275" y="708"/>
                  <a:pt x="275" y="708"/>
                </a:cubicBezTo>
                <a:cubicBezTo>
                  <a:pt x="277" y="707"/>
                  <a:pt x="277" y="707"/>
                  <a:pt x="277" y="707"/>
                </a:cubicBezTo>
                <a:cubicBezTo>
                  <a:pt x="277" y="707"/>
                  <a:pt x="277" y="707"/>
                  <a:pt x="277" y="707"/>
                </a:cubicBezTo>
                <a:cubicBezTo>
                  <a:pt x="278" y="706"/>
                  <a:pt x="278" y="706"/>
                  <a:pt x="278" y="706"/>
                </a:cubicBezTo>
                <a:cubicBezTo>
                  <a:pt x="278" y="706"/>
                  <a:pt x="278" y="706"/>
                  <a:pt x="278" y="706"/>
                </a:cubicBezTo>
                <a:cubicBezTo>
                  <a:pt x="279" y="705"/>
                  <a:pt x="279" y="705"/>
                  <a:pt x="279" y="705"/>
                </a:cubicBezTo>
                <a:cubicBezTo>
                  <a:pt x="279" y="705"/>
                  <a:pt x="279" y="705"/>
                  <a:pt x="279" y="705"/>
                </a:cubicBezTo>
                <a:cubicBezTo>
                  <a:pt x="280" y="704"/>
                  <a:pt x="280" y="704"/>
                  <a:pt x="280" y="704"/>
                </a:cubicBezTo>
                <a:cubicBezTo>
                  <a:pt x="280" y="704"/>
                  <a:pt x="280" y="704"/>
                  <a:pt x="280" y="704"/>
                </a:cubicBezTo>
                <a:cubicBezTo>
                  <a:pt x="281" y="703"/>
                  <a:pt x="281" y="703"/>
                  <a:pt x="281" y="703"/>
                </a:cubicBezTo>
                <a:cubicBezTo>
                  <a:pt x="281" y="703"/>
                  <a:pt x="281" y="703"/>
                  <a:pt x="281" y="703"/>
                </a:cubicBezTo>
                <a:cubicBezTo>
                  <a:pt x="282" y="701"/>
                  <a:pt x="282" y="701"/>
                  <a:pt x="282" y="701"/>
                </a:cubicBezTo>
                <a:cubicBezTo>
                  <a:pt x="282" y="701"/>
                  <a:pt x="282" y="701"/>
                  <a:pt x="282" y="701"/>
                </a:cubicBezTo>
                <a:cubicBezTo>
                  <a:pt x="283" y="700"/>
                  <a:pt x="283" y="700"/>
                  <a:pt x="283" y="700"/>
                </a:cubicBezTo>
                <a:cubicBezTo>
                  <a:pt x="283" y="700"/>
                  <a:pt x="283" y="700"/>
                  <a:pt x="283" y="700"/>
                </a:cubicBezTo>
                <a:cubicBezTo>
                  <a:pt x="284" y="701"/>
                  <a:pt x="284" y="701"/>
                  <a:pt x="284" y="701"/>
                </a:cubicBezTo>
                <a:cubicBezTo>
                  <a:pt x="284" y="701"/>
                  <a:pt x="284" y="701"/>
                  <a:pt x="284" y="701"/>
                </a:cubicBezTo>
                <a:cubicBezTo>
                  <a:pt x="283" y="703"/>
                  <a:pt x="283" y="703"/>
                  <a:pt x="283" y="703"/>
                </a:cubicBezTo>
                <a:cubicBezTo>
                  <a:pt x="283" y="703"/>
                  <a:pt x="283" y="703"/>
                  <a:pt x="283" y="703"/>
                </a:cubicBezTo>
                <a:cubicBezTo>
                  <a:pt x="282" y="704"/>
                  <a:pt x="282" y="704"/>
                  <a:pt x="282" y="704"/>
                </a:cubicBezTo>
                <a:cubicBezTo>
                  <a:pt x="282" y="704"/>
                  <a:pt x="282" y="704"/>
                  <a:pt x="282" y="704"/>
                </a:cubicBezTo>
                <a:cubicBezTo>
                  <a:pt x="280" y="706"/>
                  <a:pt x="280" y="706"/>
                  <a:pt x="280" y="706"/>
                </a:cubicBezTo>
                <a:cubicBezTo>
                  <a:pt x="280" y="706"/>
                  <a:pt x="280" y="706"/>
                  <a:pt x="280" y="706"/>
                </a:cubicBezTo>
                <a:cubicBezTo>
                  <a:pt x="279" y="707"/>
                  <a:pt x="279" y="707"/>
                  <a:pt x="279" y="707"/>
                </a:cubicBezTo>
                <a:cubicBezTo>
                  <a:pt x="279" y="707"/>
                  <a:pt x="279" y="707"/>
                  <a:pt x="279" y="707"/>
                </a:cubicBezTo>
                <a:cubicBezTo>
                  <a:pt x="277" y="709"/>
                  <a:pt x="277" y="709"/>
                  <a:pt x="277" y="709"/>
                </a:cubicBezTo>
                <a:cubicBezTo>
                  <a:pt x="277" y="709"/>
                  <a:pt x="277" y="709"/>
                  <a:pt x="277" y="709"/>
                </a:cubicBezTo>
                <a:cubicBezTo>
                  <a:pt x="276" y="711"/>
                  <a:pt x="276" y="711"/>
                  <a:pt x="276" y="711"/>
                </a:cubicBezTo>
                <a:cubicBezTo>
                  <a:pt x="276" y="711"/>
                  <a:pt x="276" y="711"/>
                  <a:pt x="276" y="711"/>
                </a:cubicBezTo>
                <a:cubicBezTo>
                  <a:pt x="274" y="713"/>
                  <a:pt x="274" y="713"/>
                  <a:pt x="274" y="713"/>
                </a:cubicBezTo>
                <a:cubicBezTo>
                  <a:pt x="274" y="713"/>
                  <a:pt x="274" y="713"/>
                  <a:pt x="274" y="713"/>
                </a:cubicBezTo>
                <a:cubicBezTo>
                  <a:pt x="274" y="715"/>
                  <a:pt x="274" y="715"/>
                  <a:pt x="274" y="715"/>
                </a:cubicBezTo>
                <a:cubicBezTo>
                  <a:pt x="274" y="715"/>
                  <a:pt x="274" y="715"/>
                  <a:pt x="274" y="715"/>
                </a:cubicBezTo>
                <a:cubicBezTo>
                  <a:pt x="273" y="715"/>
                  <a:pt x="273" y="715"/>
                  <a:pt x="273" y="715"/>
                </a:cubicBezTo>
                <a:cubicBezTo>
                  <a:pt x="273" y="715"/>
                  <a:pt x="273" y="715"/>
                  <a:pt x="273" y="715"/>
                </a:cubicBezTo>
                <a:cubicBezTo>
                  <a:pt x="273" y="715"/>
                  <a:pt x="273" y="715"/>
                  <a:pt x="273" y="715"/>
                </a:cubicBezTo>
                <a:cubicBezTo>
                  <a:pt x="273" y="715"/>
                  <a:pt x="273" y="715"/>
                  <a:pt x="273" y="715"/>
                </a:cubicBezTo>
                <a:cubicBezTo>
                  <a:pt x="272" y="715"/>
                  <a:pt x="272" y="715"/>
                  <a:pt x="272" y="715"/>
                </a:cubicBezTo>
                <a:cubicBezTo>
                  <a:pt x="272" y="715"/>
                  <a:pt x="272" y="715"/>
                  <a:pt x="272" y="715"/>
                </a:cubicBezTo>
                <a:cubicBezTo>
                  <a:pt x="272" y="715"/>
                  <a:pt x="272" y="715"/>
                  <a:pt x="272" y="715"/>
                </a:cubicBezTo>
                <a:cubicBezTo>
                  <a:pt x="272" y="715"/>
                  <a:pt x="272" y="715"/>
                  <a:pt x="272" y="715"/>
                </a:cubicBezTo>
                <a:cubicBezTo>
                  <a:pt x="271" y="715"/>
                  <a:pt x="271" y="715"/>
                  <a:pt x="271" y="715"/>
                </a:cubicBezTo>
                <a:cubicBezTo>
                  <a:pt x="271" y="715"/>
                  <a:pt x="271" y="715"/>
                  <a:pt x="271" y="715"/>
                </a:cubicBezTo>
                <a:cubicBezTo>
                  <a:pt x="271" y="716"/>
                  <a:pt x="271" y="716"/>
                  <a:pt x="271" y="716"/>
                </a:cubicBezTo>
                <a:cubicBezTo>
                  <a:pt x="271" y="716"/>
                  <a:pt x="271" y="716"/>
                  <a:pt x="271" y="716"/>
                </a:cubicBezTo>
                <a:cubicBezTo>
                  <a:pt x="270" y="716"/>
                  <a:pt x="270" y="716"/>
                  <a:pt x="270" y="716"/>
                </a:cubicBezTo>
                <a:cubicBezTo>
                  <a:pt x="270" y="716"/>
                  <a:pt x="270" y="716"/>
                  <a:pt x="270" y="716"/>
                </a:cubicBezTo>
                <a:cubicBezTo>
                  <a:pt x="270" y="716"/>
                  <a:pt x="270" y="716"/>
                  <a:pt x="270" y="716"/>
                </a:cubicBezTo>
                <a:close/>
                <a:moveTo>
                  <a:pt x="562" y="715"/>
                </a:moveTo>
                <a:cubicBezTo>
                  <a:pt x="562" y="715"/>
                  <a:pt x="562" y="715"/>
                  <a:pt x="562" y="715"/>
                </a:cubicBezTo>
                <a:cubicBezTo>
                  <a:pt x="562" y="715"/>
                  <a:pt x="562" y="715"/>
                  <a:pt x="562" y="715"/>
                </a:cubicBezTo>
                <a:cubicBezTo>
                  <a:pt x="561" y="714"/>
                  <a:pt x="561" y="714"/>
                  <a:pt x="561" y="714"/>
                </a:cubicBezTo>
                <a:cubicBezTo>
                  <a:pt x="561" y="714"/>
                  <a:pt x="561" y="714"/>
                  <a:pt x="561" y="714"/>
                </a:cubicBezTo>
                <a:cubicBezTo>
                  <a:pt x="560" y="714"/>
                  <a:pt x="560" y="714"/>
                  <a:pt x="560" y="714"/>
                </a:cubicBezTo>
                <a:cubicBezTo>
                  <a:pt x="560" y="714"/>
                  <a:pt x="560" y="714"/>
                  <a:pt x="560" y="714"/>
                </a:cubicBezTo>
                <a:cubicBezTo>
                  <a:pt x="560" y="714"/>
                  <a:pt x="560" y="714"/>
                  <a:pt x="560" y="714"/>
                </a:cubicBezTo>
                <a:cubicBezTo>
                  <a:pt x="560" y="714"/>
                  <a:pt x="560" y="714"/>
                  <a:pt x="560" y="714"/>
                </a:cubicBezTo>
                <a:cubicBezTo>
                  <a:pt x="559" y="713"/>
                  <a:pt x="559" y="713"/>
                  <a:pt x="559" y="713"/>
                </a:cubicBezTo>
                <a:cubicBezTo>
                  <a:pt x="559" y="713"/>
                  <a:pt x="559" y="713"/>
                  <a:pt x="559" y="713"/>
                </a:cubicBezTo>
                <a:cubicBezTo>
                  <a:pt x="559" y="713"/>
                  <a:pt x="559" y="713"/>
                  <a:pt x="559" y="713"/>
                </a:cubicBezTo>
                <a:cubicBezTo>
                  <a:pt x="559" y="713"/>
                  <a:pt x="559" y="713"/>
                  <a:pt x="559" y="713"/>
                </a:cubicBezTo>
                <a:cubicBezTo>
                  <a:pt x="558" y="713"/>
                  <a:pt x="558" y="713"/>
                  <a:pt x="558" y="713"/>
                </a:cubicBezTo>
                <a:cubicBezTo>
                  <a:pt x="558" y="713"/>
                  <a:pt x="558" y="713"/>
                  <a:pt x="558" y="713"/>
                </a:cubicBezTo>
                <a:cubicBezTo>
                  <a:pt x="557" y="713"/>
                  <a:pt x="557" y="713"/>
                  <a:pt x="557" y="713"/>
                </a:cubicBezTo>
                <a:cubicBezTo>
                  <a:pt x="557" y="713"/>
                  <a:pt x="557" y="713"/>
                  <a:pt x="557" y="713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7" y="698"/>
                  <a:pt x="557" y="698"/>
                  <a:pt x="557" y="698"/>
                </a:cubicBezTo>
                <a:cubicBezTo>
                  <a:pt x="558" y="698"/>
                  <a:pt x="558" y="698"/>
                  <a:pt x="558" y="698"/>
                </a:cubicBezTo>
                <a:cubicBezTo>
                  <a:pt x="558" y="698"/>
                  <a:pt x="558" y="698"/>
                  <a:pt x="558" y="698"/>
                </a:cubicBezTo>
                <a:cubicBezTo>
                  <a:pt x="558" y="698"/>
                  <a:pt x="558" y="698"/>
                  <a:pt x="558" y="698"/>
                </a:cubicBezTo>
                <a:cubicBezTo>
                  <a:pt x="558" y="698"/>
                  <a:pt x="558" y="698"/>
                  <a:pt x="558" y="698"/>
                </a:cubicBezTo>
                <a:cubicBezTo>
                  <a:pt x="558" y="698"/>
                  <a:pt x="558" y="698"/>
                  <a:pt x="558" y="698"/>
                </a:cubicBezTo>
                <a:cubicBezTo>
                  <a:pt x="558" y="698"/>
                  <a:pt x="558" y="698"/>
                  <a:pt x="558" y="698"/>
                </a:cubicBezTo>
                <a:cubicBezTo>
                  <a:pt x="559" y="698"/>
                  <a:pt x="559" y="698"/>
                  <a:pt x="559" y="698"/>
                </a:cubicBezTo>
                <a:cubicBezTo>
                  <a:pt x="559" y="698"/>
                  <a:pt x="559" y="698"/>
                  <a:pt x="559" y="698"/>
                </a:cubicBezTo>
                <a:cubicBezTo>
                  <a:pt x="559" y="700"/>
                  <a:pt x="559" y="700"/>
                  <a:pt x="559" y="700"/>
                </a:cubicBezTo>
                <a:cubicBezTo>
                  <a:pt x="559" y="700"/>
                  <a:pt x="559" y="700"/>
                  <a:pt x="559" y="700"/>
                </a:cubicBezTo>
                <a:cubicBezTo>
                  <a:pt x="561" y="702"/>
                  <a:pt x="561" y="702"/>
                  <a:pt x="561" y="702"/>
                </a:cubicBezTo>
                <a:cubicBezTo>
                  <a:pt x="561" y="702"/>
                  <a:pt x="561" y="702"/>
                  <a:pt x="561" y="702"/>
                </a:cubicBezTo>
                <a:cubicBezTo>
                  <a:pt x="562" y="704"/>
                  <a:pt x="562" y="704"/>
                  <a:pt x="562" y="704"/>
                </a:cubicBezTo>
                <a:cubicBezTo>
                  <a:pt x="562" y="704"/>
                  <a:pt x="562" y="704"/>
                  <a:pt x="562" y="704"/>
                </a:cubicBezTo>
                <a:cubicBezTo>
                  <a:pt x="563" y="706"/>
                  <a:pt x="563" y="706"/>
                  <a:pt x="563" y="706"/>
                </a:cubicBezTo>
                <a:cubicBezTo>
                  <a:pt x="563" y="706"/>
                  <a:pt x="563" y="706"/>
                  <a:pt x="563" y="706"/>
                </a:cubicBezTo>
                <a:cubicBezTo>
                  <a:pt x="564" y="708"/>
                  <a:pt x="564" y="708"/>
                  <a:pt x="564" y="708"/>
                </a:cubicBezTo>
                <a:cubicBezTo>
                  <a:pt x="564" y="708"/>
                  <a:pt x="564" y="708"/>
                  <a:pt x="564" y="708"/>
                </a:cubicBezTo>
                <a:cubicBezTo>
                  <a:pt x="565" y="710"/>
                  <a:pt x="565" y="710"/>
                  <a:pt x="565" y="710"/>
                </a:cubicBezTo>
                <a:cubicBezTo>
                  <a:pt x="565" y="710"/>
                  <a:pt x="565" y="710"/>
                  <a:pt x="565" y="710"/>
                </a:cubicBezTo>
                <a:cubicBezTo>
                  <a:pt x="565" y="712"/>
                  <a:pt x="565" y="712"/>
                  <a:pt x="565" y="712"/>
                </a:cubicBezTo>
                <a:cubicBezTo>
                  <a:pt x="565" y="712"/>
                  <a:pt x="565" y="712"/>
                  <a:pt x="565" y="712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4" y="714"/>
                  <a:pt x="564" y="714"/>
                  <a:pt x="564" y="714"/>
                </a:cubicBezTo>
                <a:cubicBezTo>
                  <a:pt x="563" y="714"/>
                  <a:pt x="563" y="714"/>
                  <a:pt x="563" y="714"/>
                </a:cubicBezTo>
                <a:cubicBezTo>
                  <a:pt x="563" y="714"/>
                  <a:pt x="563" y="714"/>
                  <a:pt x="563" y="714"/>
                </a:cubicBezTo>
                <a:cubicBezTo>
                  <a:pt x="563" y="715"/>
                  <a:pt x="563" y="715"/>
                  <a:pt x="563" y="715"/>
                </a:cubicBezTo>
                <a:cubicBezTo>
                  <a:pt x="563" y="715"/>
                  <a:pt x="563" y="715"/>
                  <a:pt x="563" y="715"/>
                </a:cubicBezTo>
                <a:cubicBezTo>
                  <a:pt x="563" y="715"/>
                  <a:pt x="563" y="715"/>
                  <a:pt x="563" y="715"/>
                </a:cubicBezTo>
                <a:cubicBezTo>
                  <a:pt x="563" y="715"/>
                  <a:pt x="563" y="715"/>
                  <a:pt x="563" y="715"/>
                </a:cubicBezTo>
                <a:cubicBezTo>
                  <a:pt x="562" y="715"/>
                  <a:pt x="562" y="715"/>
                  <a:pt x="562" y="715"/>
                </a:cubicBezTo>
                <a:close/>
                <a:moveTo>
                  <a:pt x="304" y="713"/>
                </a:moveTo>
                <a:cubicBezTo>
                  <a:pt x="302" y="712"/>
                  <a:pt x="302" y="712"/>
                  <a:pt x="302" y="712"/>
                </a:cubicBezTo>
                <a:cubicBezTo>
                  <a:pt x="302" y="712"/>
                  <a:pt x="302" y="712"/>
                  <a:pt x="302" y="712"/>
                </a:cubicBezTo>
                <a:cubicBezTo>
                  <a:pt x="301" y="711"/>
                  <a:pt x="301" y="711"/>
                  <a:pt x="301" y="711"/>
                </a:cubicBezTo>
                <a:cubicBezTo>
                  <a:pt x="301" y="711"/>
                  <a:pt x="301" y="711"/>
                  <a:pt x="301" y="711"/>
                </a:cubicBezTo>
                <a:cubicBezTo>
                  <a:pt x="300" y="710"/>
                  <a:pt x="300" y="710"/>
                  <a:pt x="300" y="710"/>
                </a:cubicBezTo>
                <a:cubicBezTo>
                  <a:pt x="300" y="710"/>
                  <a:pt x="300" y="710"/>
                  <a:pt x="300" y="710"/>
                </a:cubicBezTo>
                <a:cubicBezTo>
                  <a:pt x="298" y="708"/>
                  <a:pt x="298" y="708"/>
                  <a:pt x="298" y="708"/>
                </a:cubicBezTo>
                <a:cubicBezTo>
                  <a:pt x="298" y="708"/>
                  <a:pt x="298" y="708"/>
                  <a:pt x="298" y="708"/>
                </a:cubicBezTo>
                <a:cubicBezTo>
                  <a:pt x="296" y="708"/>
                  <a:pt x="296" y="708"/>
                  <a:pt x="296" y="708"/>
                </a:cubicBezTo>
                <a:cubicBezTo>
                  <a:pt x="296" y="708"/>
                  <a:pt x="296" y="708"/>
                  <a:pt x="296" y="708"/>
                </a:cubicBezTo>
                <a:cubicBezTo>
                  <a:pt x="294" y="707"/>
                  <a:pt x="294" y="707"/>
                  <a:pt x="294" y="707"/>
                </a:cubicBezTo>
                <a:cubicBezTo>
                  <a:pt x="294" y="707"/>
                  <a:pt x="294" y="707"/>
                  <a:pt x="294" y="707"/>
                </a:cubicBezTo>
                <a:cubicBezTo>
                  <a:pt x="292" y="706"/>
                  <a:pt x="292" y="706"/>
                  <a:pt x="292" y="706"/>
                </a:cubicBezTo>
                <a:cubicBezTo>
                  <a:pt x="292" y="706"/>
                  <a:pt x="292" y="706"/>
                  <a:pt x="292" y="706"/>
                </a:cubicBezTo>
                <a:cubicBezTo>
                  <a:pt x="291" y="706"/>
                  <a:pt x="291" y="706"/>
                  <a:pt x="291" y="706"/>
                </a:cubicBezTo>
                <a:cubicBezTo>
                  <a:pt x="291" y="706"/>
                  <a:pt x="291" y="706"/>
                  <a:pt x="291" y="706"/>
                </a:cubicBezTo>
                <a:cubicBezTo>
                  <a:pt x="291" y="705"/>
                  <a:pt x="291" y="705"/>
                  <a:pt x="291" y="705"/>
                </a:cubicBezTo>
                <a:cubicBezTo>
                  <a:pt x="291" y="705"/>
                  <a:pt x="291" y="705"/>
                  <a:pt x="291" y="705"/>
                </a:cubicBezTo>
                <a:cubicBezTo>
                  <a:pt x="292" y="705"/>
                  <a:pt x="292" y="705"/>
                  <a:pt x="292" y="705"/>
                </a:cubicBezTo>
                <a:cubicBezTo>
                  <a:pt x="292" y="705"/>
                  <a:pt x="292" y="705"/>
                  <a:pt x="292" y="705"/>
                </a:cubicBezTo>
                <a:cubicBezTo>
                  <a:pt x="293" y="705"/>
                  <a:pt x="293" y="705"/>
                  <a:pt x="293" y="705"/>
                </a:cubicBezTo>
                <a:cubicBezTo>
                  <a:pt x="293" y="705"/>
                  <a:pt x="293" y="705"/>
                  <a:pt x="293" y="705"/>
                </a:cubicBezTo>
                <a:cubicBezTo>
                  <a:pt x="293" y="705"/>
                  <a:pt x="293" y="705"/>
                  <a:pt x="293" y="705"/>
                </a:cubicBezTo>
                <a:cubicBezTo>
                  <a:pt x="293" y="705"/>
                  <a:pt x="293" y="705"/>
                  <a:pt x="293" y="705"/>
                </a:cubicBezTo>
                <a:cubicBezTo>
                  <a:pt x="295" y="705"/>
                  <a:pt x="295" y="705"/>
                  <a:pt x="295" y="705"/>
                </a:cubicBezTo>
                <a:cubicBezTo>
                  <a:pt x="295" y="705"/>
                  <a:pt x="295" y="705"/>
                  <a:pt x="295" y="705"/>
                </a:cubicBezTo>
                <a:cubicBezTo>
                  <a:pt x="296" y="705"/>
                  <a:pt x="296" y="705"/>
                  <a:pt x="296" y="705"/>
                </a:cubicBezTo>
                <a:cubicBezTo>
                  <a:pt x="296" y="705"/>
                  <a:pt x="296" y="705"/>
                  <a:pt x="296" y="705"/>
                </a:cubicBezTo>
                <a:cubicBezTo>
                  <a:pt x="297" y="705"/>
                  <a:pt x="297" y="705"/>
                  <a:pt x="297" y="705"/>
                </a:cubicBezTo>
                <a:cubicBezTo>
                  <a:pt x="297" y="705"/>
                  <a:pt x="297" y="705"/>
                  <a:pt x="297" y="705"/>
                </a:cubicBezTo>
                <a:cubicBezTo>
                  <a:pt x="298" y="705"/>
                  <a:pt x="298" y="705"/>
                  <a:pt x="298" y="705"/>
                </a:cubicBezTo>
                <a:cubicBezTo>
                  <a:pt x="298" y="705"/>
                  <a:pt x="298" y="705"/>
                  <a:pt x="298" y="705"/>
                </a:cubicBezTo>
                <a:cubicBezTo>
                  <a:pt x="299" y="705"/>
                  <a:pt x="299" y="705"/>
                  <a:pt x="299" y="705"/>
                </a:cubicBezTo>
                <a:cubicBezTo>
                  <a:pt x="299" y="705"/>
                  <a:pt x="299" y="705"/>
                  <a:pt x="299" y="705"/>
                </a:cubicBezTo>
                <a:cubicBezTo>
                  <a:pt x="300" y="704"/>
                  <a:pt x="300" y="704"/>
                  <a:pt x="300" y="704"/>
                </a:cubicBezTo>
                <a:cubicBezTo>
                  <a:pt x="300" y="704"/>
                  <a:pt x="300" y="704"/>
                  <a:pt x="300" y="704"/>
                </a:cubicBezTo>
                <a:cubicBezTo>
                  <a:pt x="300" y="684"/>
                  <a:pt x="300" y="684"/>
                  <a:pt x="300" y="684"/>
                </a:cubicBezTo>
                <a:cubicBezTo>
                  <a:pt x="300" y="684"/>
                  <a:pt x="300" y="684"/>
                  <a:pt x="300" y="684"/>
                </a:cubicBezTo>
                <a:cubicBezTo>
                  <a:pt x="300" y="684"/>
                  <a:pt x="300" y="684"/>
                  <a:pt x="300" y="684"/>
                </a:cubicBezTo>
                <a:cubicBezTo>
                  <a:pt x="300" y="684"/>
                  <a:pt x="300" y="684"/>
                  <a:pt x="300" y="684"/>
                </a:cubicBezTo>
                <a:cubicBezTo>
                  <a:pt x="300" y="684"/>
                  <a:pt x="300" y="684"/>
                  <a:pt x="300" y="684"/>
                </a:cubicBezTo>
                <a:cubicBezTo>
                  <a:pt x="300" y="684"/>
                  <a:pt x="300" y="684"/>
                  <a:pt x="300" y="684"/>
                </a:cubicBezTo>
                <a:cubicBezTo>
                  <a:pt x="299" y="684"/>
                  <a:pt x="299" y="684"/>
                  <a:pt x="299" y="684"/>
                </a:cubicBezTo>
                <a:cubicBezTo>
                  <a:pt x="299" y="684"/>
                  <a:pt x="299" y="684"/>
                  <a:pt x="299" y="684"/>
                </a:cubicBezTo>
                <a:cubicBezTo>
                  <a:pt x="299" y="684"/>
                  <a:pt x="299" y="684"/>
                  <a:pt x="299" y="684"/>
                </a:cubicBezTo>
                <a:cubicBezTo>
                  <a:pt x="299" y="684"/>
                  <a:pt x="299" y="684"/>
                  <a:pt x="299" y="684"/>
                </a:cubicBezTo>
                <a:cubicBezTo>
                  <a:pt x="298" y="684"/>
                  <a:pt x="298" y="684"/>
                  <a:pt x="298" y="684"/>
                </a:cubicBezTo>
                <a:cubicBezTo>
                  <a:pt x="298" y="684"/>
                  <a:pt x="298" y="684"/>
                  <a:pt x="298" y="684"/>
                </a:cubicBezTo>
                <a:cubicBezTo>
                  <a:pt x="298" y="683"/>
                  <a:pt x="298" y="683"/>
                  <a:pt x="298" y="683"/>
                </a:cubicBezTo>
                <a:cubicBezTo>
                  <a:pt x="298" y="683"/>
                  <a:pt x="298" y="683"/>
                  <a:pt x="298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3"/>
                  <a:pt x="297" y="683"/>
                  <a:pt x="297" y="683"/>
                </a:cubicBezTo>
                <a:cubicBezTo>
                  <a:pt x="297" y="682"/>
                  <a:pt x="297" y="682"/>
                  <a:pt x="297" y="682"/>
                </a:cubicBezTo>
                <a:cubicBezTo>
                  <a:pt x="297" y="682"/>
                  <a:pt x="297" y="682"/>
                  <a:pt x="297" y="682"/>
                </a:cubicBezTo>
                <a:cubicBezTo>
                  <a:pt x="296" y="682"/>
                  <a:pt x="296" y="682"/>
                  <a:pt x="296" y="682"/>
                </a:cubicBezTo>
                <a:cubicBezTo>
                  <a:pt x="296" y="682"/>
                  <a:pt x="296" y="682"/>
                  <a:pt x="296" y="682"/>
                </a:cubicBezTo>
                <a:cubicBezTo>
                  <a:pt x="296" y="682"/>
                  <a:pt x="296" y="682"/>
                  <a:pt x="296" y="682"/>
                </a:cubicBezTo>
                <a:cubicBezTo>
                  <a:pt x="296" y="682"/>
                  <a:pt x="296" y="682"/>
                  <a:pt x="296" y="682"/>
                </a:cubicBezTo>
                <a:cubicBezTo>
                  <a:pt x="296" y="682"/>
                  <a:pt x="296" y="682"/>
                  <a:pt x="296" y="682"/>
                </a:cubicBezTo>
                <a:cubicBezTo>
                  <a:pt x="296" y="682"/>
                  <a:pt x="296" y="682"/>
                  <a:pt x="296" y="682"/>
                </a:cubicBezTo>
                <a:cubicBezTo>
                  <a:pt x="296" y="681"/>
                  <a:pt x="296" y="681"/>
                  <a:pt x="296" y="681"/>
                </a:cubicBezTo>
                <a:cubicBezTo>
                  <a:pt x="296" y="681"/>
                  <a:pt x="296" y="681"/>
                  <a:pt x="296" y="681"/>
                </a:cubicBezTo>
                <a:cubicBezTo>
                  <a:pt x="296" y="681"/>
                  <a:pt x="296" y="681"/>
                  <a:pt x="296" y="681"/>
                </a:cubicBezTo>
                <a:cubicBezTo>
                  <a:pt x="296" y="681"/>
                  <a:pt x="296" y="681"/>
                  <a:pt x="296" y="681"/>
                </a:cubicBezTo>
                <a:cubicBezTo>
                  <a:pt x="297" y="681"/>
                  <a:pt x="297" y="681"/>
                  <a:pt x="297" y="681"/>
                </a:cubicBezTo>
                <a:cubicBezTo>
                  <a:pt x="297" y="681"/>
                  <a:pt x="297" y="681"/>
                  <a:pt x="297" y="681"/>
                </a:cubicBezTo>
                <a:cubicBezTo>
                  <a:pt x="297" y="681"/>
                  <a:pt x="297" y="681"/>
                  <a:pt x="297" y="681"/>
                </a:cubicBezTo>
                <a:cubicBezTo>
                  <a:pt x="297" y="681"/>
                  <a:pt x="297" y="681"/>
                  <a:pt x="297" y="681"/>
                </a:cubicBezTo>
                <a:cubicBezTo>
                  <a:pt x="298" y="680"/>
                  <a:pt x="298" y="680"/>
                  <a:pt x="298" y="680"/>
                </a:cubicBezTo>
                <a:cubicBezTo>
                  <a:pt x="298" y="680"/>
                  <a:pt x="298" y="680"/>
                  <a:pt x="298" y="680"/>
                </a:cubicBezTo>
                <a:cubicBezTo>
                  <a:pt x="299" y="680"/>
                  <a:pt x="299" y="680"/>
                  <a:pt x="299" y="680"/>
                </a:cubicBezTo>
                <a:cubicBezTo>
                  <a:pt x="299" y="680"/>
                  <a:pt x="299" y="680"/>
                  <a:pt x="299" y="680"/>
                </a:cubicBezTo>
                <a:cubicBezTo>
                  <a:pt x="299" y="680"/>
                  <a:pt x="299" y="680"/>
                  <a:pt x="299" y="680"/>
                </a:cubicBezTo>
                <a:cubicBezTo>
                  <a:pt x="299" y="680"/>
                  <a:pt x="299" y="680"/>
                  <a:pt x="299" y="680"/>
                </a:cubicBezTo>
                <a:cubicBezTo>
                  <a:pt x="300" y="679"/>
                  <a:pt x="300" y="679"/>
                  <a:pt x="300" y="679"/>
                </a:cubicBezTo>
                <a:cubicBezTo>
                  <a:pt x="300" y="679"/>
                  <a:pt x="300" y="679"/>
                  <a:pt x="300" y="679"/>
                </a:cubicBezTo>
                <a:cubicBezTo>
                  <a:pt x="301" y="679"/>
                  <a:pt x="301" y="679"/>
                  <a:pt x="301" y="679"/>
                </a:cubicBezTo>
                <a:cubicBezTo>
                  <a:pt x="301" y="679"/>
                  <a:pt x="301" y="679"/>
                  <a:pt x="301" y="679"/>
                </a:cubicBezTo>
                <a:cubicBezTo>
                  <a:pt x="302" y="669"/>
                  <a:pt x="302" y="669"/>
                  <a:pt x="302" y="669"/>
                </a:cubicBezTo>
                <a:cubicBezTo>
                  <a:pt x="302" y="669"/>
                  <a:pt x="302" y="669"/>
                  <a:pt x="302" y="669"/>
                </a:cubicBezTo>
                <a:cubicBezTo>
                  <a:pt x="300" y="669"/>
                  <a:pt x="300" y="669"/>
                  <a:pt x="300" y="669"/>
                </a:cubicBezTo>
                <a:cubicBezTo>
                  <a:pt x="300" y="669"/>
                  <a:pt x="300" y="669"/>
                  <a:pt x="300" y="669"/>
                </a:cubicBezTo>
                <a:cubicBezTo>
                  <a:pt x="300" y="669"/>
                  <a:pt x="300" y="669"/>
                  <a:pt x="300" y="669"/>
                </a:cubicBezTo>
                <a:cubicBezTo>
                  <a:pt x="300" y="669"/>
                  <a:pt x="300" y="669"/>
                  <a:pt x="300" y="669"/>
                </a:cubicBezTo>
                <a:cubicBezTo>
                  <a:pt x="300" y="668"/>
                  <a:pt x="300" y="668"/>
                  <a:pt x="300" y="668"/>
                </a:cubicBezTo>
                <a:cubicBezTo>
                  <a:pt x="300" y="668"/>
                  <a:pt x="300" y="668"/>
                  <a:pt x="300" y="668"/>
                </a:cubicBezTo>
                <a:cubicBezTo>
                  <a:pt x="300" y="668"/>
                  <a:pt x="300" y="668"/>
                  <a:pt x="300" y="668"/>
                </a:cubicBezTo>
                <a:cubicBezTo>
                  <a:pt x="300" y="668"/>
                  <a:pt x="300" y="668"/>
                  <a:pt x="300" y="668"/>
                </a:cubicBezTo>
                <a:cubicBezTo>
                  <a:pt x="300" y="668"/>
                  <a:pt x="300" y="668"/>
                  <a:pt x="300" y="668"/>
                </a:cubicBezTo>
                <a:cubicBezTo>
                  <a:pt x="300" y="668"/>
                  <a:pt x="300" y="668"/>
                  <a:pt x="300" y="668"/>
                </a:cubicBezTo>
                <a:cubicBezTo>
                  <a:pt x="300" y="668"/>
                  <a:pt x="300" y="668"/>
                  <a:pt x="300" y="668"/>
                </a:cubicBezTo>
                <a:cubicBezTo>
                  <a:pt x="300" y="668"/>
                  <a:pt x="300" y="668"/>
                  <a:pt x="300" y="668"/>
                </a:cubicBezTo>
                <a:cubicBezTo>
                  <a:pt x="300" y="667"/>
                  <a:pt x="300" y="667"/>
                  <a:pt x="300" y="667"/>
                </a:cubicBezTo>
                <a:cubicBezTo>
                  <a:pt x="300" y="667"/>
                  <a:pt x="300" y="667"/>
                  <a:pt x="300" y="667"/>
                </a:cubicBezTo>
                <a:cubicBezTo>
                  <a:pt x="300" y="667"/>
                  <a:pt x="300" y="667"/>
                  <a:pt x="300" y="667"/>
                </a:cubicBezTo>
                <a:cubicBezTo>
                  <a:pt x="300" y="667"/>
                  <a:pt x="300" y="667"/>
                  <a:pt x="300" y="667"/>
                </a:cubicBezTo>
                <a:cubicBezTo>
                  <a:pt x="300" y="666"/>
                  <a:pt x="300" y="666"/>
                  <a:pt x="300" y="666"/>
                </a:cubicBezTo>
                <a:cubicBezTo>
                  <a:pt x="300" y="666"/>
                  <a:pt x="300" y="666"/>
                  <a:pt x="300" y="666"/>
                </a:cubicBezTo>
                <a:cubicBezTo>
                  <a:pt x="300" y="666"/>
                  <a:pt x="300" y="666"/>
                  <a:pt x="300" y="666"/>
                </a:cubicBezTo>
                <a:cubicBezTo>
                  <a:pt x="300" y="666"/>
                  <a:pt x="300" y="666"/>
                  <a:pt x="300" y="666"/>
                </a:cubicBezTo>
                <a:cubicBezTo>
                  <a:pt x="300" y="666"/>
                  <a:pt x="300" y="666"/>
                  <a:pt x="300" y="666"/>
                </a:cubicBezTo>
                <a:cubicBezTo>
                  <a:pt x="300" y="666"/>
                  <a:pt x="300" y="666"/>
                  <a:pt x="300" y="666"/>
                </a:cubicBezTo>
                <a:cubicBezTo>
                  <a:pt x="300" y="666"/>
                  <a:pt x="300" y="666"/>
                  <a:pt x="300" y="666"/>
                </a:cubicBezTo>
                <a:cubicBezTo>
                  <a:pt x="300" y="666"/>
                  <a:pt x="300" y="666"/>
                  <a:pt x="300" y="666"/>
                </a:cubicBezTo>
                <a:cubicBezTo>
                  <a:pt x="301" y="666"/>
                  <a:pt x="301" y="666"/>
                  <a:pt x="301" y="666"/>
                </a:cubicBezTo>
                <a:cubicBezTo>
                  <a:pt x="301" y="666"/>
                  <a:pt x="301" y="666"/>
                  <a:pt x="301" y="666"/>
                </a:cubicBezTo>
                <a:cubicBezTo>
                  <a:pt x="301" y="666"/>
                  <a:pt x="301" y="666"/>
                  <a:pt x="301" y="666"/>
                </a:cubicBezTo>
                <a:cubicBezTo>
                  <a:pt x="301" y="666"/>
                  <a:pt x="301" y="666"/>
                  <a:pt x="301" y="666"/>
                </a:cubicBezTo>
                <a:cubicBezTo>
                  <a:pt x="301" y="666"/>
                  <a:pt x="301" y="666"/>
                  <a:pt x="301" y="666"/>
                </a:cubicBezTo>
                <a:cubicBezTo>
                  <a:pt x="301" y="666"/>
                  <a:pt x="301" y="666"/>
                  <a:pt x="301" y="666"/>
                </a:cubicBezTo>
                <a:cubicBezTo>
                  <a:pt x="302" y="665"/>
                  <a:pt x="302" y="665"/>
                  <a:pt x="302" y="665"/>
                </a:cubicBezTo>
                <a:cubicBezTo>
                  <a:pt x="302" y="665"/>
                  <a:pt x="302" y="665"/>
                  <a:pt x="302" y="665"/>
                </a:cubicBezTo>
                <a:cubicBezTo>
                  <a:pt x="302" y="665"/>
                  <a:pt x="302" y="665"/>
                  <a:pt x="302" y="665"/>
                </a:cubicBezTo>
                <a:cubicBezTo>
                  <a:pt x="302" y="665"/>
                  <a:pt x="302" y="665"/>
                  <a:pt x="302" y="665"/>
                </a:cubicBezTo>
                <a:cubicBezTo>
                  <a:pt x="302" y="664"/>
                  <a:pt x="302" y="664"/>
                  <a:pt x="302" y="664"/>
                </a:cubicBezTo>
                <a:cubicBezTo>
                  <a:pt x="302" y="664"/>
                  <a:pt x="302" y="664"/>
                  <a:pt x="302" y="664"/>
                </a:cubicBezTo>
                <a:cubicBezTo>
                  <a:pt x="302" y="664"/>
                  <a:pt x="302" y="664"/>
                  <a:pt x="302" y="664"/>
                </a:cubicBezTo>
                <a:cubicBezTo>
                  <a:pt x="302" y="664"/>
                  <a:pt x="302" y="664"/>
                  <a:pt x="302" y="664"/>
                </a:cubicBezTo>
                <a:cubicBezTo>
                  <a:pt x="302" y="663"/>
                  <a:pt x="302" y="663"/>
                  <a:pt x="302" y="663"/>
                </a:cubicBezTo>
                <a:cubicBezTo>
                  <a:pt x="302" y="663"/>
                  <a:pt x="302" y="663"/>
                  <a:pt x="302" y="663"/>
                </a:cubicBezTo>
                <a:cubicBezTo>
                  <a:pt x="302" y="663"/>
                  <a:pt x="302" y="663"/>
                  <a:pt x="302" y="663"/>
                </a:cubicBezTo>
                <a:cubicBezTo>
                  <a:pt x="302" y="663"/>
                  <a:pt x="302" y="663"/>
                  <a:pt x="302" y="663"/>
                </a:cubicBezTo>
                <a:cubicBezTo>
                  <a:pt x="302" y="662"/>
                  <a:pt x="302" y="662"/>
                  <a:pt x="302" y="662"/>
                </a:cubicBezTo>
                <a:cubicBezTo>
                  <a:pt x="302" y="662"/>
                  <a:pt x="302" y="662"/>
                  <a:pt x="302" y="662"/>
                </a:cubicBezTo>
                <a:cubicBezTo>
                  <a:pt x="302" y="661"/>
                  <a:pt x="302" y="661"/>
                  <a:pt x="302" y="661"/>
                </a:cubicBezTo>
                <a:cubicBezTo>
                  <a:pt x="302" y="661"/>
                  <a:pt x="302" y="661"/>
                  <a:pt x="302" y="661"/>
                </a:cubicBezTo>
                <a:cubicBezTo>
                  <a:pt x="302" y="661"/>
                  <a:pt x="302" y="661"/>
                  <a:pt x="302" y="661"/>
                </a:cubicBezTo>
                <a:cubicBezTo>
                  <a:pt x="302" y="661"/>
                  <a:pt x="302" y="661"/>
                  <a:pt x="302" y="661"/>
                </a:cubicBezTo>
                <a:cubicBezTo>
                  <a:pt x="301" y="661"/>
                  <a:pt x="301" y="661"/>
                  <a:pt x="301" y="661"/>
                </a:cubicBezTo>
                <a:cubicBezTo>
                  <a:pt x="301" y="661"/>
                  <a:pt x="301" y="661"/>
                  <a:pt x="301" y="661"/>
                </a:cubicBezTo>
                <a:cubicBezTo>
                  <a:pt x="301" y="661"/>
                  <a:pt x="301" y="661"/>
                  <a:pt x="301" y="661"/>
                </a:cubicBezTo>
                <a:cubicBezTo>
                  <a:pt x="301" y="661"/>
                  <a:pt x="301" y="661"/>
                  <a:pt x="301" y="661"/>
                </a:cubicBezTo>
                <a:cubicBezTo>
                  <a:pt x="301" y="661"/>
                  <a:pt x="301" y="661"/>
                  <a:pt x="301" y="661"/>
                </a:cubicBezTo>
                <a:cubicBezTo>
                  <a:pt x="301" y="661"/>
                  <a:pt x="301" y="661"/>
                  <a:pt x="301" y="661"/>
                </a:cubicBezTo>
                <a:cubicBezTo>
                  <a:pt x="301" y="661"/>
                  <a:pt x="301" y="661"/>
                  <a:pt x="301" y="661"/>
                </a:cubicBezTo>
                <a:cubicBezTo>
                  <a:pt x="301" y="661"/>
                  <a:pt x="301" y="661"/>
                  <a:pt x="301" y="661"/>
                </a:cubicBezTo>
                <a:cubicBezTo>
                  <a:pt x="300" y="661"/>
                  <a:pt x="300" y="661"/>
                  <a:pt x="300" y="661"/>
                </a:cubicBezTo>
                <a:cubicBezTo>
                  <a:pt x="300" y="661"/>
                  <a:pt x="300" y="661"/>
                  <a:pt x="300" y="661"/>
                </a:cubicBezTo>
                <a:cubicBezTo>
                  <a:pt x="300" y="661"/>
                  <a:pt x="300" y="661"/>
                  <a:pt x="300" y="661"/>
                </a:cubicBezTo>
                <a:cubicBezTo>
                  <a:pt x="300" y="661"/>
                  <a:pt x="300" y="661"/>
                  <a:pt x="300" y="661"/>
                </a:cubicBezTo>
                <a:cubicBezTo>
                  <a:pt x="300" y="661"/>
                  <a:pt x="300" y="661"/>
                  <a:pt x="300" y="661"/>
                </a:cubicBezTo>
                <a:cubicBezTo>
                  <a:pt x="300" y="661"/>
                  <a:pt x="300" y="661"/>
                  <a:pt x="300" y="661"/>
                </a:cubicBezTo>
                <a:cubicBezTo>
                  <a:pt x="300" y="661"/>
                  <a:pt x="300" y="661"/>
                  <a:pt x="300" y="661"/>
                </a:cubicBezTo>
                <a:cubicBezTo>
                  <a:pt x="300" y="661"/>
                  <a:pt x="300" y="661"/>
                  <a:pt x="300" y="661"/>
                </a:cubicBezTo>
                <a:cubicBezTo>
                  <a:pt x="298" y="663"/>
                  <a:pt x="298" y="663"/>
                  <a:pt x="298" y="663"/>
                </a:cubicBezTo>
                <a:cubicBezTo>
                  <a:pt x="298" y="663"/>
                  <a:pt x="298" y="663"/>
                  <a:pt x="298" y="663"/>
                </a:cubicBezTo>
                <a:cubicBezTo>
                  <a:pt x="296" y="664"/>
                  <a:pt x="296" y="664"/>
                  <a:pt x="296" y="664"/>
                </a:cubicBezTo>
                <a:cubicBezTo>
                  <a:pt x="296" y="664"/>
                  <a:pt x="296" y="664"/>
                  <a:pt x="296" y="664"/>
                </a:cubicBezTo>
                <a:cubicBezTo>
                  <a:pt x="294" y="667"/>
                  <a:pt x="294" y="667"/>
                  <a:pt x="294" y="667"/>
                </a:cubicBezTo>
                <a:cubicBezTo>
                  <a:pt x="294" y="667"/>
                  <a:pt x="294" y="667"/>
                  <a:pt x="294" y="667"/>
                </a:cubicBezTo>
                <a:cubicBezTo>
                  <a:pt x="293" y="668"/>
                  <a:pt x="293" y="668"/>
                  <a:pt x="293" y="668"/>
                </a:cubicBezTo>
                <a:cubicBezTo>
                  <a:pt x="293" y="668"/>
                  <a:pt x="293" y="668"/>
                  <a:pt x="293" y="668"/>
                </a:cubicBezTo>
                <a:cubicBezTo>
                  <a:pt x="292" y="671"/>
                  <a:pt x="292" y="671"/>
                  <a:pt x="292" y="671"/>
                </a:cubicBezTo>
                <a:cubicBezTo>
                  <a:pt x="292" y="671"/>
                  <a:pt x="292" y="671"/>
                  <a:pt x="292" y="671"/>
                </a:cubicBezTo>
                <a:cubicBezTo>
                  <a:pt x="291" y="673"/>
                  <a:pt x="291" y="673"/>
                  <a:pt x="291" y="673"/>
                </a:cubicBezTo>
                <a:cubicBezTo>
                  <a:pt x="291" y="673"/>
                  <a:pt x="291" y="673"/>
                  <a:pt x="291" y="673"/>
                </a:cubicBezTo>
                <a:cubicBezTo>
                  <a:pt x="289" y="675"/>
                  <a:pt x="289" y="675"/>
                  <a:pt x="289" y="675"/>
                </a:cubicBezTo>
                <a:cubicBezTo>
                  <a:pt x="289" y="675"/>
                  <a:pt x="289" y="675"/>
                  <a:pt x="289" y="675"/>
                </a:cubicBezTo>
                <a:cubicBezTo>
                  <a:pt x="287" y="677"/>
                  <a:pt x="287" y="677"/>
                  <a:pt x="287" y="677"/>
                </a:cubicBezTo>
                <a:cubicBezTo>
                  <a:pt x="287" y="677"/>
                  <a:pt x="287" y="677"/>
                  <a:pt x="287" y="677"/>
                </a:cubicBezTo>
                <a:cubicBezTo>
                  <a:pt x="287" y="677"/>
                  <a:pt x="287" y="677"/>
                  <a:pt x="287" y="677"/>
                </a:cubicBezTo>
                <a:cubicBezTo>
                  <a:pt x="287" y="677"/>
                  <a:pt x="287" y="677"/>
                  <a:pt x="287" y="677"/>
                </a:cubicBezTo>
                <a:cubicBezTo>
                  <a:pt x="286" y="677"/>
                  <a:pt x="286" y="677"/>
                  <a:pt x="286" y="677"/>
                </a:cubicBezTo>
                <a:cubicBezTo>
                  <a:pt x="286" y="677"/>
                  <a:pt x="286" y="677"/>
                  <a:pt x="286" y="677"/>
                </a:cubicBezTo>
                <a:cubicBezTo>
                  <a:pt x="286" y="677"/>
                  <a:pt x="286" y="677"/>
                  <a:pt x="286" y="677"/>
                </a:cubicBezTo>
                <a:cubicBezTo>
                  <a:pt x="286" y="677"/>
                  <a:pt x="286" y="677"/>
                  <a:pt x="286" y="677"/>
                </a:cubicBezTo>
                <a:cubicBezTo>
                  <a:pt x="286" y="677"/>
                  <a:pt x="286" y="677"/>
                  <a:pt x="286" y="677"/>
                </a:cubicBezTo>
                <a:cubicBezTo>
                  <a:pt x="286" y="677"/>
                  <a:pt x="286" y="677"/>
                  <a:pt x="286" y="677"/>
                </a:cubicBezTo>
                <a:cubicBezTo>
                  <a:pt x="285" y="677"/>
                  <a:pt x="285" y="677"/>
                  <a:pt x="285" y="677"/>
                </a:cubicBezTo>
                <a:cubicBezTo>
                  <a:pt x="285" y="677"/>
                  <a:pt x="285" y="677"/>
                  <a:pt x="285" y="677"/>
                </a:cubicBezTo>
                <a:cubicBezTo>
                  <a:pt x="285" y="677"/>
                  <a:pt x="285" y="677"/>
                  <a:pt x="285" y="677"/>
                </a:cubicBezTo>
                <a:cubicBezTo>
                  <a:pt x="285" y="677"/>
                  <a:pt x="285" y="677"/>
                  <a:pt x="285" y="677"/>
                </a:cubicBezTo>
                <a:cubicBezTo>
                  <a:pt x="285" y="677"/>
                  <a:pt x="285" y="677"/>
                  <a:pt x="285" y="677"/>
                </a:cubicBezTo>
                <a:cubicBezTo>
                  <a:pt x="285" y="677"/>
                  <a:pt x="285" y="677"/>
                  <a:pt x="285" y="677"/>
                </a:cubicBezTo>
                <a:cubicBezTo>
                  <a:pt x="285" y="676"/>
                  <a:pt x="285" y="676"/>
                  <a:pt x="285" y="676"/>
                </a:cubicBezTo>
                <a:cubicBezTo>
                  <a:pt x="285" y="676"/>
                  <a:pt x="285" y="676"/>
                  <a:pt x="285" y="676"/>
                </a:cubicBezTo>
                <a:cubicBezTo>
                  <a:pt x="284" y="675"/>
                  <a:pt x="284" y="675"/>
                  <a:pt x="284" y="675"/>
                </a:cubicBezTo>
                <a:cubicBezTo>
                  <a:pt x="284" y="675"/>
                  <a:pt x="284" y="675"/>
                  <a:pt x="284" y="675"/>
                </a:cubicBezTo>
                <a:cubicBezTo>
                  <a:pt x="284" y="674"/>
                  <a:pt x="284" y="674"/>
                  <a:pt x="284" y="674"/>
                </a:cubicBezTo>
                <a:cubicBezTo>
                  <a:pt x="284" y="674"/>
                  <a:pt x="284" y="674"/>
                  <a:pt x="284" y="674"/>
                </a:cubicBezTo>
                <a:cubicBezTo>
                  <a:pt x="284" y="673"/>
                  <a:pt x="284" y="673"/>
                  <a:pt x="284" y="673"/>
                </a:cubicBezTo>
                <a:cubicBezTo>
                  <a:pt x="284" y="673"/>
                  <a:pt x="284" y="673"/>
                  <a:pt x="284" y="673"/>
                </a:cubicBezTo>
                <a:cubicBezTo>
                  <a:pt x="285" y="672"/>
                  <a:pt x="285" y="672"/>
                  <a:pt x="285" y="672"/>
                </a:cubicBezTo>
                <a:cubicBezTo>
                  <a:pt x="285" y="672"/>
                  <a:pt x="285" y="672"/>
                  <a:pt x="285" y="672"/>
                </a:cubicBezTo>
                <a:cubicBezTo>
                  <a:pt x="286" y="671"/>
                  <a:pt x="286" y="671"/>
                  <a:pt x="286" y="671"/>
                </a:cubicBezTo>
                <a:cubicBezTo>
                  <a:pt x="286" y="671"/>
                  <a:pt x="286" y="671"/>
                  <a:pt x="286" y="671"/>
                </a:cubicBezTo>
                <a:cubicBezTo>
                  <a:pt x="287" y="670"/>
                  <a:pt x="287" y="670"/>
                  <a:pt x="287" y="670"/>
                </a:cubicBezTo>
                <a:cubicBezTo>
                  <a:pt x="287" y="670"/>
                  <a:pt x="287" y="670"/>
                  <a:pt x="287" y="670"/>
                </a:cubicBezTo>
                <a:cubicBezTo>
                  <a:pt x="287" y="668"/>
                  <a:pt x="287" y="668"/>
                  <a:pt x="287" y="668"/>
                </a:cubicBezTo>
                <a:cubicBezTo>
                  <a:pt x="287" y="668"/>
                  <a:pt x="287" y="668"/>
                  <a:pt x="287" y="668"/>
                </a:cubicBezTo>
                <a:cubicBezTo>
                  <a:pt x="288" y="667"/>
                  <a:pt x="288" y="667"/>
                  <a:pt x="288" y="667"/>
                </a:cubicBezTo>
                <a:cubicBezTo>
                  <a:pt x="288" y="667"/>
                  <a:pt x="288" y="667"/>
                  <a:pt x="288" y="667"/>
                </a:cubicBezTo>
                <a:cubicBezTo>
                  <a:pt x="288" y="667"/>
                  <a:pt x="288" y="667"/>
                  <a:pt x="288" y="667"/>
                </a:cubicBezTo>
                <a:cubicBezTo>
                  <a:pt x="288" y="667"/>
                  <a:pt x="288" y="667"/>
                  <a:pt x="288" y="667"/>
                </a:cubicBezTo>
                <a:cubicBezTo>
                  <a:pt x="288" y="667"/>
                  <a:pt x="288" y="667"/>
                  <a:pt x="288" y="667"/>
                </a:cubicBezTo>
                <a:cubicBezTo>
                  <a:pt x="288" y="667"/>
                  <a:pt x="288" y="667"/>
                  <a:pt x="288" y="667"/>
                </a:cubicBezTo>
                <a:cubicBezTo>
                  <a:pt x="289" y="667"/>
                  <a:pt x="289" y="667"/>
                  <a:pt x="289" y="667"/>
                </a:cubicBezTo>
                <a:cubicBezTo>
                  <a:pt x="289" y="667"/>
                  <a:pt x="289" y="667"/>
                  <a:pt x="289" y="667"/>
                </a:cubicBezTo>
                <a:cubicBezTo>
                  <a:pt x="289" y="666"/>
                  <a:pt x="289" y="666"/>
                  <a:pt x="289" y="666"/>
                </a:cubicBezTo>
                <a:cubicBezTo>
                  <a:pt x="289" y="666"/>
                  <a:pt x="289" y="666"/>
                  <a:pt x="289" y="666"/>
                </a:cubicBezTo>
                <a:cubicBezTo>
                  <a:pt x="289" y="666"/>
                  <a:pt x="289" y="666"/>
                  <a:pt x="289" y="666"/>
                </a:cubicBezTo>
                <a:cubicBezTo>
                  <a:pt x="289" y="666"/>
                  <a:pt x="289" y="666"/>
                  <a:pt x="289" y="666"/>
                </a:cubicBezTo>
                <a:cubicBezTo>
                  <a:pt x="289" y="665"/>
                  <a:pt x="289" y="665"/>
                  <a:pt x="289" y="665"/>
                </a:cubicBezTo>
                <a:cubicBezTo>
                  <a:pt x="289" y="665"/>
                  <a:pt x="289" y="665"/>
                  <a:pt x="289" y="665"/>
                </a:cubicBezTo>
                <a:cubicBezTo>
                  <a:pt x="290" y="665"/>
                  <a:pt x="290" y="665"/>
                  <a:pt x="290" y="665"/>
                </a:cubicBezTo>
                <a:cubicBezTo>
                  <a:pt x="290" y="665"/>
                  <a:pt x="290" y="665"/>
                  <a:pt x="290" y="665"/>
                </a:cubicBezTo>
                <a:cubicBezTo>
                  <a:pt x="290" y="664"/>
                  <a:pt x="290" y="664"/>
                  <a:pt x="290" y="664"/>
                </a:cubicBezTo>
                <a:cubicBezTo>
                  <a:pt x="290" y="664"/>
                  <a:pt x="290" y="664"/>
                  <a:pt x="290" y="664"/>
                </a:cubicBezTo>
                <a:cubicBezTo>
                  <a:pt x="290" y="665"/>
                  <a:pt x="290" y="665"/>
                  <a:pt x="290" y="665"/>
                </a:cubicBezTo>
                <a:cubicBezTo>
                  <a:pt x="290" y="665"/>
                  <a:pt x="290" y="665"/>
                  <a:pt x="290" y="665"/>
                </a:cubicBezTo>
                <a:cubicBezTo>
                  <a:pt x="290" y="665"/>
                  <a:pt x="290" y="665"/>
                  <a:pt x="290" y="665"/>
                </a:cubicBezTo>
                <a:cubicBezTo>
                  <a:pt x="290" y="665"/>
                  <a:pt x="290" y="665"/>
                  <a:pt x="290" y="665"/>
                </a:cubicBezTo>
                <a:cubicBezTo>
                  <a:pt x="290" y="666"/>
                  <a:pt x="290" y="666"/>
                  <a:pt x="290" y="666"/>
                </a:cubicBezTo>
                <a:cubicBezTo>
                  <a:pt x="290" y="666"/>
                  <a:pt x="290" y="666"/>
                  <a:pt x="290" y="666"/>
                </a:cubicBezTo>
                <a:cubicBezTo>
                  <a:pt x="290" y="666"/>
                  <a:pt x="290" y="666"/>
                  <a:pt x="290" y="666"/>
                </a:cubicBezTo>
                <a:cubicBezTo>
                  <a:pt x="290" y="666"/>
                  <a:pt x="290" y="666"/>
                  <a:pt x="290" y="666"/>
                </a:cubicBezTo>
                <a:cubicBezTo>
                  <a:pt x="289" y="667"/>
                  <a:pt x="289" y="667"/>
                  <a:pt x="289" y="667"/>
                </a:cubicBezTo>
                <a:cubicBezTo>
                  <a:pt x="289" y="667"/>
                  <a:pt x="289" y="667"/>
                  <a:pt x="289" y="667"/>
                </a:cubicBezTo>
                <a:cubicBezTo>
                  <a:pt x="289" y="667"/>
                  <a:pt x="289" y="667"/>
                  <a:pt x="289" y="667"/>
                </a:cubicBezTo>
                <a:cubicBezTo>
                  <a:pt x="289" y="667"/>
                  <a:pt x="289" y="667"/>
                  <a:pt x="289" y="667"/>
                </a:cubicBezTo>
                <a:cubicBezTo>
                  <a:pt x="289" y="668"/>
                  <a:pt x="289" y="668"/>
                  <a:pt x="289" y="668"/>
                </a:cubicBezTo>
                <a:cubicBezTo>
                  <a:pt x="289" y="668"/>
                  <a:pt x="289" y="668"/>
                  <a:pt x="289" y="668"/>
                </a:cubicBezTo>
                <a:cubicBezTo>
                  <a:pt x="290" y="668"/>
                  <a:pt x="290" y="668"/>
                  <a:pt x="290" y="668"/>
                </a:cubicBezTo>
                <a:cubicBezTo>
                  <a:pt x="290" y="668"/>
                  <a:pt x="290" y="668"/>
                  <a:pt x="290" y="668"/>
                </a:cubicBezTo>
                <a:cubicBezTo>
                  <a:pt x="290" y="668"/>
                  <a:pt x="290" y="668"/>
                  <a:pt x="290" y="668"/>
                </a:cubicBezTo>
                <a:cubicBezTo>
                  <a:pt x="290" y="668"/>
                  <a:pt x="290" y="668"/>
                  <a:pt x="290" y="668"/>
                </a:cubicBezTo>
                <a:cubicBezTo>
                  <a:pt x="291" y="668"/>
                  <a:pt x="291" y="668"/>
                  <a:pt x="291" y="668"/>
                </a:cubicBezTo>
                <a:cubicBezTo>
                  <a:pt x="291" y="668"/>
                  <a:pt x="291" y="668"/>
                  <a:pt x="291" y="668"/>
                </a:cubicBezTo>
                <a:cubicBezTo>
                  <a:pt x="292" y="667"/>
                  <a:pt x="292" y="667"/>
                  <a:pt x="292" y="667"/>
                </a:cubicBezTo>
                <a:cubicBezTo>
                  <a:pt x="292" y="667"/>
                  <a:pt x="292" y="667"/>
                  <a:pt x="292" y="667"/>
                </a:cubicBezTo>
                <a:cubicBezTo>
                  <a:pt x="293" y="666"/>
                  <a:pt x="293" y="666"/>
                  <a:pt x="293" y="666"/>
                </a:cubicBezTo>
                <a:cubicBezTo>
                  <a:pt x="293" y="666"/>
                  <a:pt x="293" y="666"/>
                  <a:pt x="293" y="666"/>
                </a:cubicBezTo>
                <a:cubicBezTo>
                  <a:pt x="294" y="665"/>
                  <a:pt x="294" y="665"/>
                  <a:pt x="294" y="665"/>
                </a:cubicBezTo>
                <a:cubicBezTo>
                  <a:pt x="294" y="665"/>
                  <a:pt x="294" y="665"/>
                  <a:pt x="294" y="665"/>
                </a:cubicBezTo>
                <a:cubicBezTo>
                  <a:pt x="295" y="664"/>
                  <a:pt x="295" y="664"/>
                  <a:pt x="295" y="664"/>
                </a:cubicBezTo>
                <a:cubicBezTo>
                  <a:pt x="295" y="664"/>
                  <a:pt x="295" y="664"/>
                  <a:pt x="295" y="664"/>
                </a:cubicBezTo>
                <a:cubicBezTo>
                  <a:pt x="295" y="663"/>
                  <a:pt x="295" y="663"/>
                  <a:pt x="295" y="663"/>
                </a:cubicBezTo>
                <a:cubicBezTo>
                  <a:pt x="295" y="663"/>
                  <a:pt x="295" y="663"/>
                  <a:pt x="295" y="663"/>
                </a:cubicBezTo>
                <a:cubicBezTo>
                  <a:pt x="296" y="663"/>
                  <a:pt x="296" y="663"/>
                  <a:pt x="296" y="663"/>
                </a:cubicBezTo>
                <a:cubicBezTo>
                  <a:pt x="296" y="663"/>
                  <a:pt x="296" y="663"/>
                  <a:pt x="296" y="663"/>
                </a:cubicBezTo>
                <a:cubicBezTo>
                  <a:pt x="300" y="659"/>
                  <a:pt x="300" y="659"/>
                  <a:pt x="300" y="659"/>
                </a:cubicBezTo>
                <a:cubicBezTo>
                  <a:pt x="300" y="659"/>
                  <a:pt x="300" y="659"/>
                  <a:pt x="300" y="659"/>
                </a:cubicBezTo>
                <a:cubicBezTo>
                  <a:pt x="301" y="659"/>
                  <a:pt x="301" y="659"/>
                  <a:pt x="301" y="659"/>
                </a:cubicBezTo>
                <a:cubicBezTo>
                  <a:pt x="301" y="659"/>
                  <a:pt x="301" y="659"/>
                  <a:pt x="301" y="659"/>
                </a:cubicBezTo>
                <a:cubicBezTo>
                  <a:pt x="301" y="658"/>
                  <a:pt x="301" y="658"/>
                  <a:pt x="301" y="658"/>
                </a:cubicBezTo>
                <a:cubicBezTo>
                  <a:pt x="301" y="658"/>
                  <a:pt x="301" y="658"/>
                  <a:pt x="301" y="658"/>
                </a:cubicBezTo>
                <a:cubicBezTo>
                  <a:pt x="302" y="658"/>
                  <a:pt x="302" y="658"/>
                  <a:pt x="302" y="658"/>
                </a:cubicBezTo>
                <a:cubicBezTo>
                  <a:pt x="302" y="658"/>
                  <a:pt x="302" y="658"/>
                  <a:pt x="302" y="658"/>
                </a:cubicBezTo>
                <a:cubicBezTo>
                  <a:pt x="302" y="658"/>
                  <a:pt x="302" y="658"/>
                  <a:pt x="302" y="658"/>
                </a:cubicBezTo>
                <a:cubicBezTo>
                  <a:pt x="302" y="658"/>
                  <a:pt x="302" y="658"/>
                  <a:pt x="302" y="658"/>
                </a:cubicBezTo>
                <a:cubicBezTo>
                  <a:pt x="302" y="657"/>
                  <a:pt x="302" y="657"/>
                  <a:pt x="302" y="657"/>
                </a:cubicBezTo>
                <a:cubicBezTo>
                  <a:pt x="302" y="657"/>
                  <a:pt x="302" y="657"/>
                  <a:pt x="302" y="657"/>
                </a:cubicBezTo>
                <a:cubicBezTo>
                  <a:pt x="302" y="656"/>
                  <a:pt x="302" y="656"/>
                  <a:pt x="302" y="656"/>
                </a:cubicBezTo>
                <a:cubicBezTo>
                  <a:pt x="302" y="656"/>
                  <a:pt x="302" y="656"/>
                  <a:pt x="302" y="656"/>
                </a:cubicBezTo>
                <a:cubicBezTo>
                  <a:pt x="302" y="656"/>
                  <a:pt x="302" y="656"/>
                  <a:pt x="302" y="656"/>
                </a:cubicBezTo>
                <a:cubicBezTo>
                  <a:pt x="302" y="656"/>
                  <a:pt x="302" y="656"/>
                  <a:pt x="302" y="656"/>
                </a:cubicBezTo>
                <a:cubicBezTo>
                  <a:pt x="302" y="655"/>
                  <a:pt x="302" y="655"/>
                  <a:pt x="302" y="655"/>
                </a:cubicBezTo>
                <a:cubicBezTo>
                  <a:pt x="302" y="655"/>
                  <a:pt x="302" y="655"/>
                  <a:pt x="302" y="655"/>
                </a:cubicBezTo>
                <a:cubicBezTo>
                  <a:pt x="302" y="654"/>
                  <a:pt x="302" y="654"/>
                  <a:pt x="302" y="654"/>
                </a:cubicBezTo>
                <a:cubicBezTo>
                  <a:pt x="302" y="654"/>
                  <a:pt x="302" y="654"/>
                  <a:pt x="302" y="654"/>
                </a:cubicBezTo>
                <a:cubicBezTo>
                  <a:pt x="296" y="656"/>
                  <a:pt x="296" y="656"/>
                  <a:pt x="296" y="656"/>
                </a:cubicBezTo>
                <a:cubicBezTo>
                  <a:pt x="296" y="656"/>
                  <a:pt x="296" y="656"/>
                  <a:pt x="296" y="656"/>
                </a:cubicBezTo>
                <a:cubicBezTo>
                  <a:pt x="302" y="652"/>
                  <a:pt x="302" y="652"/>
                  <a:pt x="302" y="652"/>
                </a:cubicBezTo>
                <a:cubicBezTo>
                  <a:pt x="302" y="652"/>
                  <a:pt x="302" y="652"/>
                  <a:pt x="302" y="652"/>
                </a:cubicBezTo>
                <a:cubicBezTo>
                  <a:pt x="302" y="651"/>
                  <a:pt x="302" y="651"/>
                  <a:pt x="302" y="651"/>
                </a:cubicBezTo>
                <a:cubicBezTo>
                  <a:pt x="302" y="651"/>
                  <a:pt x="302" y="651"/>
                  <a:pt x="302" y="651"/>
                </a:cubicBezTo>
                <a:cubicBezTo>
                  <a:pt x="302" y="651"/>
                  <a:pt x="302" y="651"/>
                  <a:pt x="302" y="651"/>
                </a:cubicBezTo>
                <a:cubicBezTo>
                  <a:pt x="302" y="651"/>
                  <a:pt x="302" y="651"/>
                  <a:pt x="302" y="651"/>
                </a:cubicBezTo>
                <a:cubicBezTo>
                  <a:pt x="302" y="650"/>
                  <a:pt x="302" y="650"/>
                  <a:pt x="302" y="650"/>
                </a:cubicBezTo>
                <a:cubicBezTo>
                  <a:pt x="302" y="650"/>
                  <a:pt x="302" y="650"/>
                  <a:pt x="302" y="650"/>
                </a:cubicBezTo>
                <a:cubicBezTo>
                  <a:pt x="303" y="650"/>
                  <a:pt x="303" y="650"/>
                  <a:pt x="303" y="650"/>
                </a:cubicBezTo>
                <a:cubicBezTo>
                  <a:pt x="303" y="650"/>
                  <a:pt x="303" y="650"/>
                  <a:pt x="303" y="650"/>
                </a:cubicBezTo>
                <a:cubicBezTo>
                  <a:pt x="303" y="649"/>
                  <a:pt x="303" y="649"/>
                  <a:pt x="303" y="649"/>
                </a:cubicBezTo>
                <a:cubicBezTo>
                  <a:pt x="303" y="649"/>
                  <a:pt x="303" y="649"/>
                  <a:pt x="303" y="649"/>
                </a:cubicBezTo>
                <a:cubicBezTo>
                  <a:pt x="303" y="649"/>
                  <a:pt x="303" y="649"/>
                  <a:pt x="303" y="649"/>
                </a:cubicBezTo>
                <a:cubicBezTo>
                  <a:pt x="303" y="649"/>
                  <a:pt x="303" y="649"/>
                  <a:pt x="303" y="649"/>
                </a:cubicBezTo>
                <a:cubicBezTo>
                  <a:pt x="303" y="648"/>
                  <a:pt x="303" y="648"/>
                  <a:pt x="303" y="648"/>
                </a:cubicBezTo>
                <a:cubicBezTo>
                  <a:pt x="303" y="648"/>
                  <a:pt x="303" y="648"/>
                  <a:pt x="303" y="648"/>
                </a:cubicBezTo>
                <a:cubicBezTo>
                  <a:pt x="303" y="647"/>
                  <a:pt x="303" y="647"/>
                  <a:pt x="303" y="647"/>
                </a:cubicBezTo>
                <a:cubicBezTo>
                  <a:pt x="303" y="647"/>
                  <a:pt x="303" y="647"/>
                  <a:pt x="303" y="647"/>
                </a:cubicBezTo>
                <a:cubicBezTo>
                  <a:pt x="302" y="647"/>
                  <a:pt x="302" y="647"/>
                  <a:pt x="302" y="647"/>
                </a:cubicBezTo>
                <a:cubicBezTo>
                  <a:pt x="302" y="647"/>
                  <a:pt x="302" y="647"/>
                  <a:pt x="302" y="647"/>
                </a:cubicBezTo>
                <a:cubicBezTo>
                  <a:pt x="296" y="651"/>
                  <a:pt x="296" y="651"/>
                  <a:pt x="296" y="651"/>
                </a:cubicBezTo>
                <a:cubicBezTo>
                  <a:pt x="296" y="651"/>
                  <a:pt x="296" y="651"/>
                  <a:pt x="296" y="651"/>
                </a:cubicBezTo>
                <a:cubicBezTo>
                  <a:pt x="295" y="652"/>
                  <a:pt x="295" y="652"/>
                  <a:pt x="295" y="652"/>
                </a:cubicBezTo>
                <a:cubicBezTo>
                  <a:pt x="295" y="652"/>
                  <a:pt x="295" y="652"/>
                  <a:pt x="295" y="652"/>
                </a:cubicBezTo>
                <a:cubicBezTo>
                  <a:pt x="294" y="653"/>
                  <a:pt x="294" y="653"/>
                  <a:pt x="294" y="653"/>
                </a:cubicBezTo>
                <a:cubicBezTo>
                  <a:pt x="294" y="653"/>
                  <a:pt x="294" y="653"/>
                  <a:pt x="294" y="653"/>
                </a:cubicBezTo>
                <a:cubicBezTo>
                  <a:pt x="293" y="654"/>
                  <a:pt x="293" y="654"/>
                  <a:pt x="293" y="654"/>
                </a:cubicBezTo>
                <a:cubicBezTo>
                  <a:pt x="293" y="654"/>
                  <a:pt x="293" y="654"/>
                  <a:pt x="293" y="654"/>
                </a:cubicBezTo>
                <a:cubicBezTo>
                  <a:pt x="292" y="655"/>
                  <a:pt x="292" y="655"/>
                  <a:pt x="292" y="655"/>
                </a:cubicBezTo>
                <a:cubicBezTo>
                  <a:pt x="292" y="655"/>
                  <a:pt x="292" y="655"/>
                  <a:pt x="292" y="655"/>
                </a:cubicBezTo>
                <a:cubicBezTo>
                  <a:pt x="290" y="656"/>
                  <a:pt x="290" y="656"/>
                  <a:pt x="290" y="656"/>
                </a:cubicBezTo>
                <a:cubicBezTo>
                  <a:pt x="290" y="656"/>
                  <a:pt x="290" y="656"/>
                  <a:pt x="290" y="656"/>
                </a:cubicBezTo>
                <a:cubicBezTo>
                  <a:pt x="289" y="656"/>
                  <a:pt x="289" y="656"/>
                  <a:pt x="289" y="656"/>
                </a:cubicBezTo>
                <a:cubicBezTo>
                  <a:pt x="289" y="656"/>
                  <a:pt x="289" y="656"/>
                  <a:pt x="289" y="656"/>
                </a:cubicBezTo>
                <a:cubicBezTo>
                  <a:pt x="287" y="656"/>
                  <a:pt x="287" y="656"/>
                  <a:pt x="287" y="656"/>
                </a:cubicBezTo>
                <a:cubicBezTo>
                  <a:pt x="287" y="656"/>
                  <a:pt x="287" y="656"/>
                  <a:pt x="287" y="656"/>
                </a:cubicBezTo>
                <a:cubicBezTo>
                  <a:pt x="286" y="656"/>
                  <a:pt x="286" y="656"/>
                  <a:pt x="286" y="656"/>
                </a:cubicBezTo>
                <a:cubicBezTo>
                  <a:pt x="286" y="656"/>
                  <a:pt x="286" y="656"/>
                  <a:pt x="286" y="656"/>
                </a:cubicBezTo>
                <a:cubicBezTo>
                  <a:pt x="285" y="656"/>
                  <a:pt x="285" y="656"/>
                  <a:pt x="285" y="656"/>
                </a:cubicBezTo>
                <a:cubicBezTo>
                  <a:pt x="285" y="656"/>
                  <a:pt x="285" y="656"/>
                  <a:pt x="285" y="656"/>
                </a:cubicBezTo>
                <a:cubicBezTo>
                  <a:pt x="284" y="656"/>
                  <a:pt x="284" y="656"/>
                  <a:pt x="284" y="656"/>
                </a:cubicBezTo>
                <a:cubicBezTo>
                  <a:pt x="284" y="656"/>
                  <a:pt x="284" y="656"/>
                  <a:pt x="284" y="656"/>
                </a:cubicBezTo>
                <a:cubicBezTo>
                  <a:pt x="283" y="656"/>
                  <a:pt x="283" y="656"/>
                  <a:pt x="283" y="656"/>
                </a:cubicBezTo>
                <a:cubicBezTo>
                  <a:pt x="283" y="656"/>
                  <a:pt x="283" y="656"/>
                  <a:pt x="283" y="656"/>
                </a:cubicBezTo>
                <a:cubicBezTo>
                  <a:pt x="282" y="656"/>
                  <a:pt x="282" y="656"/>
                  <a:pt x="282" y="656"/>
                </a:cubicBezTo>
                <a:cubicBezTo>
                  <a:pt x="282" y="656"/>
                  <a:pt x="282" y="656"/>
                  <a:pt x="282" y="656"/>
                </a:cubicBezTo>
                <a:cubicBezTo>
                  <a:pt x="281" y="655"/>
                  <a:pt x="281" y="655"/>
                  <a:pt x="281" y="655"/>
                </a:cubicBezTo>
                <a:cubicBezTo>
                  <a:pt x="281" y="655"/>
                  <a:pt x="281" y="655"/>
                  <a:pt x="281" y="655"/>
                </a:cubicBezTo>
                <a:cubicBezTo>
                  <a:pt x="281" y="655"/>
                  <a:pt x="281" y="655"/>
                  <a:pt x="281" y="655"/>
                </a:cubicBezTo>
                <a:cubicBezTo>
                  <a:pt x="281" y="655"/>
                  <a:pt x="281" y="655"/>
                  <a:pt x="281" y="655"/>
                </a:cubicBezTo>
                <a:cubicBezTo>
                  <a:pt x="280" y="654"/>
                  <a:pt x="280" y="654"/>
                  <a:pt x="280" y="654"/>
                </a:cubicBezTo>
                <a:cubicBezTo>
                  <a:pt x="280" y="654"/>
                  <a:pt x="280" y="654"/>
                  <a:pt x="280" y="654"/>
                </a:cubicBezTo>
                <a:cubicBezTo>
                  <a:pt x="280" y="654"/>
                  <a:pt x="280" y="654"/>
                  <a:pt x="280" y="654"/>
                </a:cubicBezTo>
                <a:cubicBezTo>
                  <a:pt x="280" y="654"/>
                  <a:pt x="280" y="654"/>
                  <a:pt x="280" y="654"/>
                </a:cubicBezTo>
                <a:cubicBezTo>
                  <a:pt x="288" y="650"/>
                  <a:pt x="288" y="650"/>
                  <a:pt x="288" y="650"/>
                </a:cubicBezTo>
                <a:cubicBezTo>
                  <a:pt x="288" y="650"/>
                  <a:pt x="288" y="650"/>
                  <a:pt x="288" y="650"/>
                </a:cubicBezTo>
                <a:cubicBezTo>
                  <a:pt x="302" y="644"/>
                  <a:pt x="302" y="644"/>
                  <a:pt x="302" y="644"/>
                </a:cubicBezTo>
                <a:cubicBezTo>
                  <a:pt x="302" y="644"/>
                  <a:pt x="302" y="644"/>
                  <a:pt x="302" y="644"/>
                </a:cubicBezTo>
                <a:cubicBezTo>
                  <a:pt x="302" y="642"/>
                  <a:pt x="302" y="642"/>
                  <a:pt x="302" y="642"/>
                </a:cubicBezTo>
                <a:cubicBezTo>
                  <a:pt x="302" y="642"/>
                  <a:pt x="302" y="642"/>
                  <a:pt x="302" y="642"/>
                </a:cubicBezTo>
                <a:cubicBezTo>
                  <a:pt x="303" y="639"/>
                  <a:pt x="303" y="639"/>
                  <a:pt x="303" y="639"/>
                </a:cubicBezTo>
                <a:cubicBezTo>
                  <a:pt x="303" y="639"/>
                  <a:pt x="303" y="639"/>
                  <a:pt x="303" y="639"/>
                </a:cubicBezTo>
                <a:cubicBezTo>
                  <a:pt x="303" y="636"/>
                  <a:pt x="303" y="636"/>
                  <a:pt x="303" y="636"/>
                </a:cubicBezTo>
                <a:cubicBezTo>
                  <a:pt x="303" y="636"/>
                  <a:pt x="303" y="636"/>
                  <a:pt x="303" y="636"/>
                </a:cubicBezTo>
                <a:cubicBezTo>
                  <a:pt x="303" y="632"/>
                  <a:pt x="303" y="632"/>
                  <a:pt x="303" y="632"/>
                </a:cubicBezTo>
                <a:cubicBezTo>
                  <a:pt x="303" y="632"/>
                  <a:pt x="303" y="632"/>
                  <a:pt x="303" y="632"/>
                </a:cubicBezTo>
                <a:cubicBezTo>
                  <a:pt x="302" y="630"/>
                  <a:pt x="302" y="630"/>
                  <a:pt x="302" y="630"/>
                </a:cubicBezTo>
                <a:cubicBezTo>
                  <a:pt x="302" y="630"/>
                  <a:pt x="302" y="630"/>
                  <a:pt x="302" y="630"/>
                </a:cubicBezTo>
                <a:cubicBezTo>
                  <a:pt x="302" y="627"/>
                  <a:pt x="302" y="627"/>
                  <a:pt x="302" y="627"/>
                </a:cubicBezTo>
                <a:cubicBezTo>
                  <a:pt x="302" y="627"/>
                  <a:pt x="302" y="627"/>
                  <a:pt x="302" y="627"/>
                </a:cubicBezTo>
                <a:cubicBezTo>
                  <a:pt x="302" y="624"/>
                  <a:pt x="302" y="624"/>
                  <a:pt x="302" y="624"/>
                </a:cubicBezTo>
                <a:cubicBezTo>
                  <a:pt x="302" y="624"/>
                  <a:pt x="302" y="624"/>
                  <a:pt x="302" y="624"/>
                </a:cubicBezTo>
                <a:cubicBezTo>
                  <a:pt x="302" y="621"/>
                  <a:pt x="302" y="621"/>
                  <a:pt x="302" y="621"/>
                </a:cubicBezTo>
                <a:cubicBezTo>
                  <a:pt x="303" y="621"/>
                  <a:pt x="303" y="621"/>
                  <a:pt x="303" y="621"/>
                </a:cubicBezTo>
                <a:cubicBezTo>
                  <a:pt x="309" y="625"/>
                  <a:pt x="309" y="625"/>
                  <a:pt x="309" y="625"/>
                </a:cubicBezTo>
                <a:cubicBezTo>
                  <a:pt x="309" y="625"/>
                  <a:pt x="309" y="625"/>
                  <a:pt x="309" y="625"/>
                </a:cubicBezTo>
                <a:cubicBezTo>
                  <a:pt x="309" y="627"/>
                  <a:pt x="309" y="627"/>
                  <a:pt x="309" y="627"/>
                </a:cubicBezTo>
                <a:cubicBezTo>
                  <a:pt x="309" y="627"/>
                  <a:pt x="309" y="627"/>
                  <a:pt x="309" y="627"/>
                </a:cubicBezTo>
                <a:cubicBezTo>
                  <a:pt x="309" y="628"/>
                  <a:pt x="309" y="628"/>
                  <a:pt x="309" y="628"/>
                </a:cubicBezTo>
                <a:cubicBezTo>
                  <a:pt x="309" y="628"/>
                  <a:pt x="309" y="628"/>
                  <a:pt x="309" y="628"/>
                </a:cubicBezTo>
                <a:cubicBezTo>
                  <a:pt x="309" y="630"/>
                  <a:pt x="309" y="630"/>
                  <a:pt x="309" y="630"/>
                </a:cubicBezTo>
                <a:cubicBezTo>
                  <a:pt x="309" y="630"/>
                  <a:pt x="309" y="630"/>
                  <a:pt x="309" y="630"/>
                </a:cubicBezTo>
                <a:cubicBezTo>
                  <a:pt x="309" y="631"/>
                  <a:pt x="309" y="631"/>
                  <a:pt x="309" y="631"/>
                </a:cubicBezTo>
                <a:cubicBezTo>
                  <a:pt x="309" y="631"/>
                  <a:pt x="309" y="631"/>
                  <a:pt x="309" y="631"/>
                </a:cubicBezTo>
                <a:cubicBezTo>
                  <a:pt x="309" y="633"/>
                  <a:pt x="309" y="633"/>
                  <a:pt x="309" y="633"/>
                </a:cubicBezTo>
                <a:cubicBezTo>
                  <a:pt x="309" y="633"/>
                  <a:pt x="309" y="633"/>
                  <a:pt x="309" y="633"/>
                </a:cubicBezTo>
                <a:cubicBezTo>
                  <a:pt x="308" y="634"/>
                  <a:pt x="308" y="634"/>
                  <a:pt x="308" y="634"/>
                </a:cubicBezTo>
                <a:cubicBezTo>
                  <a:pt x="308" y="634"/>
                  <a:pt x="308" y="634"/>
                  <a:pt x="308" y="634"/>
                </a:cubicBezTo>
                <a:cubicBezTo>
                  <a:pt x="308" y="635"/>
                  <a:pt x="308" y="635"/>
                  <a:pt x="308" y="635"/>
                </a:cubicBezTo>
                <a:cubicBezTo>
                  <a:pt x="308" y="635"/>
                  <a:pt x="308" y="635"/>
                  <a:pt x="308" y="635"/>
                </a:cubicBezTo>
                <a:cubicBezTo>
                  <a:pt x="308" y="636"/>
                  <a:pt x="308" y="636"/>
                  <a:pt x="308" y="636"/>
                </a:cubicBezTo>
                <a:cubicBezTo>
                  <a:pt x="308" y="636"/>
                  <a:pt x="308" y="636"/>
                  <a:pt x="308" y="636"/>
                </a:cubicBezTo>
                <a:cubicBezTo>
                  <a:pt x="307" y="637"/>
                  <a:pt x="307" y="637"/>
                  <a:pt x="307" y="637"/>
                </a:cubicBezTo>
                <a:cubicBezTo>
                  <a:pt x="307" y="637"/>
                  <a:pt x="307" y="637"/>
                  <a:pt x="307" y="637"/>
                </a:cubicBezTo>
                <a:cubicBezTo>
                  <a:pt x="307" y="638"/>
                  <a:pt x="307" y="638"/>
                  <a:pt x="307" y="638"/>
                </a:cubicBezTo>
                <a:cubicBezTo>
                  <a:pt x="307" y="638"/>
                  <a:pt x="307" y="638"/>
                  <a:pt x="307" y="638"/>
                </a:cubicBezTo>
                <a:cubicBezTo>
                  <a:pt x="307" y="638"/>
                  <a:pt x="307" y="638"/>
                  <a:pt x="307" y="638"/>
                </a:cubicBezTo>
                <a:cubicBezTo>
                  <a:pt x="307" y="638"/>
                  <a:pt x="307" y="638"/>
                  <a:pt x="307" y="638"/>
                </a:cubicBezTo>
                <a:cubicBezTo>
                  <a:pt x="307" y="639"/>
                  <a:pt x="307" y="639"/>
                  <a:pt x="307" y="639"/>
                </a:cubicBezTo>
                <a:cubicBezTo>
                  <a:pt x="307" y="639"/>
                  <a:pt x="307" y="639"/>
                  <a:pt x="307" y="639"/>
                </a:cubicBezTo>
                <a:cubicBezTo>
                  <a:pt x="307" y="639"/>
                  <a:pt x="307" y="639"/>
                  <a:pt x="307" y="639"/>
                </a:cubicBezTo>
                <a:cubicBezTo>
                  <a:pt x="307" y="639"/>
                  <a:pt x="307" y="639"/>
                  <a:pt x="307" y="639"/>
                </a:cubicBezTo>
                <a:cubicBezTo>
                  <a:pt x="307" y="640"/>
                  <a:pt x="307" y="640"/>
                  <a:pt x="307" y="640"/>
                </a:cubicBezTo>
                <a:cubicBezTo>
                  <a:pt x="307" y="640"/>
                  <a:pt x="307" y="640"/>
                  <a:pt x="307" y="640"/>
                </a:cubicBezTo>
                <a:cubicBezTo>
                  <a:pt x="307" y="641"/>
                  <a:pt x="307" y="641"/>
                  <a:pt x="307" y="641"/>
                </a:cubicBezTo>
                <a:cubicBezTo>
                  <a:pt x="307" y="641"/>
                  <a:pt x="307" y="641"/>
                  <a:pt x="307" y="641"/>
                </a:cubicBezTo>
                <a:cubicBezTo>
                  <a:pt x="307" y="641"/>
                  <a:pt x="307" y="641"/>
                  <a:pt x="307" y="641"/>
                </a:cubicBezTo>
                <a:cubicBezTo>
                  <a:pt x="307" y="641"/>
                  <a:pt x="307" y="641"/>
                  <a:pt x="307" y="641"/>
                </a:cubicBezTo>
                <a:cubicBezTo>
                  <a:pt x="308" y="642"/>
                  <a:pt x="308" y="642"/>
                  <a:pt x="308" y="642"/>
                </a:cubicBezTo>
                <a:cubicBezTo>
                  <a:pt x="308" y="642"/>
                  <a:pt x="308" y="642"/>
                  <a:pt x="308" y="642"/>
                </a:cubicBezTo>
                <a:cubicBezTo>
                  <a:pt x="318" y="638"/>
                  <a:pt x="318" y="638"/>
                  <a:pt x="318" y="638"/>
                </a:cubicBezTo>
                <a:cubicBezTo>
                  <a:pt x="318" y="638"/>
                  <a:pt x="318" y="638"/>
                  <a:pt x="318" y="638"/>
                </a:cubicBezTo>
                <a:cubicBezTo>
                  <a:pt x="318" y="638"/>
                  <a:pt x="318" y="638"/>
                  <a:pt x="318" y="638"/>
                </a:cubicBezTo>
                <a:cubicBezTo>
                  <a:pt x="318" y="638"/>
                  <a:pt x="318" y="638"/>
                  <a:pt x="318" y="638"/>
                </a:cubicBezTo>
                <a:cubicBezTo>
                  <a:pt x="318" y="638"/>
                  <a:pt x="318" y="638"/>
                  <a:pt x="318" y="638"/>
                </a:cubicBezTo>
                <a:cubicBezTo>
                  <a:pt x="318" y="638"/>
                  <a:pt x="318" y="638"/>
                  <a:pt x="318" y="638"/>
                </a:cubicBezTo>
                <a:cubicBezTo>
                  <a:pt x="319" y="639"/>
                  <a:pt x="319" y="639"/>
                  <a:pt x="319" y="639"/>
                </a:cubicBezTo>
                <a:cubicBezTo>
                  <a:pt x="319" y="639"/>
                  <a:pt x="319" y="639"/>
                  <a:pt x="319" y="639"/>
                </a:cubicBezTo>
                <a:cubicBezTo>
                  <a:pt x="319" y="639"/>
                  <a:pt x="319" y="639"/>
                  <a:pt x="319" y="639"/>
                </a:cubicBezTo>
                <a:cubicBezTo>
                  <a:pt x="319" y="639"/>
                  <a:pt x="319" y="639"/>
                  <a:pt x="319" y="639"/>
                </a:cubicBezTo>
                <a:cubicBezTo>
                  <a:pt x="319" y="639"/>
                  <a:pt x="319" y="639"/>
                  <a:pt x="319" y="639"/>
                </a:cubicBezTo>
                <a:cubicBezTo>
                  <a:pt x="319" y="639"/>
                  <a:pt x="319" y="639"/>
                  <a:pt x="319" y="639"/>
                </a:cubicBezTo>
                <a:cubicBezTo>
                  <a:pt x="320" y="639"/>
                  <a:pt x="320" y="639"/>
                  <a:pt x="320" y="639"/>
                </a:cubicBezTo>
                <a:cubicBezTo>
                  <a:pt x="320" y="639"/>
                  <a:pt x="320" y="639"/>
                  <a:pt x="320" y="639"/>
                </a:cubicBezTo>
                <a:cubicBezTo>
                  <a:pt x="320" y="639"/>
                  <a:pt x="320" y="639"/>
                  <a:pt x="320" y="639"/>
                </a:cubicBezTo>
                <a:cubicBezTo>
                  <a:pt x="320" y="639"/>
                  <a:pt x="320" y="639"/>
                  <a:pt x="320" y="639"/>
                </a:cubicBezTo>
                <a:cubicBezTo>
                  <a:pt x="320" y="640"/>
                  <a:pt x="320" y="640"/>
                  <a:pt x="320" y="640"/>
                </a:cubicBezTo>
                <a:cubicBezTo>
                  <a:pt x="320" y="640"/>
                  <a:pt x="320" y="640"/>
                  <a:pt x="320" y="640"/>
                </a:cubicBezTo>
                <a:cubicBezTo>
                  <a:pt x="320" y="640"/>
                  <a:pt x="320" y="640"/>
                  <a:pt x="320" y="640"/>
                </a:cubicBezTo>
                <a:cubicBezTo>
                  <a:pt x="320" y="640"/>
                  <a:pt x="320" y="640"/>
                  <a:pt x="320" y="640"/>
                </a:cubicBezTo>
                <a:cubicBezTo>
                  <a:pt x="319" y="641"/>
                  <a:pt x="319" y="641"/>
                  <a:pt x="319" y="641"/>
                </a:cubicBezTo>
                <a:cubicBezTo>
                  <a:pt x="319" y="641"/>
                  <a:pt x="319" y="641"/>
                  <a:pt x="319" y="641"/>
                </a:cubicBezTo>
                <a:cubicBezTo>
                  <a:pt x="319" y="641"/>
                  <a:pt x="319" y="641"/>
                  <a:pt x="319" y="641"/>
                </a:cubicBezTo>
                <a:cubicBezTo>
                  <a:pt x="319" y="641"/>
                  <a:pt x="319" y="641"/>
                  <a:pt x="319" y="641"/>
                </a:cubicBezTo>
                <a:cubicBezTo>
                  <a:pt x="318" y="641"/>
                  <a:pt x="318" y="641"/>
                  <a:pt x="318" y="641"/>
                </a:cubicBezTo>
                <a:cubicBezTo>
                  <a:pt x="318" y="641"/>
                  <a:pt x="318" y="641"/>
                  <a:pt x="318" y="641"/>
                </a:cubicBezTo>
                <a:cubicBezTo>
                  <a:pt x="318" y="641"/>
                  <a:pt x="318" y="641"/>
                  <a:pt x="318" y="641"/>
                </a:cubicBezTo>
                <a:cubicBezTo>
                  <a:pt x="318" y="641"/>
                  <a:pt x="318" y="641"/>
                  <a:pt x="318" y="641"/>
                </a:cubicBezTo>
                <a:cubicBezTo>
                  <a:pt x="317" y="641"/>
                  <a:pt x="317" y="641"/>
                  <a:pt x="317" y="641"/>
                </a:cubicBezTo>
                <a:cubicBezTo>
                  <a:pt x="317" y="641"/>
                  <a:pt x="317" y="641"/>
                  <a:pt x="317" y="641"/>
                </a:cubicBezTo>
                <a:cubicBezTo>
                  <a:pt x="317" y="641"/>
                  <a:pt x="317" y="641"/>
                  <a:pt x="317" y="641"/>
                </a:cubicBezTo>
                <a:cubicBezTo>
                  <a:pt x="317" y="641"/>
                  <a:pt x="317" y="641"/>
                  <a:pt x="317" y="641"/>
                </a:cubicBezTo>
                <a:cubicBezTo>
                  <a:pt x="316" y="641"/>
                  <a:pt x="316" y="641"/>
                  <a:pt x="316" y="641"/>
                </a:cubicBezTo>
                <a:cubicBezTo>
                  <a:pt x="316" y="641"/>
                  <a:pt x="316" y="641"/>
                  <a:pt x="316" y="641"/>
                </a:cubicBezTo>
                <a:cubicBezTo>
                  <a:pt x="316" y="641"/>
                  <a:pt x="316" y="641"/>
                  <a:pt x="316" y="641"/>
                </a:cubicBezTo>
                <a:cubicBezTo>
                  <a:pt x="316" y="641"/>
                  <a:pt x="316" y="641"/>
                  <a:pt x="316" y="641"/>
                </a:cubicBezTo>
                <a:cubicBezTo>
                  <a:pt x="307" y="649"/>
                  <a:pt x="307" y="649"/>
                  <a:pt x="307" y="649"/>
                </a:cubicBezTo>
                <a:cubicBezTo>
                  <a:pt x="307" y="649"/>
                  <a:pt x="307" y="649"/>
                  <a:pt x="307" y="649"/>
                </a:cubicBezTo>
                <a:cubicBezTo>
                  <a:pt x="306" y="650"/>
                  <a:pt x="306" y="650"/>
                  <a:pt x="306" y="650"/>
                </a:cubicBezTo>
                <a:cubicBezTo>
                  <a:pt x="306" y="650"/>
                  <a:pt x="306" y="650"/>
                  <a:pt x="306" y="650"/>
                </a:cubicBezTo>
                <a:cubicBezTo>
                  <a:pt x="306" y="650"/>
                  <a:pt x="306" y="650"/>
                  <a:pt x="306" y="650"/>
                </a:cubicBezTo>
                <a:cubicBezTo>
                  <a:pt x="306" y="650"/>
                  <a:pt x="306" y="650"/>
                  <a:pt x="306" y="650"/>
                </a:cubicBezTo>
                <a:cubicBezTo>
                  <a:pt x="306" y="651"/>
                  <a:pt x="306" y="651"/>
                  <a:pt x="306" y="651"/>
                </a:cubicBezTo>
                <a:cubicBezTo>
                  <a:pt x="306" y="651"/>
                  <a:pt x="306" y="651"/>
                  <a:pt x="306" y="651"/>
                </a:cubicBezTo>
                <a:cubicBezTo>
                  <a:pt x="306" y="651"/>
                  <a:pt x="306" y="651"/>
                  <a:pt x="306" y="651"/>
                </a:cubicBezTo>
                <a:cubicBezTo>
                  <a:pt x="306" y="651"/>
                  <a:pt x="306" y="651"/>
                  <a:pt x="306" y="651"/>
                </a:cubicBezTo>
                <a:cubicBezTo>
                  <a:pt x="306" y="652"/>
                  <a:pt x="306" y="652"/>
                  <a:pt x="306" y="652"/>
                </a:cubicBezTo>
                <a:cubicBezTo>
                  <a:pt x="306" y="652"/>
                  <a:pt x="306" y="652"/>
                  <a:pt x="306" y="652"/>
                </a:cubicBezTo>
                <a:cubicBezTo>
                  <a:pt x="306" y="652"/>
                  <a:pt x="306" y="652"/>
                  <a:pt x="306" y="652"/>
                </a:cubicBezTo>
                <a:cubicBezTo>
                  <a:pt x="306" y="652"/>
                  <a:pt x="306" y="652"/>
                  <a:pt x="306" y="652"/>
                </a:cubicBezTo>
                <a:cubicBezTo>
                  <a:pt x="306" y="653"/>
                  <a:pt x="306" y="653"/>
                  <a:pt x="306" y="653"/>
                </a:cubicBezTo>
                <a:cubicBezTo>
                  <a:pt x="306" y="653"/>
                  <a:pt x="306" y="653"/>
                  <a:pt x="306" y="653"/>
                </a:cubicBezTo>
                <a:cubicBezTo>
                  <a:pt x="307" y="653"/>
                  <a:pt x="307" y="653"/>
                  <a:pt x="307" y="653"/>
                </a:cubicBezTo>
                <a:cubicBezTo>
                  <a:pt x="307" y="653"/>
                  <a:pt x="307" y="653"/>
                  <a:pt x="307" y="653"/>
                </a:cubicBezTo>
                <a:cubicBezTo>
                  <a:pt x="308" y="653"/>
                  <a:pt x="308" y="653"/>
                  <a:pt x="308" y="653"/>
                </a:cubicBezTo>
                <a:cubicBezTo>
                  <a:pt x="308" y="653"/>
                  <a:pt x="308" y="653"/>
                  <a:pt x="308" y="653"/>
                </a:cubicBezTo>
                <a:cubicBezTo>
                  <a:pt x="310" y="652"/>
                  <a:pt x="310" y="652"/>
                  <a:pt x="310" y="652"/>
                </a:cubicBezTo>
                <a:cubicBezTo>
                  <a:pt x="310" y="652"/>
                  <a:pt x="310" y="652"/>
                  <a:pt x="310" y="652"/>
                </a:cubicBezTo>
                <a:cubicBezTo>
                  <a:pt x="311" y="650"/>
                  <a:pt x="311" y="650"/>
                  <a:pt x="311" y="650"/>
                </a:cubicBezTo>
                <a:cubicBezTo>
                  <a:pt x="311" y="650"/>
                  <a:pt x="311" y="650"/>
                  <a:pt x="311" y="650"/>
                </a:cubicBezTo>
                <a:cubicBezTo>
                  <a:pt x="312" y="649"/>
                  <a:pt x="312" y="649"/>
                  <a:pt x="312" y="649"/>
                </a:cubicBezTo>
                <a:cubicBezTo>
                  <a:pt x="312" y="649"/>
                  <a:pt x="312" y="649"/>
                  <a:pt x="312" y="649"/>
                </a:cubicBezTo>
                <a:cubicBezTo>
                  <a:pt x="314" y="649"/>
                  <a:pt x="314" y="649"/>
                  <a:pt x="314" y="649"/>
                </a:cubicBezTo>
                <a:cubicBezTo>
                  <a:pt x="314" y="649"/>
                  <a:pt x="314" y="649"/>
                  <a:pt x="314" y="649"/>
                </a:cubicBezTo>
                <a:cubicBezTo>
                  <a:pt x="315" y="648"/>
                  <a:pt x="315" y="648"/>
                  <a:pt x="315" y="648"/>
                </a:cubicBezTo>
                <a:cubicBezTo>
                  <a:pt x="315" y="648"/>
                  <a:pt x="315" y="648"/>
                  <a:pt x="315" y="648"/>
                </a:cubicBezTo>
                <a:cubicBezTo>
                  <a:pt x="317" y="648"/>
                  <a:pt x="317" y="648"/>
                  <a:pt x="317" y="648"/>
                </a:cubicBezTo>
                <a:cubicBezTo>
                  <a:pt x="317" y="648"/>
                  <a:pt x="317" y="648"/>
                  <a:pt x="317" y="648"/>
                </a:cubicBezTo>
                <a:cubicBezTo>
                  <a:pt x="319" y="648"/>
                  <a:pt x="319" y="648"/>
                  <a:pt x="319" y="648"/>
                </a:cubicBezTo>
                <a:cubicBezTo>
                  <a:pt x="319" y="648"/>
                  <a:pt x="319" y="648"/>
                  <a:pt x="319" y="648"/>
                </a:cubicBezTo>
                <a:cubicBezTo>
                  <a:pt x="320" y="648"/>
                  <a:pt x="320" y="648"/>
                  <a:pt x="320" y="648"/>
                </a:cubicBezTo>
                <a:cubicBezTo>
                  <a:pt x="320" y="648"/>
                  <a:pt x="320" y="648"/>
                  <a:pt x="320" y="648"/>
                </a:cubicBezTo>
                <a:cubicBezTo>
                  <a:pt x="320" y="649"/>
                  <a:pt x="320" y="649"/>
                  <a:pt x="320" y="649"/>
                </a:cubicBezTo>
                <a:cubicBezTo>
                  <a:pt x="320" y="649"/>
                  <a:pt x="320" y="649"/>
                  <a:pt x="320" y="649"/>
                </a:cubicBezTo>
                <a:cubicBezTo>
                  <a:pt x="321" y="649"/>
                  <a:pt x="321" y="649"/>
                  <a:pt x="321" y="649"/>
                </a:cubicBezTo>
                <a:cubicBezTo>
                  <a:pt x="321" y="649"/>
                  <a:pt x="321" y="649"/>
                  <a:pt x="321" y="649"/>
                </a:cubicBezTo>
                <a:cubicBezTo>
                  <a:pt x="321" y="650"/>
                  <a:pt x="321" y="650"/>
                  <a:pt x="321" y="650"/>
                </a:cubicBezTo>
                <a:cubicBezTo>
                  <a:pt x="321" y="650"/>
                  <a:pt x="321" y="650"/>
                  <a:pt x="321" y="650"/>
                </a:cubicBezTo>
                <a:cubicBezTo>
                  <a:pt x="321" y="651"/>
                  <a:pt x="321" y="651"/>
                  <a:pt x="321" y="651"/>
                </a:cubicBezTo>
                <a:cubicBezTo>
                  <a:pt x="321" y="651"/>
                  <a:pt x="321" y="651"/>
                  <a:pt x="321" y="651"/>
                </a:cubicBezTo>
                <a:cubicBezTo>
                  <a:pt x="321" y="651"/>
                  <a:pt x="321" y="651"/>
                  <a:pt x="321" y="651"/>
                </a:cubicBezTo>
                <a:cubicBezTo>
                  <a:pt x="321" y="651"/>
                  <a:pt x="321" y="651"/>
                  <a:pt x="321" y="651"/>
                </a:cubicBezTo>
                <a:cubicBezTo>
                  <a:pt x="321" y="652"/>
                  <a:pt x="321" y="652"/>
                  <a:pt x="321" y="652"/>
                </a:cubicBezTo>
                <a:cubicBezTo>
                  <a:pt x="321" y="652"/>
                  <a:pt x="321" y="652"/>
                  <a:pt x="321" y="652"/>
                </a:cubicBezTo>
                <a:cubicBezTo>
                  <a:pt x="322" y="653"/>
                  <a:pt x="322" y="653"/>
                  <a:pt x="322" y="653"/>
                </a:cubicBezTo>
                <a:cubicBezTo>
                  <a:pt x="322" y="653"/>
                  <a:pt x="322" y="653"/>
                  <a:pt x="322" y="653"/>
                </a:cubicBezTo>
                <a:cubicBezTo>
                  <a:pt x="315" y="659"/>
                  <a:pt x="315" y="659"/>
                  <a:pt x="315" y="659"/>
                </a:cubicBezTo>
                <a:cubicBezTo>
                  <a:pt x="315" y="659"/>
                  <a:pt x="315" y="659"/>
                  <a:pt x="315" y="659"/>
                </a:cubicBezTo>
                <a:cubicBezTo>
                  <a:pt x="309" y="664"/>
                  <a:pt x="309" y="664"/>
                  <a:pt x="309" y="664"/>
                </a:cubicBezTo>
                <a:cubicBezTo>
                  <a:pt x="309" y="664"/>
                  <a:pt x="309" y="664"/>
                  <a:pt x="309" y="664"/>
                </a:cubicBezTo>
                <a:cubicBezTo>
                  <a:pt x="304" y="669"/>
                  <a:pt x="304" y="669"/>
                  <a:pt x="304" y="669"/>
                </a:cubicBezTo>
                <a:cubicBezTo>
                  <a:pt x="304" y="669"/>
                  <a:pt x="304" y="669"/>
                  <a:pt x="304" y="669"/>
                </a:cubicBezTo>
                <a:cubicBezTo>
                  <a:pt x="303" y="676"/>
                  <a:pt x="303" y="676"/>
                  <a:pt x="303" y="676"/>
                </a:cubicBezTo>
                <a:cubicBezTo>
                  <a:pt x="303" y="676"/>
                  <a:pt x="303" y="676"/>
                  <a:pt x="303" y="676"/>
                </a:cubicBezTo>
                <a:cubicBezTo>
                  <a:pt x="304" y="676"/>
                  <a:pt x="304" y="676"/>
                  <a:pt x="304" y="676"/>
                </a:cubicBezTo>
                <a:cubicBezTo>
                  <a:pt x="304" y="676"/>
                  <a:pt x="304" y="676"/>
                  <a:pt x="304" y="676"/>
                </a:cubicBezTo>
                <a:cubicBezTo>
                  <a:pt x="305" y="676"/>
                  <a:pt x="305" y="676"/>
                  <a:pt x="305" y="676"/>
                </a:cubicBezTo>
                <a:cubicBezTo>
                  <a:pt x="305" y="676"/>
                  <a:pt x="305" y="676"/>
                  <a:pt x="305" y="676"/>
                </a:cubicBezTo>
                <a:cubicBezTo>
                  <a:pt x="305" y="676"/>
                  <a:pt x="305" y="676"/>
                  <a:pt x="305" y="676"/>
                </a:cubicBezTo>
                <a:cubicBezTo>
                  <a:pt x="305" y="676"/>
                  <a:pt x="305" y="676"/>
                  <a:pt x="305" y="676"/>
                </a:cubicBezTo>
                <a:cubicBezTo>
                  <a:pt x="306" y="676"/>
                  <a:pt x="306" y="676"/>
                  <a:pt x="306" y="676"/>
                </a:cubicBezTo>
                <a:cubicBezTo>
                  <a:pt x="306" y="676"/>
                  <a:pt x="306" y="676"/>
                  <a:pt x="306" y="676"/>
                </a:cubicBezTo>
                <a:cubicBezTo>
                  <a:pt x="306" y="675"/>
                  <a:pt x="306" y="675"/>
                  <a:pt x="306" y="675"/>
                </a:cubicBezTo>
                <a:cubicBezTo>
                  <a:pt x="306" y="675"/>
                  <a:pt x="306" y="675"/>
                  <a:pt x="306" y="675"/>
                </a:cubicBezTo>
                <a:cubicBezTo>
                  <a:pt x="307" y="674"/>
                  <a:pt x="307" y="674"/>
                  <a:pt x="307" y="674"/>
                </a:cubicBezTo>
                <a:cubicBezTo>
                  <a:pt x="307" y="674"/>
                  <a:pt x="307" y="674"/>
                  <a:pt x="307" y="674"/>
                </a:cubicBezTo>
                <a:cubicBezTo>
                  <a:pt x="307" y="674"/>
                  <a:pt x="307" y="674"/>
                  <a:pt x="307" y="674"/>
                </a:cubicBezTo>
                <a:cubicBezTo>
                  <a:pt x="307" y="674"/>
                  <a:pt x="307" y="674"/>
                  <a:pt x="307" y="674"/>
                </a:cubicBezTo>
                <a:cubicBezTo>
                  <a:pt x="308" y="673"/>
                  <a:pt x="308" y="673"/>
                  <a:pt x="308" y="673"/>
                </a:cubicBezTo>
                <a:cubicBezTo>
                  <a:pt x="308" y="673"/>
                  <a:pt x="308" y="673"/>
                  <a:pt x="308" y="673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8" y="671"/>
                  <a:pt x="308" y="671"/>
                  <a:pt x="308" y="671"/>
                </a:cubicBezTo>
                <a:cubicBezTo>
                  <a:pt x="308" y="671"/>
                  <a:pt x="308" y="671"/>
                  <a:pt x="308" y="671"/>
                </a:cubicBezTo>
                <a:cubicBezTo>
                  <a:pt x="308" y="671"/>
                  <a:pt x="308" y="671"/>
                  <a:pt x="308" y="671"/>
                </a:cubicBezTo>
                <a:cubicBezTo>
                  <a:pt x="308" y="671"/>
                  <a:pt x="308" y="671"/>
                  <a:pt x="308" y="671"/>
                </a:cubicBezTo>
                <a:cubicBezTo>
                  <a:pt x="308" y="670"/>
                  <a:pt x="308" y="670"/>
                  <a:pt x="308" y="670"/>
                </a:cubicBezTo>
                <a:cubicBezTo>
                  <a:pt x="308" y="670"/>
                  <a:pt x="308" y="670"/>
                  <a:pt x="308" y="670"/>
                </a:cubicBezTo>
                <a:cubicBezTo>
                  <a:pt x="308" y="670"/>
                  <a:pt x="308" y="670"/>
                  <a:pt x="308" y="670"/>
                </a:cubicBezTo>
                <a:cubicBezTo>
                  <a:pt x="308" y="670"/>
                  <a:pt x="308" y="670"/>
                  <a:pt x="308" y="670"/>
                </a:cubicBezTo>
                <a:cubicBezTo>
                  <a:pt x="308" y="670"/>
                  <a:pt x="308" y="670"/>
                  <a:pt x="308" y="670"/>
                </a:cubicBezTo>
                <a:cubicBezTo>
                  <a:pt x="308" y="670"/>
                  <a:pt x="308" y="670"/>
                  <a:pt x="308" y="670"/>
                </a:cubicBezTo>
                <a:cubicBezTo>
                  <a:pt x="309" y="670"/>
                  <a:pt x="309" y="670"/>
                  <a:pt x="309" y="670"/>
                </a:cubicBezTo>
                <a:cubicBezTo>
                  <a:pt x="309" y="670"/>
                  <a:pt x="309" y="670"/>
                  <a:pt x="309" y="670"/>
                </a:cubicBezTo>
                <a:cubicBezTo>
                  <a:pt x="309" y="671"/>
                  <a:pt x="309" y="671"/>
                  <a:pt x="309" y="671"/>
                </a:cubicBezTo>
                <a:cubicBezTo>
                  <a:pt x="309" y="671"/>
                  <a:pt x="309" y="671"/>
                  <a:pt x="309" y="671"/>
                </a:cubicBezTo>
                <a:cubicBezTo>
                  <a:pt x="309" y="672"/>
                  <a:pt x="309" y="672"/>
                  <a:pt x="309" y="672"/>
                </a:cubicBezTo>
                <a:cubicBezTo>
                  <a:pt x="309" y="672"/>
                  <a:pt x="309" y="672"/>
                  <a:pt x="309" y="672"/>
                </a:cubicBezTo>
                <a:cubicBezTo>
                  <a:pt x="309" y="673"/>
                  <a:pt x="309" y="673"/>
                  <a:pt x="309" y="673"/>
                </a:cubicBezTo>
                <a:cubicBezTo>
                  <a:pt x="309" y="673"/>
                  <a:pt x="309" y="673"/>
                  <a:pt x="309" y="673"/>
                </a:cubicBezTo>
                <a:cubicBezTo>
                  <a:pt x="309" y="674"/>
                  <a:pt x="309" y="674"/>
                  <a:pt x="309" y="674"/>
                </a:cubicBezTo>
                <a:cubicBezTo>
                  <a:pt x="309" y="674"/>
                  <a:pt x="309" y="674"/>
                  <a:pt x="309" y="674"/>
                </a:cubicBezTo>
                <a:cubicBezTo>
                  <a:pt x="309" y="675"/>
                  <a:pt x="309" y="675"/>
                  <a:pt x="309" y="675"/>
                </a:cubicBezTo>
                <a:cubicBezTo>
                  <a:pt x="309" y="675"/>
                  <a:pt x="309" y="675"/>
                  <a:pt x="309" y="675"/>
                </a:cubicBezTo>
                <a:cubicBezTo>
                  <a:pt x="309" y="676"/>
                  <a:pt x="309" y="676"/>
                  <a:pt x="309" y="676"/>
                </a:cubicBezTo>
                <a:cubicBezTo>
                  <a:pt x="309" y="676"/>
                  <a:pt x="309" y="676"/>
                  <a:pt x="309" y="676"/>
                </a:cubicBezTo>
                <a:cubicBezTo>
                  <a:pt x="308" y="676"/>
                  <a:pt x="308" y="676"/>
                  <a:pt x="308" y="676"/>
                </a:cubicBezTo>
                <a:cubicBezTo>
                  <a:pt x="308" y="676"/>
                  <a:pt x="308" y="676"/>
                  <a:pt x="308" y="676"/>
                </a:cubicBezTo>
                <a:cubicBezTo>
                  <a:pt x="308" y="677"/>
                  <a:pt x="308" y="677"/>
                  <a:pt x="308" y="677"/>
                </a:cubicBezTo>
                <a:cubicBezTo>
                  <a:pt x="308" y="677"/>
                  <a:pt x="308" y="677"/>
                  <a:pt x="308" y="677"/>
                </a:cubicBezTo>
                <a:cubicBezTo>
                  <a:pt x="304" y="681"/>
                  <a:pt x="304" y="681"/>
                  <a:pt x="304" y="681"/>
                </a:cubicBezTo>
                <a:cubicBezTo>
                  <a:pt x="304" y="681"/>
                  <a:pt x="304" y="681"/>
                  <a:pt x="304" y="681"/>
                </a:cubicBezTo>
                <a:cubicBezTo>
                  <a:pt x="304" y="685"/>
                  <a:pt x="304" y="685"/>
                  <a:pt x="304" y="685"/>
                </a:cubicBezTo>
                <a:cubicBezTo>
                  <a:pt x="304" y="685"/>
                  <a:pt x="304" y="685"/>
                  <a:pt x="304" y="685"/>
                </a:cubicBezTo>
                <a:cubicBezTo>
                  <a:pt x="304" y="688"/>
                  <a:pt x="304" y="688"/>
                  <a:pt x="304" y="688"/>
                </a:cubicBezTo>
                <a:cubicBezTo>
                  <a:pt x="304" y="688"/>
                  <a:pt x="304" y="688"/>
                  <a:pt x="304" y="688"/>
                </a:cubicBezTo>
                <a:cubicBezTo>
                  <a:pt x="304" y="692"/>
                  <a:pt x="304" y="692"/>
                  <a:pt x="304" y="692"/>
                </a:cubicBezTo>
                <a:cubicBezTo>
                  <a:pt x="304" y="692"/>
                  <a:pt x="304" y="692"/>
                  <a:pt x="304" y="692"/>
                </a:cubicBezTo>
                <a:cubicBezTo>
                  <a:pt x="305" y="696"/>
                  <a:pt x="305" y="696"/>
                  <a:pt x="305" y="696"/>
                </a:cubicBezTo>
                <a:cubicBezTo>
                  <a:pt x="305" y="696"/>
                  <a:pt x="305" y="696"/>
                  <a:pt x="305" y="696"/>
                </a:cubicBezTo>
                <a:cubicBezTo>
                  <a:pt x="305" y="701"/>
                  <a:pt x="305" y="701"/>
                  <a:pt x="305" y="701"/>
                </a:cubicBezTo>
                <a:cubicBezTo>
                  <a:pt x="305" y="701"/>
                  <a:pt x="305" y="701"/>
                  <a:pt x="305" y="701"/>
                </a:cubicBezTo>
                <a:cubicBezTo>
                  <a:pt x="306" y="704"/>
                  <a:pt x="306" y="704"/>
                  <a:pt x="306" y="704"/>
                </a:cubicBezTo>
                <a:cubicBezTo>
                  <a:pt x="306" y="704"/>
                  <a:pt x="306" y="704"/>
                  <a:pt x="306" y="704"/>
                </a:cubicBezTo>
                <a:cubicBezTo>
                  <a:pt x="306" y="708"/>
                  <a:pt x="306" y="708"/>
                  <a:pt x="306" y="708"/>
                </a:cubicBezTo>
                <a:cubicBezTo>
                  <a:pt x="306" y="708"/>
                  <a:pt x="306" y="708"/>
                  <a:pt x="306" y="708"/>
                </a:cubicBezTo>
                <a:cubicBezTo>
                  <a:pt x="306" y="712"/>
                  <a:pt x="306" y="712"/>
                  <a:pt x="306" y="712"/>
                </a:cubicBezTo>
                <a:cubicBezTo>
                  <a:pt x="306" y="712"/>
                  <a:pt x="306" y="712"/>
                  <a:pt x="306" y="712"/>
                </a:cubicBezTo>
                <a:cubicBezTo>
                  <a:pt x="306" y="713"/>
                  <a:pt x="306" y="713"/>
                  <a:pt x="306" y="713"/>
                </a:cubicBezTo>
                <a:cubicBezTo>
                  <a:pt x="306" y="713"/>
                  <a:pt x="306" y="713"/>
                  <a:pt x="306" y="713"/>
                </a:cubicBezTo>
                <a:cubicBezTo>
                  <a:pt x="306" y="713"/>
                  <a:pt x="306" y="713"/>
                  <a:pt x="306" y="713"/>
                </a:cubicBezTo>
                <a:cubicBezTo>
                  <a:pt x="306" y="713"/>
                  <a:pt x="306" y="713"/>
                  <a:pt x="306" y="713"/>
                </a:cubicBezTo>
                <a:cubicBezTo>
                  <a:pt x="306" y="713"/>
                  <a:pt x="306" y="713"/>
                  <a:pt x="306" y="713"/>
                </a:cubicBezTo>
                <a:cubicBezTo>
                  <a:pt x="306" y="713"/>
                  <a:pt x="306" y="713"/>
                  <a:pt x="306" y="713"/>
                </a:cubicBezTo>
                <a:cubicBezTo>
                  <a:pt x="305" y="713"/>
                  <a:pt x="305" y="713"/>
                  <a:pt x="305" y="713"/>
                </a:cubicBezTo>
                <a:cubicBezTo>
                  <a:pt x="305" y="713"/>
                  <a:pt x="305" y="713"/>
                  <a:pt x="305" y="713"/>
                </a:cubicBezTo>
                <a:cubicBezTo>
                  <a:pt x="305" y="713"/>
                  <a:pt x="305" y="713"/>
                  <a:pt x="305" y="713"/>
                </a:cubicBezTo>
                <a:cubicBezTo>
                  <a:pt x="305" y="713"/>
                  <a:pt x="305" y="713"/>
                  <a:pt x="305" y="713"/>
                </a:cubicBezTo>
                <a:cubicBezTo>
                  <a:pt x="305" y="713"/>
                  <a:pt x="305" y="713"/>
                  <a:pt x="305" y="713"/>
                </a:cubicBezTo>
                <a:cubicBezTo>
                  <a:pt x="305" y="713"/>
                  <a:pt x="305" y="713"/>
                  <a:pt x="305" y="713"/>
                </a:cubicBezTo>
                <a:cubicBezTo>
                  <a:pt x="304" y="713"/>
                  <a:pt x="304" y="713"/>
                  <a:pt x="304" y="713"/>
                </a:cubicBezTo>
                <a:cubicBezTo>
                  <a:pt x="304" y="713"/>
                  <a:pt x="304" y="713"/>
                  <a:pt x="304" y="713"/>
                </a:cubicBezTo>
                <a:cubicBezTo>
                  <a:pt x="304" y="713"/>
                  <a:pt x="304" y="713"/>
                  <a:pt x="304" y="713"/>
                </a:cubicBezTo>
                <a:close/>
                <a:moveTo>
                  <a:pt x="506" y="712"/>
                </a:moveTo>
                <a:cubicBezTo>
                  <a:pt x="506" y="710"/>
                  <a:pt x="506" y="710"/>
                  <a:pt x="506" y="710"/>
                </a:cubicBezTo>
                <a:cubicBezTo>
                  <a:pt x="506" y="710"/>
                  <a:pt x="506" y="710"/>
                  <a:pt x="506" y="710"/>
                </a:cubicBezTo>
                <a:cubicBezTo>
                  <a:pt x="507" y="710"/>
                  <a:pt x="507" y="710"/>
                  <a:pt x="507" y="710"/>
                </a:cubicBezTo>
                <a:cubicBezTo>
                  <a:pt x="507" y="710"/>
                  <a:pt x="507" y="710"/>
                  <a:pt x="507" y="710"/>
                </a:cubicBezTo>
                <a:cubicBezTo>
                  <a:pt x="509" y="709"/>
                  <a:pt x="509" y="709"/>
                  <a:pt x="509" y="709"/>
                </a:cubicBezTo>
                <a:cubicBezTo>
                  <a:pt x="509" y="709"/>
                  <a:pt x="509" y="709"/>
                  <a:pt x="509" y="709"/>
                </a:cubicBezTo>
                <a:cubicBezTo>
                  <a:pt x="511" y="708"/>
                  <a:pt x="511" y="708"/>
                  <a:pt x="511" y="708"/>
                </a:cubicBezTo>
                <a:cubicBezTo>
                  <a:pt x="511" y="708"/>
                  <a:pt x="511" y="708"/>
                  <a:pt x="511" y="708"/>
                </a:cubicBezTo>
                <a:cubicBezTo>
                  <a:pt x="512" y="708"/>
                  <a:pt x="512" y="708"/>
                  <a:pt x="512" y="708"/>
                </a:cubicBezTo>
                <a:cubicBezTo>
                  <a:pt x="512" y="708"/>
                  <a:pt x="512" y="708"/>
                  <a:pt x="512" y="708"/>
                </a:cubicBezTo>
                <a:cubicBezTo>
                  <a:pt x="514" y="707"/>
                  <a:pt x="514" y="707"/>
                  <a:pt x="514" y="707"/>
                </a:cubicBezTo>
                <a:cubicBezTo>
                  <a:pt x="514" y="707"/>
                  <a:pt x="514" y="707"/>
                  <a:pt x="514" y="707"/>
                </a:cubicBezTo>
                <a:cubicBezTo>
                  <a:pt x="516" y="706"/>
                  <a:pt x="516" y="706"/>
                  <a:pt x="516" y="706"/>
                </a:cubicBezTo>
                <a:cubicBezTo>
                  <a:pt x="516" y="706"/>
                  <a:pt x="516" y="706"/>
                  <a:pt x="516" y="706"/>
                </a:cubicBezTo>
                <a:cubicBezTo>
                  <a:pt x="517" y="705"/>
                  <a:pt x="517" y="705"/>
                  <a:pt x="517" y="705"/>
                </a:cubicBezTo>
                <a:cubicBezTo>
                  <a:pt x="517" y="705"/>
                  <a:pt x="517" y="705"/>
                  <a:pt x="517" y="705"/>
                </a:cubicBezTo>
                <a:cubicBezTo>
                  <a:pt x="520" y="703"/>
                  <a:pt x="520" y="703"/>
                  <a:pt x="520" y="703"/>
                </a:cubicBezTo>
                <a:cubicBezTo>
                  <a:pt x="520" y="703"/>
                  <a:pt x="520" y="703"/>
                  <a:pt x="520" y="703"/>
                </a:cubicBezTo>
                <a:cubicBezTo>
                  <a:pt x="522" y="701"/>
                  <a:pt x="522" y="701"/>
                  <a:pt x="522" y="701"/>
                </a:cubicBezTo>
                <a:cubicBezTo>
                  <a:pt x="522" y="701"/>
                  <a:pt x="522" y="701"/>
                  <a:pt x="522" y="701"/>
                </a:cubicBezTo>
                <a:cubicBezTo>
                  <a:pt x="525" y="699"/>
                  <a:pt x="525" y="699"/>
                  <a:pt x="525" y="699"/>
                </a:cubicBezTo>
                <a:cubicBezTo>
                  <a:pt x="525" y="699"/>
                  <a:pt x="525" y="699"/>
                  <a:pt x="525" y="699"/>
                </a:cubicBezTo>
                <a:cubicBezTo>
                  <a:pt x="527" y="696"/>
                  <a:pt x="527" y="696"/>
                  <a:pt x="527" y="696"/>
                </a:cubicBezTo>
                <a:cubicBezTo>
                  <a:pt x="527" y="696"/>
                  <a:pt x="527" y="696"/>
                  <a:pt x="527" y="696"/>
                </a:cubicBezTo>
                <a:cubicBezTo>
                  <a:pt x="528" y="693"/>
                  <a:pt x="528" y="693"/>
                  <a:pt x="528" y="693"/>
                </a:cubicBezTo>
                <a:cubicBezTo>
                  <a:pt x="528" y="693"/>
                  <a:pt x="528" y="693"/>
                  <a:pt x="528" y="693"/>
                </a:cubicBezTo>
                <a:cubicBezTo>
                  <a:pt x="530" y="690"/>
                  <a:pt x="530" y="690"/>
                  <a:pt x="530" y="690"/>
                </a:cubicBezTo>
                <a:cubicBezTo>
                  <a:pt x="530" y="690"/>
                  <a:pt x="530" y="690"/>
                  <a:pt x="530" y="690"/>
                </a:cubicBezTo>
                <a:cubicBezTo>
                  <a:pt x="531" y="687"/>
                  <a:pt x="531" y="687"/>
                  <a:pt x="531" y="687"/>
                </a:cubicBezTo>
                <a:cubicBezTo>
                  <a:pt x="531" y="687"/>
                  <a:pt x="531" y="687"/>
                  <a:pt x="531" y="687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3" y="683"/>
                  <a:pt x="533" y="683"/>
                  <a:pt x="533" y="683"/>
                </a:cubicBezTo>
                <a:cubicBezTo>
                  <a:pt x="532" y="682"/>
                  <a:pt x="532" y="682"/>
                  <a:pt x="532" y="682"/>
                </a:cubicBezTo>
                <a:cubicBezTo>
                  <a:pt x="532" y="682"/>
                  <a:pt x="532" y="682"/>
                  <a:pt x="532" y="682"/>
                </a:cubicBezTo>
                <a:cubicBezTo>
                  <a:pt x="532" y="682"/>
                  <a:pt x="532" y="682"/>
                  <a:pt x="532" y="682"/>
                </a:cubicBezTo>
                <a:cubicBezTo>
                  <a:pt x="532" y="682"/>
                  <a:pt x="532" y="682"/>
                  <a:pt x="532" y="682"/>
                </a:cubicBezTo>
                <a:cubicBezTo>
                  <a:pt x="532" y="682"/>
                  <a:pt x="532" y="682"/>
                  <a:pt x="532" y="682"/>
                </a:cubicBezTo>
                <a:cubicBezTo>
                  <a:pt x="532" y="682"/>
                  <a:pt x="532" y="682"/>
                  <a:pt x="532" y="682"/>
                </a:cubicBezTo>
                <a:cubicBezTo>
                  <a:pt x="532" y="681"/>
                  <a:pt x="532" y="681"/>
                  <a:pt x="532" y="681"/>
                </a:cubicBezTo>
                <a:cubicBezTo>
                  <a:pt x="532" y="681"/>
                  <a:pt x="532" y="681"/>
                  <a:pt x="532" y="681"/>
                </a:cubicBezTo>
                <a:cubicBezTo>
                  <a:pt x="529" y="682"/>
                  <a:pt x="529" y="682"/>
                  <a:pt x="529" y="682"/>
                </a:cubicBezTo>
                <a:cubicBezTo>
                  <a:pt x="529" y="682"/>
                  <a:pt x="529" y="682"/>
                  <a:pt x="529" y="682"/>
                </a:cubicBezTo>
                <a:cubicBezTo>
                  <a:pt x="526" y="682"/>
                  <a:pt x="526" y="682"/>
                  <a:pt x="526" y="682"/>
                </a:cubicBezTo>
                <a:cubicBezTo>
                  <a:pt x="526" y="682"/>
                  <a:pt x="526" y="682"/>
                  <a:pt x="526" y="682"/>
                </a:cubicBezTo>
                <a:cubicBezTo>
                  <a:pt x="523" y="684"/>
                  <a:pt x="523" y="684"/>
                  <a:pt x="523" y="684"/>
                </a:cubicBezTo>
                <a:cubicBezTo>
                  <a:pt x="523" y="684"/>
                  <a:pt x="523" y="684"/>
                  <a:pt x="523" y="684"/>
                </a:cubicBezTo>
                <a:cubicBezTo>
                  <a:pt x="520" y="685"/>
                  <a:pt x="520" y="685"/>
                  <a:pt x="520" y="685"/>
                </a:cubicBezTo>
                <a:cubicBezTo>
                  <a:pt x="520" y="685"/>
                  <a:pt x="520" y="685"/>
                  <a:pt x="520" y="685"/>
                </a:cubicBezTo>
                <a:cubicBezTo>
                  <a:pt x="517" y="686"/>
                  <a:pt x="517" y="686"/>
                  <a:pt x="517" y="686"/>
                </a:cubicBezTo>
                <a:cubicBezTo>
                  <a:pt x="517" y="686"/>
                  <a:pt x="517" y="686"/>
                  <a:pt x="517" y="686"/>
                </a:cubicBezTo>
                <a:cubicBezTo>
                  <a:pt x="514" y="688"/>
                  <a:pt x="514" y="688"/>
                  <a:pt x="514" y="688"/>
                </a:cubicBezTo>
                <a:cubicBezTo>
                  <a:pt x="514" y="688"/>
                  <a:pt x="514" y="688"/>
                  <a:pt x="514" y="688"/>
                </a:cubicBezTo>
                <a:cubicBezTo>
                  <a:pt x="511" y="689"/>
                  <a:pt x="511" y="689"/>
                  <a:pt x="511" y="689"/>
                </a:cubicBezTo>
                <a:cubicBezTo>
                  <a:pt x="511" y="689"/>
                  <a:pt x="511" y="689"/>
                  <a:pt x="511" y="689"/>
                </a:cubicBezTo>
                <a:cubicBezTo>
                  <a:pt x="508" y="690"/>
                  <a:pt x="508" y="690"/>
                  <a:pt x="508" y="690"/>
                </a:cubicBezTo>
                <a:cubicBezTo>
                  <a:pt x="508" y="690"/>
                  <a:pt x="508" y="690"/>
                  <a:pt x="508" y="690"/>
                </a:cubicBezTo>
                <a:cubicBezTo>
                  <a:pt x="501" y="694"/>
                  <a:pt x="501" y="694"/>
                  <a:pt x="501" y="694"/>
                </a:cubicBezTo>
                <a:cubicBezTo>
                  <a:pt x="501" y="694"/>
                  <a:pt x="501" y="694"/>
                  <a:pt x="501" y="694"/>
                </a:cubicBezTo>
                <a:cubicBezTo>
                  <a:pt x="500" y="694"/>
                  <a:pt x="500" y="694"/>
                  <a:pt x="500" y="694"/>
                </a:cubicBezTo>
                <a:cubicBezTo>
                  <a:pt x="500" y="694"/>
                  <a:pt x="500" y="694"/>
                  <a:pt x="500" y="694"/>
                </a:cubicBezTo>
                <a:cubicBezTo>
                  <a:pt x="499" y="695"/>
                  <a:pt x="499" y="695"/>
                  <a:pt x="499" y="695"/>
                </a:cubicBezTo>
                <a:cubicBezTo>
                  <a:pt x="499" y="695"/>
                  <a:pt x="499" y="695"/>
                  <a:pt x="499" y="695"/>
                </a:cubicBezTo>
                <a:cubicBezTo>
                  <a:pt x="498" y="695"/>
                  <a:pt x="498" y="695"/>
                  <a:pt x="498" y="695"/>
                </a:cubicBezTo>
                <a:cubicBezTo>
                  <a:pt x="498" y="695"/>
                  <a:pt x="498" y="695"/>
                  <a:pt x="498" y="695"/>
                </a:cubicBezTo>
                <a:cubicBezTo>
                  <a:pt x="498" y="695"/>
                  <a:pt x="498" y="695"/>
                  <a:pt x="498" y="695"/>
                </a:cubicBezTo>
                <a:cubicBezTo>
                  <a:pt x="498" y="695"/>
                  <a:pt x="498" y="695"/>
                  <a:pt x="498" y="695"/>
                </a:cubicBezTo>
                <a:cubicBezTo>
                  <a:pt x="497" y="696"/>
                  <a:pt x="497" y="696"/>
                  <a:pt x="497" y="696"/>
                </a:cubicBezTo>
                <a:cubicBezTo>
                  <a:pt x="497" y="696"/>
                  <a:pt x="497" y="696"/>
                  <a:pt x="497" y="696"/>
                </a:cubicBezTo>
                <a:cubicBezTo>
                  <a:pt x="496" y="696"/>
                  <a:pt x="496" y="696"/>
                  <a:pt x="496" y="696"/>
                </a:cubicBezTo>
                <a:cubicBezTo>
                  <a:pt x="496" y="696"/>
                  <a:pt x="496" y="696"/>
                  <a:pt x="496" y="696"/>
                </a:cubicBezTo>
                <a:cubicBezTo>
                  <a:pt x="495" y="696"/>
                  <a:pt x="495" y="696"/>
                  <a:pt x="495" y="696"/>
                </a:cubicBezTo>
                <a:cubicBezTo>
                  <a:pt x="495" y="696"/>
                  <a:pt x="495" y="696"/>
                  <a:pt x="495" y="696"/>
                </a:cubicBezTo>
                <a:cubicBezTo>
                  <a:pt x="494" y="695"/>
                  <a:pt x="494" y="695"/>
                  <a:pt x="494" y="695"/>
                </a:cubicBezTo>
                <a:cubicBezTo>
                  <a:pt x="494" y="695"/>
                  <a:pt x="494" y="695"/>
                  <a:pt x="494" y="695"/>
                </a:cubicBezTo>
                <a:cubicBezTo>
                  <a:pt x="487" y="690"/>
                  <a:pt x="487" y="690"/>
                  <a:pt x="487" y="690"/>
                </a:cubicBezTo>
                <a:cubicBezTo>
                  <a:pt x="487" y="690"/>
                  <a:pt x="487" y="690"/>
                  <a:pt x="487" y="690"/>
                </a:cubicBezTo>
                <a:cubicBezTo>
                  <a:pt x="490" y="690"/>
                  <a:pt x="490" y="690"/>
                  <a:pt x="490" y="690"/>
                </a:cubicBezTo>
                <a:cubicBezTo>
                  <a:pt x="490" y="690"/>
                  <a:pt x="490" y="690"/>
                  <a:pt x="490" y="690"/>
                </a:cubicBezTo>
                <a:cubicBezTo>
                  <a:pt x="493" y="689"/>
                  <a:pt x="493" y="689"/>
                  <a:pt x="493" y="689"/>
                </a:cubicBezTo>
                <a:cubicBezTo>
                  <a:pt x="493" y="689"/>
                  <a:pt x="493" y="689"/>
                  <a:pt x="493" y="689"/>
                </a:cubicBezTo>
                <a:cubicBezTo>
                  <a:pt x="496" y="688"/>
                  <a:pt x="496" y="688"/>
                  <a:pt x="496" y="688"/>
                </a:cubicBezTo>
                <a:cubicBezTo>
                  <a:pt x="496" y="688"/>
                  <a:pt x="496" y="688"/>
                  <a:pt x="496" y="688"/>
                </a:cubicBezTo>
                <a:cubicBezTo>
                  <a:pt x="499" y="686"/>
                  <a:pt x="499" y="686"/>
                  <a:pt x="499" y="686"/>
                </a:cubicBezTo>
                <a:cubicBezTo>
                  <a:pt x="499" y="686"/>
                  <a:pt x="499" y="686"/>
                  <a:pt x="499" y="686"/>
                </a:cubicBezTo>
                <a:cubicBezTo>
                  <a:pt x="502" y="685"/>
                  <a:pt x="502" y="685"/>
                  <a:pt x="502" y="685"/>
                </a:cubicBezTo>
                <a:cubicBezTo>
                  <a:pt x="502" y="685"/>
                  <a:pt x="502" y="685"/>
                  <a:pt x="502" y="685"/>
                </a:cubicBezTo>
                <a:cubicBezTo>
                  <a:pt x="506" y="684"/>
                  <a:pt x="506" y="684"/>
                  <a:pt x="506" y="684"/>
                </a:cubicBezTo>
                <a:cubicBezTo>
                  <a:pt x="506" y="684"/>
                  <a:pt x="506" y="684"/>
                  <a:pt x="506" y="684"/>
                </a:cubicBezTo>
                <a:cubicBezTo>
                  <a:pt x="509" y="683"/>
                  <a:pt x="509" y="683"/>
                  <a:pt x="509" y="683"/>
                </a:cubicBezTo>
                <a:cubicBezTo>
                  <a:pt x="509" y="683"/>
                  <a:pt x="509" y="683"/>
                  <a:pt x="509" y="683"/>
                </a:cubicBezTo>
                <a:cubicBezTo>
                  <a:pt x="512" y="683"/>
                  <a:pt x="512" y="683"/>
                  <a:pt x="512" y="683"/>
                </a:cubicBezTo>
                <a:cubicBezTo>
                  <a:pt x="512" y="683"/>
                  <a:pt x="512" y="683"/>
                  <a:pt x="512" y="683"/>
                </a:cubicBezTo>
                <a:cubicBezTo>
                  <a:pt x="522" y="679"/>
                  <a:pt x="522" y="679"/>
                  <a:pt x="522" y="679"/>
                </a:cubicBezTo>
                <a:cubicBezTo>
                  <a:pt x="522" y="679"/>
                  <a:pt x="522" y="679"/>
                  <a:pt x="522" y="679"/>
                </a:cubicBezTo>
                <a:cubicBezTo>
                  <a:pt x="533" y="677"/>
                  <a:pt x="533" y="677"/>
                  <a:pt x="533" y="677"/>
                </a:cubicBezTo>
                <a:cubicBezTo>
                  <a:pt x="533" y="677"/>
                  <a:pt x="533" y="677"/>
                  <a:pt x="533" y="677"/>
                </a:cubicBezTo>
                <a:cubicBezTo>
                  <a:pt x="534" y="674"/>
                  <a:pt x="534" y="674"/>
                  <a:pt x="534" y="674"/>
                </a:cubicBezTo>
                <a:cubicBezTo>
                  <a:pt x="534" y="674"/>
                  <a:pt x="534" y="674"/>
                  <a:pt x="534" y="674"/>
                </a:cubicBezTo>
                <a:cubicBezTo>
                  <a:pt x="536" y="671"/>
                  <a:pt x="536" y="671"/>
                  <a:pt x="536" y="671"/>
                </a:cubicBezTo>
                <a:cubicBezTo>
                  <a:pt x="536" y="671"/>
                  <a:pt x="536" y="671"/>
                  <a:pt x="536" y="671"/>
                </a:cubicBezTo>
                <a:cubicBezTo>
                  <a:pt x="536" y="668"/>
                  <a:pt x="536" y="668"/>
                  <a:pt x="536" y="668"/>
                </a:cubicBezTo>
                <a:cubicBezTo>
                  <a:pt x="536" y="668"/>
                  <a:pt x="536" y="668"/>
                  <a:pt x="536" y="668"/>
                </a:cubicBezTo>
                <a:cubicBezTo>
                  <a:pt x="536" y="664"/>
                  <a:pt x="536" y="664"/>
                  <a:pt x="536" y="664"/>
                </a:cubicBezTo>
                <a:cubicBezTo>
                  <a:pt x="536" y="664"/>
                  <a:pt x="536" y="664"/>
                  <a:pt x="536" y="664"/>
                </a:cubicBezTo>
                <a:cubicBezTo>
                  <a:pt x="536" y="661"/>
                  <a:pt x="536" y="661"/>
                  <a:pt x="536" y="661"/>
                </a:cubicBezTo>
                <a:cubicBezTo>
                  <a:pt x="536" y="661"/>
                  <a:pt x="536" y="661"/>
                  <a:pt x="536" y="661"/>
                </a:cubicBezTo>
                <a:cubicBezTo>
                  <a:pt x="536" y="657"/>
                  <a:pt x="536" y="657"/>
                  <a:pt x="536" y="657"/>
                </a:cubicBezTo>
                <a:cubicBezTo>
                  <a:pt x="536" y="657"/>
                  <a:pt x="536" y="657"/>
                  <a:pt x="536" y="657"/>
                </a:cubicBezTo>
                <a:cubicBezTo>
                  <a:pt x="536" y="654"/>
                  <a:pt x="536" y="654"/>
                  <a:pt x="536" y="654"/>
                </a:cubicBezTo>
                <a:cubicBezTo>
                  <a:pt x="536" y="654"/>
                  <a:pt x="536" y="654"/>
                  <a:pt x="536" y="654"/>
                </a:cubicBezTo>
                <a:cubicBezTo>
                  <a:pt x="536" y="650"/>
                  <a:pt x="536" y="650"/>
                  <a:pt x="535" y="647"/>
                </a:cubicBezTo>
                <a:cubicBezTo>
                  <a:pt x="535" y="647"/>
                  <a:pt x="535" y="647"/>
                  <a:pt x="535" y="647"/>
                </a:cubicBezTo>
                <a:cubicBezTo>
                  <a:pt x="535" y="645"/>
                  <a:pt x="534" y="644"/>
                  <a:pt x="534" y="643"/>
                </a:cubicBezTo>
                <a:cubicBezTo>
                  <a:pt x="534" y="643"/>
                  <a:pt x="534" y="643"/>
                  <a:pt x="534" y="643"/>
                </a:cubicBezTo>
                <a:cubicBezTo>
                  <a:pt x="534" y="641"/>
                  <a:pt x="534" y="641"/>
                  <a:pt x="534" y="641"/>
                </a:cubicBezTo>
                <a:cubicBezTo>
                  <a:pt x="534" y="641"/>
                  <a:pt x="534" y="641"/>
                  <a:pt x="534" y="641"/>
                </a:cubicBezTo>
                <a:cubicBezTo>
                  <a:pt x="533" y="639"/>
                  <a:pt x="533" y="639"/>
                  <a:pt x="533" y="639"/>
                </a:cubicBezTo>
                <a:cubicBezTo>
                  <a:pt x="533" y="639"/>
                  <a:pt x="533" y="639"/>
                  <a:pt x="533" y="639"/>
                </a:cubicBezTo>
                <a:cubicBezTo>
                  <a:pt x="532" y="637"/>
                  <a:pt x="532" y="637"/>
                  <a:pt x="532" y="637"/>
                </a:cubicBezTo>
                <a:cubicBezTo>
                  <a:pt x="532" y="637"/>
                  <a:pt x="532" y="637"/>
                  <a:pt x="532" y="637"/>
                </a:cubicBezTo>
                <a:cubicBezTo>
                  <a:pt x="531" y="635"/>
                  <a:pt x="531" y="635"/>
                  <a:pt x="531" y="635"/>
                </a:cubicBezTo>
                <a:cubicBezTo>
                  <a:pt x="531" y="635"/>
                  <a:pt x="531" y="635"/>
                  <a:pt x="531" y="635"/>
                </a:cubicBezTo>
                <a:cubicBezTo>
                  <a:pt x="531" y="635"/>
                  <a:pt x="531" y="635"/>
                  <a:pt x="531" y="635"/>
                </a:cubicBezTo>
                <a:cubicBezTo>
                  <a:pt x="531" y="635"/>
                  <a:pt x="531" y="635"/>
                  <a:pt x="531" y="635"/>
                </a:cubicBezTo>
                <a:cubicBezTo>
                  <a:pt x="531" y="635"/>
                  <a:pt x="531" y="635"/>
                  <a:pt x="531" y="635"/>
                </a:cubicBezTo>
                <a:cubicBezTo>
                  <a:pt x="531" y="635"/>
                  <a:pt x="531" y="635"/>
                  <a:pt x="531" y="635"/>
                </a:cubicBezTo>
                <a:cubicBezTo>
                  <a:pt x="532" y="635"/>
                  <a:pt x="532" y="635"/>
                  <a:pt x="532" y="635"/>
                </a:cubicBezTo>
                <a:cubicBezTo>
                  <a:pt x="532" y="635"/>
                  <a:pt x="532" y="635"/>
                  <a:pt x="532" y="635"/>
                </a:cubicBezTo>
                <a:cubicBezTo>
                  <a:pt x="533" y="635"/>
                  <a:pt x="533" y="635"/>
                  <a:pt x="533" y="635"/>
                </a:cubicBezTo>
                <a:cubicBezTo>
                  <a:pt x="533" y="635"/>
                  <a:pt x="533" y="635"/>
                  <a:pt x="533" y="635"/>
                </a:cubicBezTo>
                <a:cubicBezTo>
                  <a:pt x="533" y="635"/>
                  <a:pt x="533" y="635"/>
                  <a:pt x="533" y="635"/>
                </a:cubicBezTo>
                <a:cubicBezTo>
                  <a:pt x="533" y="635"/>
                  <a:pt x="533" y="635"/>
                  <a:pt x="533" y="635"/>
                </a:cubicBezTo>
                <a:cubicBezTo>
                  <a:pt x="534" y="635"/>
                  <a:pt x="534" y="635"/>
                  <a:pt x="534" y="635"/>
                </a:cubicBezTo>
                <a:cubicBezTo>
                  <a:pt x="534" y="635"/>
                  <a:pt x="534" y="635"/>
                  <a:pt x="534" y="635"/>
                </a:cubicBezTo>
                <a:cubicBezTo>
                  <a:pt x="534" y="635"/>
                  <a:pt x="534" y="635"/>
                  <a:pt x="534" y="635"/>
                </a:cubicBezTo>
                <a:cubicBezTo>
                  <a:pt x="534" y="635"/>
                  <a:pt x="534" y="635"/>
                  <a:pt x="534" y="635"/>
                </a:cubicBezTo>
                <a:cubicBezTo>
                  <a:pt x="536" y="637"/>
                  <a:pt x="536" y="637"/>
                  <a:pt x="536" y="637"/>
                </a:cubicBezTo>
                <a:cubicBezTo>
                  <a:pt x="536" y="637"/>
                  <a:pt x="536" y="637"/>
                  <a:pt x="536" y="637"/>
                </a:cubicBezTo>
                <a:cubicBezTo>
                  <a:pt x="538" y="638"/>
                  <a:pt x="538" y="638"/>
                  <a:pt x="538" y="638"/>
                </a:cubicBezTo>
                <a:cubicBezTo>
                  <a:pt x="538" y="638"/>
                  <a:pt x="538" y="638"/>
                  <a:pt x="538" y="638"/>
                </a:cubicBezTo>
                <a:cubicBezTo>
                  <a:pt x="540" y="640"/>
                  <a:pt x="540" y="640"/>
                  <a:pt x="540" y="640"/>
                </a:cubicBezTo>
                <a:cubicBezTo>
                  <a:pt x="540" y="640"/>
                  <a:pt x="540" y="640"/>
                  <a:pt x="540" y="640"/>
                </a:cubicBezTo>
                <a:cubicBezTo>
                  <a:pt x="541" y="641"/>
                  <a:pt x="541" y="641"/>
                  <a:pt x="541" y="641"/>
                </a:cubicBezTo>
                <a:cubicBezTo>
                  <a:pt x="541" y="641"/>
                  <a:pt x="541" y="641"/>
                  <a:pt x="541" y="641"/>
                </a:cubicBezTo>
                <a:cubicBezTo>
                  <a:pt x="542" y="642"/>
                  <a:pt x="542" y="642"/>
                  <a:pt x="543" y="643"/>
                </a:cubicBezTo>
                <a:cubicBezTo>
                  <a:pt x="543" y="643"/>
                  <a:pt x="543" y="643"/>
                  <a:pt x="543" y="643"/>
                </a:cubicBezTo>
                <a:cubicBezTo>
                  <a:pt x="544" y="645"/>
                  <a:pt x="544" y="645"/>
                  <a:pt x="544" y="647"/>
                </a:cubicBezTo>
                <a:cubicBezTo>
                  <a:pt x="544" y="647"/>
                  <a:pt x="544" y="647"/>
                  <a:pt x="544" y="647"/>
                </a:cubicBezTo>
                <a:cubicBezTo>
                  <a:pt x="544" y="648"/>
                  <a:pt x="544" y="648"/>
                  <a:pt x="544" y="649"/>
                </a:cubicBezTo>
                <a:cubicBezTo>
                  <a:pt x="544" y="649"/>
                  <a:pt x="544" y="649"/>
                  <a:pt x="544" y="649"/>
                </a:cubicBezTo>
                <a:cubicBezTo>
                  <a:pt x="539" y="675"/>
                  <a:pt x="539" y="675"/>
                  <a:pt x="539" y="675"/>
                </a:cubicBezTo>
                <a:cubicBezTo>
                  <a:pt x="540" y="675"/>
                  <a:pt x="540" y="675"/>
                  <a:pt x="540" y="675"/>
                </a:cubicBezTo>
                <a:cubicBezTo>
                  <a:pt x="543" y="674"/>
                  <a:pt x="543" y="674"/>
                  <a:pt x="543" y="674"/>
                </a:cubicBezTo>
                <a:cubicBezTo>
                  <a:pt x="543" y="674"/>
                  <a:pt x="543" y="674"/>
                  <a:pt x="543" y="674"/>
                </a:cubicBezTo>
                <a:cubicBezTo>
                  <a:pt x="545" y="674"/>
                  <a:pt x="545" y="674"/>
                  <a:pt x="545" y="674"/>
                </a:cubicBezTo>
                <a:cubicBezTo>
                  <a:pt x="545" y="674"/>
                  <a:pt x="545" y="674"/>
                  <a:pt x="545" y="674"/>
                </a:cubicBezTo>
                <a:cubicBezTo>
                  <a:pt x="548" y="672"/>
                  <a:pt x="548" y="672"/>
                  <a:pt x="548" y="672"/>
                </a:cubicBezTo>
                <a:cubicBezTo>
                  <a:pt x="548" y="672"/>
                  <a:pt x="548" y="672"/>
                  <a:pt x="548" y="672"/>
                </a:cubicBezTo>
                <a:cubicBezTo>
                  <a:pt x="551" y="671"/>
                  <a:pt x="551" y="671"/>
                  <a:pt x="551" y="671"/>
                </a:cubicBezTo>
                <a:cubicBezTo>
                  <a:pt x="551" y="671"/>
                  <a:pt x="551" y="671"/>
                  <a:pt x="551" y="671"/>
                </a:cubicBezTo>
                <a:cubicBezTo>
                  <a:pt x="553" y="670"/>
                  <a:pt x="553" y="670"/>
                  <a:pt x="553" y="670"/>
                </a:cubicBezTo>
                <a:cubicBezTo>
                  <a:pt x="553" y="670"/>
                  <a:pt x="553" y="670"/>
                  <a:pt x="553" y="670"/>
                </a:cubicBezTo>
                <a:cubicBezTo>
                  <a:pt x="555" y="668"/>
                  <a:pt x="555" y="668"/>
                  <a:pt x="555" y="668"/>
                </a:cubicBezTo>
                <a:cubicBezTo>
                  <a:pt x="555" y="668"/>
                  <a:pt x="555" y="668"/>
                  <a:pt x="555" y="668"/>
                </a:cubicBezTo>
                <a:cubicBezTo>
                  <a:pt x="557" y="666"/>
                  <a:pt x="557" y="666"/>
                  <a:pt x="557" y="666"/>
                </a:cubicBezTo>
                <a:cubicBezTo>
                  <a:pt x="557" y="666"/>
                  <a:pt x="557" y="666"/>
                  <a:pt x="557" y="666"/>
                </a:cubicBezTo>
                <a:cubicBezTo>
                  <a:pt x="559" y="664"/>
                  <a:pt x="559" y="664"/>
                  <a:pt x="559" y="664"/>
                </a:cubicBezTo>
                <a:cubicBezTo>
                  <a:pt x="559" y="664"/>
                  <a:pt x="559" y="664"/>
                  <a:pt x="559" y="664"/>
                </a:cubicBezTo>
                <a:cubicBezTo>
                  <a:pt x="560" y="665"/>
                  <a:pt x="560" y="665"/>
                  <a:pt x="560" y="665"/>
                </a:cubicBezTo>
                <a:cubicBezTo>
                  <a:pt x="560" y="665"/>
                  <a:pt x="560" y="665"/>
                  <a:pt x="560" y="665"/>
                </a:cubicBezTo>
                <a:cubicBezTo>
                  <a:pt x="561" y="665"/>
                  <a:pt x="561" y="665"/>
                  <a:pt x="561" y="665"/>
                </a:cubicBezTo>
                <a:cubicBezTo>
                  <a:pt x="561" y="665"/>
                  <a:pt x="561" y="665"/>
                  <a:pt x="561" y="665"/>
                </a:cubicBezTo>
                <a:cubicBezTo>
                  <a:pt x="561" y="665"/>
                  <a:pt x="561" y="665"/>
                  <a:pt x="561" y="665"/>
                </a:cubicBezTo>
                <a:cubicBezTo>
                  <a:pt x="561" y="665"/>
                  <a:pt x="561" y="665"/>
                  <a:pt x="561" y="665"/>
                </a:cubicBezTo>
                <a:cubicBezTo>
                  <a:pt x="562" y="665"/>
                  <a:pt x="562" y="665"/>
                  <a:pt x="562" y="665"/>
                </a:cubicBezTo>
                <a:cubicBezTo>
                  <a:pt x="562" y="665"/>
                  <a:pt x="562" y="665"/>
                  <a:pt x="562" y="665"/>
                </a:cubicBezTo>
                <a:cubicBezTo>
                  <a:pt x="563" y="666"/>
                  <a:pt x="563" y="666"/>
                  <a:pt x="563" y="666"/>
                </a:cubicBezTo>
                <a:cubicBezTo>
                  <a:pt x="563" y="666"/>
                  <a:pt x="563" y="666"/>
                  <a:pt x="563" y="666"/>
                </a:cubicBezTo>
                <a:cubicBezTo>
                  <a:pt x="564" y="666"/>
                  <a:pt x="564" y="666"/>
                  <a:pt x="564" y="666"/>
                </a:cubicBezTo>
                <a:cubicBezTo>
                  <a:pt x="564" y="666"/>
                  <a:pt x="564" y="666"/>
                  <a:pt x="564" y="666"/>
                </a:cubicBezTo>
                <a:cubicBezTo>
                  <a:pt x="564" y="667"/>
                  <a:pt x="564" y="667"/>
                  <a:pt x="564" y="667"/>
                </a:cubicBezTo>
                <a:cubicBezTo>
                  <a:pt x="564" y="667"/>
                  <a:pt x="564" y="667"/>
                  <a:pt x="564" y="667"/>
                </a:cubicBezTo>
                <a:cubicBezTo>
                  <a:pt x="565" y="667"/>
                  <a:pt x="565" y="667"/>
                  <a:pt x="565" y="667"/>
                </a:cubicBezTo>
                <a:cubicBezTo>
                  <a:pt x="565" y="667"/>
                  <a:pt x="565" y="667"/>
                  <a:pt x="565" y="667"/>
                </a:cubicBezTo>
                <a:cubicBezTo>
                  <a:pt x="547" y="676"/>
                  <a:pt x="547" y="676"/>
                  <a:pt x="547" y="676"/>
                </a:cubicBezTo>
                <a:cubicBezTo>
                  <a:pt x="547" y="676"/>
                  <a:pt x="547" y="676"/>
                  <a:pt x="547" y="676"/>
                </a:cubicBezTo>
                <a:cubicBezTo>
                  <a:pt x="546" y="676"/>
                  <a:pt x="546" y="676"/>
                  <a:pt x="546" y="676"/>
                </a:cubicBezTo>
                <a:cubicBezTo>
                  <a:pt x="546" y="676"/>
                  <a:pt x="546" y="676"/>
                  <a:pt x="546" y="676"/>
                </a:cubicBezTo>
                <a:cubicBezTo>
                  <a:pt x="545" y="676"/>
                  <a:pt x="545" y="676"/>
                  <a:pt x="545" y="676"/>
                </a:cubicBezTo>
                <a:cubicBezTo>
                  <a:pt x="545" y="676"/>
                  <a:pt x="545" y="676"/>
                  <a:pt x="545" y="676"/>
                </a:cubicBezTo>
                <a:cubicBezTo>
                  <a:pt x="545" y="676"/>
                  <a:pt x="545" y="676"/>
                  <a:pt x="545" y="676"/>
                </a:cubicBezTo>
                <a:cubicBezTo>
                  <a:pt x="545" y="676"/>
                  <a:pt x="545" y="676"/>
                  <a:pt x="545" y="676"/>
                </a:cubicBezTo>
                <a:cubicBezTo>
                  <a:pt x="544" y="676"/>
                  <a:pt x="544" y="676"/>
                  <a:pt x="544" y="676"/>
                </a:cubicBezTo>
                <a:cubicBezTo>
                  <a:pt x="544" y="676"/>
                  <a:pt x="544" y="676"/>
                  <a:pt x="544" y="676"/>
                </a:cubicBezTo>
                <a:cubicBezTo>
                  <a:pt x="544" y="677"/>
                  <a:pt x="544" y="677"/>
                  <a:pt x="544" y="677"/>
                </a:cubicBezTo>
                <a:cubicBezTo>
                  <a:pt x="544" y="677"/>
                  <a:pt x="544" y="677"/>
                  <a:pt x="544" y="677"/>
                </a:cubicBezTo>
                <a:cubicBezTo>
                  <a:pt x="543" y="677"/>
                  <a:pt x="543" y="677"/>
                  <a:pt x="543" y="677"/>
                </a:cubicBezTo>
                <a:cubicBezTo>
                  <a:pt x="543" y="677"/>
                  <a:pt x="543" y="677"/>
                  <a:pt x="543" y="677"/>
                </a:cubicBezTo>
                <a:cubicBezTo>
                  <a:pt x="543" y="677"/>
                  <a:pt x="543" y="677"/>
                  <a:pt x="543" y="677"/>
                </a:cubicBezTo>
                <a:cubicBezTo>
                  <a:pt x="543" y="677"/>
                  <a:pt x="543" y="677"/>
                  <a:pt x="543" y="677"/>
                </a:cubicBezTo>
                <a:cubicBezTo>
                  <a:pt x="543" y="677"/>
                  <a:pt x="543" y="677"/>
                  <a:pt x="543" y="677"/>
                </a:cubicBezTo>
                <a:cubicBezTo>
                  <a:pt x="543" y="677"/>
                  <a:pt x="543" y="677"/>
                  <a:pt x="543" y="677"/>
                </a:cubicBezTo>
                <a:cubicBezTo>
                  <a:pt x="542" y="678"/>
                  <a:pt x="542" y="678"/>
                  <a:pt x="542" y="678"/>
                </a:cubicBezTo>
                <a:cubicBezTo>
                  <a:pt x="542" y="678"/>
                  <a:pt x="542" y="678"/>
                  <a:pt x="542" y="678"/>
                </a:cubicBezTo>
                <a:cubicBezTo>
                  <a:pt x="542" y="678"/>
                  <a:pt x="542" y="678"/>
                  <a:pt x="542" y="678"/>
                </a:cubicBezTo>
                <a:cubicBezTo>
                  <a:pt x="542" y="678"/>
                  <a:pt x="542" y="678"/>
                  <a:pt x="542" y="678"/>
                </a:cubicBezTo>
                <a:cubicBezTo>
                  <a:pt x="541" y="678"/>
                  <a:pt x="541" y="678"/>
                  <a:pt x="541" y="678"/>
                </a:cubicBezTo>
                <a:cubicBezTo>
                  <a:pt x="541" y="678"/>
                  <a:pt x="541" y="678"/>
                  <a:pt x="541" y="678"/>
                </a:cubicBezTo>
                <a:cubicBezTo>
                  <a:pt x="540" y="678"/>
                  <a:pt x="540" y="678"/>
                  <a:pt x="540" y="678"/>
                </a:cubicBezTo>
                <a:cubicBezTo>
                  <a:pt x="540" y="678"/>
                  <a:pt x="540" y="678"/>
                  <a:pt x="540" y="678"/>
                </a:cubicBezTo>
                <a:cubicBezTo>
                  <a:pt x="540" y="679"/>
                  <a:pt x="540" y="679"/>
                  <a:pt x="540" y="679"/>
                </a:cubicBezTo>
                <a:cubicBezTo>
                  <a:pt x="540" y="679"/>
                  <a:pt x="540" y="679"/>
                  <a:pt x="540" y="679"/>
                </a:cubicBezTo>
                <a:cubicBezTo>
                  <a:pt x="539" y="679"/>
                  <a:pt x="539" y="679"/>
                  <a:pt x="539" y="679"/>
                </a:cubicBezTo>
                <a:cubicBezTo>
                  <a:pt x="539" y="679"/>
                  <a:pt x="539" y="679"/>
                  <a:pt x="539" y="679"/>
                </a:cubicBezTo>
                <a:cubicBezTo>
                  <a:pt x="539" y="679"/>
                  <a:pt x="539" y="679"/>
                  <a:pt x="539" y="679"/>
                </a:cubicBezTo>
                <a:cubicBezTo>
                  <a:pt x="539" y="679"/>
                  <a:pt x="539" y="679"/>
                  <a:pt x="539" y="679"/>
                </a:cubicBezTo>
                <a:cubicBezTo>
                  <a:pt x="538" y="679"/>
                  <a:pt x="538" y="679"/>
                  <a:pt x="538" y="679"/>
                </a:cubicBezTo>
                <a:cubicBezTo>
                  <a:pt x="538" y="679"/>
                  <a:pt x="538" y="679"/>
                  <a:pt x="538" y="679"/>
                </a:cubicBezTo>
                <a:cubicBezTo>
                  <a:pt x="535" y="690"/>
                  <a:pt x="535" y="690"/>
                  <a:pt x="535" y="690"/>
                </a:cubicBezTo>
                <a:cubicBezTo>
                  <a:pt x="535" y="690"/>
                  <a:pt x="535" y="690"/>
                  <a:pt x="535" y="690"/>
                </a:cubicBezTo>
                <a:cubicBezTo>
                  <a:pt x="531" y="698"/>
                  <a:pt x="531" y="698"/>
                  <a:pt x="531" y="698"/>
                </a:cubicBezTo>
                <a:cubicBezTo>
                  <a:pt x="531" y="698"/>
                  <a:pt x="531" y="698"/>
                  <a:pt x="531" y="698"/>
                </a:cubicBezTo>
                <a:cubicBezTo>
                  <a:pt x="530" y="699"/>
                  <a:pt x="530" y="699"/>
                  <a:pt x="530" y="699"/>
                </a:cubicBezTo>
                <a:cubicBezTo>
                  <a:pt x="530" y="699"/>
                  <a:pt x="530" y="699"/>
                  <a:pt x="530" y="699"/>
                </a:cubicBezTo>
                <a:cubicBezTo>
                  <a:pt x="529" y="700"/>
                  <a:pt x="529" y="700"/>
                  <a:pt x="529" y="700"/>
                </a:cubicBezTo>
                <a:cubicBezTo>
                  <a:pt x="529" y="700"/>
                  <a:pt x="529" y="700"/>
                  <a:pt x="529" y="700"/>
                </a:cubicBezTo>
                <a:cubicBezTo>
                  <a:pt x="528" y="701"/>
                  <a:pt x="528" y="701"/>
                  <a:pt x="528" y="701"/>
                </a:cubicBezTo>
                <a:cubicBezTo>
                  <a:pt x="528" y="701"/>
                  <a:pt x="528" y="701"/>
                  <a:pt x="528" y="701"/>
                </a:cubicBezTo>
                <a:cubicBezTo>
                  <a:pt x="527" y="702"/>
                  <a:pt x="527" y="702"/>
                  <a:pt x="527" y="702"/>
                </a:cubicBezTo>
                <a:cubicBezTo>
                  <a:pt x="527" y="702"/>
                  <a:pt x="527" y="702"/>
                  <a:pt x="527" y="702"/>
                </a:cubicBezTo>
                <a:cubicBezTo>
                  <a:pt x="526" y="703"/>
                  <a:pt x="526" y="703"/>
                  <a:pt x="526" y="703"/>
                </a:cubicBezTo>
                <a:cubicBezTo>
                  <a:pt x="526" y="703"/>
                  <a:pt x="526" y="703"/>
                  <a:pt x="526" y="703"/>
                </a:cubicBezTo>
                <a:cubicBezTo>
                  <a:pt x="525" y="704"/>
                  <a:pt x="525" y="704"/>
                  <a:pt x="525" y="704"/>
                </a:cubicBezTo>
                <a:cubicBezTo>
                  <a:pt x="525" y="704"/>
                  <a:pt x="525" y="704"/>
                  <a:pt x="525" y="704"/>
                </a:cubicBezTo>
                <a:cubicBezTo>
                  <a:pt x="523" y="705"/>
                  <a:pt x="523" y="705"/>
                  <a:pt x="523" y="705"/>
                </a:cubicBezTo>
                <a:cubicBezTo>
                  <a:pt x="523" y="705"/>
                  <a:pt x="523" y="705"/>
                  <a:pt x="523" y="705"/>
                </a:cubicBezTo>
                <a:cubicBezTo>
                  <a:pt x="521" y="705"/>
                  <a:pt x="521" y="705"/>
                  <a:pt x="521" y="705"/>
                </a:cubicBezTo>
                <a:cubicBezTo>
                  <a:pt x="521" y="705"/>
                  <a:pt x="521" y="705"/>
                  <a:pt x="521" y="705"/>
                </a:cubicBezTo>
                <a:cubicBezTo>
                  <a:pt x="515" y="708"/>
                  <a:pt x="515" y="708"/>
                  <a:pt x="515" y="708"/>
                </a:cubicBezTo>
                <a:cubicBezTo>
                  <a:pt x="515" y="708"/>
                  <a:pt x="515" y="708"/>
                  <a:pt x="515" y="708"/>
                </a:cubicBezTo>
                <a:cubicBezTo>
                  <a:pt x="515" y="709"/>
                  <a:pt x="515" y="709"/>
                  <a:pt x="515" y="709"/>
                </a:cubicBezTo>
                <a:cubicBezTo>
                  <a:pt x="515" y="709"/>
                  <a:pt x="515" y="709"/>
                  <a:pt x="515" y="709"/>
                </a:cubicBezTo>
                <a:cubicBezTo>
                  <a:pt x="514" y="709"/>
                  <a:pt x="514" y="709"/>
                  <a:pt x="514" y="709"/>
                </a:cubicBezTo>
                <a:cubicBezTo>
                  <a:pt x="514" y="709"/>
                  <a:pt x="514" y="709"/>
                  <a:pt x="514" y="709"/>
                </a:cubicBezTo>
                <a:cubicBezTo>
                  <a:pt x="514" y="709"/>
                  <a:pt x="514" y="709"/>
                  <a:pt x="514" y="709"/>
                </a:cubicBezTo>
                <a:cubicBezTo>
                  <a:pt x="514" y="709"/>
                  <a:pt x="514" y="709"/>
                  <a:pt x="514" y="709"/>
                </a:cubicBezTo>
                <a:cubicBezTo>
                  <a:pt x="514" y="709"/>
                  <a:pt x="514" y="709"/>
                  <a:pt x="514" y="709"/>
                </a:cubicBezTo>
                <a:cubicBezTo>
                  <a:pt x="514" y="709"/>
                  <a:pt x="514" y="709"/>
                  <a:pt x="514" y="709"/>
                </a:cubicBezTo>
                <a:cubicBezTo>
                  <a:pt x="513" y="709"/>
                  <a:pt x="513" y="709"/>
                  <a:pt x="513" y="709"/>
                </a:cubicBezTo>
                <a:cubicBezTo>
                  <a:pt x="513" y="709"/>
                  <a:pt x="513" y="709"/>
                  <a:pt x="513" y="709"/>
                </a:cubicBezTo>
                <a:cubicBezTo>
                  <a:pt x="513" y="710"/>
                  <a:pt x="513" y="710"/>
                  <a:pt x="513" y="710"/>
                </a:cubicBezTo>
                <a:cubicBezTo>
                  <a:pt x="513" y="710"/>
                  <a:pt x="513" y="710"/>
                  <a:pt x="513" y="710"/>
                </a:cubicBezTo>
                <a:cubicBezTo>
                  <a:pt x="512" y="710"/>
                  <a:pt x="512" y="710"/>
                  <a:pt x="512" y="710"/>
                </a:cubicBezTo>
                <a:cubicBezTo>
                  <a:pt x="512" y="710"/>
                  <a:pt x="512" y="710"/>
                  <a:pt x="512" y="710"/>
                </a:cubicBezTo>
                <a:cubicBezTo>
                  <a:pt x="512" y="710"/>
                  <a:pt x="512" y="710"/>
                  <a:pt x="512" y="710"/>
                </a:cubicBezTo>
                <a:cubicBezTo>
                  <a:pt x="512" y="710"/>
                  <a:pt x="512" y="710"/>
                  <a:pt x="512" y="710"/>
                </a:cubicBezTo>
                <a:cubicBezTo>
                  <a:pt x="507" y="712"/>
                  <a:pt x="507" y="712"/>
                  <a:pt x="507" y="712"/>
                </a:cubicBezTo>
                <a:lnTo>
                  <a:pt x="506" y="712"/>
                </a:lnTo>
                <a:close/>
                <a:moveTo>
                  <a:pt x="242" y="710"/>
                </a:moveTo>
                <a:cubicBezTo>
                  <a:pt x="241" y="710"/>
                  <a:pt x="241" y="710"/>
                  <a:pt x="241" y="710"/>
                </a:cubicBezTo>
                <a:cubicBezTo>
                  <a:pt x="241" y="710"/>
                  <a:pt x="241" y="710"/>
                  <a:pt x="241" y="710"/>
                </a:cubicBezTo>
                <a:cubicBezTo>
                  <a:pt x="241" y="710"/>
                  <a:pt x="241" y="710"/>
                  <a:pt x="241" y="710"/>
                </a:cubicBezTo>
                <a:cubicBezTo>
                  <a:pt x="241" y="710"/>
                  <a:pt x="241" y="710"/>
                  <a:pt x="241" y="710"/>
                </a:cubicBezTo>
                <a:cubicBezTo>
                  <a:pt x="241" y="710"/>
                  <a:pt x="241" y="710"/>
                  <a:pt x="241" y="710"/>
                </a:cubicBezTo>
                <a:cubicBezTo>
                  <a:pt x="241" y="710"/>
                  <a:pt x="241" y="710"/>
                  <a:pt x="241" y="710"/>
                </a:cubicBezTo>
                <a:cubicBezTo>
                  <a:pt x="241" y="710"/>
                  <a:pt x="241" y="710"/>
                  <a:pt x="241" y="710"/>
                </a:cubicBezTo>
                <a:cubicBezTo>
                  <a:pt x="241" y="710"/>
                  <a:pt x="241" y="710"/>
                  <a:pt x="241" y="710"/>
                </a:cubicBezTo>
                <a:cubicBezTo>
                  <a:pt x="240" y="710"/>
                  <a:pt x="240" y="710"/>
                  <a:pt x="240" y="710"/>
                </a:cubicBezTo>
                <a:cubicBezTo>
                  <a:pt x="240" y="710"/>
                  <a:pt x="240" y="710"/>
                  <a:pt x="240" y="710"/>
                </a:cubicBezTo>
                <a:cubicBezTo>
                  <a:pt x="240" y="710"/>
                  <a:pt x="240" y="710"/>
                  <a:pt x="240" y="710"/>
                </a:cubicBezTo>
                <a:cubicBezTo>
                  <a:pt x="240" y="710"/>
                  <a:pt x="240" y="710"/>
                  <a:pt x="240" y="710"/>
                </a:cubicBezTo>
                <a:cubicBezTo>
                  <a:pt x="240" y="709"/>
                  <a:pt x="240" y="709"/>
                  <a:pt x="240" y="709"/>
                </a:cubicBezTo>
                <a:cubicBezTo>
                  <a:pt x="240" y="709"/>
                  <a:pt x="240" y="709"/>
                  <a:pt x="240" y="709"/>
                </a:cubicBezTo>
                <a:cubicBezTo>
                  <a:pt x="240" y="709"/>
                  <a:pt x="240" y="709"/>
                  <a:pt x="240" y="709"/>
                </a:cubicBezTo>
                <a:cubicBezTo>
                  <a:pt x="240" y="709"/>
                  <a:pt x="240" y="709"/>
                  <a:pt x="240" y="709"/>
                </a:cubicBezTo>
                <a:cubicBezTo>
                  <a:pt x="240" y="708"/>
                  <a:pt x="240" y="708"/>
                  <a:pt x="240" y="708"/>
                </a:cubicBezTo>
                <a:cubicBezTo>
                  <a:pt x="240" y="708"/>
                  <a:pt x="240" y="708"/>
                  <a:pt x="240" y="708"/>
                </a:cubicBezTo>
                <a:cubicBezTo>
                  <a:pt x="240" y="706"/>
                  <a:pt x="240" y="706"/>
                  <a:pt x="240" y="706"/>
                </a:cubicBezTo>
                <a:cubicBezTo>
                  <a:pt x="240" y="706"/>
                  <a:pt x="240" y="706"/>
                  <a:pt x="240" y="706"/>
                </a:cubicBezTo>
                <a:cubicBezTo>
                  <a:pt x="239" y="705"/>
                  <a:pt x="239" y="705"/>
                  <a:pt x="239" y="705"/>
                </a:cubicBezTo>
                <a:cubicBezTo>
                  <a:pt x="239" y="705"/>
                  <a:pt x="239" y="705"/>
                  <a:pt x="239" y="705"/>
                </a:cubicBezTo>
                <a:cubicBezTo>
                  <a:pt x="239" y="704"/>
                  <a:pt x="239" y="704"/>
                  <a:pt x="239" y="704"/>
                </a:cubicBezTo>
                <a:cubicBezTo>
                  <a:pt x="239" y="704"/>
                  <a:pt x="239" y="704"/>
                  <a:pt x="239" y="704"/>
                </a:cubicBezTo>
                <a:cubicBezTo>
                  <a:pt x="238" y="703"/>
                  <a:pt x="238" y="703"/>
                  <a:pt x="238" y="703"/>
                </a:cubicBezTo>
                <a:cubicBezTo>
                  <a:pt x="238" y="703"/>
                  <a:pt x="238" y="703"/>
                  <a:pt x="238" y="703"/>
                </a:cubicBezTo>
                <a:cubicBezTo>
                  <a:pt x="237" y="702"/>
                  <a:pt x="237" y="702"/>
                  <a:pt x="237" y="702"/>
                </a:cubicBezTo>
                <a:cubicBezTo>
                  <a:pt x="237" y="702"/>
                  <a:pt x="237" y="702"/>
                  <a:pt x="237" y="702"/>
                </a:cubicBezTo>
                <a:cubicBezTo>
                  <a:pt x="236" y="701"/>
                  <a:pt x="236" y="701"/>
                  <a:pt x="236" y="701"/>
                </a:cubicBezTo>
                <a:cubicBezTo>
                  <a:pt x="236" y="701"/>
                  <a:pt x="236" y="701"/>
                  <a:pt x="236" y="701"/>
                </a:cubicBezTo>
                <a:cubicBezTo>
                  <a:pt x="235" y="700"/>
                  <a:pt x="235" y="700"/>
                  <a:pt x="235" y="700"/>
                </a:cubicBezTo>
                <a:cubicBezTo>
                  <a:pt x="235" y="700"/>
                  <a:pt x="235" y="700"/>
                  <a:pt x="235" y="700"/>
                </a:cubicBezTo>
                <a:cubicBezTo>
                  <a:pt x="235" y="700"/>
                  <a:pt x="235" y="700"/>
                  <a:pt x="235" y="700"/>
                </a:cubicBezTo>
                <a:cubicBezTo>
                  <a:pt x="235" y="700"/>
                  <a:pt x="235" y="700"/>
                  <a:pt x="235" y="700"/>
                </a:cubicBezTo>
                <a:cubicBezTo>
                  <a:pt x="235" y="700"/>
                  <a:pt x="235" y="700"/>
                  <a:pt x="235" y="700"/>
                </a:cubicBezTo>
                <a:cubicBezTo>
                  <a:pt x="235" y="700"/>
                  <a:pt x="235" y="700"/>
                  <a:pt x="235" y="700"/>
                </a:cubicBezTo>
                <a:cubicBezTo>
                  <a:pt x="235" y="700"/>
                  <a:pt x="235" y="700"/>
                  <a:pt x="235" y="700"/>
                </a:cubicBezTo>
                <a:cubicBezTo>
                  <a:pt x="235" y="700"/>
                  <a:pt x="235" y="700"/>
                  <a:pt x="235" y="700"/>
                </a:cubicBezTo>
                <a:cubicBezTo>
                  <a:pt x="235" y="699"/>
                  <a:pt x="235" y="699"/>
                  <a:pt x="235" y="699"/>
                </a:cubicBezTo>
                <a:cubicBezTo>
                  <a:pt x="235" y="699"/>
                  <a:pt x="235" y="699"/>
                  <a:pt x="235" y="699"/>
                </a:cubicBezTo>
                <a:cubicBezTo>
                  <a:pt x="236" y="699"/>
                  <a:pt x="236" y="699"/>
                  <a:pt x="236" y="699"/>
                </a:cubicBezTo>
                <a:cubicBezTo>
                  <a:pt x="236" y="699"/>
                  <a:pt x="236" y="699"/>
                  <a:pt x="236" y="699"/>
                </a:cubicBezTo>
                <a:cubicBezTo>
                  <a:pt x="236" y="699"/>
                  <a:pt x="236" y="699"/>
                  <a:pt x="236" y="699"/>
                </a:cubicBezTo>
                <a:cubicBezTo>
                  <a:pt x="236" y="699"/>
                  <a:pt x="236" y="699"/>
                  <a:pt x="236" y="699"/>
                </a:cubicBezTo>
                <a:cubicBezTo>
                  <a:pt x="236" y="699"/>
                  <a:pt x="236" y="699"/>
                  <a:pt x="236" y="699"/>
                </a:cubicBezTo>
                <a:cubicBezTo>
                  <a:pt x="236" y="699"/>
                  <a:pt x="236" y="699"/>
                  <a:pt x="236" y="699"/>
                </a:cubicBezTo>
                <a:cubicBezTo>
                  <a:pt x="237" y="699"/>
                  <a:pt x="237" y="699"/>
                  <a:pt x="237" y="699"/>
                </a:cubicBezTo>
                <a:cubicBezTo>
                  <a:pt x="237" y="699"/>
                  <a:pt x="237" y="699"/>
                  <a:pt x="237" y="699"/>
                </a:cubicBezTo>
                <a:cubicBezTo>
                  <a:pt x="238" y="699"/>
                  <a:pt x="238" y="699"/>
                  <a:pt x="238" y="699"/>
                </a:cubicBezTo>
                <a:cubicBezTo>
                  <a:pt x="238" y="699"/>
                  <a:pt x="238" y="699"/>
                  <a:pt x="238" y="699"/>
                </a:cubicBezTo>
                <a:cubicBezTo>
                  <a:pt x="239" y="700"/>
                  <a:pt x="239" y="700"/>
                  <a:pt x="239" y="700"/>
                </a:cubicBezTo>
                <a:cubicBezTo>
                  <a:pt x="239" y="700"/>
                  <a:pt x="239" y="700"/>
                  <a:pt x="239" y="700"/>
                </a:cubicBezTo>
                <a:cubicBezTo>
                  <a:pt x="241" y="701"/>
                  <a:pt x="241" y="701"/>
                  <a:pt x="241" y="701"/>
                </a:cubicBezTo>
                <a:cubicBezTo>
                  <a:pt x="241" y="701"/>
                  <a:pt x="241" y="701"/>
                  <a:pt x="241" y="701"/>
                </a:cubicBezTo>
                <a:cubicBezTo>
                  <a:pt x="242" y="702"/>
                  <a:pt x="242" y="702"/>
                  <a:pt x="242" y="702"/>
                </a:cubicBezTo>
                <a:cubicBezTo>
                  <a:pt x="242" y="702"/>
                  <a:pt x="242" y="702"/>
                  <a:pt x="242" y="702"/>
                </a:cubicBezTo>
                <a:cubicBezTo>
                  <a:pt x="244" y="703"/>
                  <a:pt x="244" y="703"/>
                  <a:pt x="244" y="703"/>
                </a:cubicBezTo>
                <a:cubicBezTo>
                  <a:pt x="244" y="703"/>
                  <a:pt x="244" y="703"/>
                  <a:pt x="244" y="703"/>
                </a:cubicBezTo>
                <a:cubicBezTo>
                  <a:pt x="245" y="704"/>
                  <a:pt x="245" y="704"/>
                  <a:pt x="245" y="704"/>
                </a:cubicBezTo>
                <a:cubicBezTo>
                  <a:pt x="245" y="704"/>
                  <a:pt x="245" y="704"/>
                  <a:pt x="245" y="704"/>
                </a:cubicBezTo>
                <a:cubicBezTo>
                  <a:pt x="246" y="705"/>
                  <a:pt x="246" y="705"/>
                  <a:pt x="246" y="705"/>
                </a:cubicBezTo>
                <a:cubicBezTo>
                  <a:pt x="246" y="705"/>
                  <a:pt x="246" y="705"/>
                  <a:pt x="246" y="705"/>
                </a:cubicBezTo>
                <a:cubicBezTo>
                  <a:pt x="247" y="706"/>
                  <a:pt x="247" y="706"/>
                  <a:pt x="247" y="706"/>
                </a:cubicBezTo>
                <a:cubicBezTo>
                  <a:pt x="247" y="706"/>
                  <a:pt x="247" y="706"/>
                  <a:pt x="247" y="706"/>
                </a:cubicBezTo>
                <a:cubicBezTo>
                  <a:pt x="247" y="706"/>
                  <a:pt x="247" y="706"/>
                  <a:pt x="247" y="706"/>
                </a:cubicBezTo>
                <a:cubicBezTo>
                  <a:pt x="247" y="706"/>
                  <a:pt x="247" y="706"/>
                  <a:pt x="247" y="706"/>
                </a:cubicBezTo>
                <a:cubicBezTo>
                  <a:pt x="247" y="706"/>
                  <a:pt x="247" y="706"/>
                  <a:pt x="247" y="706"/>
                </a:cubicBezTo>
                <a:cubicBezTo>
                  <a:pt x="247" y="706"/>
                  <a:pt x="247" y="706"/>
                  <a:pt x="247" y="706"/>
                </a:cubicBezTo>
                <a:cubicBezTo>
                  <a:pt x="247" y="706"/>
                  <a:pt x="247" y="706"/>
                  <a:pt x="247" y="706"/>
                </a:cubicBezTo>
                <a:cubicBezTo>
                  <a:pt x="247" y="706"/>
                  <a:pt x="247" y="706"/>
                  <a:pt x="247" y="706"/>
                </a:cubicBezTo>
                <a:cubicBezTo>
                  <a:pt x="247" y="707"/>
                  <a:pt x="247" y="707"/>
                  <a:pt x="247" y="707"/>
                </a:cubicBezTo>
                <a:cubicBezTo>
                  <a:pt x="247" y="707"/>
                  <a:pt x="247" y="707"/>
                  <a:pt x="247" y="707"/>
                </a:cubicBezTo>
                <a:cubicBezTo>
                  <a:pt x="247" y="707"/>
                  <a:pt x="247" y="707"/>
                  <a:pt x="247" y="707"/>
                </a:cubicBezTo>
                <a:cubicBezTo>
                  <a:pt x="247" y="707"/>
                  <a:pt x="247" y="707"/>
                  <a:pt x="247" y="707"/>
                </a:cubicBezTo>
                <a:cubicBezTo>
                  <a:pt x="247" y="707"/>
                  <a:pt x="247" y="707"/>
                  <a:pt x="247" y="707"/>
                </a:cubicBezTo>
                <a:cubicBezTo>
                  <a:pt x="247" y="707"/>
                  <a:pt x="247" y="707"/>
                  <a:pt x="247" y="707"/>
                </a:cubicBezTo>
                <a:cubicBezTo>
                  <a:pt x="247" y="708"/>
                  <a:pt x="247" y="708"/>
                  <a:pt x="247" y="708"/>
                </a:cubicBezTo>
                <a:cubicBezTo>
                  <a:pt x="247" y="708"/>
                  <a:pt x="247" y="708"/>
                  <a:pt x="247" y="708"/>
                </a:cubicBezTo>
                <a:cubicBezTo>
                  <a:pt x="247" y="708"/>
                  <a:pt x="247" y="708"/>
                  <a:pt x="247" y="708"/>
                </a:cubicBezTo>
                <a:cubicBezTo>
                  <a:pt x="247" y="708"/>
                  <a:pt x="247" y="708"/>
                  <a:pt x="247" y="708"/>
                </a:cubicBezTo>
                <a:cubicBezTo>
                  <a:pt x="247" y="708"/>
                  <a:pt x="247" y="708"/>
                  <a:pt x="247" y="708"/>
                </a:cubicBezTo>
                <a:cubicBezTo>
                  <a:pt x="247" y="708"/>
                  <a:pt x="247" y="708"/>
                  <a:pt x="247" y="708"/>
                </a:cubicBezTo>
                <a:cubicBezTo>
                  <a:pt x="246" y="709"/>
                  <a:pt x="246" y="709"/>
                  <a:pt x="246" y="709"/>
                </a:cubicBezTo>
                <a:cubicBezTo>
                  <a:pt x="246" y="709"/>
                  <a:pt x="246" y="709"/>
                  <a:pt x="246" y="709"/>
                </a:cubicBezTo>
                <a:cubicBezTo>
                  <a:pt x="246" y="709"/>
                  <a:pt x="246" y="709"/>
                  <a:pt x="246" y="709"/>
                </a:cubicBezTo>
                <a:cubicBezTo>
                  <a:pt x="246" y="709"/>
                  <a:pt x="246" y="709"/>
                  <a:pt x="246" y="709"/>
                </a:cubicBezTo>
                <a:cubicBezTo>
                  <a:pt x="245" y="709"/>
                  <a:pt x="245" y="709"/>
                  <a:pt x="245" y="709"/>
                </a:cubicBezTo>
                <a:cubicBezTo>
                  <a:pt x="245" y="709"/>
                  <a:pt x="245" y="709"/>
                  <a:pt x="245" y="709"/>
                </a:cubicBezTo>
                <a:cubicBezTo>
                  <a:pt x="245" y="710"/>
                  <a:pt x="245" y="710"/>
                  <a:pt x="245" y="710"/>
                </a:cubicBezTo>
                <a:cubicBezTo>
                  <a:pt x="245" y="710"/>
                  <a:pt x="245" y="710"/>
                  <a:pt x="245" y="710"/>
                </a:cubicBezTo>
                <a:cubicBezTo>
                  <a:pt x="244" y="710"/>
                  <a:pt x="244" y="710"/>
                  <a:pt x="244" y="710"/>
                </a:cubicBezTo>
                <a:cubicBezTo>
                  <a:pt x="244" y="710"/>
                  <a:pt x="244" y="710"/>
                  <a:pt x="244" y="710"/>
                </a:cubicBezTo>
                <a:cubicBezTo>
                  <a:pt x="244" y="710"/>
                  <a:pt x="244" y="710"/>
                  <a:pt x="244" y="710"/>
                </a:cubicBezTo>
                <a:cubicBezTo>
                  <a:pt x="244" y="710"/>
                  <a:pt x="244" y="710"/>
                  <a:pt x="244" y="710"/>
                </a:cubicBezTo>
                <a:cubicBezTo>
                  <a:pt x="244" y="710"/>
                  <a:pt x="244" y="710"/>
                  <a:pt x="244" y="710"/>
                </a:cubicBezTo>
                <a:cubicBezTo>
                  <a:pt x="244" y="710"/>
                  <a:pt x="244" y="710"/>
                  <a:pt x="244" y="710"/>
                </a:cubicBezTo>
                <a:cubicBezTo>
                  <a:pt x="242" y="710"/>
                  <a:pt x="242" y="710"/>
                  <a:pt x="242" y="710"/>
                </a:cubicBezTo>
                <a:close/>
                <a:moveTo>
                  <a:pt x="468" y="708"/>
                </a:moveTo>
                <a:cubicBezTo>
                  <a:pt x="467" y="707"/>
                  <a:pt x="467" y="707"/>
                  <a:pt x="467" y="707"/>
                </a:cubicBezTo>
                <a:cubicBezTo>
                  <a:pt x="467" y="707"/>
                  <a:pt x="467" y="707"/>
                  <a:pt x="467" y="707"/>
                </a:cubicBezTo>
                <a:cubicBezTo>
                  <a:pt x="466" y="706"/>
                  <a:pt x="466" y="706"/>
                  <a:pt x="466" y="706"/>
                </a:cubicBezTo>
                <a:cubicBezTo>
                  <a:pt x="466" y="706"/>
                  <a:pt x="466" y="706"/>
                  <a:pt x="466" y="706"/>
                </a:cubicBezTo>
                <a:cubicBezTo>
                  <a:pt x="465" y="705"/>
                  <a:pt x="465" y="705"/>
                  <a:pt x="465" y="705"/>
                </a:cubicBezTo>
                <a:cubicBezTo>
                  <a:pt x="465" y="705"/>
                  <a:pt x="465" y="705"/>
                  <a:pt x="465" y="705"/>
                </a:cubicBezTo>
                <a:cubicBezTo>
                  <a:pt x="464" y="704"/>
                  <a:pt x="464" y="704"/>
                  <a:pt x="464" y="704"/>
                </a:cubicBezTo>
                <a:cubicBezTo>
                  <a:pt x="464" y="704"/>
                  <a:pt x="464" y="704"/>
                  <a:pt x="464" y="704"/>
                </a:cubicBezTo>
                <a:cubicBezTo>
                  <a:pt x="463" y="703"/>
                  <a:pt x="463" y="703"/>
                  <a:pt x="463" y="703"/>
                </a:cubicBezTo>
                <a:cubicBezTo>
                  <a:pt x="463" y="703"/>
                  <a:pt x="463" y="703"/>
                  <a:pt x="463" y="703"/>
                </a:cubicBezTo>
                <a:cubicBezTo>
                  <a:pt x="461" y="702"/>
                  <a:pt x="461" y="702"/>
                  <a:pt x="461" y="702"/>
                </a:cubicBezTo>
                <a:cubicBezTo>
                  <a:pt x="461" y="702"/>
                  <a:pt x="461" y="702"/>
                  <a:pt x="461" y="702"/>
                </a:cubicBezTo>
                <a:cubicBezTo>
                  <a:pt x="460" y="701"/>
                  <a:pt x="460" y="701"/>
                  <a:pt x="460" y="701"/>
                </a:cubicBezTo>
                <a:cubicBezTo>
                  <a:pt x="460" y="701"/>
                  <a:pt x="460" y="701"/>
                  <a:pt x="460" y="701"/>
                </a:cubicBezTo>
                <a:cubicBezTo>
                  <a:pt x="459" y="701"/>
                  <a:pt x="459" y="701"/>
                  <a:pt x="459" y="701"/>
                </a:cubicBezTo>
                <a:cubicBezTo>
                  <a:pt x="459" y="701"/>
                  <a:pt x="459" y="701"/>
                  <a:pt x="459" y="701"/>
                </a:cubicBezTo>
                <a:cubicBezTo>
                  <a:pt x="459" y="699"/>
                  <a:pt x="459" y="699"/>
                  <a:pt x="459" y="699"/>
                </a:cubicBezTo>
                <a:cubicBezTo>
                  <a:pt x="459" y="699"/>
                  <a:pt x="459" y="699"/>
                  <a:pt x="459" y="699"/>
                </a:cubicBezTo>
                <a:cubicBezTo>
                  <a:pt x="459" y="699"/>
                  <a:pt x="459" y="699"/>
                  <a:pt x="459" y="699"/>
                </a:cubicBezTo>
                <a:cubicBezTo>
                  <a:pt x="459" y="699"/>
                  <a:pt x="459" y="699"/>
                  <a:pt x="459" y="699"/>
                </a:cubicBezTo>
                <a:cubicBezTo>
                  <a:pt x="461" y="699"/>
                  <a:pt x="461" y="699"/>
                  <a:pt x="461" y="699"/>
                </a:cubicBezTo>
                <a:cubicBezTo>
                  <a:pt x="461" y="699"/>
                  <a:pt x="461" y="699"/>
                  <a:pt x="461" y="699"/>
                </a:cubicBezTo>
                <a:cubicBezTo>
                  <a:pt x="461" y="699"/>
                  <a:pt x="461" y="699"/>
                  <a:pt x="461" y="699"/>
                </a:cubicBezTo>
                <a:cubicBezTo>
                  <a:pt x="461" y="699"/>
                  <a:pt x="461" y="699"/>
                  <a:pt x="461" y="699"/>
                </a:cubicBezTo>
                <a:cubicBezTo>
                  <a:pt x="463" y="699"/>
                  <a:pt x="463" y="699"/>
                  <a:pt x="463" y="699"/>
                </a:cubicBezTo>
                <a:cubicBezTo>
                  <a:pt x="463" y="699"/>
                  <a:pt x="463" y="699"/>
                  <a:pt x="463" y="699"/>
                </a:cubicBezTo>
                <a:cubicBezTo>
                  <a:pt x="464" y="699"/>
                  <a:pt x="464" y="699"/>
                  <a:pt x="464" y="699"/>
                </a:cubicBezTo>
                <a:cubicBezTo>
                  <a:pt x="464" y="699"/>
                  <a:pt x="464" y="699"/>
                  <a:pt x="464" y="699"/>
                </a:cubicBezTo>
                <a:cubicBezTo>
                  <a:pt x="465" y="699"/>
                  <a:pt x="465" y="699"/>
                  <a:pt x="465" y="699"/>
                </a:cubicBezTo>
                <a:cubicBezTo>
                  <a:pt x="465" y="699"/>
                  <a:pt x="465" y="699"/>
                  <a:pt x="465" y="699"/>
                </a:cubicBezTo>
                <a:cubicBezTo>
                  <a:pt x="466" y="699"/>
                  <a:pt x="466" y="699"/>
                  <a:pt x="466" y="699"/>
                </a:cubicBezTo>
                <a:cubicBezTo>
                  <a:pt x="466" y="699"/>
                  <a:pt x="466" y="699"/>
                  <a:pt x="466" y="699"/>
                </a:cubicBezTo>
                <a:cubicBezTo>
                  <a:pt x="467" y="699"/>
                  <a:pt x="467" y="699"/>
                  <a:pt x="467" y="699"/>
                </a:cubicBezTo>
                <a:cubicBezTo>
                  <a:pt x="467" y="699"/>
                  <a:pt x="467" y="699"/>
                  <a:pt x="467" y="699"/>
                </a:cubicBezTo>
                <a:cubicBezTo>
                  <a:pt x="468" y="700"/>
                  <a:pt x="468" y="700"/>
                  <a:pt x="468" y="700"/>
                </a:cubicBezTo>
                <a:cubicBezTo>
                  <a:pt x="468" y="700"/>
                  <a:pt x="468" y="700"/>
                  <a:pt x="468" y="700"/>
                </a:cubicBezTo>
                <a:cubicBezTo>
                  <a:pt x="468" y="700"/>
                  <a:pt x="468" y="700"/>
                  <a:pt x="468" y="700"/>
                </a:cubicBezTo>
                <a:cubicBezTo>
                  <a:pt x="468" y="700"/>
                  <a:pt x="468" y="700"/>
                  <a:pt x="468" y="700"/>
                </a:cubicBezTo>
                <a:cubicBezTo>
                  <a:pt x="469" y="700"/>
                  <a:pt x="469" y="700"/>
                  <a:pt x="469" y="700"/>
                </a:cubicBezTo>
                <a:cubicBezTo>
                  <a:pt x="469" y="700"/>
                  <a:pt x="469" y="700"/>
                  <a:pt x="469" y="700"/>
                </a:cubicBezTo>
                <a:cubicBezTo>
                  <a:pt x="469" y="701"/>
                  <a:pt x="469" y="701"/>
                  <a:pt x="469" y="701"/>
                </a:cubicBezTo>
                <a:cubicBezTo>
                  <a:pt x="469" y="701"/>
                  <a:pt x="469" y="701"/>
                  <a:pt x="469" y="701"/>
                </a:cubicBezTo>
                <a:cubicBezTo>
                  <a:pt x="469" y="701"/>
                  <a:pt x="469" y="701"/>
                  <a:pt x="469" y="701"/>
                </a:cubicBezTo>
                <a:cubicBezTo>
                  <a:pt x="469" y="701"/>
                  <a:pt x="469" y="701"/>
                  <a:pt x="469" y="701"/>
                </a:cubicBezTo>
                <a:cubicBezTo>
                  <a:pt x="470" y="702"/>
                  <a:pt x="470" y="702"/>
                  <a:pt x="470" y="702"/>
                </a:cubicBezTo>
                <a:cubicBezTo>
                  <a:pt x="470" y="702"/>
                  <a:pt x="470" y="702"/>
                  <a:pt x="470" y="702"/>
                </a:cubicBezTo>
                <a:cubicBezTo>
                  <a:pt x="470" y="702"/>
                  <a:pt x="470" y="702"/>
                  <a:pt x="470" y="702"/>
                </a:cubicBezTo>
                <a:cubicBezTo>
                  <a:pt x="470" y="702"/>
                  <a:pt x="470" y="702"/>
                  <a:pt x="470" y="702"/>
                </a:cubicBezTo>
                <a:cubicBezTo>
                  <a:pt x="471" y="703"/>
                  <a:pt x="471" y="703"/>
                  <a:pt x="471" y="703"/>
                </a:cubicBezTo>
                <a:cubicBezTo>
                  <a:pt x="471" y="703"/>
                  <a:pt x="471" y="703"/>
                  <a:pt x="471" y="703"/>
                </a:cubicBezTo>
                <a:cubicBezTo>
                  <a:pt x="471" y="703"/>
                  <a:pt x="471" y="703"/>
                  <a:pt x="471" y="703"/>
                </a:cubicBezTo>
                <a:cubicBezTo>
                  <a:pt x="471" y="703"/>
                  <a:pt x="471" y="703"/>
                  <a:pt x="471" y="703"/>
                </a:cubicBezTo>
                <a:cubicBezTo>
                  <a:pt x="471" y="704"/>
                  <a:pt x="471" y="704"/>
                  <a:pt x="471" y="704"/>
                </a:cubicBezTo>
                <a:cubicBezTo>
                  <a:pt x="471" y="704"/>
                  <a:pt x="471" y="704"/>
                  <a:pt x="471" y="704"/>
                </a:cubicBezTo>
                <a:cubicBezTo>
                  <a:pt x="471" y="705"/>
                  <a:pt x="471" y="705"/>
                  <a:pt x="471" y="705"/>
                </a:cubicBezTo>
                <a:cubicBezTo>
                  <a:pt x="471" y="705"/>
                  <a:pt x="471" y="705"/>
                  <a:pt x="471" y="705"/>
                </a:cubicBezTo>
                <a:cubicBezTo>
                  <a:pt x="471" y="705"/>
                  <a:pt x="471" y="705"/>
                  <a:pt x="471" y="705"/>
                </a:cubicBezTo>
                <a:cubicBezTo>
                  <a:pt x="471" y="705"/>
                  <a:pt x="471" y="705"/>
                  <a:pt x="471" y="705"/>
                </a:cubicBezTo>
                <a:cubicBezTo>
                  <a:pt x="470" y="706"/>
                  <a:pt x="470" y="706"/>
                  <a:pt x="470" y="706"/>
                </a:cubicBezTo>
                <a:cubicBezTo>
                  <a:pt x="470" y="706"/>
                  <a:pt x="470" y="706"/>
                  <a:pt x="470" y="706"/>
                </a:cubicBezTo>
                <a:cubicBezTo>
                  <a:pt x="470" y="706"/>
                  <a:pt x="470" y="706"/>
                  <a:pt x="470" y="706"/>
                </a:cubicBezTo>
                <a:cubicBezTo>
                  <a:pt x="470" y="706"/>
                  <a:pt x="470" y="706"/>
                  <a:pt x="470" y="706"/>
                </a:cubicBezTo>
                <a:cubicBezTo>
                  <a:pt x="470" y="707"/>
                  <a:pt x="470" y="707"/>
                  <a:pt x="470" y="707"/>
                </a:cubicBezTo>
                <a:cubicBezTo>
                  <a:pt x="470" y="707"/>
                  <a:pt x="470" y="707"/>
                  <a:pt x="470" y="707"/>
                </a:cubicBezTo>
                <a:cubicBezTo>
                  <a:pt x="469" y="707"/>
                  <a:pt x="469" y="707"/>
                  <a:pt x="469" y="707"/>
                </a:cubicBezTo>
                <a:cubicBezTo>
                  <a:pt x="469" y="707"/>
                  <a:pt x="469" y="707"/>
                  <a:pt x="469" y="707"/>
                </a:cubicBezTo>
                <a:cubicBezTo>
                  <a:pt x="469" y="708"/>
                  <a:pt x="469" y="708"/>
                  <a:pt x="469" y="708"/>
                </a:cubicBezTo>
                <a:cubicBezTo>
                  <a:pt x="469" y="708"/>
                  <a:pt x="469" y="708"/>
                  <a:pt x="469" y="708"/>
                </a:cubicBezTo>
                <a:cubicBezTo>
                  <a:pt x="469" y="708"/>
                  <a:pt x="469" y="708"/>
                  <a:pt x="469" y="708"/>
                </a:cubicBezTo>
                <a:cubicBezTo>
                  <a:pt x="469" y="708"/>
                  <a:pt x="469" y="708"/>
                  <a:pt x="469" y="708"/>
                </a:cubicBezTo>
                <a:cubicBezTo>
                  <a:pt x="469" y="708"/>
                  <a:pt x="469" y="708"/>
                  <a:pt x="469" y="708"/>
                </a:cubicBezTo>
                <a:cubicBezTo>
                  <a:pt x="469" y="708"/>
                  <a:pt x="469" y="708"/>
                  <a:pt x="469" y="708"/>
                </a:cubicBezTo>
                <a:cubicBezTo>
                  <a:pt x="469" y="708"/>
                  <a:pt x="469" y="708"/>
                  <a:pt x="469" y="708"/>
                </a:cubicBezTo>
                <a:cubicBezTo>
                  <a:pt x="469" y="708"/>
                  <a:pt x="469" y="708"/>
                  <a:pt x="469" y="708"/>
                </a:cubicBezTo>
                <a:cubicBezTo>
                  <a:pt x="468" y="708"/>
                  <a:pt x="468" y="708"/>
                  <a:pt x="468" y="708"/>
                </a:cubicBezTo>
                <a:cubicBezTo>
                  <a:pt x="468" y="708"/>
                  <a:pt x="468" y="708"/>
                  <a:pt x="468" y="708"/>
                </a:cubicBezTo>
                <a:cubicBezTo>
                  <a:pt x="468" y="708"/>
                  <a:pt x="468" y="708"/>
                  <a:pt x="468" y="708"/>
                </a:cubicBezTo>
                <a:cubicBezTo>
                  <a:pt x="468" y="708"/>
                  <a:pt x="468" y="708"/>
                  <a:pt x="468" y="708"/>
                </a:cubicBezTo>
                <a:cubicBezTo>
                  <a:pt x="468" y="708"/>
                  <a:pt x="468" y="708"/>
                  <a:pt x="468" y="708"/>
                </a:cubicBezTo>
                <a:cubicBezTo>
                  <a:pt x="468" y="708"/>
                  <a:pt x="468" y="708"/>
                  <a:pt x="468" y="708"/>
                </a:cubicBezTo>
                <a:cubicBezTo>
                  <a:pt x="468" y="708"/>
                  <a:pt x="468" y="708"/>
                  <a:pt x="468" y="708"/>
                </a:cubicBezTo>
                <a:close/>
                <a:moveTo>
                  <a:pt x="445" y="707"/>
                </a:moveTo>
                <a:cubicBezTo>
                  <a:pt x="444" y="707"/>
                  <a:pt x="444" y="707"/>
                  <a:pt x="444" y="707"/>
                </a:cubicBezTo>
                <a:cubicBezTo>
                  <a:pt x="444" y="707"/>
                  <a:pt x="444" y="707"/>
                  <a:pt x="444" y="707"/>
                </a:cubicBezTo>
                <a:cubicBezTo>
                  <a:pt x="444" y="707"/>
                  <a:pt x="444" y="707"/>
                  <a:pt x="444" y="707"/>
                </a:cubicBezTo>
                <a:cubicBezTo>
                  <a:pt x="444" y="707"/>
                  <a:pt x="444" y="707"/>
                  <a:pt x="444" y="707"/>
                </a:cubicBezTo>
                <a:cubicBezTo>
                  <a:pt x="444" y="707"/>
                  <a:pt x="444" y="707"/>
                  <a:pt x="444" y="707"/>
                </a:cubicBezTo>
                <a:cubicBezTo>
                  <a:pt x="444" y="707"/>
                  <a:pt x="444" y="707"/>
                  <a:pt x="444" y="707"/>
                </a:cubicBezTo>
                <a:cubicBezTo>
                  <a:pt x="444" y="707"/>
                  <a:pt x="444" y="707"/>
                  <a:pt x="444" y="707"/>
                </a:cubicBezTo>
                <a:cubicBezTo>
                  <a:pt x="444" y="707"/>
                  <a:pt x="444" y="707"/>
                  <a:pt x="444" y="707"/>
                </a:cubicBezTo>
                <a:cubicBezTo>
                  <a:pt x="443" y="707"/>
                  <a:pt x="443" y="707"/>
                  <a:pt x="443" y="707"/>
                </a:cubicBezTo>
                <a:cubicBezTo>
                  <a:pt x="443" y="707"/>
                  <a:pt x="443" y="707"/>
                  <a:pt x="443" y="707"/>
                </a:cubicBezTo>
                <a:cubicBezTo>
                  <a:pt x="443" y="706"/>
                  <a:pt x="443" y="706"/>
                  <a:pt x="443" y="706"/>
                </a:cubicBezTo>
                <a:cubicBezTo>
                  <a:pt x="443" y="706"/>
                  <a:pt x="443" y="706"/>
                  <a:pt x="443" y="706"/>
                </a:cubicBezTo>
                <a:cubicBezTo>
                  <a:pt x="443" y="706"/>
                  <a:pt x="443" y="706"/>
                  <a:pt x="443" y="706"/>
                </a:cubicBezTo>
                <a:cubicBezTo>
                  <a:pt x="443" y="706"/>
                  <a:pt x="443" y="706"/>
                  <a:pt x="443" y="706"/>
                </a:cubicBezTo>
                <a:cubicBezTo>
                  <a:pt x="443" y="706"/>
                  <a:pt x="443" y="706"/>
                  <a:pt x="443" y="706"/>
                </a:cubicBezTo>
                <a:cubicBezTo>
                  <a:pt x="443" y="706"/>
                  <a:pt x="443" y="706"/>
                  <a:pt x="443" y="706"/>
                </a:cubicBezTo>
                <a:cubicBezTo>
                  <a:pt x="443" y="706"/>
                  <a:pt x="443" y="706"/>
                  <a:pt x="443" y="706"/>
                </a:cubicBezTo>
                <a:cubicBezTo>
                  <a:pt x="443" y="706"/>
                  <a:pt x="443" y="706"/>
                  <a:pt x="443" y="706"/>
                </a:cubicBezTo>
                <a:cubicBezTo>
                  <a:pt x="443" y="705"/>
                  <a:pt x="443" y="705"/>
                  <a:pt x="443" y="705"/>
                </a:cubicBezTo>
                <a:cubicBezTo>
                  <a:pt x="443" y="705"/>
                  <a:pt x="443" y="705"/>
                  <a:pt x="443" y="705"/>
                </a:cubicBezTo>
                <a:cubicBezTo>
                  <a:pt x="443" y="705"/>
                  <a:pt x="443" y="705"/>
                  <a:pt x="443" y="705"/>
                </a:cubicBezTo>
                <a:cubicBezTo>
                  <a:pt x="443" y="705"/>
                  <a:pt x="443" y="705"/>
                  <a:pt x="443" y="705"/>
                </a:cubicBezTo>
                <a:cubicBezTo>
                  <a:pt x="444" y="704"/>
                  <a:pt x="444" y="704"/>
                  <a:pt x="444" y="704"/>
                </a:cubicBezTo>
                <a:cubicBezTo>
                  <a:pt x="444" y="704"/>
                  <a:pt x="444" y="704"/>
                  <a:pt x="444" y="704"/>
                </a:cubicBezTo>
                <a:cubicBezTo>
                  <a:pt x="444" y="704"/>
                  <a:pt x="444" y="704"/>
                  <a:pt x="444" y="704"/>
                </a:cubicBezTo>
                <a:cubicBezTo>
                  <a:pt x="444" y="704"/>
                  <a:pt x="444" y="704"/>
                  <a:pt x="444" y="704"/>
                </a:cubicBezTo>
                <a:cubicBezTo>
                  <a:pt x="445" y="704"/>
                  <a:pt x="445" y="704"/>
                  <a:pt x="445" y="704"/>
                </a:cubicBezTo>
                <a:cubicBezTo>
                  <a:pt x="445" y="704"/>
                  <a:pt x="445" y="704"/>
                  <a:pt x="445" y="704"/>
                </a:cubicBezTo>
                <a:cubicBezTo>
                  <a:pt x="445" y="703"/>
                  <a:pt x="445" y="703"/>
                  <a:pt x="445" y="703"/>
                </a:cubicBezTo>
                <a:cubicBezTo>
                  <a:pt x="445" y="703"/>
                  <a:pt x="445" y="703"/>
                  <a:pt x="445" y="703"/>
                </a:cubicBezTo>
                <a:cubicBezTo>
                  <a:pt x="446" y="702"/>
                  <a:pt x="446" y="702"/>
                  <a:pt x="446" y="702"/>
                </a:cubicBezTo>
                <a:cubicBezTo>
                  <a:pt x="446" y="702"/>
                  <a:pt x="446" y="702"/>
                  <a:pt x="446" y="702"/>
                </a:cubicBezTo>
                <a:cubicBezTo>
                  <a:pt x="447" y="703"/>
                  <a:pt x="447" y="703"/>
                  <a:pt x="447" y="703"/>
                </a:cubicBezTo>
                <a:cubicBezTo>
                  <a:pt x="447" y="703"/>
                  <a:pt x="447" y="703"/>
                  <a:pt x="447" y="703"/>
                </a:cubicBezTo>
                <a:cubicBezTo>
                  <a:pt x="447" y="703"/>
                  <a:pt x="447" y="703"/>
                  <a:pt x="447" y="703"/>
                </a:cubicBezTo>
                <a:cubicBezTo>
                  <a:pt x="447" y="703"/>
                  <a:pt x="447" y="703"/>
                  <a:pt x="447" y="703"/>
                </a:cubicBezTo>
                <a:cubicBezTo>
                  <a:pt x="447" y="703"/>
                  <a:pt x="447" y="703"/>
                  <a:pt x="447" y="703"/>
                </a:cubicBezTo>
                <a:cubicBezTo>
                  <a:pt x="447" y="703"/>
                  <a:pt x="447" y="703"/>
                  <a:pt x="447" y="703"/>
                </a:cubicBezTo>
                <a:cubicBezTo>
                  <a:pt x="447" y="704"/>
                  <a:pt x="447" y="704"/>
                  <a:pt x="447" y="704"/>
                </a:cubicBezTo>
                <a:cubicBezTo>
                  <a:pt x="447" y="704"/>
                  <a:pt x="447" y="704"/>
                  <a:pt x="447" y="704"/>
                </a:cubicBezTo>
                <a:cubicBezTo>
                  <a:pt x="447" y="704"/>
                  <a:pt x="447" y="704"/>
                  <a:pt x="447" y="704"/>
                </a:cubicBezTo>
                <a:cubicBezTo>
                  <a:pt x="447" y="704"/>
                  <a:pt x="447" y="704"/>
                  <a:pt x="447" y="704"/>
                </a:cubicBezTo>
                <a:cubicBezTo>
                  <a:pt x="447" y="705"/>
                  <a:pt x="447" y="705"/>
                  <a:pt x="447" y="705"/>
                </a:cubicBezTo>
                <a:cubicBezTo>
                  <a:pt x="447" y="705"/>
                  <a:pt x="447" y="705"/>
                  <a:pt x="447" y="705"/>
                </a:cubicBezTo>
                <a:cubicBezTo>
                  <a:pt x="447" y="705"/>
                  <a:pt x="447" y="705"/>
                  <a:pt x="447" y="705"/>
                </a:cubicBezTo>
                <a:cubicBezTo>
                  <a:pt x="447" y="705"/>
                  <a:pt x="447" y="705"/>
                  <a:pt x="447" y="705"/>
                </a:cubicBezTo>
                <a:cubicBezTo>
                  <a:pt x="447" y="706"/>
                  <a:pt x="447" y="706"/>
                  <a:pt x="447" y="706"/>
                </a:cubicBezTo>
                <a:cubicBezTo>
                  <a:pt x="447" y="706"/>
                  <a:pt x="447" y="706"/>
                  <a:pt x="447" y="706"/>
                </a:cubicBezTo>
                <a:cubicBezTo>
                  <a:pt x="447" y="706"/>
                  <a:pt x="447" y="706"/>
                  <a:pt x="447" y="706"/>
                </a:cubicBezTo>
                <a:cubicBezTo>
                  <a:pt x="447" y="706"/>
                  <a:pt x="447" y="706"/>
                  <a:pt x="447" y="706"/>
                </a:cubicBezTo>
                <a:cubicBezTo>
                  <a:pt x="447" y="706"/>
                  <a:pt x="447" y="706"/>
                  <a:pt x="447" y="706"/>
                </a:cubicBezTo>
                <a:cubicBezTo>
                  <a:pt x="447" y="706"/>
                  <a:pt x="447" y="706"/>
                  <a:pt x="447" y="706"/>
                </a:cubicBezTo>
                <a:cubicBezTo>
                  <a:pt x="447" y="706"/>
                  <a:pt x="447" y="706"/>
                  <a:pt x="447" y="706"/>
                </a:cubicBezTo>
                <a:cubicBezTo>
                  <a:pt x="447" y="706"/>
                  <a:pt x="447" y="706"/>
                  <a:pt x="447" y="706"/>
                </a:cubicBezTo>
                <a:cubicBezTo>
                  <a:pt x="446" y="707"/>
                  <a:pt x="446" y="707"/>
                  <a:pt x="446" y="707"/>
                </a:cubicBezTo>
                <a:cubicBezTo>
                  <a:pt x="446" y="707"/>
                  <a:pt x="446" y="707"/>
                  <a:pt x="446" y="707"/>
                </a:cubicBezTo>
                <a:cubicBezTo>
                  <a:pt x="446" y="707"/>
                  <a:pt x="446" y="707"/>
                  <a:pt x="446" y="707"/>
                </a:cubicBezTo>
                <a:cubicBezTo>
                  <a:pt x="446" y="707"/>
                  <a:pt x="446" y="707"/>
                  <a:pt x="446" y="707"/>
                </a:cubicBezTo>
                <a:cubicBezTo>
                  <a:pt x="446" y="707"/>
                  <a:pt x="446" y="707"/>
                  <a:pt x="446" y="707"/>
                </a:cubicBezTo>
                <a:cubicBezTo>
                  <a:pt x="446" y="707"/>
                  <a:pt x="446" y="707"/>
                  <a:pt x="446" y="707"/>
                </a:cubicBezTo>
                <a:cubicBezTo>
                  <a:pt x="445" y="707"/>
                  <a:pt x="445" y="707"/>
                  <a:pt x="445" y="707"/>
                </a:cubicBezTo>
                <a:cubicBezTo>
                  <a:pt x="445" y="707"/>
                  <a:pt x="445" y="707"/>
                  <a:pt x="445" y="707"/>
                </a:cubicBezTo>
                <a:cubicBezTo>
                  <a:pt x="445" y="707"/>
                  <a:pt x="445" y="707"/>
                  <a:pt x="445" y="707"/>
                </a:cubicBezTo>
                <a:cubicBezTo>
                  <a:pt x="445" y="707"/>
                  <a:pt x="445" y="707"/>
                  <a:pt x="445" y="707"/>
                </a:cubicBezTo>
                <a:cubicBezTo>
                  <a:pt x="445" y="707"/>
                  <a:pt x="445" y="707"/>
                  <a:pt x="445" y="707"/>
                </a:cubicBezTo>
                <a:close/>
                <a:moveTo>
                  <a:pt x="352" y="706"/>
                </a:moveTo>
                <a:cubicBezTo>
                  <a:pt x="340" y="700"/>
                  <a:pt x="340" y="700"/>
                  <a:pt x="340" y="700"/>
                </a:cubicBezTo>
                <a:cubicBezTo>
                  <a:pt x="340" y="700"/>
                  <a:pt x="340" y="700"/>
                  <a:pt x="340" y="700"/>
                </a:cubicBezTo>
                <a:cubicBezTo>
                  <a:pt x="340" y="700"/>
                  <a:pt x="340" y="700"/>
                  <a:pt x="340" y="700"/>
                </a:cubicBezTo>
                <a:cubicBezTo>
                  <a:pt x="340" y="700"/>
                  <a:pt x="340" y="700"/>
                  <a:pt x="340" y="700"/>
                </a:cubicBezTo>
                <a:cubicBezTo>
                  <a:pt x="340" y="700"/>
                  <a:pt x="340" y="700"/>
                  <a:pt x="340" y="700"/>
                </a:cubicBezTo>
                <a:cubicBezTo>
                  <a:pt x="340" y="700"/>
                  <a:pt x="340" y="700"/>
                  <a:pt x="340" y="700"/>
                </a:cubicBezTo>
                <a:cubicBezTo>
                  <a:pt x="340" y="700"/>
                  <a:pt x="340" y="700"/>
                  <a:pt x="340" y="700"/>
                </a:cubicBezTo>
                <a:cubicBezTo>
                  <a:pt x="340" y="700"/>
                  <a:pt x="340" y="700"/>
                  <a:pt x="340" y="700"/>
                </a:cubicBezTo>
                <a:cubicBezTo>
                  <a:pt x="340" y="699"/>
                  <a:pt x="340" y="699"/>
                  <a:pt x="340" y="699"/>
                </a:cubicBezTo>
                <a:cubicBezTo>
                  <a:pt x="340" y="699"/>
                  <a:pt x="340" y="699"/>
                  <a:pt x="340" y="699"/>
                </a:cubicBezTo>
                <a:cubicBezTo>
                  <a:pt x="340" y="699"/>
                  <a:pt x="340" y="699"/>
                  <a:pt x="340" y="699"/>
                </a:cubicBezTo>
                <a:cubicBezTo>
                  <a:pt x="340" y="699"/>
                  <a:pt x="340" y="699"/>
                  <a:pt x="340" y="699"/>
                </a:cubicBezTo>
                <a:cubicBezTo>
                  <a:pt x="340" y="699"/>
                  <a:pt x="340" y="699"/>
                  <a:pt x="340" y="699"/>
                </a:cubicBezTo>
                <a:cubicBezTo>
                  <a:pt x="340" y="699"/>
                  <a:pt x="340" y="699"/>
                  <a:pt x="340" y="699"/>
                </a:cubicBezTo>
                <a:cubicBezTo>
                  <a:pt x="340" y="698"/>
                  <a:pt x="340" y="698"/>
                  <a:pt x="340" y="698"/>
                </a:cubicBezTo>
                <a:cubicBezTo>
                  <a:pt x="340" y="698"/>
                  <a:pt x="340" y="698"/>
                  <a:pt x="340" y="698"/>
                </a:cubicBezTo>
                <a:cubicBezTo>
                  <a:pt x="341" y="698"/>
                  <a:pt x="341" y="698"/>
                  <a:pt x="341" y="698"/>
                </a:cubicBezTo>
                <a:cubicBezTo>
                  <a:pt x="341" y="698"/>
                  <a:pt x="341" y="698"/>
                  <a:pt x="341" y="698"/>
                </a:cubicBezTo>
                <a:cubicBezTo>
                  <a:pt x="341" y="698"/>
                  <a:pt x="341" y="698"/>
                  <a:pt x="341" y="698"/>
                </a:cubicBezTo>
                <a:cubicBezTo>
                  <a:pt x="341" y="698"/>
                  <a:pt x="341" y="698"/>
                  <a:pt x="341" y="698"/>
                </a:cubicBezTo>
                <a:cubicBezTo>
                  <a:pt x="341" y="698"/>
                  <a:pt x="341" y="698"/>
                  <a:pt x="341" y="698"/>
                </a:cubicBezTo>
                <a:cubicBezTo>
                  <a:pt x="341" y="698"/>
                  <a:pt x="341" y="698"/>
                  <a:pt x="341" y="698"/>
                </a:cubicBezTo>
                <a:cubicBezTo>
                  <a:pt x="342" y="697"/>
                  <a:pt x="342" y="697"/>
                  <a:pt x="342" y="697"/>
                </a:cubicBezTo>
                <a:cubicBezTo>
                  <a:pt x="342" y="697"/>
                  <a:pt x="342" y="697"/>
                  <a:pt x="342" y="697"/>
                </a:cubicBezTo>
                <a:cubicBezTo>
                  <a:pt x="343" y="697"/>
                  <a:pt x="343" y="697"/>
                  <a:pt x="343" y="697"/>
                </a:cubicBezTo>
                <a:cubicBezTo>
                  <a:pt x="343" y="697"/>
                  <a:pt x="343" y="697"/>
                  <a:pt x="343" y="697"/>
                </a:cubicBezTo>
                <a:cubicBezTo>
                  <a:pt x="343" y="697"/>
                  <a:pt x="343" y="697"/>
                  <a:pt x="343" y="697"/>
                </a:cubicBezTo>
                <a:cubicBezTo>
                  <a:pt x="343" y="697"/>
                  <a:pt x="343" y="697"/>
                  <a:pt x="343" y="697"/>
                </a:cubicBezTo>
                <a:cubicBezTo>
                  <a:pt x="344" y="697"/>
                  <a:pt x="344" y="697"/>
                  <a:pt x="344" y="697"/>
                </a:cubicBezTo>
                <a:cubicBezTo>
                  <a:pt x="344" y="697"/>
                  <a:pt x="344" y="697"/>
                  <a:pt x="344" y="697"/>
                </a:cubicBezTo>
                <a:cubicBezTo>
                  <a:pt x="344" y="697"/>
                  <a:pt x="344" y="697"/>
                  <a:pt x="344" y="697"/>
                </a:cubicBezTo>
                <a:cubicBezTo>
                  <a:pt x="344" y="697"/>
                  <a:pt x="344" y="697"/>
                  <a:pt x="344" y="697"/>
                </a:cubicBezTo>
                <a:cubicBezTo>
                  <a:pt x="345" y="697"/>
                  <a:pt x="345" y="697"/>
                  <a:pt x="345" y="697"/>
                </a:cubicBezTo>
                <a:cubicBezTo>
                  <a:pt x="345" y="697"/>
                  <a:pt x="345" y="697"/>
                  <a:pt x="345" y="697"/>
                </a:cubicBezTo>
                <a:cubicBezTo>
                  <a:pt x="345" y="698"/>
                  <a:pt x="345" y="698"/>
                  <a:pt x="345" y="698"/>
                </a:cubicBezTo>
                <a:cubicBezTo>
                  <a:pt x="345" y="698"/>
                  <a:pt x="345" y="698"/>
                  <a:pt x="345" y="698"/>
                </a:cubicBezTo>
                <a:cubicBezTo>
                  <a:pt x="345" y="698"/>
                  <a:pt x="345" y="698"/>
                  <a:pt x="345" y="698"/>
                </a:cubicBezTo>
                <a:cubicBezTo>
                  <a:pt x="345" y="698"/>
                  <a:pt x="345" y="698"/>
                  <a:pt x="345" y="698"/>
                </a:cubicBezTo>
                <a:cubicBezTo>
                  <a:pt x="345" y="698"/>
                  <a:pt x="345" y="698"/>
                  <a:pt x="345" y="698"/>
                </a:cubicBezTo>
                <a:cubicBezTo>
                  <a:pt x="345" y="698"/>
                  <a:pt x="345" y="698"/>
                  <a:pt x="345" y="698"/>
                </a:cubicBezTo>
                <a:cubicBezTo>
                  <a:pt x="346" y="698"/>
                  <a:pt x="346" y="698"/>
                  <a:pt x="346" y="698"/>
                </a:cubicBezTo>
                <a:cubicBezTo>
                  <a:pt x="346" y="698"/>
                  <a:pt x="346" y="698"/>
                  <a:pt x="346" y="698"/>
                </a:cubicBezTo>
                <a:cubicBezTo>
                  <a:pt x="346" y="698"/>
                  <a:pt x="346" y="698"/>
                  <a:pt x="346" y="698"/>
                </a:cubicBezTo>
                <a:cubicBezTo>
                  <a:pt x="346" y="698"/>
                  <a:pt x="346" y="698"/>
                  <a:pt x="346" y="698"/>
                </a:cubicBezTo>
                <a:cubicBezTo>
                  <a:pt x="346" y="697"/>
                  <a:pt x="346" y="697"/>
                  <a:pt x="346" y="697"/>
                </a:cubicBezTo>
                <a:cubicBezTo>
                  <a:pt x="346" y="697"/>
                  <a:pt x="346" y="697"/>
                  <a:pt x="346" y="697"/>
                </a:cubicBezTo>
                <a:cubicBezTo>
                  <a:pt x="347" y="697"/>
                  <a:pt x="347" y="697"/>
                  <a:pt x="347" y="697"/>
                </a:cubicBezTo>
                <a:cubicBezTo>
                  <a:pt x="347" y="697"/>
                  <a:pt x="347" y="697"/>
                  <a:pt x="347" y="697"/>
                </a:cubicBezTo>
                <a:cubicBezTo>
                  <a:pt x="347" y="697"/>
                  <a:pt x="347" y="697"/>
                  <a:pt x="347" y="697"/>
                </a:cubicBezTo>
                <a:cubicBezTo>
                  <a:pt x="347" y="697"/>
                  <a:pt x="347" y="697"/>
                  <a:pt x="347" y="697"/>
                </a:cubicBezTo>
                <a:cubicBezTo>
                  <a:pt x="347" y="697"/>
                  <a:pt x="347" y="697"/>
                  <a:pt x="347" y="697"/>
                </a:cubicBezTo>
                <a:cubicBezTo>
                  <a:pt x="347" y="697"/>
                  <a:pt x="347" y="697"/>
                  <a:pt x="347" y="697"/>
                </a:cubicBezTo>
                <a:cubicBezTo>
                  <a:pt x="347" y="697"/>
                  <a:pt x="347" y="697"/>
                  <a:pt x="347" y="697"/>
                </a:cubicBezTo>
                <a:cubicBezTo>
                  <a:pt x="347" y="697"/>
                  <a:pt x="347" y="697"/>
                  <a:pt x="347" y="697"/>
                </a:cubicBezTo>
                <a:cubicBezTo>
                  <a:pt x="348" y="697"/>
                  <a:pt x="348" y="697"/>
                  <a:pt x="348" y="697"/>
                </a:cubicBezTo>
                <a:cubicBezTo>
                  <a:pt x="348" y="697"/>
                  <a:pt x="348" y="697"/>
                  <a:pt x="348" y="697"/>
                </a:cubicBezTo>
                <a:cubicBezTo>
                  <a:pt x="348" y="697"/>
                  <a:pt x="348" y="697"/>
                  <a:pt x="348" y="697"/>
                </a:cubicBezTo>
                <a:cubicBezTo>
                  <a:pt x="348" y="697"/>
                  <a:pt x="348" y="697"/>
                  <a:pt x="348" y="697"/>
                </a:cubicBezTo>
                <a:cubicBezTo>
                  <a:pt x="348" y="697"/>
                  <a:pt x="348" y="697"/>
                  <a:pt x="348" y="697"/>
                </a:cubicBezTo>
                <a:cubicBezTo>
                  <a:pt x="348" y="697"/>
                  <a:pt x="348" y="697"/>
                  <a:pt x="348" y="697"/>
                </a:cubicBezTo>
                <a:cubicBezTo>
                  <a:pt x="349" y="697"/>
                  <a:pt x="349" y="697"/>
                  <a:pt x="349" y="697"/>
                </a:cubicBezTo>
                <a:cubicBezTo>
                  <a:pt x="349" y="697"/>
                  <a:pt x="349" y="697"/>
                  <a:pt x="349" y="697"/>
                </a:cubicBezTo>
                <a:cubicBezTo>
                  <a:pt x="349" y="697"/>
                  <a:pt x="349" y="697"/>
                  <a:pt x="349" y="697"/>
                </a:cubicBezTo>
                <a:cubicBezTo>
                  <a:pt x="349" y="697"/>
                  <a:pt x="349" y="697"/>
                  <a:pt x="349" y="697"/>
                </a:cubicBezTo>
                <a:cubicBezTo>
                  <a:pt x="349" y="697"/>
                  <a:pt x="349" y="697"/>
                  <a:pt x="349" y="697"/>
                </a:cubicBezTo>
                <a:cubicBezTo>
                  <a:pt x="349" y="697"/>
                  <a:pt x="349" y="697"/>
                  <a:pt x="349" y="697"/>
                </a:cubicBezTo>
                <a:cubicBezTo>
                  <a:pt x="352" y="697"/>
                  <a:pt x="352" y="697"/>
                  <a:pt x="352" y="697"/>
                </a:cubicBezTo>
                <a:cubicBezTo>
                  <a:pt x="352" y="697"/>
                  <a:pt x="352" y="697"/>
                  <a:pt x="352" y="697"/>
                </a:cubicBezTo>
                <a:cubicBezTo>
                  <a:pt x="355" y="697"/>
                  <a:pt x="355" y="697"/>
                  <a:pt x="355" y="697"/>
                </a:cubicBezTo>
                <a:cubicBezTo>
                  <a:pt x="355" y="697"/>
                  <a:pt x="355" y="697"/>
                  <a:pt x="355" y="697"/>
                </a:cubicBezTo>
                <a:cubicBezTo>
                  <a:pt x="358" y="696"/>
                  <a:pt x="358" y="696"/>
                  <a:pt x="358" y="696"/>
                </a:cubicBezTo>
                <a:cubicBezTo>
                  <a:pt x="358" y="696"/>
                  <a:pt x="358" y="696"/>
                  <a:pt x="358" y="696"/>
                </a:cubicBezTo>
                <a:cubicBezTo>
                  <a:pt x="361" y="695"/>
                  <a:pt x="361" y="695"/>
                  <a:pt x="361" y="695"/>
                </a:cubicBezTo>
                <a:cubicBezTo>
                  <a:pt x="361" y="695"/>
                  <a:pt x="361" y="695"/>
                  <a:pt x="361" y="695"/>
                </a:cubicBezTo>
                <a:cubicBezTo>
                  <a:pt x="364" y="694"/>
                  <a:pt x="364" y="694"/>
                  <a:pt x="364" y="694"/>
                </a:cubicBezTo>
                <a:cubicBezTo>
                  <a:pt x="364" y="694"/>
                  <a:pt x="364" y="694"/>
                  <a:pt x="364" y="694"/>
                </a:cubicBezTo>
                <a:cubicBezTo>
                  <a:pt x="367" y="693"/>
                  <a:pt x="367" y="693"/>
                  <a:pt x="367" y="693"/>
                </a:cubicBezTo>
                <a:cubicBezTo>
                  <a:pt x="367" y="693"/>
                  <a:pt x="367" y="693"/>
                  <a:pt x="367" y="693"/>
                </a:cubicBezTo>
                <a:cubicBezTo>
                  <a:pt x="370" y="691"/>
                  <a:pt x="370" y="691"/>
                  <a:pt x="370" y="691"/>
                </a:cubicBezTo>
                <a:cubicBezTo>
                  <a:pt x="370" y="691"/>
                  <a:pt x="370" y="691"/>
                  <a:pt x="370" y="691"/>
                </a:cubicBezTo>
                <a:cubicBezTo>
                  <a:pt x="372" y="688"/>
                  <a:pt x="372" y="688"/>
                  <a:pt x="372" y="688"/>
                </a:cubicBezTo>
                <a:cubicBezTo>
                  <a:pt x="372" y="688"/>
                  <a:pt x="372" y="688"/>
                  <a:pt x="372" y="688"/>
                </a:cubicBezTo>
                <a:cubicBezTo>
                  <a:pt x="380" y="679"/>
                  <a:pt x="380" y="679"/>
                  <a:pt x="380" y="679"/>
                </a:cubicBezTo>
                <a:cubicBezTo>
                  <a:pt x="380" y="679"/>
                  <a:pt x="380" y="679"/>
                  <a:pt x="380" y="679"/>
                </a:cubicBezTo>
                <a:cubicBezTo>
                  <a:pt x="380" y="679"/>
                  <a:pt x="380" y="679"/>
                  <a:pt x="380" y="679"/>
                </a:cubicBezTo>
                <a:cubicBezTo>
                  <a:pt x="380" y="679"/>
                  <a:pt x="380" y="679"/>
                  <a:pt x="380" y="679"/>
                </a:cubicBezTo>
                <a:cubicBezTo>
                  <a:pt x="381" y="679"/>
                  <a:pt x="381" y="679"/>
                  <a:pt x="381" y="679"/>
                </a:cubicBezTo>
                <a:cubicBezTo>
                  <a:pt x="381" y="679"/>
                  <a:pt x="381" y="679"/>
                  <a:pt x="381" y="679"/>
                </a:cubicBezTo>
                <a:cubicBezTo>
                  <a:pt x="381" y="678"/>
                  <a:pt x="381" y="678"/>
                  <a:pt x="381" y="678"/>
                </a:cubicBezTo>
                <a:cubicBezTo>
                  <a:pt x="381" y="678"/>
                  <a:pt x="381" y="678"/>
                  <a:pt x="381" y="678"/>
                </a:cubicBezTo>
                <a:cubicBezTo>
                  <a:pt x="382" y="677"/>
                  <a:pt x="382" y="677"/>
                  <a:pt x="382" y="677"/>
                </a:cubicBezTo>
                <a:cubicBezTo>
                  <a:pt x="382" y="677"/>
                  <a:pt x="382" y="677"/>
                  <a:pt x="382" y="677"/>
                </a:cubicBezTo>
                <a:cubicBezTo>
                  <a:pt x="382" y="677"/>
                  <a:pt x="382" y="677"/>
                  <a:pt x="382" y="677"/>
                </a:cubicBezTo>
                <a:cubicBezTo>
                  <a:pt x="382" y="677"/>
                  <a:pt x="382" y="677"/>
                  <a:pt x="382" y="677"/>
                </a:cubicBezTo>
                <a:cubicBezTo>
                  <a:pt x="383" y="677"/>
                  <a:pt x="383" y="677"/>
                  <a:pt x="383" y="677"/>
                </a:cubicBezTo>
                <a:cubicBezTo>
                  <a:pt x="383" y="677"/>
                  <a:pt x="383" y="677"/>
                  <a:pt x="383" y="677"/>
                </a:cubicBezTo>
                <a:cubicBezTo>
                  <a:pt x="383" y="676"/>
                  <a:pt x="383" y="676"/>
                  <a:pt x="383" y="676"/>
                </a:cubicBezTo>
                <a:cubicBezTo>
                  <a:pt x="383" y="676"/>
                  <a:pt x="383" y="676"/>
                  <a:pt x="383" y="676"/>
                </a:cubicBezTo>
                <a:cubicBezTo>
                  <a:pt x="384" y="676"/>
                  <a:pt x="384" y="676"/>
                  <a:pt x="384" y="676"/>
                </a:cubicBezTo>
                <a:cubicBezTo>
                  <a:pt x="384" y="676"/>
                  <a:pt x="384" y="676"/>
                  <a:pt x="384" y="676"/>
                </a:cubicBezTo>
                <a:cubicBezTo>
                  <a:pt x="385" y="674"/>
                  <a:pt x="385" y="674"/>
                  <a:pt x="385" y="674"/>
                </a:cubicBezTo>
                <a:cubicBezTo>
                  <a:pt x="385" y="674"/>
                  <a:pt x="385" y="674"/>
                  <a:pt x="385" y="674"/>
                </a:cubicBezTo>
                <a:cubicBezTo>
                  <a:pt x="387" y="673"/>
                  <a:pt x="387" y="673"/>
                  <a:pt x="387" y="673"/>
                </a:cubicBezTo>
                <a:cubicBezTo>
                  <a:pt x="387" y="673"/>
                  <a:pt x="387" y="673"/>
                  <a:pt x="387" y="673"/>
                </a:cubicBezTo>
                <a:cubicBezTo>
                  <a:pt x="388" y="671"/>
                  <a:pt x="388" y="671"/>
                  <a:pt x="388" y="671"/>
                </a:cubicBezTo>
                <a:cubicBezTo>
                  <a:pt x="388" y="671"/>
                  <a:pt x="388" y="671"/>
                  <a:pt x="388" y="671"/>
                </a:cubicBezTo>
                <a:cubicBezTo>
                  <a:pt x="390" y="670"/>
                  <a:pt x="390" y="670"/>
                  <a:pt x="390" y="670"/>
                </a:cubicBezTo>
                <a:cubicBezTo>
                  <a:pt x="390" y="670"/>
                  <a:pt x="390" y="670"/>
                  <a:pt x="390" y="670"/>
                </a:cubicBezTo>
                <a:cubicBezTo>
                  <a:pt x="391" y="668"/>
                  <a:pt x="391" y="668"/>
                  <a:pt x="391" y="668"/>
                </a:cubicBezTo>
                <a:cubicBezTo>
                  <a:pt x="391" y="668"/>
                  <a:pt x="391" y="668"/>
                  <a:pt x="391" y="668"/>
                </a:cubicBezTo>
                <a:cubicBezTo>
                  <a:pt x="392" y="667"/>
                  <a:pt x="392" y="667"/>
                  <a:pt x="392" y="667"/>
                </a:cubicBezTo>
                <a:cubicBezTo>
                  <a:pt x="392" y="667"/>
                  <a:pt x="392" y="667"/>
                  <a:pt x="392" y="667"/>
                </a:cubicBezTo>
                <a:cubicBezTo>
                  <a:pt x="393" y="665"/>
                  <a:pt x="393" y="665"/>
                  <a:pt x="393" y="665"/>
                </a:cubicBezTo>
                <a:cubicBezTo>
                  <a:pt x="393" y="665"/>
                  <a:pt x="393" y="665"/>
                  <a:pt x="393" y="665"/>
                </a:cubicBezTo>
                <a:cubicBezTo>
                  <a:pt x="394" y="663"/>
                  <a:pt x="394" y="663"/>
                  <a:pt x="394" y="663"/>
                </a:cubicBezTo>
                <a:cubicBezTo>
                  <a:pt x="394" y="663"/>
                  <a:pt x="394" y="663"/>
                  <a:pt x="394" y="663"/>
                </a:cubicBezTo>
                <a:cubicBezTo>
                  <a:pt x="394" y="663"/>
                  <a:pt x="394" y="663"/>
                  <a:pt x="394" y="663"/>
                </a:cubicBezTo>
                <a:cubicBezTo>
                  <a:pt x="394" y="663"/>
                  <a:pt x="394" y="663"/>
                  <a:pt x="394" y="663"/>
                </a:cubicBezTo>
                <a:cubicBezTo>
                  <a:pt x="393" y="662"/>
                  <a:pt x="393" y="662"/>
                  <a:pt x="393" y="662"/>
                </a:cubicBezTo>
                <a:cubicBezTo>
                  <a:pt x="393" y="662"/>
                  <a:pt x="393" y="662"/>
                  <a:pt x="393" y="662"/>
                </a:cubicBezTo>
                <a:cubicBezTo>
                  <a:pt x="392" y="662"/>
                  <a:pt x="392" y="662"/>
                  <a:pt x="392" y="662"/>
                </a:cubicBezTo>
                <a:cubicBezTo>
                  <a:pt x="392" y="662"/>
                  <a:pt x="392" y="662"/>
                  <a:pt x="392" y="662"/>
                </a:cubicBezTo>
                <a:cubicBezTo>
                  <a:pt x="392" y="662"/>
                  <a:pt x="392" y="662"/>
                  <a:pt x="392" y="662"/>
                </a:cubicBezTo>
                <a:cubicBezTo>
                  <a:pt x="392" y="662"/>
                  <a:pt x="392" y="662"/>
                  <a:pt x="392" y="662"/>
                </a:cubicBezTo>
                <a:cubicBezTo>
                  <a:pt x="391" y="662"/>
                  <a:pt x="391" y="662"/>
                  <a:pt x="391" y="662"/>
                </a:cubicBezTo>
                <a:cubicBezTo>
                  <a:pt x="391" y="662"/>
                  <a:pt x="391" y="662"/>
                  <a:pt x="391" y="662"/>
                </a:cubicBezTo>
                <a:cubicBezTo>
                  <a:pt x="390" y="662"/>
                  <a:pt x="390" y="662"/>
                  <a:pt x="390" y="662"/>
                </a:cubicBezTo>
                <a:cubicBezTo>
                  <a:pt x="390" y="662"/>
                  <a:pt x="390" y="662"/>
                  <a:pt x="390" y="662"/>
                </a:cubicBezTo>
                <a:cubicBezTo>
                  <a:pt x="389" y="662"/>
                  <a:pt x="389" y="662"/>
                  <a:pt x="389" y="662"/>
                </a:cubicBezTo>
                <a:cubicBezTo>
                  <a:pt x="389" y="662"/>
                  <a:pt x="389" y="662"/>
                  <a:pt x="389" y="662"/>
                </a:cubicBezTo>
                <a:cubicBezTo>
                  <a:pt x="389" y="662"/>
                  <a:pt x="389" y="662"/>
                  <a:pt x="389" y="662"/>
                </a:cubicBezTo>
                <a:cubicBezTo>
                  <a:pt x="389" y="662"/>
                  <a:pt x="389" y="662"/>
                  <a:pt x="389" y="662"/>
                </a:cubicBezTo>
                <a:cubicBezTo>
                  <a:pt x="386" y="663"/>
                  <a:pt x="386" y="663"/>
                  <a:pt x="386" y="663"/>
                </a:cubicBezTo>
                <a:cubicBezTo>
                  <a:pt x="386" y="663"/>
                  <a:pt x="386" y="663"/>
                  <a:pt x="386" y="663"/>
                </a:cubicBezTo>
                <a:cubicBezTo>
                  <a:pt x="384" y="663"/>
                  <a:pt x="384" y="663"/>
                  <a:pt x="384" y="663"/>
                </a:cubicBezTo>
                <a:cubicBezTo>
                  <a:pt x="384" y="663"/>
                  <a:pt x="384" y="663"/>
                  <a:pt x="384" y="663"/>
                </a:cubicBezTo>
                <a:cubicBezTo>
                  <a:pt x="382" y="664"/>
                  <a:pt x="382" y="664"/>
                  <a:pt x="382" y="664"/>
                </a:cubicBezTo>
                <a:cubicBezTo>
                  <a:pt x="382" y="664"/>
                  <a:pt x="382" y="664"/>
                  <a:pt x="382" y="664"/>
                </a:cubicBezTo>
                <a:cubicBezTo>
                  <a:pt x="380" y="664"/>
                  <a:pt x="380" y="664"/>
                  <a:pt x="380" y="664"/>
                </a:cubicBezTo>
                <a:cubicBezTo>
                  <a:pt x="380" y="664"/>
                  <a:pt x="380" y="664"/>
                  <a:pt x="380" y="664"/>
                </a:cubicBezTo>
                <a:cubicBezTo>
                  <a:pt x="378" y="664"/>
                  <a:pt x="378" y="664"/>
                  <a:pt x="378" y="664"/>
                </a:cubicBezTo>
                <a:cubicBezTo>
                  <a:pt x="378" y="664"/>
                  <a:pt x="378" y="664"/>
                  <a:pt x="378" y="664"/>
                </a:cubicBezTo>
                <a:cubicBezTo>
                  <a:pt x="376" y="665"/>
                  <a:pt x="376" y="665"/>
                  <a:pt x="376" y="665"/>
                </a:cubicBezTo>
                <a:cubicBezTo>
                  <a:pt x="376" y="665"/>
                  <a:pt x="376" y="665"/>
                  <a:pt x="376" y="665"/>
                </a:cubicBezTo>
                <a:cubicBezTo>
                  <a:pt x="374" y="665"/>
                  <a:pt x="374" y="665"/>
                  <a:pt x="374" y="665"/>
                </a:cubicBezTo>
                <a:cubicBezTo>
                  <a:pt x="374" y="665"/>
                  <a:pt x="374" y="665"/>
                  <a:pt x="374" y="665"/>
                </a:cubicBezTo>
                <a:cubicBezTo>
                  <a:pt x="372" y="665"/>
                  <a:pt x="372" y="665"/>
                  <a:pt x="372" y="665"/>
                </a:cubicBezTo>
                <a:cubicBezTo>
                  <a:pt x="372" y="665"/>
                  <a:pt x="372" y="665"/>
                  <a:pt x="372" y="665"/>
                </a:cubicBezTo>
                <a:cubicBezTo>
                  <a:pt x="372" y="665"/>
                  <a:pt x="372" y="665"/>
                  <a:pt x="372" y="665"/>
                </a:cubicBezTo>
                <a:cubicBezTo>
                  <a:pt x="372" y="665"/>
                  <a:pt x="372" y="665"/>
                  <a:pt x="372" y="665"/>
                </a:cubicBezTo>
                <a:cubicBezTo>
                  <a:pt x="371" y="665"/>
                  <a:pt x="371" y="665"/>
                  <a:pt x="371" y="665"/>
                </a:cubicBezTo>
                <a:cubicBezTo>
                  <a:pt x="371" y="665"/>
                  <a:pt x="371" y="665"/>
                  <a:pt x="371" y="665"/>
                </a:cubicBezTo>
                <a:cubicBezTo>
                  <a:pt x="371" y="665"/>
                  <a:pt x="371" y="665"/>
                  <a:pt x="371" y="665"/>
                </a:cubicBezTo>
                <a:cubicBezTo>
                  <a:pt x="371" y="665"/>
                  <a:pt x="371" y="665"/>
                  <a:pt x="371" y="665"/>
                </a:cubicBezTo>
                <a:cubicBezTo>
                  <a:pt x="371" y="665"/>
                  <a:pt x="371" y="665"/>
                  <a:pt x="371" y="665"/>
                </a:cubicBezTo>
                <a:cubicBezTo>
                  <a:pt x="371" y="665"/>
                  <a:pt x="371" y="665"/>
                  <a:pt x="371" y="665"/>
                </a:cubicBezTo>
                <a:cubicBezTo>
                  <a:pt x="370" y="665"/>
                  <a:pt x="370" y="665"/>
                  <a:pt x="370" y="665"/>
                </a:cubicBezTo>
                <a:cubicBezTo>
                  <a:pt x="370" y="665"/>
                  <a:pt x="370" y="665"/>
                  <a:pt x="370" y="665"/>
                </a:cubicBezTo>
                <a:cubicBezTo>
                  <a:pt x="370" y="665"/>
                  <a:pt x="370" y="665"/>
                  <a:pt x="370" y="665"/>
                </a:cubicBezTo>
                <a:cubicBezTo>
                  <a:pt x="370" y="665"/>
                  <a:pt x="370" y="665"/>
                  <a:pt x="370" y="665"/>
                </a:cubicBezTo>
                <a:cubicBezTo>
                  <a:pt x="369" y="665"/>
                  <a:pt x="369" y="665"/>
                  <a:pt x="369" y="665"/>
                </a:cubicBezTo>
                <a:cubicBezTo>
                  <a:pt x="369" y="665"/>
                  <a:pt x="369" y="665"/>
                  <a:pt x="369" y="665"/>
                </a:cubicBezTo>
                <a:cubicBezTo>
                  <a:pt x="369" y="664"/>
                  <a:pt x="369" y="664"/>
                  <a:pt x="369" y="664"/>
                </a:cubicBezTo>
                <a:cubicBezTo>
                  <a:pt x="369" y="664"/>
                  <a:pt x="369" y="664"/>
                  <a:pt x="369" y="664"/>
                </a:cubicBezTo>
                <a:cubicBezTo>
                  <a:pt x="368" y="664"/>
                  <a:pt x="368" y="664"/>
                  <a:pt x="368" y="664"/>
                </a:cubicBezTo>
                <a:cubicBezTo>
                  <a:pt x="368" y="664"/>
                  <a:pt x="368" y="664"/>
                  <a:pt x="368" y="664"/>
                </a:cubicBezTo>
                <a:cubicBezTo>
                  <a:pt x="368" y="663"/>
                  <a:pt x="368" y="663"/>
                  <a:pt x="368" y="663"/>
                </a:cubicBezTo>
                <a:cubicBezTo>
                  <a:pt x="368" y="663"/>
                  <a:pt x="368" y="663"/>
                  <a:pt x="368" y="663"/>
                </a:cubicBezTo>
                <a:cubicBezTo>
                  <a:pt x="367" y="663"/>
                  <a:pt x="367" y="663"/>
                  <a:pt x="367" y="663"/>
                </a:cubicBezTo>
                <a:cubicBezTo>
                  <a:pt x="367" y="663"/>
                  <a:pt x="367" y="663"/>
                  <a:pt x="367" y="663"/>
                </a:cubicBezTo>
                <a:cubicBezTo>
                  <a:pt x="367" y="662"/>
                  <a:pt x="367" y="662"/>
                  <a:pt x="367" y="662"/>
                </a:cubicBezTo>
                <a:cubicBezTo>
                  <a:pt x="367" y="662"/>
                  <a:pt x="367" y="662"/>
                  <a:pt x="367" y="662"/>
                </a:cubicBezTo>
                <a:cubicBezTo>
                  <a:pt x="366" y="662"/>
                  <a:pt x="366" y="662"/>
                  <a:pt x="366" y="662"/>
                </a:cubicBezTo>
                <a:cubicBezTo>
                  <a:pt x="366" y="662"/>
                  <a:pt x="366" y="662"/>
                  <a:pt x="366" y="662"/>
                </a:cubicBezTo>
                <a:cubicBezTo>
                  <a:pt x="366" y="661"/>
                  <a:pt x="366" y="661"/>
                  <a:pt x="366" y="661"/>
                </a:cubicBezTo>
                <a:cubicBezTo>
                  <a:pt x="366" y="661"/>
                  <a:pt x="366" y="661"/>
                  <a:pt x="366" y="661"/>
                </a:cubicBezTo>
                <a:cubicBezTo>
                  <a:pt x="365" y="660"/>
                  <a:pt x="365" y="660"/>
                  <a:pt x="365" y="660"/>
                </a:cubicBezTo>
                <a:cubicBezTo>
                  <a:pt x="365" y="660"/>
                  <a:pt x="365" y="660"/>
                  <a:pt x="365" y="660"/>
                </a:cubicBezTo>
                <a:cubicBezTo>
                  <a:pt x="365" y="659"/>
                  <a:pt x="365" y="659"/>
                  <a:pt x="365" y="659"/>
                </a:cubicBezTo>
                <a:cubicBezTo>
                  <a:pt x="365" y="659"/>
                  <a:pt x="365" y="659"/>
                  <a:pt x="365" y="659"/>
                </a:cubicBezTo>
                <a:cubicBezTo>
                  <a:pt x="365" y="659"/>
                  <a:pt x="365" y="659"/>
                  <a:pt x="365" y="659"/>
                </a:cubicBezTo>
                <a:cubicBezTo>
                  <a:pt x="365" y="659"/>
                  <a:pt x="365" y="659"/>
                  <a:pt x="365" y="659"/>
                </a:cubicBezTo>
                <a:cubicBezTo>
                  <a:pt x="366" y="659"/>
                  <a:pt x="366" y="659"/>
                  <a:pt x="366" y="659"/>
                </a:cubicBezTo>
                <a:cubicBezTo>
                  <a:pt x="366" y="659"/>
                  <a:pt x="366" y="659"/>
                  <a:pt x="366" y="659"/>
                </a:cubicBezTo>
                <a:cubicBezTo>
                  <a:pt x="366" y="659"/>
                  <a:pt x="366" y="659"/>
                  <a:pt x="366" y="659"/>
                </a:cubicBezTo>
                <a:cubicBezTo>
                  <a:pt x="366" y="659"/>
                  <a:pt x="366" y="659"/>
                  <a:pt x="366" y="659"/>
                </a:cubicBezTo>
                <a:cubicBezTo>
                  <a:pt x="366" y="658"/>
                  <a:pt x="366" y="658"/>
                  <a:pt x="366" y="658"/>
                </a:cubicBezTo>
                <a:cubicBezTo>
                  <a:pt x="366" y="658"/>
                  <a:pt x="366" y="658"/>
                  <a:pt x="366" y="658"/>
                </a:cubicBezTo>
                <a:cubicBezTo>
                  <a:pt x="366" y="658"/>
                  <a:pt x="366" y="658"/>
                  <a:pt x="366" y="658"/>
                </a:cubicBezTo>
                <a:cubicBezTo>
                  <a:pt x="366" y="658"/>
                  <a:pt x="366" y="658"/>
                  <a:pt x="366" y="658"/>
                </a:cubicBezTo>
                <a:cubicBezTo>
                  <a:pt x="367" y="658"/>
                  <a:pt x="367" y="658"/>
                  <a:pt x="367" y="658"/>
                </a:cubicBezTo>
                <a:cubicBezTo>
                  <a:pt x="367" y="658"/>
                  <a:pt x="367" y="658"/>
                  <a:pt x="367" y="658"/>
                </a:cubicBezTo>
                <a:cubicBezTo>
                  <a:pt x="367" y="658"/>
                  <a:pt x="367" y="658"/>
                  <a:pt x="367" y="658"/>
                </a:cubicBezTo>
                <a:cubicBezTo>
                  <a:pt x="367" y="658"/>
                  <a:pt x="367" y="658"/>
                  <a:pt x="367" y="658"/>
                </a:cubicBezTo>
                <a:cubicBezTo>
                  <a:pt x="367" y="657"/>
                  <a:pt x="367" y="657"/>
                  <a:pt x="367" y="657"/>
                </a:cubicBezTo>
                <a:cubicBezTo>
                  <a:pt x="367" y="657"/>
                  <a:pt x="367" y="657"/>
                  <a:pt x="367" y="657"/>
                </a:cubicBezTo>
                <a:cubicBezTo>
                  <a:pt x="368" y="658"/>
                  <a:pt x="368" y="658"/>
                  <a:pt x="368" y="658"/>
                </a:cubicBezTo>
                <a:cubicBezTo>
                  <a:pt x="368" y="658"/>
                  <a:pt x="368" y="658"/>
                  <a:pt x="368" y="658"/>
                </a:cubicBezTo>
                <a:cubicBezTo>
                  <a:pt x="369" y="658"/>
                  <a:pt x="369" y="658"/>
                  <a:pt x="369" y="658"/>
                </a:cubicBezTo>
                <a:cubicBezTo>
                  <a:pt x="369" y="658"/>
                  <a:pt x="369" y="658"/>
                  <a:pt x="369" y="658"/>
                </a:cubicBezTo>
                <a:cubicBezTo>
                  <a:pt x="370" y="658"/>
                  <a:pt x="370" y="658"/>
                  <a:pt x="370" y="658"/>
                </a:cubicBezTo>
                <a:cubicBezTo>
                  <a:pt x="370" y="658"/>
                  <a:pt x="370" y="658"/>
                  <a:pt x="370" y="658"/>
                </a:cubicBezTo>
                <a:cubicBezTo>
                  <a:pt x="370" y="658"/>
                  <a:pt x="370" y="658"/>
                  <a:pt x="370" y="658"/>
                </a:cubicBezTo>
                <a:cubicBezTo>
                  <a:pt x="370" y="658"/>
                  <a:pt x="370" y="658"/>
                  <a:pt x="370" y="658"/>
                </a:cubicBezTo>
                <a:cubicBezTo>
                  <a:pt x="371" y="658"/>
                  <a:pt x="371" y="658"/>
                  <a:pt x="371" y="658"/>
                </a:cubicBezTo>
                <a:cubicBezTo>
                  <a:pt x="371" y="658"/>
                  <a:pt x="371" y="658"/>
                  <a:pt x="371" y="658"/>
                </a:cubicBezTo>
                <a:cubicBezTo>
                  <a:pt x="372" y="658"/>
                  <a:pt x="372" y="658"/>
                  <a:pt x="372" y="658"/>
                </a:cubicBezTo>
                <a:cubicBezTo>
                  <a:pt x="372" y="658"/>
                  <a:pt x="372" y="658"/>
                  <a:pt x="372" y="658"/>
                </a:cubicBezTo>
                <a:cubicBezTo>
                  <a:pt x="373" y="659"/>
                  <a:pt x="373" y="659"/>
                  <a:pt x="373" y="659"/>
                </a:cubicBezTo>
                <a:cubicBezTo>
                  <a:pt x="373" y="659"/>
                  <a:pt x="373" y="659"/>
                  <a:pt x="373" y="659"/>
                </a:cubicBezTo>
                <a:cubicBezTo>
                  <a:pt x="374" y="659"/>
                  <a:pt x="374" y="659"/>
                  <a:pt x="374" y="659"/>
                </a:cubicBezTo>
                <a:cubicBezTo>
                  <a:pt x="374" y="659"/>
                  <a:pt x="374" y="659"/>
                  <a:pt x="374" y="659"/>
                </a:cubicBezTo>
                <a:cubicBezTo>
                  <a:pt x="390" y="658"/>
                  <a:pt x="390" y="658"/>
                  <a:pt x="390" y="658"/>
                </a:cubicBezTo>
                <a:cubicBezTo>
                  <a:pt x="390" y="658"/>
                  <a:pt x="390" y="658"/>
                  <a:pt x="390" y="658"/>
                </a:cubicBezTo>
                <a:cubicBezTo>
                  <a:pt x="398" y="658"/>
                  <a:pt x="398" y="658"/>
                  <a:pt x="398" y="658"/>
                </a:cubicBezTo>
                <a:cubicBezTo>
                  <a:pt x="398" y="658"/>
                  <a:pt x="398" y="658"/>
                  <a:pt x="398" y="658"/>
                </a:cubicBezTo>
                <a:cubicBezTo>
                  <a:pt x="399" y="658"/>
                  <a:pt x="399" y="658"/>
                  <a:pt x="399" y="658"/>
                </a:cubicBezTo>
                <a:cubicBezTo>
                  <a:pt x="399" y="658"/>
                  <a:pt x="399" y="658"/>
                  <a:pt x="399" y="658"/>
                </a:cubicBezTo>
                <a:cubicBezTo>
                  <a:pt x="399" y="659"/>
                  <a:pt x="399" y="659"/>
                  <a:pt x="399" y="659"/>
                </a:cubicBezTo>
                <a:cubicBezTo>
                  <a:pt x="399" y="659"/>
                  <a:pt x="399" y="659"/>
                  <a:pt x="399" y="659"/>
                </a:cubicBezTo>
                <a:cubicBezTo>
                  <a:pt x="400" y="660"/>
                  <a:pt x="400" y="660"/>
                  <a:pt x="400" y="660"/>
                </a:cubicBezTo>
                <a:cubicBezTo>
                  <a:pt x="400" y="660"/>
                  <a:pt x="400" y="660"/>
                  <a:pt x="400" y="660"/>
                </a:cubicBezTo>
                <a:cubicBezTo>
                  <a:pt x="401" y="661"/>
                  <a:pt x="401" y="661"/>
                  <a:pt x="401" y="661"/>
                </a:cubicBezTo>
                <a:cubicBezTo>
                  <a:pt x="401" y="661"/>
                  <a:pt x="401" y="661"/>
                  <a:pt x="401" y="661"/>
                </a:cubicBezTo>
                <a:cubicBezTo>
                  <a:pt x="401" y="662"/>
                  <a:pt x="401" y="662"/>
                  <a:pt x="401" y="662"/>
                </a:cubicBezTo>
                <a:cubicBezTo>
                  <a:pt x="401" y="662"/>
                  <a:pt x="401" y="662"/>
                  <a:pt x="401" y="662"/>
                </a:cubicBezTo>
                <a:cubicBezTo>
                  <a:pt x="401" y="663"/>
                  <a:pt x="401" y="663"/>
                  <a:pt x="401" y="663"/>
                </a:cubicBezTo>
                <a:cubicBezTo>
                  <a:pt x="401" y="663"/>
                  <a:pt x="401" y="663"/>
                  <a:pt x="401" y="663"/>
                </a:cubicBezTo>
                <a:cubicBezTo>
                  <a:pt x="401" y="664"/>
                  <a:pt x="401" y="664"/>
                  <a:pt x="401" y="664"/>
                </a:cubicBezTo>
                <a:cubicBezTo>
                  <a:pt x="401" y="664"/>
                  <a:pt x="401" y="664"/>
                  <a:pt x="401" y="664"/>
                </a:cubicBezTo>
                <a:cubicBezTo>
                  <a:pt x="401" y="665"/>
                  <a:pt x="401" y="665"/>
                  <a:pt x="401" y="665"/>
                </a:cubicBezTo>
                <a:cubicBezTo>
                  <a:pt x="401" y="665"/>
                  <a:pt x="401" y="665"/>
                  <a:pt x="401" y="665"/>
                </a:cubicBezTo>
                <a:cubicBezTo>
                  <a:pt x="400" y="666"/>
                  <a:pt x="400" y="666"/>
                  <a:pt x="400" y="666"/>
                </a:cubicBezTo>
                <a:cubicBezTo>
                  <a:pt x="400" y="666"/>
                  <a:pt x="400" y="666"/>
                  <a:pt x="400" y="666"/>
                </a:cubicBezTo>
                <a:cubicBezTo>
                  <a:pt x="400" y="666"/>
                  <a:pt x="400" y="666"/>
                  <a:pt x="400" y="666"/>
                </a:cubicBezTo>
                <a:cubicBezTo>
                  <a:pt x="400" y="666"/>
                  <a:pt x="400" y="666"/>
                  <a:pt x="400" y="666"/>
                </a:cubicBezTo>
                <a:cubicBezTo>
                  <a:pt x="400" y="667"/>
                  <a:pt x="400" y="667"/>
                  <a:pt x="400" y="667"/>
                </a:cubicBezTo>
                <a:cubicBezTo>
                  <a:pt x="400" y="667"/>
                  <a:pt x="400" y="667"/>
                  <a:pt x="400" y="667"/>
                </a:cubicBezTo>
                <a:cubicBezTo>
                  <a:pt x="399" y="667"/>
                  <a:pt x="399" y="667"/>
                  <a:pt x="399" y="667"/>
                </a:cubicBezTo>
                <a:cubicBezTo>
                  <a:pt x="399" y="667"/>
                  <a:pt x="399" y="667"/>
                  <a:pt x="399" y="667"/>
                </a:cubicBezTo>
                <a:cubicBezTo>
                  <a:pt x="399" y="668"/>
                  <a:pt x="399" y="668"/>
                  <a:pt x="399" y="668"/>
                </a:cubicBezTo>
                <a:cubicBezTo>
                  <a:pt x="399" y="668"/>
                  <a:pt x="399" y="668"/>
                  <a:pt x="399" y="668"/>
                </a:cubicBezTo>
                <a:cubicBezTo>
                  <a:pt x="398" y="668"/>
                  <a:pt x="398" y="668"/>
                  <a:pt x="398" y="668"/>
                </a:cubicBezTo>
                <a:cubicBezTo>
                  <a:pt x="398" y="668"/>
                  <a:pt x="398" y="668"/>
                  <a:pt x="398" y="668"/>
                </a:cubicBezTo>
                <a:cubicBezTo>
                  <a:pt x="398" y="668"/>
                  <a:pt x="398" y="668"/>
                  <a:pt x="398" y="668"/>
                </a:cubicBezTo>
                <a:cubicBezTo>
                  <a:pt x="398" y="668"/>
                  <a:pt x="398" y="668"/>
                  <a:pt x="398" y="668"/>
                </a:cubicBezTo>
                <a:cubicBezTo>
                  <a:pt x="398" y="669"/>
                  <a:pt x="398" y="669"/>
                  <a:pt x="398" y="669"/>
                </a:cubicBezTo>
                <a:cubicBezTo>
                  <a:pt x="398" y="669"/>
                  <a:pt x="398" y="669"/>
                  <a:pt x="398" y="669"/>
                </a:cubicBezTo>
                <a:cubicBezTo>
                  <a:pt x="396" y="670"/>
                  <a:pt x="396" y="670"/>
                  <a:pt x="396" y="670"/>
                </a:cubicBezTo>
                <a:cubicBezTo>
                  <a:pt x="396" y="670"/>
                  <a:pt x="396" y="670"/>
                  <a:pt x="396" y="670"/>
                </a:cubicBezTo>
                <a:cubicBezTo>
                  <a:pt x="395" y="672"/>
                  <a:pt x="395" y="672"/>
                  <a:pt x="395" y="672"/>
                </a:cubicBezTo>
                <a:cubicBezTo>
                  <a:pt x="395" y="672"/>
                  <a:pt x="395" y="672"/>
                  <a:pt x="395" y="672"/>
                </a:cubicBezTo>
                <a:cubicBezTo>
                  <a:pt x="393" y="673"/>
                  <a:pt x="393" y="673"/>
                  <a:pt x="393" y="673"/>
                </a:cubicBezTo>
                <a:cubicBezTo>
                  <a:pt x="393" y="673"/>
                  <a:pt x="393" y="673"/>
                  <a:pt x="393" y="673"/>
                </a:cubicBezTo>
                <a:cubicBezTo>
                  <a:pt x="392" y="675"/>
                  <a:pt x="392" y="675"/>
                  <a:pt x="392" y="675"/>
                </a:cubicBezTo>
                <a:cubicBezTo>
                  <a:pt x="392" y="675"/>
                  <a:pt x="392" y="675"/>
                  <a:pt x="392" y="675"/>
                </a:cubicBezTo>
                <a:cubicBezTo>
                  <a:pt x="391" y="676"/>
                  <a:pt x="391" y="676"/>
                  <a:pt x="391" y="676"/>
                </a:cubicBezTo>
                <a:cubicBezTo>
                  <a:pt x="391" y="676"/>
                  <a:pt x="391" y="676"/>
                  <a:pt x="391" y="676"/>
                </a:cubicBezTo>
                <a:cubicBezTo>
                  <a:pt x="390" y="677"/>
                  <a:pt x="390" y="677"/>
                  <a:pt x="390" y="677"/>
                </a:cubicBezTo>
                <a:cubicBezTo>
                  <a:pt x="390" y="677"/>
                  <a:pt x="390" y="677"/>
                  <a:pt x="390" y="677"/>
                </a:cubicBezTo>
                <a:cubicBezTo>
                  <a:pt x="388" y="679"/>
                  <a:pt x="388" y="679"/>
                  <a:pt x="388" y="679"/>
                </a:cubicBezTo>
                <a:cubicBezTo>
                  <a:pt x="388" y="679"/>
                  <a:pt x="388" y="679"/>
                  <a:pt x="388" y="679"/>
                </a:cubicBezTo>
                <a:cubicBezTo>
                  <a:pt x="387" y="679"/>
                  <a:pt x="387" y="679"/>
                  <a:pt x="387" y="679"/>
                </a:cubicBezTo>
                <a:cubicBezTo>
                  <a:pt x="387" y="679"/>
                  <a:pt x="387" y="679"/>
                  <a:pt x="387" y="679"/>
                </a:cubicBezTo>
                <a:cubicBezTo>
                  <a:pt x="381" y="688"/>
                  <a:pt x="381" y="688"/>
                  <a:pt x="381" y="688"/>
                </a:cubicBezTo>
                <a:cubicBezTo>
                  <a:pt x="381" y="688"/>
                  <a:pt x="381" y="688"/>
                  <a:pt x="381" y="688"/>
                </a:cubicBezTo>
                <a:cubicBezTo>
                  <a:pt x="382" y="690"/>
                  <a:pt x="382" y="690"/>
                  <a:pt x="382" y="690"/>
                </a:cubicBezTo>
                <a:cubicBezTo>
                  <a:pt x="382" y="690"/>
                  <a:pt x="382" y="690"/>
                  <a:pt x="382" y="690"/>
                </a:cubicBezTo>
                <a:cubicBezTo>
                  <a:pt x="383" y="690"/>
                  <a:pt x="383" y="690"/>
                  <a:pt x="383" y="690"/>
                </a:cubicBezTo>
                <a:cubicBezTo>
                  <a:pt x="383" y="690"/>
                  <a:pt x="383" y="690"/>
                  <a:pt x="383" y="690"/>
                </a:cubicBezTo>
                <a:cubicBezTo>
                  <a:pt x="385" y="690"/>
                  <a:pt x="385" y="690"/>
                  <a:pt x="385" y="690"/>
                </a:cubicBezTo>
                <a:cubicBezTo>
                  <a:pt x="385" y="690"/>
                  <a:pt x="385" y="690"/>
                  <a:pt x="385" y="690"/>
                </a:cubicBezTo>
                <a:cubicBezTo>
                  <a:pt x="386" y="690"/>
                  <a:pt x="386" y="690"/>
                  <a:pt x="386" y="690"/>
                </a:cubicBezTo>
                <a:cubicBezTo>
                  <a:pt x="386" y="690"/>
                  <a:pt x="386" y="690"/>
                  <a:pt x="386" y="690"/>
                </a:cubicBezTo>
                <a:cubicBezTo>
                  <a:pt x="388" y="689"/>
                  <a:pt x="388" y="689"/>
                  <a:pt x="388" y="689"/>
                </a:cubicBezTo>
                <a:cubicBezTo>
                  <a:pt x="388" y="689"/>
                  <a:pt x="388" y="689"/>
                  <a:pt x="388" y="689"/>
                </a:cubicBezTo>
                <a:cubicBezTo>
                  <a:pt x="390" y="688"/>
                  <a:pt x="390" y="688"/>
                  <a:pt x="390" y="688"/>
                </a:cubicBezTo>
                <a:cubicBezTo>
                  <a:pt x="390" y="688"/>
                  <a:pt x="390" y="688"/>
                  <a:pt x="390" y="688"/>
                </a:cubicBezTo>
                <a:cubicBezTo>
                  <a:pt x="391" y="688"/>
                  <a:pt x="391" y="688"/>
                  <a:pt x="391" y="688"/>
                </a:cubicBezTo>
                <a:cubicBezTo>
                  <a:pt x="391" y="688"/>
                  <a:pt x="391" y="688"/>
                  <a:pt x="391" y="688"/>
                </a:cubicBezTo>
                <a:cubicBezTo>
                  <a:pt x="392" y="687"/>
                  <a:pt x="392" y="687"/>
                  <a:pt x="392" y="687"/>
                </a:cubicBezTo>
                <a:cubicBezTo>
                  <a:pt x="392" y="687"/>
                  <a:pt x="392" y="687"/>
                  <a:pt x="392" y="687"/>
                </a:cubicBezTo>
                <a:cubicBezTo>
                  <a:pt x="394" y="686"/>
                  <a:pt x="394" y="686"/>
                  <a:pt x="394" y="686"/>
                </a:cubicBezTo>
                <a:cubicBezTo>
                  <a:pt x="394" y="686"/>
                  <a:pt x="394" y="686"/>
                  <a:pt x="394" y="686"/>
                </a:cubicBezTo>
                <a:cubicBezTo>
                  <a:pt x="394" y="687"/>
                  <a:pt x="394" y="687"/>
                  <a:pt x="394" y="687"/>
                </a:cubicBezTo>
                <a:cubicBezTo>
                  <a:pt x="394" y="687"/>
                  <a:pt x="394" y="687"/>
                  <a:pt x="394" y="687"/>
                </a:cubicBezTo>
                <a:cubicBezTo>
                  <a:pt x="395" y="687"/>
                  <a:pt x="395" y="687"/>
                  <a:pt x="395" y="687"/>
                </a:cubicBezTo>
                <a:cubicBezTo>
                  <a:pt x="395" y="687"/>
                  <a:pt x="395" y="687"/>
                  <a:pt x="395" y="687"/>
                </a:cubicBezTo>
                <a:cubicBezTo>
                  <a:pt x="395" y="688"/>
                  <a:pt x="395" y="688"/>
                  <a:pt x="395" y="688"/>
                </a:cubicBezTo>
                <a:cubicBezTo>
                  <a:pt x="395" y="688"/>
                  <a:pt x="395" y="688"/>
                  <a:pt x="395" y="688"/>
                </a:cubicBezTo>
                <a:cubicBezTo>
                  <a:pt x="395" y="688"/>
                  <a:pt x="395" y="688"/>
                  <a:pt x="395" y="688"/>
                </a:cubicBezTo>
                <a:cubicBezTo>
                  <a:pt x="395" y="688"/>
                  <a:pt x="395" y="688"/>
                  <a:pt x="395" y="688"/>
                </a:cubicBezTo>
                <a:cubicBezTo>
                  <a:pt x="395" y="689"/>
                  <a:pt x="395" y="689"/>
                  <a:pt x="395" y="689"/>
                </a:cubicBezTo>
                <a:cubicBezTo>
                  <a:pt x="395" y="689"/>
                  <a:pt x="395" y="689"/>
                  <a:pt x="395" y="689"/>
                </a:cubicBezTo>
                <a:cubicBezTo>
                  <a:pt x="395" y="689"/>
                  <a:pt x="395" y="689"/>
                  <a:pt x="395" y="689"/>
                </a:cubicBezTo>
                <a:cubicBezTo>
                  <a:pt x="395" y="689"/>
                  <a:pt x="395" y="689"/>
                  <a:pt x="395" y="689"/>
                </a:cubicBezTo>
                <a:cubicBezTo>
                  <a:pt x="395" y="690"/>
                  <a:pt x="395" y="690"/>
                  <a:pt x="395" y="690"/>
                </a:cubicBezTo>
                <a:cubicBezTo>
                  <a:pt x="395" y="690"/>
                  <a:pt x="395" y="690"/>
                  <a:pt x="395" y="690"/>
                </a:cubicBezTo>
                <a:cubicBezTo>
                  <a:pt x="395" y="690"/>
                  <a:pt x="395" y="690"/>
                  <a:pt x="395" y="690"/>
                </a:cubicBezTo>
                <a:cubicBezTo>
                  <a:pt x="395" y="690"/>
                  <a:pt x="395" y="690"/>
                  <a:pt x="395" y="690"/>
                </a:cubicBezTo>
                <a:cubicBezTo>
                  <a:pt x="395" y="691"/>
                  <a:pt x="395" y="691"/>
                  <a:pt x="395" y="691"/>
                </a:cubicBezTo>
                <a:cubicBezTo>
                  <a:pt x="395" y="691"/>
                  <a:pt x="395" y="691"/>
                  <a:pt x="395" y="691"/>
                </a:cubicBezTo>
                <a:cubicBezTo>
                  <a:pt x="394" y="691"/>
                  <a:pt x="394" y="691"/>
                  <a:pt x="394" y="691"/>
                </a:cubicBezTo>
                <a:cubicBezTo>
                  <a:pt x="394" y="691"/>
                  <a:pt x="394" y="691"/>
                  <a:pt x="394" y="691"/>
                </a:cubicBezTo>
                <a:cubicBezTo>
                  <a:pt x="394" y="691"/>
                  <a:pt x="394" y="691"/>
                  <a:pt x="394" y="691"/>
                </a:cubicBezTo>
                <a:cubicBezTo>
                  <a:pt x="394" y="691"/>
                  <a:pt x="394" y="691"/>
                  <a:pt x="394" y="691"/>
                </a:cubicBezTo>
                <a:cubicBezTo>
                  <a:pt x="394" y="691"/>
                  <a:pt x="394" y="691"/>
                  <a:pt x="394" y="691"/>
                </a:cubicBezTo>
                <a:cubicBezTo>
                  <a:pt x="394" y="691"/>
                  <a:pt x="394" y="691"/>
                  <a:pt x="394" y="691"/>
                </a:cubicBezTo>
                <a:cubicBezTo>
                  <a:pt x="393" y="691"/>
                  <a:pt x="393" y="691"/>
                  <a:pt x="393" y="691"/>
                </a:cubicBezTo>
                <a:cubicBezTo>
                  <a:pt x="393" y="691"/>
                  <a:pt x="393" y="691"/>
                  <a:pt x="393" y="691"/>
                </a:cubicBezTo>
                <a:cubicBezTo>
                  <a:pt x="393" y="691"/>
                  <a:pt x="393" y="691"/>
                  <a:pt x="393" y="691"/>
                </a:cubicBezTo>
                <a:cubicBezTo>
                  <a:pt x="393" y="691"/>
                  <a:pt x="393" y="691"/>
                  <a:pt x="393" y="691"/>
                </a:cubicBezTo>
                <a:cubicBezTo>
                  <a:pt x="392" y="691"/>
                  <a:pt x="392" y="691"/>
                  <a:pt x="392" y="691"/>
                </a:cubicBezTo>
                <a:cubicBezTo>
                  <a:pt x="392" y="691"/>
                  <a:pt x="392" y="691"/>
                  <a:pt x="392" y="691"/>
                </a:cubicBezTo>
                <a:cubicBezTo>
                  <a:pt x="392" y="692"/>
                  <a:pt x="392" y="692"/>
                  <a:pt x="392" y="692"/>
                </a:cubicBezTo>
                <a:cubicBezTo>
                  <a:pt x="392" y="692"/>
                  <a:pt x="392" y="692"/>
                  <a:pt x="392" y="692"/>
                </a:cubicBezTo>
                <a:cubicBezTo>
                  <a:pt x="376" y="696"/>
                  <a:pt x="376" y="696"/>
                  <a:pt x="376" y="696"/>
                </a:cubicBezTo>
                <a:cubicBezTo>
                  <a:pt x="376" y="696"/>
                  <a:pt x="376" y="696"/>
                  <a:pt x="376" y="696"/>
                </a:cubicBezTo>
                <a:cubicBezTo>
                  <a:pt x="376" y="697"/>
                  <a:pt x="376" y="697"/>
                  <a:pt x="376" y="697"/>
                </a:cubicBezTo>
                <a:cubicBezTo>
                  <a:pt x="376" y="697"/>
                  <a:pt x="376" y="697"/>
                  <a:pt x="376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5" y="697"/>
                  <a:pt x="375" y="697"/>
                  <a:pt x="375" y="697"/>
                </a:cubicBezTo>
                <a:cubicBezTo>
                  <a:pt x="374" y="698"/>
                  <a:pt x="374" y="698"/>
                  <a:pt x="374" y="698"/>
                </a:cubicBezTo>
                <a:cubicBezTo>
                  <a:pt x="374" y="698"/>
                  <a:pt x="374" y="698"/>
                  <a:pt x="374" y="698"/>
                </a:cubicBezTo>
                <a:cubicBezTo>
                  <a:pt x="374" y="698"/>
                  <a:pt x="374" y="698"/>
                  <a:pt x="374" y="698"/>
                </a:cubicBezTo>
                <a:cubicBezTo>
                  <a:pt x="374" y="698"/>
                  <a:pt x="374" y="698"/>
                  <a:pt x="374" y="698"/>
                </a:cubicBezTo>
                <a:cubicBezTo>
                  <a:pt x="373" y="698"/>
                  <a:pt x="373" y="698"/>
                  <a:pt x="373" y="698"/>
                </a:cubicBezTo>
                <a:cubicBezTo>
                  <a:pt x="373" y="698"/>
                  <a:pt x="373" y="698"/>
                  <a:pt x="373" y="698"/>
                </a:cubicBezTo>
                <a:cubicBezTo>
                  <a:pt x="373" y="698"/>
                  <a:pt x="373" y="698"/>
                  <a:pt x="373" y="698"/>
                </a:cubicBezTo>
                <a:cubicBezTo>
                  <a:pt x="373" y="698"/>
                  <a:pt x="373" y="698"/>
                  <a:pt x="373" y="698"/>
                </a:cubicBezTo>
                <a:cubicBezTo>
                  <a:pt x="372" y="698"/>
                  <a:pt x="372" y="698"/>
                  <a:pt x="372" y="698"/>
                </a:cubicBezTo>
                <a:cubicBezTo>
                  <a:pt x="372" y="698"/>
                  <a:pt x="372" y="698"/>
                  <a:pt x="372" y="698"/>
                </a:cubicBezTo>
                <a:cubicBezTo>
                  <a:pt x="372" y="698"/>
                  <a:pt x="372" y="698"/>
                  <a:pt x="372" y="698"/>
                </a:cubicBezTo>
                <a:cubicBezTo>
                  <a:pt x="372" y="698"/>
                  <a:pt x="372" y="698"/>
                  <a:pt x="372" y="698"/>
                </a:cubicBezTo>
                <a:cubicBezTo>
                  <a:pt x="371" y="699"/>
                  <a:pt x="371" y="699"/>
                  <a:pt x="370" y="699"/>
                </a:cubicBezTo>
                <a:cubicBezTo>
                  <a:pt x="370" y="699"/>
                  <a:pt x="370" y="699"/>
                  <a:pt x="370" y="699"/>
                </a:cubicBezTo>
                <a:cubicBezTo>
                  <a:pt x="370" y="699"/>
                  <a:pt x="369" y="699"/>
                  <a:pt x="369" y="699"/>
                </a:cubicBezTo>
                <a:cubicBezTo>
                  <a:pt x="369" y="699"/>
                  <a:pt x="369" y="700"/>
                  <a:pt x="369" y="700"/>
                </a:cubicBezTo>
                <a:cubicBezTo>
                  <a:pt x="369" y="700"/>
                  <a:pt x="368" y="700"/>
                  <a:pt x="368" y="700"/>
                </a:cubicBezTo>
                <a:cubicBezTo>
                  <a:pt x="368" y="700"/>
                  <a:pt x="368" y="700"/>
                  <a:pt x="368" y="700"/>
                </a:cubicBezTo>
                <a:cubicBezTo>
                  <a:pt x="368" y="700"/>
                  <a:pt x="368" y="700"/>
                  <a:pt x="368" y="700"/>
                </a:cubicBezTo>
                <a:cubicBezTo>
                  <a:pt x="368" y="700"/>
                  <a:pt x="368" y="700"/>
                  <a:pt x="368" y="700"/>
                </a:cubicBezTo>
                <a:cubicBezTo>
                  <a:pt x="367" y="701"/>
                  <a:pt x="367" y="701"/>
                  <a:pt x="366" y="701"/>
                </a:cubicBezTo>
                <a:cubicBezTo>
                  <a:pt x="366" y="701"/>
                  <a:pt x="366" y="701"/>
                  <a:pt x="366" y="701"/>
                </a:cubicBezTo>
                <a:cubicBezTo>
                  <a:pt x="366" y="701"/>
                  <a:pt x="365" y="701"/>
                  <a:pt x="365" y="701"/>
                </a:cubicBezTo>
                <a:cubicBezTo>
                  <a:pt x="365" y="701"/>
                  <a:pt x="365" y="701"/>
                  <a:pt x="365" y="701"/>
                </a:cubicBezTo>
                <a:cubicBezTo>
                  <a:pt x="365" y="701"/>
                  <a:pt x="365" y="701"/>
                  <a:pt x="365" y="701"/>
                </a:cubicBezTo>
                <a:cubicBezTo>
                  <a:pt x="365" y="701"/>
                  <a:pt x="365" y="701"/>
                  <a:pt x="365" y="701"/>
                </a:cubicBezTo>
                <a:cubicBezTo>
                  <a:pt x="365" y="701"/>
                  <a:pt x="364" y="701"/>
                  <a:pt x="364" y="701"/>
                </a:cubicBezTo>
                <a:cubicBezTo>
                  <a:pt x="364" y="701"/>
                  <a:pt x="364" y="701"/>
                  <a:pt x="364" y="701"/>
                </a:cubicBezTo>
                <a:cubicBezTo>
                  <a:pt x="364" y="701"/>
                  <a:pt x="364" y="701"/>
                  <a:pt x="364" y="702"/>
                </a:cubicBezTo>
                <a:cubicBezTo>
                  <a:pt x="364" y="702"/>
                  <a:pt x="364" y="702"/>
                  <a:pt x="364" y="702"/>
                </a:cubicBezTo>
                <a:cubicBezTo>
                  <a:pt x="364" y="702"/>
                  <a:pt x="363" y="702"/>
                  <a:pt x="363" y="702"/>
                </a:cubicBezTo>
                <a:cubicBezTo>
                  <a:pt x="363" y="702"/>
                  <a:pt x="363" y="702"/>
                  <a:pt x="363" y="702"/>
                </a:cubicBezTo>
                <a:cubicBezTo>
                  <a:pt x="363" y="702"/>
                  <a:pt x="362" y="702"/>
                  <a:pt x="361" y="702"/>
                </a:cubicBezTo>
                <a:cubicBezTo>
                  <a:pt x="361" y="702"/>
                  <a:pt x="361" y="702"/>
                  <a:pt x="361" y="702"/>
                </a:cubicBezTo>
                <a:cubicBezTo>
                  <a:pt x="361" y="702"/>
                  <a:pt x="361" y="702"/>
                  <a:pt x="361" y="702"/>
                </a:cubicBezTo>
                <a:cubicBezTo>
                  <a:pt x="361" y="702"/>
                  <a:pt x="361" y="702"/>
                  <a:pt x="361" y="702"/>
                </a:cubicBezTo>
                <a:cubicBezTo>
                  <a:pt x="360" y="702"/>
                  <a:pt x="360" y="702"/>
                  <a:pt x="360" y="702"/>
                </a:cubicBezTo>
                <a:cubicBezTo>
                  <a:pt x="360" y="702"/>
                  <a:pt x="360" y="702"/>
                  <a:pt x="360" y="702"/>
                </a:cubicBezTo>
                <a:cubicBezTo>
                  <a:pt x="360" y="703"/>
                  <a:pt x="360" y="703"/>
                  <a:pt x="360" y="703"/>
                </a:cubicBezTo>
                <a:cubicBezTo>
                  <a:pt x="360" y="703"/>
                  <a:pt x="360" y="703"/>
                  <a:pt x="360" y="703"/>
                </a:cubicBezTo>
                <a:cubicBezTo>
                  <a:pt x="359" y="704"/>
                  <a:pt x="359" y="704"/>
                  <a:pt x="359" y="704"/>
                </a:cubicBezTo>
                <a:cubicBezTo>
                  <a:pt x="359" y="704"/>
                  <a:pt x="359" y="704"/>
                  <a:pt x="359" y="704"/>
                </a:cubicBezTo>
                <a:cubicBezTo>
                  <a:pt x="358" y="704"/>
                  <a:pt x="358" y="704"/>
                  <a:pt x="358" y="704"/>
                </a:cubicBezTo>
                <a:cubicBezTo>
                  <a:pt x="358" y="704"/>
                  <a:pt x="358" y="704"/>
                  <a:pt x="358" y="704"/>
                </a:cubicBezTo>
                <a:cubicBezTo>
                  <a:pt x="357" y="705"/>
                  <a:pt x="357" y="705"/>
                  <a:pt x="357" y="705"/>
                </a:cubicBezTo>
                <a:cubicBezTo>
                  <a:pt x="357" y="705"/>
                  <a:pt x="357" y="705"/>
                  <a:pt x="357" y="705"/>
                </a:cubicBezTo>
                <a:cubicBezTo>
                  <a:pt x="356" y="705"/>
                  <a:pt x="356" y="705"/>
                  <a:pt x="356" y="705"/>
                </a:cubicBezTo>
                <a:cubicBezTo>
                  <a:pt x="356" y="705"/>
                  <a:pt x="356" y="705"/>
                  <a:pt x="356" y="705"/>
                </a:cubicBezTo>
                <a:cubicBezTo>
                  <a:pt x="355" y="706"/>
                  <a:pt x="355" y="706"/>
                  <a:pt x="355" y="706"/>
                </a:cubicBezTo>
                <a:cubicBezTo>
                  <a:pt x="355" y="706"/>
                  <a:pt x="355" y="706"/>
                  <a:pt x="355" y="706"/>
                </a:cubicBezTo>
                <a:cubicBezTo>
                  <a:pt x="353" y="706"/>
                  <a:pt x="353" y="706"/>
                  <a:pt x="353" y="706"/>
                </a:cubicBezTo>
                <a:cubicBezTo>
                  <a:pt x="353" y="706"/>
                  <a:pt x="353" y="706"/>
                  <a:pt x="353" y="706"/>
                </a:cubicBezTo>
                <a:cubicBezTo>
                  <a:pt x="352" y="706"/>
                  <a:pt x="352" y="706"/>
                  <a:pt x="352" y="706"/>
                </a:cubicBezTo>
                <a:close/>
                <a:moveTo>
                  <a:pt x="218" y="701"/>
                </a:moveTo>
                <a:cubicBezTo>
                  <a:pt x="217" y="699"/>
                  <a:pt x="217" y="699"/>
                  <a:pt x="217" y="699"/>
                </a:cubicBezTo>
                <a:cubicBezTo>
                  <a:pt x="217" y="699"/>
                  <a:pt x="217" y="699"/>
                  <a:pt x="217" y="699"/>
                </a:cubicBezTo>
                <a:cubicBezTo>
                  <a:pt x="217" y="699"/>
                  <a:pt x="216" y="698"/>
                  <a:pt x="216" y="697"/>
                </a:cubicBezTo>
                <a:cubicBezTo>
                  <a:pt x="216" y="697"/>
                  <a:pt x="216" y="697"/>
                  <a:pt x="216" y="697"/>
                </a:cubicBezTo>
                <a:cubicBezTo>
                  <a:pt x="216" y="697"/>
                  <a:pt x="216" y="696"/>
                  <a:pt x="215" y="696"/>
                </a:cubicBezTo>
                <a:cubicBezTo>
                  <a:pt x="215" y="696"/>
                  <a:pt x="215" y="696"/>
                  <a:pt x="215" y="696"/>
                </a:cubicBezTo>
                <a:cubicBezTo>
                  <a:pt x="215" y="695"/>
                  <a:pt x="215" y="695"/>
                  <a:pt x="215" y="694"/>
                </a:cubicBezTo>
                <a:cubicBezTo>
                  <a:pt x="215" y="694"/>
                  <a:pt x="215" y="694"/>
                  <a:pt x="215" y="694"/>
                </a:cubicBezTo>
                <a:cubicBezTo>
                  <a:pt x="215" y="694"/>
                  <a:pt x="215" y="693"/>
                  <a:pt x="215" y="692"/>
                </a:cubicBezTo>
                <a:cubicBezTo>
                  <a:pt x="215" y="692"/>
                  <a:pt x="215" y="692"/>
                  <a:pt x="215" y="692"/>
                </a:cubicBezTo>
                <a:cubicBezTo>
                  <a:pt x="215" y="692"/>
                  <a:pt x="215" y="691"/>
                  <a:pt x="215" y="691"/>
                </a:cubicBezTo>
                <a:cubicBezTo>
                  <a:pt x="215" y="691"/>
                  <a:pt x="215" y="691"/>
                  <a:pt x="215" y="691"/>
                </a:cubicBezTo>
                <a:cubicBezTo>
                  <a:pt x="216" y="690"/>
                  <a:pt x="216" y="689"/>
                  <a:pt x="216" y="689"/>
                </a:cubicBezTo>
                <a:cubicBezTo>
                  <a:pt x="216" y="689"/>
                  <a:pt x="216" y="689"/>
                  <a:pt x="216" y="689"/>
                </a:cubicBezTo>
                <a:cubicBezTo>
                  <a:pt x="216" y="688"/>
                  <a:pt x="216" y="688"/>
                  <a:pt x="216" y="687"/>
                </a:cubicBezTo>
                <a:cubicBezTo>
                  <a:pt x="216" y="687"/>
                  <a:pt x="216" y="687"/>
                  <a:pt x="216" y="687"/>
                </a:cubicBezTo>
                <a:cubicBezTo>
                  <a:pt x="216" y="687"/>
                  <a:pt x="217" y="686"/>
                  <a:pt x="217" y="686"/>
                </a:cubicBezTo>
                <a:cubicBezTo>
                  <a:pt x="217" y="686"/>
                  <a:pt x="217" y="686"/>
                  <a:pt x="217" y="686"/>
                </a:cubicBezTo>
                <a:cubicBezTo>
                  <a:pt x="217" y="686"/>
                  <a:pt x="217" y="685"/>
                  <a:pt x="218" y="685"/>
                </a:cubicBezTo>
                <a:cubicBezTo>
                  <a:pt x="218" y="685"/>
                  <a:pt x="218" y="685"/>
                  <a:pt x="218" y="685"/>
                </a:cubicBezTo>
                <a:cubicBezTo>
                  <a:pt x="218" y="685"/>
                  <a:pt x="218" y="685"/>
                  <a:pt x="218" y="685"/>
                </a:cubicBezTo>
                <a:cubicBezTo>
                  <a:pt x="218" y="685"/>
                  <a:pt x="218" y="685"/>
                  <a:pt x="218" y="685"/>
                </a:cubicBezTo>
                <a:cubicBezTo>
                  <a:pt x="219" y="683"/>
                  <a:pt x="219" y="683"/>
                  <a:pt x="219" y="683"/>
                </a:cubicBezTo>
                <a:cubicBezTo>
                  <a:pt x="219" y="683"/>
                  <a:pt x="219" y="683"/>
                  <a:pt x="219" y="683"/>
                </a:cubicBezTo>
                <a:cubicBezTo>
                  <a:pt x="220" y="683"/>
                  <a:pt x="220" y="683"/>
                  <a:pt x="220" y="683"/>
                </a:cubicBezTo>
                <a:cubicBezTo>
                  <a:pt x="220" y="683"/>
                  <a:pt x="220" y="683"/>
                  <a:pt x="220" y="683"/>
                </a:cubicBezTo>
                <a:cubicBezTo>
                  <a:pt x="221" y="682"/>
                  <a:pt x="221" y="682"/>
                  <a:pt x="221" y="682"/>
                </a:cubicBezTo>
                <a:cubicBezTo>
                  <a:pt x="221" y="682"/>
                  <a:pt x="221" y="682"/>
                  <a:pt x="221" y="682"/>
                </a:cubicBezTo>
                <a:cubicBezTo>
                  <a:pt x="221" y="681"/>
                  <a:pt x="221" y="681"/>
                  <a:pt x="221" y="681"/>
                </a:cubicBezTo>
                <a:cubicBezTo>
                  <a:pt x="221" y="681"/>
                  <a:pt x="221" y="681"/>
                  <a:pt x="221" y="681"/>
                </a:cubicBezTo>
                <a:cubicBezTo>
                  <a:pt x="221" y="679"/>
                  <a:pt x="221" y="679"/>
                  <a:pt x="221" y="679"/>
                </a:cubicBezTo>
                <a:cubicBezTo>
                  <a:pt x="221" y="679"/>
                  <a:pt x="221" y="679"/>
                  <a:pt x="221" y="679"/>
                </a:cubicBezTo>
                <a:cubicBezTo>
                  <a:pt x="226" y="674"/>
                  <a:pt x="226" y="674"/>
                  <a:pt x="226" y="674"/>
                </a:cubicBezTo>
                <a:cubicBezTo>
                  <a:pt x="226" y="674"/>
                  <a:pt x="226" y="674"/>
                  <a:pt x="226" y="674"/>
                </a:cubicBezTo>
                <a:cubicBezTo>
                  <a:pt x="228" y="674"/>
                  <a:pt x="228" y="674"/>
                  <a:pt x="228" y="674"/>
                </a:cubicBezTo>
                <a:cubicBezTo>
                  <a:pt x="228" y="674"/>
                  <a:pt x="228" y="674"/>
                  <a:pt x="228" y="674"/>
                </a:cubicBezTo>
                <a:cubicBezTo>
                  <a:pt x="228" y="674"/>
                  <a:pt x="228" y="674"/>
                  <a:pt x="228" y="674"/>
                </a:cubicBezTo>
                <a:cubicBezTo>
                  <a:pt x="228" y="674"/>
                  <a:pt x="228" y="674"/>
                  <a:pt x="228" y="674"/>
                </a:cubicBezTo>
                <a:cubicBezTo>
                  <a:pt x="228" y="675"/>
                  <a:pt x="228" y="675"/>
                  <a:pt x="228" y="675"/>
                </a:cubicBezTo>
                <a:cubicBezTo>
                  <a:pt x="228" y="675"/>
                  <a:pt x="228" y="675"/>
                  <a:pt x="228" y="675"/>
                </a:cubicBezTo>
                <a:cubicBezTo>
                  <a:pt x="229" y="676"/>
                  <a:pt x="229" y="676"/>
                  <a:pt x="229" y="676"/>
                </a:cubicBezTo>
                <a:cubicBezTo>
                  <a:pt x="229" y="676"/>
                  <a:pt x="229" y="676"/>
                  <a:pt x="229" y="676"/>
                </a:cubicBezTo>
                <a:cubicBezTo>
                  <a:pt x="229" y="676"/>
                  <a:pt x="229" y="676"/>
                  <a:pt x="229" y="676"/>
                </a:cubicBezTo>
                <a:cubicBezTo>
                  <a:pt x="229" y="676"/>
                  <a:pt x="229" y="676"/>
                  <a:pt x="229" y="676"/>
                </a:cubicBezTo>
                <a:cubicBezTo>
                  <a:pt x="229" y="677"/>
                  <a:pt x="229" y="677"/>
                  <a:pt x="229" y="677"/>
                </a:cubicBezTo>
                <a:cubicBezTo>
                  <a:pt x="229" y="677"/>
                  <a:pt x="229" y="677"/>
                  <a:pt x="229" y="677"/>
                </a:cubicBezTo>
                <a:cubicBezTo>
                  <a:pt x="229" y="678"/>
                  <a:pt x="229" y="678"/>
                  <a:pt x="229" y="678"/>
                </a:cubicBezTo>
                <a:cubicBezTo>
                  <a:pt x="229" y="678"/>
                  <a:pt x="229" y="678"/>
                  <a:pt x="229" y="678"/>
                </a:cubicBezTo>
                <a:cubicBezTo>
                  <a:pt x="229" y="679"/>
                  <a:pt x="229" y="679"/>
                  <a:pt x="229" y="679"/>
                </a:cubicBezTo>
                <a:cubicBezTo>
                  <a:pt x="229" y="679"/>
                  <a:pt x="229" y="679"/>
                  <a:pt x="229" y="679"/>
                </a:cubicBezTo>
                <a:cubicBezTo>
                  <a:pt x="230" y="679"/>
                  <a:pt x="230" y="679"/>
                  <a:pt x="230" y="679"/>
                </a:cubicBezTo>
                <a:cubicBezTo>
                  <a:pt x="230" y="679"/>
                  <a:pt x="230" y="679"/>
                  <a:pt x="230" y="679"/>
                </a:cubicBezTo>
                <a:cubicBezTo>
                  <a:pt x="229" y="681"/>
                  <a:pt x="229" y="681"/>
                  <a:pt x="229" y="681"/>
                </a:cubicBezTo>
                <a:cubicBezTo>
                  <a:pt x="229" y="681"/>
                  <a:pt x="229" y="681"/>
                  <a:pt x="229" y="681"/>
                </a:cubicBezTo>
                <a:cubicBezTo>
                  <a:pt x="228" y="681"/>
                  <a:pt x="228" y="681"/>
                  <a:pt x="228" y="681"/>
                </a:cubicBezTo>
                <a:cubicBezTo>
                  <a:pt x="228" y="681"/>
                  <a:pt x="228" y="681"/>
                  <a:pt x="228" y="681"/>
                </a:cubicBezTo>
                <a:cubicBezTo>
                  <a:pt x="226" y="682"/>
                  <a:pt x="226" y="682"/>
                  <a:pt x="226" y="682"/>
                </a:cubicBezTo>
                <a:cubicBezTo>
                  <a:pt x="226" y="682"/>
                  <a:pt x="226" y="682"/>
                  <a:pt x="226" y="682"/>
                </a:cubicBezTo>
                <a:cubicBezTo>
                  <a:pt x="225" y="683"/>
                  <a:pt x="225" y="683"/>
                  <a:pt x="225" y="683"/>
                </a:cubicBezTo>
                <a:cubicBezTo>
                  <a:pt x="225" y="683"/>
                  <a:pt x="225" y="683"/>
                  <a:pt x="225" y="683"/>
                </a:cubicBezTo>
                <a:cubicBezTo>
                  <a:pt x="224" y="683"/>
                  <a:pt x="224" y="683"/>
                  <a:pt x="224" y="683"/>
                </a:cubicBezTo>
                <a:cubicBezTo>
                  <a:pt x="224" y="683"/>
                  <a:pt x="224" y="683"/>
                  <a:pt x="224" y="683"/>
                </a:cubicBezTo>
                <a:cubicBezTo>
                  <a:pt x="223" y="684"/>
                  <a:pt x="223" y="684"/>
                  <a:pt x="223" y="684"/>
                </a:cubicBezTo>
                <a:cubicBezTo>
                  <a:pt x="223" y="684"/>
                  <a:pt x="223" y="684"/>
                  <a:pt x="223" y="684"/>
                </a:cubicBezTo>
                <a:cubicBezTo>
                  <a:pt x="221" y="684"/>
                  <a:pt x="221" y="684"/>
                  <a:pt x="221" y="684"/>
                </a:cubicBezTo>
                <a:cubicBezTo>
                  <a:pt x="221" y="684"/>
                  <a:pt x="221" y="684"/>
                  <a:pt x="221" y="684"/>
                </a:cubicBezTo>
                <a:cubicBezTo>
                  <a:pt x="220" y="685"/>
                  <a:pt x="220" y="685"/>
                  <a:pt x="220" y="685"/>
                </a:cubicBezTo>
                <a:cubicBezTo>
                  <a:pt x="220" y="685"/>
                  <a:pt x="220" y="685"/>
                  <a:pt x="220" y="685"/>
                </a:cubicBezTo>
                <a:cubicBezTo>
                  <a:pt x="220" y="685"/>
                  <a:pt x="219" y="685"/>
                  <a:pt x="219" y="686"/>
                </a:cubicBezTo>
                <a:cubicBezTo>
                  <a:pt x="219" y="686"/>
                  <a:pt x="219" y="686"/>
                  <a:pt x="219" y="686"/>
                </a:cubicBezTo>
                <a:cubicBezTo>
                  <a:pt x="219" y="686"/>
                  <a:pt x="219" y="686"/>
                  <a:pt x="219" y="686"/>
                </a:cubicBezTo>
                <a:cubicBezTo>
                  <a:pt x="219" y="686"/>
                  <a:pt x="219" y="686"/>
                  <a:pt x="219" y="686"/>
                </a:cubicBezTo>
                <a:cubicBezTo>
                  <a:pt x="219" y="686"/>
                  <a:pt x="219" y="686"/>
                  <a:pt x="219" y="686"/>
                </a:cubicBezTo>
                <a:cubicBezTo>
                  <a:pt x="219" y="686"/>
                  <a:pt x="219" y="686"/>
                  <a:pt x="219" y="686"/>
                </a:cubicBezTo>
                <a:cubicBezTo>
                  <a:pt x="219" y="686"/>
                  <a:pt x="219" y="686"/>
                  <a:pt x="219" y="686"/>
                </a:cubicBezTo>
                <a:cubicBezTo>
                  <a:pt x="219" y="686"/>
                  <a:pt x="219" y="686"/>
                  <a:pt x="219" y="686"/>
                </a:cubicBezTo>
                <a:cubicBezTo>
                  <a:pt x="219" y="686"/>
                  <a:pt x="219" y="686"/>
                  <a:pt x="219" y="686"/>
                </a:cubicBezTo>
                <a:cubicBezTo>
                  <a:pt x="219" y="686"/>
                  <a:pt x="219" y="686"/>
                  <a:pt x="219" y="686"/>
                </a:cubicBezTo>
                <a:cubicBezTo>
                  <a:pt x="219" y="687"/>
                  <a:pt x="219" y="687"/>
                  <a:pt x="219" y="687"/>
                </a:cubicBezTo>
                <a:cubicBezTo>
                  <a:pt x="219" y="687"/>
                  <a:pt x="219" y="687"/>
                  <a:pt x="219" y="687"/>
                </a:cubicBezTo>
                <a:cubicBezTo>
                  <a:pt x="219" y="687"/>
                  <a:pt x="219" y="687"/>
                  <a:pt x="219" y="687"/>
                </a:cubicBezTo>
                <a:cubicBezTo>
                  <a:pt x="219" y="687"/>
                  <a:pt x="219" y="687"/>
                  <a:pt x="219" y="687"/>
                </a:cubicBezTo>
                <a:cubicBezTo>
                  <a:pt x="219" y="687"/>
                  <a:pt x="220" y="687"/>
                  <a:pt x="220" y="687"/>
                </a:cubicBezTo>
                <a:cubicBezTo>
                  <a:pt x="220" y="687"/>
                  <a:pt x="220" y="687"/>
                  <a:pt x="220" y="687"/>
                </a:cubicBezTo>
                <a:cubicBezTo>
                  <a:pt x="220" y="687"/>
                  <a:pt x="220" y="687"/>
                  <a:pt x="220" y="687"/>
                </a:cubicBezTo>
                <a:cubicBezTo>
                  <a:pt x="220" y="687"/>
                  <a:pt x="220" y="687"/>
                  <a:pt x="220" y="687"/>
                </a:cubicBezTo>
                <a:cubicBezTo>
                  <a:pt x="226" y="685"/>
                  <a:pt x="226" y="685"/>
                  <a:pt x="226" y="685"/>
                </a:cubicBezTo>
                <a:cubicBezTo>
                  <a:pt x="226" y="685"/>
                  <a:pt x="226" y="685"/>
                  <a:pt x="226" y="685"/>
                </a:cubicBezTo>
                <a:cubicBezTo>
                  <a:pt x="226" y="686"/>
                  <a:pt x="226" y="686"/>
                  <a:pt x="226" y="686"/>
                </a:cubicBezTo>
                <a:cubicBezTo>
                  <a:pt x="226" y="686"/>
                  <a:pt x="226" y="686"/>
                  <a:pt x="226" y="686"/>
                </a:cubicBezTo>
                <a:cubicBezTo>
                  <a:pt x="226" y="686"/>
                  <a:pt x="226" y="686"/>
                  <a:pt x="226" y="686"/>
                </a:cubicBezTo>
                <a:cubicBezTo>
                  <a:pt x="226" y="686"/>
                  <a:pt x="226" y="686"/>
                  <a:pt x="226" y="686"/>
                </a:cubicBezTo>
                <a:cubicBezTo>
                  <a:pt x="225" y="686"/>
                  <a:pt x="225" y="686"/>
                  <a:pt x="225" y="686"/>
                </a:cubicBezTo>
                <a:cubicBezTo>
                  <a:pt x="225" y="686"/>
                  <a:pt x="225" y="686"/>
                  <a:pt x="225" y="686"/>
                </a:cubicBezTo>
                <a:cubicBezTo>
                  <a:pt x="225" y="687"/>
                  <a:pt x="225" y="687"/>
                  <a:pt x="225" y="687"/>
                </a:cubicBezTo>
                <a:cubicBezTo>
                  <a:pt x="225" y="687"/>
                  <a:pt x="225" y="687"/>
                  <a:pt x="225" y="687"/>
                </a:cubicBezTo>
                <a:cubicBezTo>
                  <a:pt x="225" y="687"/>
                  <a:pt x="225" y="687"/>
                  <a:pt x="225" y="687"/>
                </a:cubicBezTo>
                <a:cubicBezTo>
                  <a:pt x="225" y="687"/>
                  <a:pt x="225" y="687"/>
                  <a:pt x="225" y="687"/>
                </a:cubicBezTo>
                <a:cubicBezTo>
                  <a:pt x="225" y="688"/>
                  <a:pt x="225" y="688"/>
                  <a:pt x="225" y="688"/>
                </a:cubicBezTo>
                <a:cubicBezTo>
                  <a:pt x="225" y="688"/>
                  <a:pt x="225" y="688"/>
                  <a:pt x="225" y="688"/>
                </a:cubicBezTo>
                <a:cubicBezTo>
                  <a:pt x="225" y="688"/>
                  <a:pt x="225" y="688"/>
                  <a:pt x="224" y="688"/>
                </a:cubicBezTo>
                <a:cubicBezTo>
                  <a:pt x="224" y="688"/>
                  <a:pt x="224" y="688"/>
                  <a:pt x="224" y="688"/>
                </a:cubicBezTo>
                <a:cubicBezTo>
                  <a:pt x="224" y="688"/>
                  <a:pt x="224" y="689"/>
                  <a:pt x="224" y="689"/>
                </a:cubicBezTo>
                <a:cubicBezTo>
                  <a:pt x="224" y="689"/>
                  <a:pt x="224" y="689"/>
                  <a:pt x="224" y="689"/>
                </a:cubicBezTo>
                <a:cubicBezTo>
                  <a:pt x="224" y="689"/>
                  <a:pt x="224" y="689"/>
                  <a:pt x="224" y="689"/>
                </a:cubicBezTo>
                <a:cubicBezTo>
                  <a:pt x="224" y="689"/>
                  <a:pt x="224" y="689"/>
                  <a:pt x="224" y="689"/>
                </a:cubicBezTo>
                <a:cubicBezTo>
                  <a:pt x="224" y="689"/>
                  <a:pt x="224" y="689"/>
                  <a:pt x="224" y="689"/>
                </a:cubicBezTo>
                <a:cubicBezTo>
                  <a:pt x="224" y="689"/>
                  <a:pt x="224" y="689"/>
                  <a:pt x="224" y="689"/>
                </a:cubicBezTo>
                <a:cubicBezTo>
                  <a:pt x="223" y="689"/>
                  <a:pt x="223" y="689"/>
                  <a:pt x="223" y="690"/>
                </a:cubicBezTo>
                <a:cubicBezTo>
                  <a:pt x="223" y="690"/>
                  <a:pt x="223" y="690"/>
                  <a:pt x="223" y="690"/>
                </a:cubicBezTo>
                <a:cubicBezTo>
                  <a:pt x="223" y="690"/>
                  <a:pt x="223" y="690"/>
                  <a:pt x="223" y="690"/>
                </a:cubicBezTo>
                <a:cubicBezTo>
                  <a:pt x="223" y="690"/>
                  <a:pt x="223" y="690"/>
                  <a:pt x="223" y="690"/>
                </a:cubicBezTo>
                <a:cubicBezTo>
                  <a:pt x="222" y="690"/>
                  <a:pt x="222" y="690"/>
                  <a:pt x="222" y="690"/>
                </a:cubicBezTo>
                <a:cubicBezTo>
                  <a:pt x="222" y="690"/>
                  <a:pt x="222" y="690"/>
                  <a:pt x="222" y="690"/>
                </a:cubicBezTo>
                <a:cubicBezTo>
                  <a:pt x="222" y="690"/>
                  <a:pt x="222" y="690"/>
                  <a:pt x="222" y="690"/>
                </a:cubicBezTo>
                <a:cubicBezTo>
                  <a:pt x="222" y="690"/>
                  <a:pt x="222" y="690"/>
                  <a:pt x="222" y="690"/>
                </a:cubicBezTo>
                <a:cubicBezTo>
                  <a:pt x="221" y="690"/>
                  <a:pt x="221" y="690"/>
                  <a:pt x="221" y="690"/>
                </a:cubicBezTo>
                <a:cubicBezTo>
                  <a:pt x="221" y="690"/>
                  <a:pt x="221" y="690"/>
                  <a:pt x="221" y="690"/>
                </a:cubicBezTo>
                <a:cubicBezTo>
                  <a:pt x="221" y="690"/>
                  <a:pt x="221" y="690"/>
                  <a:pt x="221" y="690"/>
                </a:cubicBezTo>
                <a:cubicBezTo>
                  <a:pt x="221" y="690"/>
                  <a:pt x="221" y="690"/>
                  <a:pt x="221" y="690"/>
                </a:cubicBezTo>
                <a:cubicBezTo>
                  <a:pt x="221" y="691"/>
                  <a:pt x="221" y="691"/>
                  <a:pt x="221" y="691"/>
                </a:cubicBezTo>
                <a:cubicBezTo>
                  <a:pt x="221" y="691"/>
                  <a:pt x="221" y="691"/>
                  <a:pt x="221" y="691"/>
                </a:cubicBezTo>
                <a:cubicBezTo>
                  <a:pt x="221" y="691"/>
                  <a:pt x="221" y="691"/>
                  <a:pt x="221" y="691"/>
                </a:cubicBezTo>
                <a:cubicBezTo>
                  <a:pt x="221" y="691"/>
                  <a:pt x="221" y="691"/>
                  <a:pt x="221" y="691"/>
                </a:cubicBezTo>
                <a:cubicBezTo>
                  <a:pt x="221" y="691"/>
                  <a:pt x="220" y="691"/>
                  <a:pt x="220" y="691"/>
                </a:cubicBezTo>
                <a:cubicBezTo>
                  <a:pt x="220" y="691"/>
                  <a:pt x="220" y="691"/>
                  <a:pt x="220" y="691"/>
                </a:cubicBezTo>
                <a:cubicBezTo>
                  <a:pt x="220" y="691"/>
                  <a:pt x="220" y="691"/>
                  <a:pt x="220" y="691"/>
                </a:cubicBezTo>
                <a:cubicBezTo>
                  <a:pt x="220" y="691"/>
                  <a:pt x="220" y="691"/>
                  <a:pt x="220" y="691"/>
                </a:cubicBezTo>
                <a:cubicBezTo>
                  <a:pt x="220" y="691"/>
                  <a:pt x="220" y="691"/>
                  <a:pt x="220" y="691"/>
                </a:cubicBezTo>
                <a:cubicBezTo>
                  <a:pt x="220" y="691"/>
                  <a:pt x="220" y="691"/>
                  <a:pt x="220" y="691"/>
                </a:cubicBezTo>
                <a:cubicBezTo>
                  <a:pt x="220" y="691"/>
                  <a:pt x="220" y="691"/>
                  <a:pt x="220" y="691"/>
                </a:cubicBezTo>
                <a:cubicBezTo>
                  <a:pt x="220" y="691"/>
                  <a:pt x="220" y="691"/>
                  <a:pt x="220" y="691"/>
                </a:cubicBezTo>
                <a:cubicBezTo>
                  <a:pt x="220" y="691"/>
                  <a:pt x="220" y="692"/>
                  <a:pt x="220" y="692"/>
                </a:cubicBezTo>
                <a:cubicBezTo>
                  <a:pt x="220" y="692"/>
                  <a:pt x="220" y="692"/>
                  <a:pt x="220" y="692"/>
                </a:cubicBezTo>
                <a:cubicBezTo>
                  <a:pt x="220" y="692"/>
                  <a:pt x="220" y="692"/>
                  <a:pt x="220" y="692"/>
                </a:cubicBezTo>
                <a:cubicBezTo>
                  <a:pt x="220" y="692"/>
                  <a:pt x="220" y="692"/>
                  <a:pt x="220" y="692"/>
                </a:cubicBezTo>
                <a:cubicBezTo>
                  <a:pt x="220" y="692"/>
                  <a:pt x="220" y="692"/>
                  <a:pt x="220" y="693"/>
                </a:cubicBezTo>
                <a:cubicBezTo>
                  <a:pt x="220" y="693"/>
                  <a:pt x="220" y="693"/>
                  <a:pt x="220" y="693"/>
                </a:cubicBezTo>
                <a:cubicBezTo>
                  <a:pt x="220" y="693"/>
                  <a:pt x="220" y="693"/>
                  <a:pt x="220" y="693"/>
                </a:cubicBezTo>
                <a:cubicBezTo>
                  <a:pt x="220" y="693"/>
                  <a:pt x="220" y="693"/>
                  <a:pt x="220" y="693"/>
                </a:cubicBezTo>
                <a:cubicBezTo>
                  <a:pt x="221" y="693"/>
                  <a:pt x="221" y="693"/>
                  <a:pt x="221" y="693"/>
                </a:cubicBezTo>
                <a:cubicBezTo>
                  <a:pt x="221" y="693"/>
                  <a:pt x="221" y="693"/>
                  <a:pt x="221" y="693"/>
                </a:cubicBezTo>
                <a:cubicBezTo>
                  <a:pt x="221" y="693"/>
                  <a:pt x="221" y="693"/>
                  <a:pt x="221" y="693"/>
                </a:cubicBezTo>
                <a:cubicBezTo>
                  <a:pt x="221" y="693"/>
                  <a:pt x="221" y="693"/>
                  <a:pt x="221" y="693"/>
                </a:cubicBezTo>
                <a:cubicBezTo>
                  <a:pt x="222" y="693"/>
                  <a:pt x="222" y="692"/>
                  <a:pt x="222" y="692"/>
                </a:cubicBezTo>
                <a:cubicBezTo>
                  <a:pt x="222" y="692"/>
                  <a:pt x="222" y="692"/>
                  <a:pt x="222" y="692"/>
                </a:cubicBezTo>
                <a:cubicBezTo>
                  <a:pt x="222" y="692"/>
                  <a:pt x="222" y="692"/>
                  <a:pt x="223" y="692"/>
                </a:cubicBezTo>
                <a:cubicBezTo>
                  <a:pt x="223" y="692"/>
                  <a:pt x="223" y="692"/>
                  <a:pt x="223" y="692"/>
                </a:cubicBezTo>
                <a:cubicBezTo>
                  <a:pt x="223" y="692"/>
                  <a:pt x="223" y="692"/>
                  <a:pt x="223" y="692"/>
                </a:cubicBezTo>
                <a:cubicBezTo>
                  <a:pt x="223" y="692"/>
                  <a:pt x="223" y="692"/>
                  <a:pt x="223" y="692"/>
                </a:cubicBezTo>
                <a:cubicBezTo>
                  <a:pt x="223" y="692"/>
                  <a:pt x="224" y="692"/>
                  <a:pt x="224" y="692"/>
                </a:cubicBezTo>
                <a:cubicBezTo>
                  <a:pt x="224" y="692"/>
                  <a:pt x="224" y="692"/>
                  <a:pt x="224" y="692"/>
                </a:cubicBezTo>
                <a:cubicBezTo>
                  <a:pt x="224" y="692"/>
                  <a:pt x="224" y="692"/>
                  <a:pt x="224" y="692"/>
                </a:cubicBezTo>
                <a:cubicBezTo>
                  <a:pt x="224" y="692"/>
                  <a:pt x="224" y="692"/>
                  <a:pt x="224" y="692"/>
                </a:cubicBezTo>
                <a:cubicBezTo>
                  <a:pt x="224" y="692"/>
                  <a:pt x="224" y="692"/>
                  <a:pt x="224" y="693"/>
                </a:cubicBezTo>
                <a:cubicBezTo>
                  <a:pt x="224" y="693"/>
                  <a:pt x="224" y="693"/>
                  <a:pt x="224" y="693"/>
                </a:cubicBezTo>
                <a:cubicBezTo>
                  <a:pt x="225" y="693"/>
                  <a:pt x="225" y="693"/>
                  <a:pt x="225" y="693"/>
                </a:cubicBezTo>
                <a:cubicBezTo>
                  <a:pt x="225" y="693"/>
                  <a:pt x="225" y="693"/>
                  <a:pt x="225" y="693"/>
                </a:cubicBezTo>
                <a:cubicBezTo>
                  <a:pt x="225" y="694"/>
                  <a:pt x="225" y="694"/>
                  <a:pt x="224" y="694"/>
                </a:cubicBezTo>
                <a:cubicBezTo>
                  <a:pt x="224" y="694"/>
                  <a:pt x="224" y="694"/>
                  <a:pt x="224" y="694"/>
                </a:cubicBezTo>
                <a:cubicBezTo>
                  <a:pt x="224" y="694"/>
                  <a:pt x="224" y="694"/>
                  <a:pt x="224" y="695"/>
                </a:cubicBezTo>
                <a:cubicBezTo>
                  <a:pt x="224" y="695"/>
                  <a:pt x="224" y="695"/>
                  <a:pt x="224" y="695"/>
                </a:cubicBezTo>
                <a:cubicBezTo>
                  <a:pt x="224" y="695"/>
                  <a:pt x="224" y="695"/>
                  <a:pt x="224" y="695"/>
                </a:cubicBezTo>
                <a:cubicBezTo>
                  <a:pt x="224" y="695"/>
                  <a:pt x="224" y="695"/>
                  <a:pt x="224" y="695"/>
                </a:cubicBezTo>
                <a:cubicBezTo>
                  <a:pt x="224" y="695"/>
                  <a:pt x="224" y="696"/>
                  <a:pt x="224" y="696"/>
                </a:cubicBezTo>
                <a:cubicBezTo>
                  <a:pt x="224" y="696"/>
                  <a:pt x="224" y="696"/>
                  <a:pt x="224" y="696"/>
                </a:cubicBezTo>
                <a:cubicBezTo>
                  <a:pt x="224" y="696"/>
                  <a:pt x="224" y="696"/>
                  <a:pt x="224" y="697"/>
                </a:cubicBezTo>
                <a:cubicBezTo>
                  <a:pt x="224" y="697"/>
                  <a:pt x="224" y="697"/>
                  <a:pt x="224" y="697"/>
                </a:cubicBezTo>
                <a:cubicBezTo>
                  <a:pt x="224" y="697"/>
                  <a:pt x="224" y="697"/>
                  <a:pt x="224" y="697"/>
                </a:cubicBezTo>
                <a:cubicBezTo>
                  <a:pt x="224" y="697"/>
                  <a:pt x="224" y="697"/>
                  <a:pt x="224" y="697"/>
                </a:cubicBezTo>
                <a:cubicBezTo>
                  <a:pt x="224" y="697"/>
                  <a:pt x="224" y="698"/>
                  <a:pt x="223" y="698"/>
                </a:cubicBezTo>
                <a:cubicBezTo>
                  <a:pt x="223" y="698"/>
                  <a:pt x="223" y="698"/>
                  <a:pt x="223" y="698"/>
                </a:cubicBezTo>
                <a:cubicBezTo>
                  <a:pt x="223" y="699"/>
                  <a:pt x="223" y="699"/>
                  <a:pt x="223" y="699"/>
                </a:cubicBezTo>
                <a:cubicBezTo>
                  <a:pt x="223" y="699"/>
                  <a:pt x="223" y="699"/>
                  <a:pt x="223" y="699"/>
                </a:cubicBezTo>
                <a:cubicBezTo>
                  <a:pt x="222" y="699"/>
                  <a:pt x="222" y="699"/>
                  <a:pt x="222" y="699"/>
                </a:cubicBezTo>
                <a:cubicBezTo>
                  <a:pt x="222" y="699"/>
                  <a:pt x="222" y="699"/>
                  <a:pt x="222" y="699"/>
                </a:cubicBezTo>
                <a:cubicBezTo>
                  <a:pt x="221" y="700"/>
                  <a:pt x="221" y="700"/>
                  <a:pt x="221" y="700"/>
                </a:cubicBezTo>
                <a:cubicBezTo>
                  <a:pt x="221" y="700"/>
                  <a:pt x="221" y="700"/>
                  <a:pt x="221" y="700"/>
                </a:cubicBezTo>
                <a:cubicBezTo>
                  <a:pt x="220" y="700"/>
                  <a:pt x="220" y="700"/>
                  <a:pt x="220" y="700"/>
                </a:cubicBezTo>
                <a:cubicBezTo>
                  <a:pt x="220" y="700"/>
                  <a:pt x="220" y="700"/>
                  <a:pt x="220" y="700"/>
                </a:cubicBezTo>
                <a:cubicBezTo>
                  <a:pt x="220" y="701"/>
                  <a:pt x="220" y="701"/>
                  <a:pt x="220" y="701"/>
                </a:cubicBezTo>
                <a:cubicBezTo>
                  <a:pt x="220" y="701"/>
                  <a:pt x="220" y="701"/>
                  <a:pt x="220" y="701"/>
                </a:cubicBezTo>
                <a:cubicBezTo>
                  <a:pt x="219" y="701"/>
                  <a:pt x="219" y="701"/>
                  <a:pt x="219" y="701"/>
                </a:cubicBezTo>
                <a:cubicBezTo>
                  <a:pt x="219" y="701"/>
                  <a:pt x="219" y="701"/>
                  <a:pt x="219" y="701"/>
                </a:cubicBezTo>
                <a:cubicBezTo>
                  <a:pt x="218" y="701"/>
                  <a:pt x="218" y="701"/>
                  <a:pt x="218" y="701"/>
                </a:cubicBezTo>
                <a:close/>
                <a:moveTo>
                  <a:pt x="318" y="698"/>
                </a:moveTo>
                <a:cubicBezTo>
                  <a:pt x="318" y="698"/>
                  <a:pt x="318" y="698"/>
                  <a:pt x="318" y="698"/>
                </a:cubicBezTo>
                <a:cubicBezTo>
                  <a:pt x="318" y="698"/>
                  <a:pt x="318" y="698"/>
                  <a:pt x="318" y="698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8" y="697"/>
                  <a:pt x="318" y="697"/>
                  <a:pt x="318" y="697"/>
                </a:cubicBezTo>
                <a:cubicBezTo>
                  <a:pt x="317" y="697"/>
                  <a:pt x="317" y="697"/>
                  <a:pt x="317" y="697"/>
                </a:cubicBezTo>
                <a:cubicBezTo>
                  <a:pt x="317" y="697"/>
                  <a:pt x="317" y="697"/>
                  <a:pt x="317" y="697"/>
                </a:cubicBezTo>
                <a:cubicBezTo>
                  <a:pt x="317" y="696"/>
                  <a:pt x="317" y="696"/>
                  <a:pt x="317" y="696"/>
                </a:cubicBezTo>
                <a:cubicBezTo>
                  <a:pt x="317" y="696"/>
                  <a:pt x="317" y="696"/>
                  <a:pt x="317" y="696"/>
                </a:cubicBezTo>
                <a:cubicBezTo>
                  <a:pt x="317" y="695"/>
                  <a:pt x="317" y="695"/>
                  <a:pt x="317" y="695"/>
                </a:cubicBezTo>
                <a:cubicBezTo>
                  <a:pt x="317" y="695"/>
                  <a:pt x="317" y="695"/>
                  <a:pt x="317" y="695"/>
                </a:cubicBezTo>
                <a:cubicBezTo>
                  <a:pt x="318" y="694"/>
                  <a:pt x="318" y="694"/>
                  <a:pt x="318" y="694"/>
                </a:cubicBezTo>
                <a:cubicBezTo>
                  <a:pt x="318" y="694"/>
                  <a:pt x="318" y="694"/>
                  <a:pt x="318" y="694"/>
                </a:cubicBezTo>
                <a:cubicBezTo>
                  <a:pt x="317" y="694"/>
                  <a:pt x="317" y="694"/>
                  <a:pt x="317" y="694"/>
                </a:cubicBezTo>
                <a:cubicBezTo>
                  <a:pt x="317" y="694"/>
                  <a:pt x="317" y="694"/>
                  <a:pt x="317" y="694"/>
                </a:cubicBezTo>
                <a:cubicBezTo>
                  <a:pt x="317" y="693"/>
                  <a:pt x="317" y="693"/>
                  <a:pt x="317" y="693"/>
                </a:cubicBezTo>
                <a:cubicBezTo>
                  <a:pt x="317" y="693"/>
                  <a:pt x="317" y="693"/>
                  <a:pt x="317" y="693"/>
                </a:cubicBezTo>
                <a:cubicBezTo>
                  <a:pt x="316" y="692"/>
                  <a:pt x="316" y="692"/>
                  <a:pt x="316" y="692"/>
                </a:cubicBezTo>
                <a:cubicBezTo>
                  <a:pt x="316" y="692"/>
                  <a:pt x="316" y="692"/>
                  <a:pt x="316" y="692"/>
                </a:cubicBezTo>
                <a:cubicBezTo>
                  <a:pt x="316" y="691"/>
                  <a:pt x="316" y="691"/>
                  <a:pt x="316" y="691"/>
                </a:cubicBezTo>
                <a:cubicBezTo>
                  <a:pt x="316" y="691"/>
                  <a:pt x="316" y="691"/>
                  <a:pt x="316" y="691"/>
                </a:cubicBezTo>
                <a:cubicBezTo>
                  <a:pt x="315" y="690"/>
                  <a:pt x="315" y="690"/>
                  <a:pt x="315" y="690"/>
                </a:cubicBezTo>
                <a:cubicBezTo>
                  <a:pt x="315" y="690"/>
                  <a:pt x="315" y="690"/>
                  <a:pt x="315" y="690"/>
                </a:cubicBezTo>
                <a:cubicBezTo>
                  <a:pt x="315" y="689"/>
                  <a:pt x="315" y="689"/>
                  <a:pt x="315" y="689"/>
                </a:cubicBezTo>
                <a:cubicBezTo>
                  <a:pt x="315" y="689"/>
                  <a:pt x="315" y="689"/>
                  <a:pt x="315" y="689"/>
                </a:cubicBezTo>
                <a:cubicBezTo>
                  <a:pt x="314" y="689"/>
                  <a:pt x="314" y="689"/>
                  <a:pt x="314" y="689"/>
                </a:cubicBezTo>
                <a:cubicBezTo>
                  <a:pt x="314" y="689"/>
                  <a:pt x="314" y="689"/>
                  <a:pt x="314" y="689"/>
                </a:cubicBezTo>
                <a:cubicBezTo>
                  <a:pt x="314" y="689"/>
                  <a:pt x="314" y="689"/>
                  <a:pt x="314" y="689"/>
                </a:cubicBezTo>
                <a:cubicBezTo>
                  <a:pt x="314" y="689"/>
                  <a:pt x="314" y="689"/>
                  <a:pt x="314" y="689"/>
                </a:cubicBezTo>
                <a:cubicBezTo>
                  <a:pt x="313" y="689"/>
                  <a:pt x="313" y="689"/>
                  <a:pt x="313" y="689"/>
                </a:cubicBezTo>
                <a:cubicBezTo>
                  <a:pt x="313" y="689"/>
                  <a:pt x="313" y="689"/>
                  <a:pt x="313" y="689"/>
                </a:cubicBezTo>
                <a:cubicBezTo>
                  <a:pt x="313" y="689"/>
                  <a:pt x="313" y="689"/>
                  <a:pt x="313" y="689"/>
                </a:cubicBezTo>
                <a:cubicBezTo>
                  <a:pt x="313" y="689"/>
                  <a:pt x="313" y="689"/>
                  <a:pt x="313" y="689"/>
                </a:cubicBezTo>
                <a:cubicBezTo>
                  <a:pt x="313" y="689"/>
                  <a:pt x="313" y="689"/>
                  <a:pt x="313" y="689"/>
                </a:cubicBezTo>
                <a:cubicBezTo>
                  <a:pt x="313" y="689"/>
                  <a:pt x="313" y="689"/>
                  <a:pt x="313" y="689"/>
                </a:cubicBezTo>
                <a:cubicBezTo>
                  <a:pt x="312" y="688"/>
                  <a:pt x="312" y="688"/>
                  <a:pt x="312" y="688"/>
                </a:cubicBezTo>
                <a:cubicBezTo>
                  <a:pt x="312" y="688"/>
                  <a:pt x="312" y="688"/>
                  <a:pt x="312" y="688"/>
                </a:cubicBezTo>
                <a:cubicBezTo>
                  <a:pt x="312" y="688"/>
                  <a:pt x="312" y="688"/>
                  <a:pt x="312" y="688"/>
                </a:cubicBezTo>
                <a:cubicBezTo>
                  <a:pt x="312" y="688"/>
                  <a:pt x="312" y="688"/>
                  <a:pt x="312" y="688"/>
                </a:cubicBezTo>
                <a:cubicBezTo>
                  <a:pt x="312" y="688"/>
                  <a:pt x="312" y="688"/>
                  <a:pt x="312" y="688"/>
                </a:cubicBezTo>
                <a:cubicBezTo>
                  <a:pt x="312" y="688"/>
                  <a:pt x="312" y="688"/>
                  <a:pt x="312" y="688"/>
                </a:cubicBezTo>
                <a:cubicBezTo>
                  <a:pt x="314" y="688"/>
                  <a:pt x="314" y="688"/>
                  <a:pt x="314" y="688"/>
                </a:cubicBezTo>
                <a:cubicBezTo>
                  <a:pt x="314" y="688"/>
                  <a:pt x="314" y="688"/>
                  <a:pt x="314" y="688"/>
                </a:cubicBezTo>
                <a:cubicBezTo>
                  <a:pt x="315" y="688"/>
                  <a:pt x="315" y="688"/>
                  <a:pt x="315" y="688"/>
                </a:cubicBezTo>
                <a:cubicBezTo>
                  <a:pt x="315" y="688"/>
                  <a:pt x="315" y="688"/>
                  <a:pt x="315" y="688"/>
                </a:cubicBezTo>
                <a:cubicBezTo>
                  <a:pt x="317" y="689"/>
                  <a:pt x="317" y="689"/>
                  <a:pt x="317" y="689"/>
                </a:cubicBezTo>
                <a:cubicBezTo>
                  <a:pt x="317" y="689"/>
                  <a:pt x="317" y="689"/>
                  <a:pt x="317" y="689"/>
                </a:cubicBezTo>
                <a:cubicBezTo>
                  <a:pt x="319" y="689"/>
                  <a:pt x="319" y="689"/>
                  <a:pt x="319" y="689"/>
                </a:cubicBezTo>
                <a:cubicBezTo>
                  <a:pt x="319" y="689"/>
                  <a:pt x="319" y="689"/>
                  <a:pt x="319" y="689"/>
                </a:cubicBezTo>
                <a:cubicBezTo>
                  <a:pt x="320" y="690"/>
                  <a:pt x="320" y="690"/>
                  <a:pt x="320" y="690"/>
                </a:cubicBezTo>
                <a:cubicBezTo>
                  <a:pt x="320" y="690"/>
                  <a:pt x="320" y="690"/>
                  <a:pt x="320" y="690"/>
                </a:cubicBezTo>
                <a:cubicBezTo>
                  <a:pt x="322" y="691"/>
                  <a:pt x="322" y="691"/>
                  <a:pt x="322" y="691"/>
                </a:cubicBezTo>
                <a:cubicBezTo>
                  <a:pt x="322" y="691"/>
                  <a:pt x="322" y="691"/>
                  <a:pt x="322" y="691"/>
                </a:cubicBezTo>
                <a:cubicBezTo>
                  <a:pt x="323" y="692"/>
                  <a:pt x="323" y="692"/>
                  <a:pt x="323" y="692"/>
                </a:cubicBezTo>
                <a:cubicBezTo>
                  <a:pt x="323" y="692"/>
                  <a:pt x="323" y="692"/>
                  <a:pt x="323" y="692"/>
                </a:cubicBezTo>
                <a:cubicBezTo>
                  <a:pt x="324" y="693"/>
                  <a:pt x="324" y="693"/>
                  <a:pt x="324" y="693"/>
                </a:cubicBezTo>
                <a:cubicBezTo>
                  <a:pt x="324" y="693"/>
                  <a:pt x="324" y="693"/>
                  <a:pt x="324" y="693"/>
                </a:cubicBezTo>
                <a:cubicBezTo>
                  <a:pt x="324" y="695"/>
                  <a:pt x="324" y="695"/>
                  <a:pt x="324" y="695"/>
                </a:cubicBezTo>
                <a:cubicBezTo>
                  <a:pt x="324" y="695"/>
                  <a:pt x="324" y="695"/>
                  <a:pt x="324" y="695"/>
                </a:cubicBezTo>
                <a:cubicBezTo>
                  <a:pt x="324" y="695"/>
                  <a:pt x="324" y="695"/>
                  <a:pt x="324" y="695"/>
                </a:cubicBezTo>
                <a:cubicBezTo>
                  <a:pt x="324" y="695"/>
                  <a:pt x="324" y="695"/>
                  <a:pt x="324" y="695"/>
                </a:cubicBezTo>
                <a:cubicBezTo>
                  <a:pt x="323" y="695"/>
                  <a:pt x="323" y="695"/>
                  <a:pt x="323" y="695"/>
                </a:cubicBezTo>
                <a:cubicBezTo>
                  <a:pt x="323" y="695"/>
                  <a:pt x="323" y="695"/>
                  <a:pt x="323" y="695"/>
                </a:cubicBezTo>
                <a:cubicBezTo>
                  <a:pt x="322" y="696"/>
                  <a:pt x="322" y="696"/>
                  <a:pt x="322" y="696"/>
                </a:cubicBezTo>
                <a:cubicBezTo>
                  <a:pt x="322" y="696"/>
                  <a:pt x="322" y="696"/>
                  <a:pt x="322" y="696"/>
                </a:cubicBezTo>
                <a:cubicBezTo>
                  <a:pt x="322" y="696"/>
                  <a:pt x="322" y="696"/>
                  <a:pt x="322" y="696"/>
                </a:cubicBezTo>
                <a:cubicBezTo>
                  <a:pt x="322" y="696"/>
                  <a:pt x="322" y="696"/>
                  <a:pt x="322" y="696"/>
                </a:cubicBezTo>
                <a:cubicBezTo>
                  <a:pt x="321" y="696"/>
                  <a:pt x="321" y="696"/>
                  <a:pt x="321" y="696"/>
                </a:cubicBezTo>
                <a:cubicBezTo>
                  <a:pt x="321" y="696"/>
                  <a:pt x="321" y="696"/>
                  <a:pt x="321" y="696"/>
                </a:cubicBezTo>
                <a:cubicBezTo>
                  <a:pt x="321" y="696"/>
                  <a:pt x="321" y="696"/>
                  <a:pt x="321" y="696"/>
                </a:cubicBezTo>
                <a:cubicBezTo>
                  <a:pt x="321" y="696"/>
                  <a:pt x="321" y="696"/>
                  <a:pt x="321" y="696"/>
                </a:cubicBezTo>
                <a:cubicBezTo>
                  <a:pt x="320" y="697"/>
                  <a:pt x="320" y="697"/>
                  <a:pt x="320" y="697"/>
                </a:cubicBezTo>
                <a:cubicBezTo>
                  <a:pt x="320" y="697"/>
                  <a:pt x="320" y="697"/>
                  <a:pt x="320" y="697"/>
                </a:cubicBezTo>
                <a:cubicBezTo>
                  <a:pt x="319" y="697"/>
                  <a:pt x="319" y="697"/>
                  <a:pt x="319" y="697"/>
                </a:cubicBezTo>
                <a:cubicBezTo>
                  <a:pt x="319" y="697"/>
                  <a:pt x="319" y="697"/>
                  <a:pt x="319" y="697"/>
                </a:cubicBezTo>
                <a:cubicBezTo>
                  <a:pt x="319" y="698"/>
                  <a:pt x="319" y="698"/>
                  <a:pt x="319" y="698"/>
                </a:cubicBezTo>
                <a:lnTo>
                  <a:pt x="318" y="698"/>
                </a:lnTo>
                <a:close/>
                <a:moveTo>
                  <a:pt x="203" y="679"/>
                </a:moveTo>
                <a:cubicBezTo>
                  <a:pt x="203" y="679"/>
                  <a:pt x="202" y="679"/>
                  <a:pt x="202" y="678"/>
                </a:cubicBezTo>
                <a:cubicBezTo>
                  <a:pt x="202" y="678"/>
                  <a:pt x="202" y="678"/>
                  <a:pt x="202" y="678"/>
                </a:cubicBezTo>
                <a:cubicBezTo>
                  <a:pt x="202" y="678"/>
                  <a:pt x="202" y="678"/>
                  <a:pt x="202" y="677"/>
                </a:cubicBezTo>
                <a:cubicBezTo>
                  <a:pt x="202" y="677"/>
                  <a:pt x="202" y="677"/>
                  <a:pt x="202" y="677"/>
                </a:cubicBezTo>
                <a:cubicBezTo>
                  <a:pt x="202" y="677"/>
                  <a:pt x="203" y="676"/>
                  <a:pt x="203" y="676"/>
                </a:cubicBezTo>
                <a:cubicBezTo>
                  <a:pt x="203" y="676"/>
                  <a:pt x="203" y="676"/>
                  <a:pt x="203" y="676"/>
                </a:cubicBezTo>
                <a:cubicBezTo>
                  <a:pt x="204" y="675"/>
                  <a:pt x="204" y="675"/>
                  <a:pt x="204" y="675"/>
                </a:cubicBezTo>
                <a:cubicBezTo>
                  <a:pt x="204" y="675"/>
                  <a:pt x="204" y="675"/>
                  <a:pt x="204" y="675"/>
                </a:cubicBezTo>
                <a:cubicBezTo>
                  <a:pt x="205" y="674"/>
                  <a:pt x="205" y="674"/>
                  <a:pt x="205" y="674"/>
                </a:cubicBezTo>
                <a:cubicBezTo>
                  <a:pt x="205" y="674"/>
                  <a:pt x="205" y="674"/>
                  <a:pt x="205" y="674"/>
                </a:cubicBezTo>
                <a:cubicBezTo>
                  <a:pt x="206" y="674"/>
                  <a:pt x="206" y="674"/>
                  <a:pt x="206" y="674"/>
                </a:cubicBezTo>
                <a:cubicBezTo>
                  <a:pt x="206" y="674"/>
                  <a:pt x="206" y="674"/>
                  <a:pt x="206" y="674"/>
                </a:cubicBezTo>
                <a:cubicBezTo>
                  <a:pt x="207" y="673"/>
                  <a:pt x="207" y="673"/>
                  <a:pt x="207" y="673"/>
                </a:cubicBezTo>
                <a:cubicBezTo>
                  <a:pt x="207" y="673"/>
                  <a:pt x="207" y="673"/>
                  <a:pt x="207" y="673"/>
                </a:cubicBezTo>
                <a:cubicBezTo>
                  <a:pt x="209" y="672"/>
                  <a:pt x="209" y="672"/>
                  <a:pt x="209" y="672"/>
                </a:cubicBezTo>
                <a:cubicBezTo>
                  <a:pt x="209" y="672"/>
                  <a:pt x="209" y="672"/>
                  <a:pt x="209" y="672"/>
                </a:cubicBezTo>
                <a:cubicBezTo>
                  <a:pt x="210" y="671"/>
                  <a:pt x="210" y="671"/>
                  <a:pt x="210" y="671"/>
                </a:cubicBezTo>
                <a:cubicBezTo>
                  <a:pt x="210" y="671"/>
                  <a:pt x="210" y="671"/>
                  <a:pt x="210" y="671"/>
                </a:cubicBezTo>
                <a:cubicBezTo>
                  <a:pt x="220" y="665"/>
                  <a:pt x="220" y="665"/>
                  <a:pt x="220" y="665"/>
                </a:cubicBezTo>
                <a:cubicBezTo>
                  <a:pt x="220" y="665"/>
                  <a:pt x="220" y="665"/>
                  <a:pt x="220" y="665"/>
                </a:cubicBezTo>
                <a:cubicBezTo>
                  <a:pt x="221" y="665"/>
                  <a:pt x="221" y="665"/>
                  <a:pt x="221" y="665"/>
                </a:cubicBezTo>
                <a:cubicBezTo>
                  <a:pt x="221" y="665"/>
                  <a:pt x="221" y="665"/>
                  <a:pt x="221" y="665"/>
                </a:cubicBezTo>
                <a:cubicBezTo>
                  <a:pt x="221" y="665"/>
                  <a:pt x="221" y="665"/>
                  <a:pt x="221" y="665"/>
                </a:cubicBezTo>
                <a:cubicBezTo>
                  <a:pt x="221" y="665"/>
                  <a:pt x="221" y="665"/>
                  <a:pt x="221" y="665"/>
                </a:cubicBezTo>
                <a:cubicBezTo>
                  <a:pt x="222" y="665"/>
                  <a:pt x="222" y="665"/>
                  <a:pt x="222" y="665"/>
                </a:cubicBezTo>
                <a:cubicBezTo>
                  <a:pt x="222" y="665"/>
                  <a:pt x="222" y="665"/>
                  <a:pt x="222" y="665"/>
                </a:cubicBezTo>
                <a:cubicBezTo>
                  <a:pt x="222" y="665"/>
                  <a:pt x="222" y="665"/>
                  <a:pt x="222" y="665"/>
                </a:cubicBezTo>
                <a:cubicBezTo>
                  <a:pt x="222" y="665"/>
                  <a:pt x="222" y="665"/>
                  <a:pt x="222" y="665"/>
                </a:cubicBezTo>
                <a:cubicBezTo>
                  <a:pt x="222" y="665"/>
                  <a:pt x="222" y="665"/>
                  <a:pt x="222" y="665"/>
                </a:cubicBezTo>
                <a:cubicBezTo>
                  <a:pt x="222" y="665"/>
                  <a:pt x="222" y="665"/>
                  <a:pt x="222" y="665"/>
                </a:cubicBezTo>
                <a:cubicBezTo>
                  <a:pt x="223" y="665"/>
                  <a:pt x="223" y="665"/>
                  <a:pt x="223" y="665"/>
                </a:cubicBezTo>
                <a:cubicBezTo>
                  <a:pt x="223" y="665"/>
                  <a:pt x="223" y="665"/>
                  <a:pt x="223" y="665"/>
                </a:cubicBezTo>
                <a:cubicBezTo>
                  <a:pt x="223" y="666"/>
                  <a:pt x="223" y="666"/>
                  <a:pt x="223" y="666"/>
                </a:cubicBezTo>
                <a:cubicBezTo>
                  <a:pt x="223" y="666"/>
                  <a:pt x="223" y="666"/>
                  <a:pt x="223" y="666"/>
                </a:cubicBezTo>
                <a:cubicBezTo>
                  <a:pt x="223" y="666"/>
                  <a:pt x="223" y="666"/>
                  <a:pt x="223" y="666"/>
                </a:cubicBezTo>
                <a:cubicBezTo>
                  <a:pt x="223" y="666"/>
                  <a:pt x="223" y="666"/>
                  <a:pt x="223" y="666"/>
                </a:cubicBezTo>
                <a:cubicBezTo>
                  <a:pt x="224" y="666"/>
                  <a:pt x="224" y="666"/>
                  <a:pt x="224" y="666"/>
                </a:cubicBezTo>
                <a:cubicBezTo>
                  <a:pt x="224" y="666"/>
                  <a:pt x="224" y="666"/>
                  <a:pt x="224" y="666"/>
                </a:cubicBezTo>
                <a:cubicBezTo>
                  <a:pt x="225" y="666"/>
                  <a:pt x="225" y="666"/>
                  <a:pt x="225" y="666"/>
                </a:cubicBezTo>
                <a:cubicBezTo>
                  <a:pt x="225" y="666"/>
                  <a:pt x="225" y="666"/>
                  <a:pt x="225" y="666"/>
                </a:cubicBezTo>
                <a:cubicBezTo>
                  <a:pt x="225" y="666"/>
                  <a:pt x="225" y="666"/>
                  <a:pt x="225" y="666"/>
                </a:cubicBezTo>
                <a:cubicBezTo>
                  <a:pt x="225" y="666"/>
                  <a:pt x="225" y="666"/>
                  <a:pt x="225" y="666"/>
                </a:cubicBezTo>
                <a:cubicBezTo>
                  <a:pt x="225" y="665"/>
                  <a:pt x="225" y="665"/>
                  <a:pt x="225" y="665"/>
                </a:cubicBezTo>
                <a:cubicBezTo>
                  <a:pt x="225" y="665"/>
                  <a:pt x="225" y="665"/>
                  <a:pt x="225" y="665"/>
                </a:cubicBezTo>
                <a:cubicBezTo>
                  <a:pt x="225" y="665"/>
                  <a:pt x="225" y="665"/>
                  <a:pt x="225" y="665"/>
                </a:cubicBezTo>
                <a:cubicBezTo>
                  <a:pt x="225" y="665"/>
                  <a:pt x="225" y="665"/>
                  <a:pt x="225" y="665"/>
                </a:cubicBezTo>
                <a:cubicBezTo>
                  <a:pt x="225" y="664"/>
                  <a:pt x="225" y="664"/>
                  <a:pt x="225" y="664"/>
                </a:cubicBezTo>
                <a:cubicBezTo>
                  <a:pt x="225" y="664"/>
                  <a:pt x="225" y="664"/>
                  <a:pt x="225" y="664"/>
                </a:cubicBezTo>
                <a:cubicBezTo>
                  <a:pt x="225" y="664"/>
                  <a:pt x="225" y="664"/>
                  <a:pt x="225" y="664"/>
                </a:cubicBezTo>
                <a:cubicBezTo>
                  <a:pt x="225" y="664"/>
                  <a:pt x="225" y="664"/>
                  <a:pt x="225" y="664"/>
                </a:cubicBezTo>
                <a:cubicBezTo>
                  <a:pt x="225" y="663"/>
                  <a:pt x="225" y="663"/>
                  <a:pt x="225" y="663"/>
                </a:cubicBezTo>
                <a:cubicBezTo>
                  <a:pt x="225" y="663"/>
                  <a:pt x="225" y="663"/>
                  <a:pt x="225" y="663"/>
                </a:cubicBezTo>
                <a:cubicBezTo>
                  <a:pt x="225" y="663"/>
                  <a:pt x="225" y="663"/>
                  <a:pt x="225" y="663"/>
                </a:cubicBezTo>
                <a:cubicBezTo>
                  <a:pt x="225" y="663"/>
                  <a:pt x="225" y="663"/>
                  <a:pt x="225" y="663"/>
                </a:cubicBezTo>
                <a:cubicBezTo>
                  <a:pt x="225" y="662"/>
                  <a:pt x="225" y="662"/>
                  <a:pt x="225" y="662"/>
                </a:cubicBezTo>
                <a:cubicBezTo>
                  <a:pt x="225" y="662"/>
                  <a:pt x="225" y="662"/>
                  <a:pt x="225" y="662"/>
                </a:cubicBezTo>
                <a:cubicBezTo>
                  <a:pt x="235" y="658"/>
                  <a:pt x="235" y="658"/>
                  <a:pt x="235" y="658"/>
                </a:cubicBezTo>
                <a:cubicBezTo>
                  <a:pt x="235" y="658"/>
                  <a:pt x="235" y="658"/>
                  <a:pt x="235" y="658"/>
                </a:cubicBezTo>
                <a:cubicBezTo>
                  <a:pt x="235" y="658"/>
                  <a:pt x="235" y="658"/>
                  <a:pt x="235" y="658"/>
                </a:cubicBezTo>
                <a:cubicBezTo>
                  <a:pt x="235" y="658"/>
                  <a:pt x="235" y="658"/>
                  <a:pt x="235" y="658"/>
                </a:cubicBezTo>
                <a:cubicBezTo>
                  <a:pt x="234" y="661"/>
                  <a:pt x="234" y="661"/>
                  <a:pt x="234" y="661"/>
                </a:cubicBezTo>
                <a:cubicBezTo>
                  <a:pt x="234" y="661"/>
                  <a:pt x="234" y="661"/>
                  <a:pt x="234" y="661"/>
                </a:cubicBezTo>
                <a:cubicBezTo>
                  <a:pt x="232" y="664"/>
                  <a:pt x="232" y="664"/>
                  <a:pt x="232" y="664"/>
                </a:cubicBezTo>
                <a:cubicBezTo>
                  <a:pt x="232" y="664"/>
                  <a:pt x="232" y="664"/>
                  <a:pt x="232" y="664"/>
                </a:cubicBezTo>
                <a:cubicBezTo>
                  <a:pt x="229" y="667"/>
                  <a:pt x="229" y="667"/>
                  <a:pt x="229" y="667"/>
                </a:cubicBezTo>
                <a:cubicBezTo>
                  <a:pt x="229" y="667"/>
                  <a:pt x="229" y="667"/>
                  <a:pt x="229" y="667"/>
                </a:cubicBezTo>
                <a:cubicBezTo>
                  <a:pt x="226" y="669"/>
                  <a:pt x="226" y="669"/>
                  <a:pt x="226" y="669"/>
                </a:cubicBezTo>
                <a:cubicBezTo>
                  <a:pt x="226" y="669"/>
                  <a:pt x="226" y="669"/>
                  <a:pt x="226" y="669"/>
                </a:cubicBezTo>
                <a:cubicBezTo>
                  <a:pt x="223" y="671"/>
                  <a:pt x="223" y="671"/>
                  <a:pt x="223" y="671"/>
                </a:cubicBezTo>
                <a:cubicBezTo>
                  <a:pt x="223" y="671"/>
                  <a:pt x="223" y="671"/>
                  <a:pt x="223" y="671"/>
                </a:cubicBezTo>
                <a:cubicBezTo>
                  <a:pt x="220" y="673"/>
                  <a:pt x="220" y="673"/>
                  <a:pt x="220" y="673"/>
                </a:cubicBezTo>
                <a:cubicBezTo>
                  <a:pt x="220" y="673"/>
                  <a:pt x="220" y="673"/>
                  <a:pt x="220" y="673"/>
                </a:cubicBezTo>
                <a:cubicBezTo>
                  <a:pt x="217" y="675"/>
                  <a:pt x="217" y="675"/>
                  <a:pt x="217" y="675"/>
                </a:cubicBezTo>
                <a:cubicBezTo>
                  <a:pt x="217" y="675"/>
                  <a:pt x="217" y="675"/>
                  <a:pt x="217" y="675"/>
                </a:cubicBezTo>
                <a:cubicBezTo>
                  <a:pt x="216" y="675"/>
                  <a:pt x="215" y="676"/>
                  <a:pt x="214" y="676"/>
                </a:cubicBezTo>
                <a:cubicBezTo>
                  <a:pt x="214" y="676"/>
                  <a:pt x="214" y="676"/>
                  <a:pt x="214" y="676"/>
                </a:cubicBezTo>
                <a:cubicBezTo>
                  <a:pt x="203" y="679"/>
                  <a:pt x="203" y="679"/>
                  <a:pt x="203" y="679"/>
                </a:cubicBezTo>
                <a:close/>
                <a:moveTo>
                  <a:pt x="305" y="665"/>
                </a:moveTo>
                <a:cubicBezTo>
                  <a:pt x="306" y="655"/>
                  <a:pt x="306" y="655"/>
                  <a:pt x="306" y="655"/>
                </a:cubicBezTo>
                <a:cubicBezTo>
                  <a:pt x="306" y="655"/>
                  <a:pt x="306" y="655"/>
                  <a:pt x="306" y="655"/>
                </a:cubicBezTo>
                <a:cubicBezTo>
                  <a:pt x="317" y="649"/>
                  <a:pt x="317" y="649"/>
                  <a:pt x="317" y="649"/>
                </a:cubicBezTo>
                <a:cubicBezTo>
                  <a:pt x="317" y="649"/>
                  <a:pt x="317" y="649"/>
                  <a:pt x="317" y="649"/>
                </a:cubicBezTo>
                <a:cubicBezTo>
                  <a:pt x="318" y="649"/>
                  <a:pt x="318" y="649"/>
                  <a:pt x="318" y="649"/>
                </a:cubicBezTo>
                <a:cubicBezTo>
                  <a:pt x="318" y="649"/>
                  <a:pt x="318" y="649"/>
                  <a:pt x="318" y="649"/>
                </a:cubicBezTo>
                <a:cubicBezTo>
                  <a:pt x="318" y="651"/>
                  <a:pt x="318" y="651"/>
                  <a:pt x="318" y="651"/>
                </a:cubicBezTo>
                <a:cubicBezTo>
                  <a:pt x="318" y="651"/>
                  <a:pt x="318" y="651"/>
                  <a:pt x="318" y="651"/>
                </a:cubicBezTo>
                <a:cubicBezTo>
                  <a:pt x="317" y="653"/>
                  <a:pt x="317" y="653"/>
                  <a:pt x="317" y="653"/>
                </a:cubicBezTo>
                <a:cubicBezTo>
                  <a:pt x="317" y="653"/>
                  <a:pt x="317" y="653"/>
                  <a:pt x="317" y="653"/>
                </a:cubicBezTo>
                <a:cubicBezTo>
                  <a:pt x="316" y="654"/>
                  <a:pt x="316" y="654"/>
                  <a:pt x="316" y="654"/>
                </a:cubicBezTo>
                <a:cubicBezTo>
                  <a:pt x="316" y="654"/>
                  <a:pt x="316" y="654"/>
                  <a:pt x="316" y="654"/>
                </a:cubicBezTo>
                <a:cubicBezTo>
                  <a:pt x="315" y="656"/>
                  <a:pt x="315" y="656"/>
                  <a:pt x="315" y="656"/>
                </a:cubicBezTo>
                <a:cubicBezTo>
                  <a:pt x="315" y="656"/>
                  <a:pt x="315" y="656"/>
                  <a:pt x="315" y="656"/>
                </a:cubicBezTo>
                <a:cubicBezTo>
                  <a:pt x="313" y="657"/>
                  <a:pt x="313" y="657"/>
                  <a:pt x="313" y="657"/>
                </a:cubicBezTo>
                <a:cubicBezTo>
                  <a:pt x="313" y="657"/>
                  <a:pt x="313" y="657"/>
                  <a:pt x="313" y="657"/>
                </a:cubicBezTo>
                <a:cubicBezTo>
                  <a:pt x="312" y="659"/>
                  <a:pt x="312" y="659"/>
                  <a:pt x="312" y="659"/>
                </a:cubicBezTo>
                <a:cubicBezTo>
                  <a:pt x="312" y="659"/>
                  <a:pt x="312" y="659"/>
                  <a:pt x="312" y="659"/>
                </a:cubicBezTo>
                <a:cubicBezTo>
                  <a:pt x="311" y="660"/>
                  <a:pt x="311" y="660"/>
                  <a:pt x="311" y="660"/>
                </a:cubicBezTo>
                <a:cubicBezTo>
                  <a:pt x="311" y="660"/>
                  <a:pt x="311" y="660"/>
                  <a:pt x="311" y="660"/>
                </a:cubicBezTo>
                <a:cubicBezTo>
                  <a:pt x="310" y="661"/>
                  <a:pt x="310" y="661"/>
                  <a:pt x="310" y="661"/>
                </a:cubicBezTo>
                <a:cubicBezTo>
                  <a:pt x="310" y="661"/>
                  <a:pt x="310" y="661"/>
                  <a:pt x="310" y="661"/>
                </a:cubicBezTo>
                <a:cubicBezTo>
                  <a:pt x="309" y="662"/>
                  <a:pt x="309" y="662"/>
                  <a:pt x="309" y="662"/>
                </a:cubicBezTo>
                <a:cubicBezTo>
                  <a:pt x="309" y="662"/>
                  <a:pt x="309" y="662"/>
                  <a:pt x="309" y="662"/>
                </a:cubicBezTo>
                <a:cubicBezTo>
                  <a:pt x="309" y="663"/>
                  <a:pt x="309" y="663"/>
                  <a:pt x="309" y="663"/>
                </a:cubicBezTo>
                <a:cubicBezTo>
                  <a:pt x="309" y="663"/>
                  <a:pt x="309" y="663"/>
                  <a:pt x="309" y="663"/>
                </a:cubicBezTo>
                <a:cubicBezTo>
                  <a:pt x="308" y="663"/>
                  <a:pt x="308" y="663"/>
                  <a:pt x="308" y="663"/>
                </a:cubicBezTo>
                <a:cubicBezTo>
                  <a:pt x="308" y="663"/>
                  <a:pt x="308" y="663"/>
                  <a:pt x="308" y="663"/>
                </a:cubicBezTo>
                <a:cubicBezTo>
                  <a:pt x="308" y="663"/>
                  <a:pt x="308" y="663"/>
                  <a:pt x="308" y="663"/>
                </a:cubicBezTo>
                <a:cubicBezTo>
                  <a:pt x="308" y="663"/>
                  <a:pt x="308" y="663"/>
                  <a:pt x="308" y="663"/>
                </a:cubicBezTo>
                <a:cubicBezTo>
                  <a:pt x="307" y="664"/>
                  <a:pt x="307" y="664"/>
                  <a:pt x="307" y="664"/>
                </a:cubicBezTo>
                <a:cubicBezTo>
                  <a:pt x="307" y="664"/>
                  <a:pt x="307" y="664"/>
                  <a:pt x="307" y="664"/>
                </a:cubicBezTo>
                <a:cubicBezTo>
                  <a:pt x="306" y="665"/>
                  <a:pt x="306" y="665"/>
                  <a:pt x="306" y="665"/>
                </a:cubicBezTo>
                <a:cubicBezTo>
                  <a:pt x="306" y="665"/>
                  <a:pt x="306" y="665"/>
                  <a:pt x="306" y="665"/>
                </a:cubicBezTo>
                <a:cubicBezTo>
                  <a:pt x="306" y="665"/>
                  <a:pt x="306" y="665"/>
                  <a:pt x="306" y="665"/>
                </a:cubicBezTo>
                <a:cubicBezTo>
                  <a:pt x="306" y="665"/>
                  <a:pt x="306" y="665"/>
                  <a:pt x="306" y="665"/>
                </a:cubicBezTo>
                <a:cubicBezTo>
                  <a:pt x="305" y="665"/>
                  <a:pt x="305" y="665"/>
                  <a:pt x="305" y="665"/>
                </a:cubicBezTo>
                <a:close/>
                <a:moveTo>
                  <a:pt x="598" y="662"/>
                </a:moveTo>
                <a:cubicBezTo>
                  <a:pt x="598" y="661"/>
                  <a:pt x="598" y="661"/>
                  <a:pt x="598" y="661"/>
                </a:cubicBezTo>
                <a:cubicBezTo>
                  <a:pt x="598" y="661"/>
                  <a:pt x="598" y="661"/>
                  <a:pt x="598" y="661"/>
                </a:cubicBezTo>
                <a:cubicBezTo>
                  <a:pt x="598" y="661"/>
                  <a:pt x="598" y="661"/>
                  <a:pt x="598" y="661"/>
                </a:cubicBezTo>
                <a:cubicBezTo>
                  <a:pt x="598" y="661"/>
                  <a:pt x="598" y="661"/>
                  <a:pt x="598" y="661"/>
                </a:cubicBezTo>
                <a:cubicBezTo>
                  <a:pt x="598" y="660"/>
                  <a:pt x="598" y="660"/>
                  <a:pt x="598" y="660"/>
                </a:cubicBezTo>
                <a:cubicBezTo>
                  <a:pt x="598" y="660"/>
                  <a:pt x="598" y="660"/>
                  <a:pt x="598" y="660"/>
                </a:cubicBezTo>
                <a:cubicBezTo>
                  <a:pt x="598" y="659"/>
                  <a:pt x="598" y="659"/>
                  <a:pt x="598" y="659"/>
                </a:cubicBezTo>
                <a:cubicBezTo>
                  <a:pt x="598" y="659"/>
                  <a:pt x="598" y="659"/>
                  <a:pt x="598" y="659"/>
                </a:cubicBezTo>
                <a:cubicBezTo>
                  <a:pt x="598" y="659"/>
                  <a:pt x="598" y="659"/>
                  <a:pt x="598" y="659"/>
                </a:cubicBezTo>
                <a:cubicBezTo>
                  <a:pt x="598" y="659"/>
                  <a:pt x="598" y="659"/>
                  <a:pt x="598" y="659"/>
                </a:cubicBezTo>
                <a:cubicBezTo>
                  <a:pt x="598" y="658"/>
                  <a:pt x="598" y="658"/>
                  <a:pt x="598" y="658"/>
                </a:cubicBezTo>
                <a:cubicBezTo>
                  <a:pt x="598" y="658"/>
                  <a:pt x="598" y="658"/>
                  <a:pt x="598" y="658"/>
                </a:cubicBezTo>
                <a:cubicBezTo>
                  <a:pt x="598" y="658"/>
                  <a:pt x="598" y="658"/>
                  <a:pt x="598" y="658"/>
                </a:cubicBezTo>
                <a:cubicBezTo>
                  <a:pt x="598" y="658"/>
                  <a:pt x="598" y="658"/>
                  <a:pt x="598" y="658"/>
                </a:cubicBezTo>
                <a:cubicBezTo>
                  <a:pt x="598" y="657"/>
                  <a:pt x="598" y="657"/>
                  <a:pt x="598" y="657"/>
                </a:cubicBezTo>
                <a:cubicBezTo>
                  <a:pt x="598" y="657"/>
                  <a:pt x="598" y="657"/>
                  <a:pt x="598" y="657"/>
                </a:cubicBezTo>
                <a:cubicBezTo>
                  <a:pt x="598" y="657"/>
                  <a:pt x="598" y="657"/>
                  <a:pt x="598" y="657"/>
                </a:cubicBezTo>
                <a:cubicBezTo>
                  <a:pt x="598" y="657"/>
                  <a:pt x="598" y="657"/>
                  <a:pt x="598" y="657"/>
                </a:cubicBezTo>
                <a:cubicBezTo>
                  <a:pt x="598" y="657"/>
                  <a:pt x="598" y="657"/>
                  <a:pt x="598" y="657"/>
                </a:cubicBezTo>
                <a:cubicBezTo>
                  <a:pt x="598" y="657"/>
                  <a:pt x="598" y="657"/>
                  <a:pt x="598" y="657"/>
                </a:cubicBezTo>
                <a:cubicBezTo>
                  <a:pt x="598" y="656"/>
                  <a:pt x="598" y="656"/>
                  <a:pt x="598" y="656"/>
                </a:cubicBezTo>
                <a:cubicBezTo>
                  <a:pt x="598" y="656"/>
                  <a:pt x="598" y="656"/>
                  <a:pt x="598" y="656"/>
                </a:cubicBezTo>
                <a:cubicBezTo>
                  <a:pt x="598" y="656"/>
                  <a:pt x="598" y="656"/>
                  <a:pt x="598" y="656"/>
                </a:cubicBezTo>
                <a:cubicBezTo>
                  <a:pt x="598" y="656"/>
                  <a:pt x="598" y="656"/>
                  <a:pt x="598" y="656"/>
                </a:cubicBezTo>
                <a:cubicBezTo>
                  <a:pt x="599" y="656"/>
                  <a:pt x="599" y="656"/>
                  <a:pt x="599" y="656"/>
                </a:cubicBezTo>
                <a:cubicBezTo>
                  <a:pt x="599" y="656"/>
                  <a:pt x="599" y="656"/>
                  <a:pt x="599" y="656"/>
                </a:cubicBezTo>
                <a:cubicBezTo>
                  <a:pt x="599" y="656"/>
                  <a:pt x="599" y="656"/>
                  <a:pt x="599" y="656"/>
                </a:cubicBezTo>
                <a:cubicBezTo>
                  <a:pt x="599" y="656"/>
                  <a:pt x="599" y="656"/>
                  <a:pt x="599" y="656"/>
                </a:cubicBezTo>
                <a:cubicBezTo>
                  <a:pt x="600" y="656"/>
                  <a:pt x="600" y="656"/>
                  <a:pt x="600" y="656"/>
                </a:cubicBezTo>
                <a:cubicBezTo>
                  <a:pt x="600" y="656"/>
                  <a:pt x="600" y="656"/>
                  <a:pt x="600" y="656"/>
                </a:cubicBezTo>
                <a:cubicBezTo>
                  <a:pt x="600" y="657"/>
                  <a:pt x="600" y="657"/>
                  <a:pt x="600" y="657"/>
                </a:cubicBezTo>
                <a:cubicBezTo>
                  <a:pt x="600" y="657"/>
                  <a:pt x="600" y="657"/>
                  <a:pt x="600" y="657"/>
                </a:cubicBezTo>
                <a:cubicBezTo>
                  <a:pt x="600" y="657"/>
                  <a:pt x="600" y="657"/>
                  <a:pt x="600" y="657"/>
                </a:cubicBezTo>
                <a:cubicBezTo>
                  <a:pt x="600" y="657"/>
                  <a:pt x="600" y="657"/>
                  <a:pt x="600" y="657"/>
                </a:cubicBezTo>
                <a:cubicBezTo>
                  <a:pt x="600" y="658"/>
                  <a:pt x="600" y="658"/>
                  <a:pt x="600" y="658"/>
                </a:cubicBezTo>
                <a:cubicBezTo>
                  <a:pt x="600" y="658"/>
                  <a:pt x="600" y="658"/>
                  <a:pt x="600" y="658"/>
                </a:cubicBezTo>
                <a:cubicBezTo>
                  <a:pt x="600" y="658"/>
                  <a:pt x="600" y="658"/>
                  <a:pt x="600" y="658"/>
                </a:cubicBezTo>
                <a:cubicBezTo>
                  <a:pt x="600" y="658"/>
                  <a:pt x="600" y="658"/>
                  <a:pt x="600" y="658"/>
                </a:cubicBezTo>
                <a:cubicBezTo>
                  <a:pt x="600" y="658"/>
                  <a:pt x="600" y="658"/>
                  <a:pt x="600" y="658"/>
                </a:cubicBezTo>
                <a:cubicBezTo>
                  <a:pt x="600" y="658"/>
                  <a:pt x="600" y="658"/>
                  <a:pt x="600" y="658"/>
                </a:cubicBezTo>
                <a:cubicBezTo>
                  <a:pt x="601" y="658"/>
                  <a:pt x="601" y="658"/>
                  <a:pt x="601" y="658"/>
                </a:cubicBezTo>
                <a:cubicBezTo>
                  <a:pt x="601" y="658"/>
                  <a:pt x="601" y="658"/>
                  <a:pt x="601" y="658"/>
                </a:cubicBezTo>
                <a:cubicBezTo>
                  <a:pt x="601" y="659"/>
                  <a:pt x="601" y="659"/>
                  <a:pt x="601" y="659"/>
                </a:cubicBezTo>
                <a:cubicBezTo>
                  <a:pt x="601" y="659"/>
                  <a:pt x="601" y="659"/>
                  <a:pt x="601" y="659"/>
                </a:cubicBezTo>
                <a:cubicBezTo>
                  <a:pt x="602" y="659"/>
                  <a:pt x="602" y="659"/>
                  <a:pt x="602" y="659"/>
                </a:cubicBezTo>
                <a:cubicBezTo>
                  <a:pt x="602" y="659"/>
                  <a:pt x="602" y="659"/>
                  <a:pt x="602" y="659"/>
                </a:cubicBezTo>
                <a:cubicBezTo>
                  <a:pt x="601" y="660"/>
                  <a:pt x="601" y="660"/>
                  <a:pt x="601" y="660"/>
                </a:cubicBezTo>
                <a:cubicBezTo>
                  <a:pt x="601" y="660"/>
                  <a:pt x="601" y="660"/>
                  <a:pt x="601" y="660"/>
                </a:cubicBezTo>
                <a:cubicBezTo>
                  <a:pt x="601" y="660"/>
                  <a:pt x="601" y="660"/>
                  <a:pt x="601" y="660"/>
                </a:cubicBezTo>
                <a:cubicBezTo>
                  <a:pt x="601" y="660"/>
                  <a:pt x="601" y="660"/>
                  <a:pt x="601" y="660"/>
                </a:cubicBezTo>
                <a:cubicBezTo>
                  <a:pt x="601" y="660"/>
                  <a:pt x="601" y="660"/>
                  <a:pt x="601" y="660"/>
                </a:cubicBezTo>
                <a:cubicBezTo>
                  <a:pt x="601" y="660"/>
                  <a:pt x="601" y="660"/>
                  <a:pt x="601" y="660"/>
                </a:cubicBezTo>
                <a:cubicBezTo>
                  <a:pt x="601" y="661"/>
                  <a:pt x="601" y="661"/>
                  <a:pt x="601" y="661"/>
                </a:cubicBezTo>
                <a:cubicBezTo>
                  <a:pt x="601" y="661"/>
                  <a:pt x="601" y="661"/>
                  <a:pt x="601" y="661"/>
                </a:cubicBezTo>
                <a:cubicBezTo>
                  <a:pt x="600" y="661"/>
                  <a:pt x="600" y="661"/>
                  <a:pt x="600" y="661"/>
                </a:cubicBezTo>
                <a:cubicBezTo>
                  <a:pt x="600" y="661"/>
                  <a:pt x="600" y="661"/>
                  <a:pt x="600" y="661"/>
                </a:cubicBezTo>
                <a:cubicBezTo>
                  <a:pt x="600" y="661"/>
                  <a:pt x="600" y="661"/>
                  <a:pt x="600" y="661"/>
                </a:cubicBezTo>
                <a:cubicBezTo>
                  <a:pt x="600" y="661"/>
                  <a:pt x="600" y="661"/>
                  <a:pt x="600" y="661"/>
                </a:cubicBezTo>
                <a:cubicBezTo>
                  <a:pt x="599" y="661"/>
                  <a:pt x="599" y="661"/>
                  <a:pt x="599" y="661"/>
                </a:cubicBezTo>
                <a:cubicBezTo>
                  <a:pt x="599" y="661"/>
                  <a:pt x="599" y="661"/>
                  <a:pt x="599" y="661"/>
                </a:cubicBezTo>
                <a:cubicBezTo>
                  <a:pt x="599" y="662"/>
                  <a:pt x="599" y="662"/>
                  <a:pt x="599" y="662"/>
                </a:cubicBezTo>
                <a:lnTo>
                  <a:pt x="598" y="662"/>
                </a:lnTo>
                <a:close/>
                <a:moveTo>
                  <a:pt x="615" y="662"/>
                </a:moveTo>
                <a:cubicBezTo>
                  <a:pt x="614" y="662"/>
                  <a:pt x="614" y="662"/>
                  <a:pt x="614" y="662"/>
                </a:cubicBezTo>
                <a:cubicBezTo>
                  <a:pt x="614" y="662"/>
                  <a:pt x="614" y="662"/>
                  <a:pt x="614" y="662"/>
                </a:cubicBezTo>
                <a:cubicBezTo>
                  <a:pt x="614" y="661"/>
                  <a:pt x="614" y="661"/>
                  <a:pt x="614" y="661"/>
                </a:cubicBezTo>
                <a:cubicBezTo>
                  <a:pt x="614" y="661"/>
                  <a:pt x="614" y="661"/>
                  <a:pt x="614" y="661"/>
                </a:cubicBezTo>
                <a:cubicBezTo>
                  <a:pt x="614" y="661"/>
                  <a:pt x="614" y="661"/>
                  <a:pt x="614" y="661"/>
                </a:cubicBezTo>
                <a:cubicBezTo>
                  <a:pt x="614" y="661"/>
                  <a:pt x="614" y="661"/>
                  <a:pt x="614" y="661"/>
                </a:cubicBezTo>
                <a:cubicBezTo>
                  <a:pt x="614" y="661"/>
                  <a:pt x="614" y="661"/>
                  <a:pt x="614" y="661"/>
                </a:cubicBezTo>
                <a:cubicBezTo>
                  <a:pt x="614" y="661"/>
                  <a:pt x="614" y="661"/>
                  <a:pt x="614" y="661"/>
                </a:cubicBezTo>
                <a:cubicBezTo>
                  <a:pt x="613" y="661"/>
                  <a:pt x="613" y="661"/>
                  <a:pt x="613" y="661"/>
                </a:cubicBezTo>
                <a:cubicBezTo>
                  <a:pt x="613" y="661"/>
                  <a:pt x="613" y="661"/>
                  <a:pt x="613" y="661"/>
                </a:cubicBezTo>
                <a:cubicBezTo>
                  <a:pt x="613" y="660"/>
                  <a:pt x="613" y="660"/>
                  <a:pt x="613" y="660"/>
                </a:cubicBezTo>
                <a:cubicBezTo>
                  <a:pt x="613" y="660"/>
                  <a:pt x="613" y="660"/>
                  <a:pt x="613" y="660"/>
                </a:cubicBezTo>
                <a:cubicBezTo>
                  <a:pt x="613" y="660"/>
                  <a:pt x="613" y="660"/>
                  <a:pt x="613" y="660"/>
                </a:cubicBezTo>
                <a:cubicBezTo>
                  <a:pt x="613" y="660"/>
                  <a:pt x="613" y="660"/>
                  <a:pt x="613" y="660"/>
                </a:cubicBezTo>
                <a:cubicBezTo>
                  <a:pt x="613" y="659"/>
                  <a:pt x="613" y="659"/>
                  <a:pt x="613" y="659"/>
                </a:cubicBezTo>
                <a:cubicBezTo>
                  <a:pt x="613" y="659"/>
                  <a:pt x="613" y="659"/>
                  <a:pt x="613" y="659"/>
                </a:cubicBezTo>
                <a:cubicBezTo>
                  <a:pt x="613" y="658"/>
                  <a:pt x="613" y="658"/>
                  <a:pt x="613" y="658"/>
                </a:cubicBezTo>
                <a:cubicBezTo>
                  <a:pt x="613" y="658"/>
                  <a:pt x="613" y="658"/>
                  <a:pt x="613" y="658"/>
                </a:cubicBezTo>
                <a:cubicBezTo>
                  <a:pt x="613" y="658"/>
                  <a:pt x="613" y="658"/>
                  <a:pt x="613" y="658"/>
                </a:cubicBezTo>
                <a:cubicBezTo>
                  <a:pt x="613" y="658"/>
                  <a:pt x="613" y="658"/>
                  <a:pt x="613" y="658"/>
                </a:cubicBezTo>
                <a:cubicBezTo>
                  <a:pt x="613" y="657"/>
                  <a:pt x="613" y="657"/>
                  <a:pt x="613" y="657"/>
                </a:cubicBezTo>
                <a:cubicBezTo>
                  <a:pt x="613" y="657"/>
                  <a:pt x="613" y="657"/>
                  <a:pt x="613" y="657"/>
                </a:cubicBezTo>
                <a:cubicBezTo>
                  <a:pt x="614" y="656"/>
                  <a:pt x="614" y="656"/>
                  <a:pt x="614" y="656"/>
                </a:cubicBezTo>
                <a:cubicBezTo>
                  <a:pt x="614" y="656"/>
                  <a:pt x="614" y="656"/>
                  <a:pt x="614" y="656"/>
                </a:cubicBezTo>
                <a:cubicBezTo>
                  <a:pt x="613" y="656"/>
                  <a:pt x="613" y="656"/>
                  <a:pt x="613" y="656"/>
                </a:cubicBezTo>
                <a:cubicBezTo>
                  <a:pt x="613" y="656"/>
                  <a:pt x="613" y="656"/>
                  <a:pt x="613" y="656"/>
                </a:cubicBezTo>
                <a:cubicBezTo>
                  <a:pt x="613" y="655"/>
                  <a:pt x="613" y="655"/>
                  <a:pt x="613" y="655"/>
                </a:cubicBezTo>
                <a:cubicBezTo>
                  <a:pt x="613" y="655"/>
                  <a:pt x="613" y="655"/>
                  <a:pt x="613" y="655"/>
                </a:cubicBezTo>
                <a:cubicBezTo>
                  <a:pt x="613" y="654"/>
                  <a:pt x="613" y="654"/>
                  <a:pt x="613" y="654"/>
                </a:cubicBezTo>
                <a:cubicBezTo>
                  <a:pt x="613" y="654"/>
                  <a:pt x="613" y="654"/>
                  <a:pt x="613" y="654"/>
                </a:cubicBezTo>
                <a:cubicBezTo>
                  <a:pt x="614" y="654"/>
                  <a:pt x="614" y="654"/>
                  <a:pt x="614" y="654"/>
                </a:cubicBezTo>
                <a:cubicBezTo>
                  <a:pt x="614" y="654"/>
                  <a:pt x="614" y="654"/>
                  <a:pt x="614" y="654"/>
                </a:cubicBezTo>
                <a:cubicBezTo>
                  <a:pt x="615" y="653"/>
                  <a:pt x="615" y="653"/>
                  <a:pt x="615" y="653"/>
                </a:cubicBezTo>
                <a:cubicBezTo>
                  <a:pt x="615" y="653"/>
                  <a:pt x="615" y="653"/>
                  <a:pt x="615" y="653"/>
                </a:cubicBezTo>
                <a:cubicBezTo>
                  <a:pt x="617" y="654"/>
                  <a:pt x="617" y="654"/>
                  <a:pt x="617" y="654"/>
                </a:cubicBezTo>
                <a:cubicBezTo>
                  <a:pt x="617" y="654"/>
                  <a:pt x="617" y="654"/>
                  <a:pt x="617" y="654"/>
                </a:cubicBezTo>
                <a:cubicBezTo>
                  <a:pt x="617" y="655"/>
                  <a:pt x="617" y="655"/>
                  <a:pt x="617" y="655"/>
                </a:cubicBezTo>
                <a:cubicBezTo>
                  <a:pt x="617" y="655"/>
                  <a:pt x="617" y="655"/>
                  <a:pt x="617" y="655"/>
                </a:cubicBezTo>
                <a:cubicBezTo>
                  <a:pt x="617" y="656"/>
                  <a:pt x="617" y="656"/>
                  <a:pt x="617" y="656"/>
                </a:cubicBezTo>
                <a:cubicBezTo>
                  <a:pt x="617" y="656"/>
                  <a:pt x="617" y="656"/>
                  <a:pt x="617" y="656"/>
                </a:cubicBezTo>
                <a:cubicBezTo>
                  <a:pt x="617" y="657"/>
                  <a:pt x="617" y="657"/>
                  <a:pt x="617" y="657"/>
                </a:cubicBezTo>
                <a:cubicBezTo>
                  <a:pt x="617" y="657"/>
                  <a:pt x="617" y="657"/>
                  <a:pt x="617" y="657"/>
                </a:cubicBezTo>
                <a:cubicBezTo>
                  <a:pt x="617" y="658"/>
                  <a:pt x="617" y="658"/>
                  <a:pt x="617" y="658"/>
                </a:cubicBezTo>
                <a:cubicBezTo>
                  <a:pt x="617" y="658"/>
                  <a:pt x="617" y="658"/>
                  <a:pt x="617" y="658"/>
                </a:cubicBezTo>
                <a:cubicBezTo>
                  <a:pt x="617" y="659"/>
                  <a:pt x="617" y="659"/>
                  <a:pt x="617" y="659"/>
                </a:cubicBezTo>
                <a:cubicBezTo>
                  <a:pt x="617" y="659"/>
                  <a:pt x="617" y="659"/>
                  <a:pt x="617" y="659"/>
                </a:cubicBezTo>
                <a:cubicBezTo>
                  <a:pt x="617" y="660"/>
                  <a:pt x="617" y="660"/>
                  <a:pt x="617" y="660"/>
                </a:cubicBezTo>
                <a:cubicBezTo>
                  <a:pt x="617" y="660"/>
                  <a:pt x="617" y="660"/>
                  <a:pt x="617" y="660"/>
                </a:cubicBezTo>
                <a:cubicBezTo>
                  <a:pt x="616" y="661"/>
                  <a:pt x="616" y="661"/>
                  <a:pt x="616" y="661"/>
                </a:cubicBezTo>
                <a:cubicBezTo>
                  <a:pt x="616" y="661"/>
                  <a:pt x="616" y="661"/>
                  <a:pt x="616" y="661"/>
                </a:cubicBezTo>
                <a:cubicBezTo>
                  <a:pt x="616" y="662"/>
                  <a:pt x="616" y="662"/>
                  <a:pt x="616" y="662"/>
                </a:cubicBezTo>
                <a:lnTo>
                  <a:pt x="615" y="662"/>
                </a:lnTo>
                <a:close/>
                <a:moveTo>
                  <a:pt x="607" y="656"/>
                </a:moveTo>
                <a:cubicBezTo>
                  <a:pt x="606" y="656"/>
                  <a:pt x="606" y="656"/>
                  <a:pt x="606" y="656"/>
                </a:cubicBezTo>
                <a:cubicBezTo>
                  <a:pt x="606" y="656"/>
                  <a:pt x="606" y="656"/>
                  <a:pt x="606" y="656"/>
                </a:cubicBezTo>
                <a:cubicBezTo>
                  <a:pt x="605" y="655"/>
                  <a:pt x="605" y="655"/>
                  <a:pt x="605" y="655"/>
                </a:cubicBezTo>
                <a:cubicBezTo>
                  <a:pt x="605" y="655"/>
                  <a:pt x="605" y="655"/>
                  <a:pt x="605" y="655"/>
                </a:cubicBezTo>
                <a:cubicBezTo>
                  <a:pt x="605" y="655"/>
                  <a:pt x="605" y="655"/>
                  <a:pt x="605" y="655"/>
                </a:cubicBezTo>
                <a:cubicBezTo>
                  <a:pt x="605" y="655"/>
                  <a:pt x="605" y="655"/>
                  <a:pt x="605" y="655"/>
                </a:cubicBezTo>
                <a:cubicBezTo>
                  <a:pt x="604" y="655"/>
                  <a:pt x="604" y="655"/>
                  <a:pt x="604" y="655"/>
                </a:cubicBezTo>
                <a:cubicBezTo>
                  <a:pt x="604" y="655"/>
                  <a:pt x="604" y="655"/>
                  <a:pt x="604" y="655"/>
                </a:cubicBezTo>
                <a:cubicBezTo>
                  <a:pt x="604" y="655"/>
                  <a:pt x="604" y="655"/>
                  <a:pt x="604" y="655"/>
                </a:cubicBezTo>
                <a:cubicBezTo>
                  <a:pt x="604" y="655"/>
                  <a:pt x="604" y="655"/>
                  <a:pt x="604" y="655"/>
                </a:cubicBezTo>
                <a:cubicBezTo>
                  <a:pt x="603" y="654"/>
                  <a:pt x="603" y="654"/>
                  <a:pt x="603" y="654"/>
                </a:cubicBezTo>
                <a:cubicBezTo>
                  <a:pt x="603" y="654"/>
                  <a:pt x="603" y="654"/>
                  <a:pt x="603" y="654"/>
                </a:cubicBezTo>
                <a:cubicBezTo>
                  <a:pt x="603" y="654"/>
                  <a:pt x="603" y="654"/>
                  <a:pt x="603" y="654"/>
                </a:cubicBezTo>
                <a:cubicBezTo>
                  <a:pt x="603" y="654"/>
                  <a:pt x="603" y="654"/>
                  <a:pt x="603" y="654"/>
                </a:cubicBezTo>
                <a:cubicBezTo>
                  <a:pt x="603" y="654"/>
                  <a:pt x="603" y="654"/>
                  <a:pt x="603" y="654"/>
                </a:cubicBezTo>
                <a:cubicBezTo>
                  <a:pt x="603" y="654"/>
                  <a:pt x="603" y="654"/>
                  <a:pt x="603" y="654"/>
                </a:cubicBezTo>
                <a:cubicBezTo>
                  <a:pt x="603" y="652"/>
                  <a:pt x="603" y="652"/>
                  <a:pt x="603" y="652"/>
                </a:cubicBezTo>
                <a:cubicBezTo>
                  <a:pt x="603" y="652"/>
                  <a:pt x="603" y="652"/>
                  <a:pt x="603" y="652"/>
                </a:cubicBezTo>
                <a:cubicBezTo>
                  <a:pt x="603" y="652"/>
                  <a:pt x="603" y="652"/>
                  <a:pt x="603" y="652"/>
                </a:cubicBezTo>
                <a:cubicBezTo>
                  <a:pt x="603" y="652"/>
                  <a:pt x="603" y="652"/>
                  <a:pt x="603" y="652"/>
                </a:cubicBezTo>
                <a:cubicBezTo>
                  <a:pt x="603" y="652"/>
                  <a:pt x="603" y="652"/>
                  <a:pt x="603" y="652"/>
                </a:cubicBezTo>
                <a:cubicBezTo>
                  <a:pt x="603" y="652"/>
                  <a:pt x="603" y="652"/>
                  <a:pt x="603" y="652"/>
                </a:cubicBezTo>
                <a:cubicBezTo>
                  <a:pt x="604" y="652"/>
                  <a:pt x="604" y="652"/>
                  <a:pt x="604" y="652"/>
                </a:cubicBezTo>
                <a:cubicBezTo>
                  <a:pt x="604" y="652"/>
                  <a:pt x="604" y="652"/>
                  <a:pt x="604" y="652"/>
                </a:cubicBezTo>
                <a:cubicBezTo>
                  <a:pt x="604" y="651"/>
                  <a:pt x="604" y="651"/>
                  <a:pt x="604" y="651"/>
                </a:cubicBezTo>
                <a:cubicBezTo>
                  <a:pt x="604" y="651"/>
                  <a:pt x="604" y="651"/>
                  <a:pt x="604" y="651"/>
                </a:cubicBezTo>
                <a:cubicBezTo>
                  <a:pt x="604" y="651"/>
                  <a:pt x="604" y="651"/>
                  <a:pt x="604" y="651"/>
                </a:cubicBezTo>
                <a:cubicBezTo>
                  <a:pt x="604" y="651"/>
                  <a:pt x="604" y="651"/>
                  <a:pt x="604" y="651"/>
                </a:cubicBezTo>
                <a:cubicBezTo>
                  <a:pt x="605" y="651"/>
                  <a:pt x="605" y="651"/>
                  <a:pt x="605" y="651"/>
                </a:cubicBezTo>
                <a:cubicBezTo>
                  <a:pt x="605" y="651"/>
                  <a:pt x="605" y="651"/>
                  <a:pt x="605" y="651"/>
                </a:cubicBezTo>
                <a:cubicBezTo>
                  <a:pt x="605" y="650"/>
                  <a:pt x="605" y="650"/>
                  <a:pt x="605" y="650"/>
                </a:cubicBezTo>
                <a:cubicBezTo>
                  <a:pt x="605" y="650"/>
                  <a:pt x="605" y="650"/>
                  <a:pt x="605" y="650"/>
                </a:cubicBezTo>
                <a:cubicBezTo>
                  <a:pt x="605" y="650"/>
                  <a:pt x="605" y="650"/>
                  <a:pt x="605" y="650"/>
                </a:cubicBezTo>
                <a:cubicBezTo>
                  <a:pt x="605" y="650"/>
                  <a:pt x="605" y="650"/>
                  <a:pt x="605" y="650"/>
                </a:cubicBezTo>
                <a:cubicBezTo>
                  <a:pt x="606" y="650"/>
                  <a:pt x="606" y="650"/>
                  <a:pt x="606" y="650"/>
                </a:cubicBezTo>
                <a:cubicBezTo>
                  <a:pt x="606" y="650"/>
                  <a:pt x="606" y="650"/>
                  <a:pt x="606" y="650"/>
                </a:cubicBezTo>
                <a:cubicBezTo>
                  <a:pt x="607" y="650"/>
                  <a:pt x="607" y="650"/>
                  <a:pt x="607" y="650"/>
                </a:cubicBezTo>
                <a:cubicBezTo>
                  <a:pt x="607" y="650"/>
                  <a:pt x="607" y="650"/>
                  <a:pt x="607" y="650"/>
                </a:cubicBezTo>
                <a:cubicBezTo>
                  <a:pt x="608" y="651"/>
                  <a:pt x="608" y="651"/>
                  <a:pt x="608" y="651"/>
                </a:cubicBezTo>
                <a:cubicBezTo>
                  <a:pt x="608" y="651"/>
                  <a:pt x="608" y="651"/>
                  <a:pt x="608" y="651"/>
                </a:cubicBezTo>
                <a:cubicBezTo>
                  <a:pt x="609" y="651"/>
                  <a:pt x="609" y="651"/>
                  <a:pt x="609" y="651"/>
                </a:cubicBezTo>
                <a:cubicBezTo>
                  <a:pt x="609" y="651"/>
                  <a:pt x="609" y="651"/>
                  <a:pt x="609" y="651"/>
                </a:cubicBezTo>
                <a:cubicBezTo>
                  <a:pt x="609" y="652"/>
                  <a:pt x="609" y="652"/>
                  <a:pt x="609" y="652"/>
                </a:cubicBezTo>
                <a:cubicBezTo>
                  <a:pt x="609" y="652"/>
                  <a:pt x="609" y="652"/>
                  <a:pt x="609" y="652"/>
                </a:cubicBezTo>
                <a:cubicBezTo>
                  <a:pt x="610" y="653"/>
                  <a:pt x="610" y="653"/>
                  <a:pt x="610" y="653"/>
                </a:cubicBezTo>
                <a:cubicBezTo>
                  <a:pt x="610" y="653"/>
                  <a:pt x="610" y="653"/>
                  <a:pt x="610" y="653"/>
                </a:cubicBezTo>
                <a:cubicBezTo>
                  <a:pt x="610" y="654"/>
                  <a:pt x="610" y="654"/>
                  <a:pt x="610" y="654"/>
                </a:cubicBezTo>
                <a:cubicBezTo>
                  <a:pt x="610" y="654"/>
                  <a:pt x="610" y="654"/>
                  <a:pt x="610" y="654"/>
                </a:cubicBezTo>
                <a:cubicBezTo>
                  <a:pt x="610" y="654"/>
                  <a:pt x="610" y="654"/>
                  <a:pt x="610" y="654"/>
                </a:cubicBezTo>
                <a:cubicBezTo>
                  <a:pt x="610" y="654"/>
                  <a:pt x="610" y="654"/>
                  <a:pt x="610" y="654"/>
                </a:cubicBezTo>
                <a:cubicBezTo>
                  <a:pt x="609" y="654"/>
                  <a:pt x="609" y="654"/>
                  <a:pt x="609" y="654"/>
                </a:cubicBezTo>
                <a:cubicBezTo>
                  <a:pt x="609" y="654"/>
                  <a:pt x="609" y="654"/>
                  <a:pt x="609" y="654"/>
                </a:cubicBezTo>
                <a:cubicBezTo>
                  <a:pt x="609" y="655"/>
                  <a:pt x="609" y="655"/>
                  <a:pt x="609" y="655"/>
                </a:cubicBezTo>
                <a:cubicBezTo>
                  <a:pt x="609" y="655"/>
                  <a:pt x="609" y="655"/>
                  <a:pt x="609" y="655"/>
                </a:cubicBezTo>
                <a:cubicBezTo>
                  <a:pt x="609" y="655"/>
                  <a:pt x="609" y="655"/>
                  <a:pt x="609" y="655"/>
                </a:cubicBezTo>
                <a:cubicBezTo>
                  <a:pt x="609" y="655"/>
                  <a:pt x="609" y="655"/>
                  <a:pt x="609" y="655"/>
                </a:cubicBezTo>
                <a:cubicBezTo>
                  <a:pt x="608" y="655"/>
                  <a:pt x="608" y="655"/>
                  <a:pt x="608" y="655"/>
                </a:cubicBezTo>
                <a:cubicBezTo>
                  <a:pt x="608" y="655"/>
                  <a:pt x="608" y="655"/>
                  <a:pt x="608" y="655"/>
                </a:cubicBezTo>
                <a:cubicBezTo>
                  <a:pt x="608" y="655"/>
                  <a:pt x="608" y="655"/>
                  <a:pt x="608" y="655"/>
                </a:cubicBezTo>
                <a:cubicBezTo>
                  <a:pt x="608" y="655"/>
                  <a:pt x="608" y="655"/>
                  <a:pt x="608" y="655"/>
                </a:cubicBezTo>
                <a:cubicBezTo>
                  <a:pt x="608" y="656"/>
                  <a:pt x="608" y="656"/>
                  <a:pt x="608" y="656"/>
                </a:cubicBezTo>
                <a:cubicBezTo>
                  <a:pt x="608" y="656"/>
                  <a:pt x="608" y="656"/>
                  <a:pt x="608" y="656"/>
                </a:cubicBezTo>
                <a:cubicBezTo>
                  <a:pt x="607" y="656"/>
                  <a:pt x="607" y="656"/>
                  <a:pt x="607" y="656"/>
                </a:cubicBezTo>
                <a:cubicBezTo>
                  <a:pt x="607" y="656"/>
                  <a:pt x="607" y="656"/>
                  <a:pt x="607" y="656"/>
                </a:cubicBezTo>
                <a:cubicBezTo>
                  <a:pt x="607" y="656"/>
                  <a:pt x="607" y="656"/>
                  <a:pt x="607" y="656"/>
                </a:cubicBezTo>
                <a:close/>
                <a:moveTo>
                  <a:pt x="307" y="647"/>
                </a:moveTo>
                <a:cubicBezTo>
                  <a:pt x="307" y="647"/>
                  <a:pt x="307" y="647"/>
                  <a:pt x="307" y="647"/>
                </a:cubicBezTo>
                <a:cubicBezTo>
                  <a:pt x="307" y="647"/>
                  <a:pt x="307" y="647"/>
                  <a:pt x="307" y="647"/>
                </a:cubicBezTo>
                <a:cubicBezTo>
                  <a:pt x="307" y="646"/>
                  <a:pt x="307" y="646"/>
                  <a:pt x="307" y="646"/>
                </a:cubicBezTo>
                <a:cubicBezTo>
                  <a:pt x="307" y="646"/>
                  <a:pt x="307" y="646"/>
                  <a:pt x="307" y="646"/>
                </a:cubicBezTo>
                <a:cubicBezTo>
                  <a:pt x="307" y="646"/>
                  <a:pt x="307" y="646"/>
                  <a:pt x="307" y="646"/>
                </a:cubicBezTo>
                <a:cubicBezTo>
                  <a:pt x="307" y="646"/>
                  <a:pt x="307" y="646"/>
                  <a:pt x="307" y="646"/>
                </a:cubicBezTo>
                <a:cubicBezTo>
                  <a:pt x="307" y="646"/>
                  <a:pt x="307" y="646"/>
                  <a:pt x="307" y="646"/>
                </a:cubicBezTo>
                <a:cubicBezTo>
                  <a:pt x="307" y="646"/>
                  <a:pt x="307" y="646"/>
                  <a:pt x="307" y="646"/>
                </a:cubicBezTo>
                <a:cubicBezTo>
                  <a:pt x="307" y="645"/>
                  <a:pt x="307" y="645"/>
                  <a:pt x="307" y="645"/>
                </a:cubicBezTo>
                <a:cubicBezTo>
                  <a:pt x="307" y="645"/>
                  <a:pt x="307" y="645"/>
                  <a:pt x="307" y="645"/>
                </a:cubicBezTo>
                <a:cubicBezTo>
                  <a:pt x="307" y="645"/>
                  <a:pt x="307" y="645"/>
                  <a:pt x="307" y="645"/>
                </a:cubicBezTo>
                <a:cubicBezTo>
                  <a:pt x="307" y="645"/>
                  <a:pt x="307" y="645"/>
                  <a:pt x="307" y="645"/>
                </a:cubicBezTo>
                <a:cubicBezTo>
                  <a:pt x="307" y="645"/>
                  <a:pt x="307" y="645"/>
                  <a:pt x="307" y="645"/>
                </a:cubicBezTo>
                <a:cubicBezTo>
                  <a:pt x="307" y="645"/>
                  <a:pt x="307" y="645"/>
                  <a:pt x="307" y="645"/>
                </a:cubicBezTo>
                <a:cubicBezTo>
                  <a:pt x="307" y="644"/>
                  <a:pt x="307" y="644"/>
                  <a:pt x="307" y="644"/>
                </a:cubicBezTo>
                <a:cubicBezTo>
                  <a:pt x="307" y="644"/>
                  <a:pt x="307" y="644"/>
                  <a:pt x="307" y="644"/>
                </a:cubicBezTo>
                <a:cubicBezTo>
                  <a:pt x="312" y="642"/>
                  <a:pt x="312" y="642"/>
                  <a:pt x="312" y="642"/>
                </a:cubicBezTo>
                <a:cubicBezTo>
                  <a:pt x="312" y="642"/>
                  <a:pt x="312" y="642"/>
                  <a:pt x="312" y="642"/>
                </a:cubicBezTo>
                <a:cubicBezTo>
                  <a:pt x="312" y="643"/>
                  <a:pt x="312" y="643"/>
                  <a:pt x="312" y="643"/>
                </a:cubicBezTo>
                <a:cubicBezTo>
                  <a:pt x="312" y="643"/>
                  <a:pt x="312" y="643"/>
                  <a:pt x="312" y="643"/>
                </a:cubicBezTo>
                <a:cubicBezTo>
                  <a:pt x="311" y="644"/>
                  <a:pt x="311" y="644"/>
                  <a:pt x="311" y="644"/>
                </a:cubicBezTo>
                <a:cubicBezTo>
                  <a:pt x="311" y="644"/>
                  <a:pt x="311" y="644"/>
                  <a:pt x="311" y="644"/>
                </a:cubicBezTo>
                <a:cubicBezTo>
                  <a:pt x="310" y="644"/>
                  <a:pt x="310" y="644"/>
                  <a:pt x="310" y="644"/>
                </a:cubicBezTo>
                <a:cubicBezTo>
                  <a:pt x="310" y="644"/>
                  <a:pt x="310" y="644"/>
                  <a:pt x="310" y="644"/>
                </a:cubicBezTo>
                <a:cubicBezTo>
                  <a:pt x="310" y="645"/>
                  <a:pt x="310" y="645"/>
                  <a:pt x="310" y="645"/>
                </a:cubicBezTo>
                <a:cubicBezTo>
                  <a:pt x="310" y="645"/>
                  <a:pt x="310" y="645"/>
                  <a:pt x="310" y="645"/>
                </a:cubicBezTo>
                <a:cubicBezTo>
                  <a:pt x="309" y="646"/>
                  <a:pt x="309" y="646"/>
                  <a:pt x="309" y="646"/>
                </a:cubicBezTo>
                <a:cubicBezTo>
                  <a:pt x="309" y="646"/>
                  <a:pt x="309" y="646"/>
                  <a:pt x="309" y="646"/>
                </a:cubicBezTo>
                <a:cubicBezTo>
                  <a:pt x="308" y="646"/>
                  <a:pt x="308" y="646"/>
                  <a:pt x="308" y="646"/>
                </a:cubicBezTo>
                <a:cubicBezTo>
                  <a:pt x="308" y="646"/>
                  <a:pt x="308" y="646"/>
                  <a:pt x="308" y="646"/>
                </a:cubicBezTo>
                <a:cubicBezTo>
                  <a:pt x="308" y="647"/>
                  <a:pt x="308" y="647"/>
                  <a:pt x="308" y="647"/>
                </a:cubicBezTo>
                <a:cubicBezTo>
                  <a:pt x="308" y="647"/>
                  <a:pt x="308" y="647"/>
                  <a:pt x="308" y="647"/>
                </a:cubicBezTo>
                <a:cubicBezTo>
                  <a:pt x="307" y="647"/>
                  <a:pt x="307" y="647"/>
                  <a:pt x="307" y="647"/>
                </a:cubicBezTo>
                <a:close/>
                <a:moveTo>
                  <a:pt x="601" y="645"/>
                </a:moveTo>
                <a:cubicBezTo>
                  <a:pt x="601" y="645"/>
                  <a:pt x="601" y="645"/>
                  <a:pt x="601" y="645"/>
                </a:cubicBezTo>
                <a:close/>
                <a:moveTo>
                  <a:pt x="217" y="632"/>
                </a:moveTo>
                <a:cubicBezTo>
                  <a:pt x="217" y="632"/>
                  <a:pt x="217" y="632"/>
                  <a:pt x="217" y="632"/>
                </a:cubicBezTo>
                <a:cubicBezTo>
                  <a:pt x="217" y="632"/>
                  <a:pt x="217" y="632"/>
                  <a:pt x="217" y="632"/>
                </a:cubicBezTo>
                <a:cubicBezTo>
                  <a:pt x="217" y="631"/>
                  <a:pt x="217" y="631"/>
                  <a:pt x="217" y="631"/>
                </a:cubicBezTo>
                <a:cubicBezTo>
                  <a:pt x="217" y="631"/>
                  <a:pt x="217" y="631"/>
                  <a:pt x="217" y="631"/>
                </a:cubicBezTo>
                <a:cubicBezTo>
                  <a:pt x="217" y="631"/>
                  <a:pt x="217" y="631"/>
                  <a:pt x="217" y="631"/>
                </a:cubicBezTo>
                <a:cubicBezTo>
                  <a:pt x="217" y="631"/>
                  <a:pt x="217" y="631"/>
                  <a:pt x="217" y="631"/>
                </a:cubicBezTo>
                <a:cubicBezTo>
                  <a:pt x="217" y="630"/>
                  <a:pt x="217" y="630"/>
                  <a:pt x="217" y="630"/>
                </a:cubicBezTo>
                <a:cubicBezTo>
                  <a:pt x="217" y="630"/>
                  <a:pt x="217" y="630"/>
                  <a:pt x="217" y="630"/>
                </a:cubicBezTo>
                <a:cubicBezTo>
                  <a:pt x="218" y="630"/>
                  <a:pt x="218" y="630"/>
                  <a:pt x="218" y="630"/>
                </a:cubicBezTo>
                <a:cubicBezTo>
                  <a:pt x="218" y="630"/>
                  <a:pt x="218" y="630"/>
                  <a:pt x="218" y="630"/>
                </a:cubicBezTo>
                <a:cubicBezTo>
                  <a:pt x="218" y="629"/>
                  <a:pt x="218" y="629"/>
                  <a:pt x="218" y="629"/>
                </a:cubicBezTo>
                <a:cubicBezTo>
                  <a:pt x="218" y="629"/>
                  <a:pt x="218" y="629"/>
                  <a:pt x="218" y="629"/>
                </a:cubicBezTo>
                <a:cubicBezTo>
                  <a:pt x="218" y="629"/>
                  <a:pt x="218" y="629"/>
                  <a:pt x="218" y="629"/>
                </a:cubicBezTo>
                <a:cubicBezTo>
                  <a:pt x="218" y="629"/>
                  <a:pt x="218" y="629"/>
                  <a:pt x="218" y="629"/>
                </a:cubicBezTo>
                <a:cubicBezTo>
                  <a:pt x="218" y="628"/>
                  <a:pt x="218" y="628"/>
                  <a:pt x="218" y="628"/>
                </a:cubicBezTo>
                <a:cubicBezTo>
                  <a:pt x="218" y="628"/>
                  <a:pt x="218" y="628"/>
                  <a:pt x="218" y="628"/>
                </a:cubicBezTo>
                <a:cubicBezTo>
                  <a:pt x="217" y="628"/>
                  <a:pt x="217" y="628"/>
                  <a:pt x="217" y="628"/>
                </a:cubicBezTo>
                <a:cubicBezTo>
                  <a:pt x="217" y="628"/>
                  <a:pt x="217" y="628"/>
                  <a:pt x="217" y="628"/>
                </a:cubicBezTo>
                <a:cubicBezTo>
                  <a:pt x="217" y="628"/>
                  <a:pt x="217" y="628"/>
                  <a:pt x="217" y="628"/>
                </a:cubicBezTo>
                <a:cubicBezTo>
                  <a:pt x="217" y="628"/>
                  <a:pt x="217" y="628"/>
                  <a:pt x="217" y="628"/>
                </a:cubicBezTo>
                <a:cubicBezTo>
                  <a:pt x="217" y="627"/>
                  <a:pt x="217" y="627"/>
                  <a:pt x="217" y="627"/>
                </a:cubicBezTo>
                <a:cubicBezTo>
                  <a:pt x="217" y="627"/>
                  <a:pt x="217" y="627"/>
                  <a:pt x="217" y="627"/>
                </a:cubicBezTo>
                <a:cubicBezTo>
                  <a:pt x="217" y="627"/>
                  <a:pt x="217" y="627"/>
                  <a:pt x="217" y="627"/>
                </a:cubicBezTo>
                <a:cubicBezTo>
                  <a:pt x="217" y="627"/>
                  <a:pt x="217" y="627"/>
                  <a:pt x="217" y="627"/>
                </a:cubicBezTo>
                <a:cubicBezTo>
                  <a:pt x="216" y="627"/>
                  <a:pt x="216" y="627"/>
                  <a:pt x="216" y="627"/>
                </a:cubicBezTo>
                <a:cubicBezTo>
                  <a:pt x="216" y="627"/>
                  <a:pt x="216" y="627"/>
                  <a:pt x="216" y="627"/>
                </a:cubicBezTo>
                <a:cubicBezTo>
                  <a:pt x="216" y="626"/>
                  <a:pt x="216" y="626"/>
                  <a:pt x="216" y="626"/>
                </a:cubicBezTo>
                <a:cubicBezTo>
                  <a:pt x="216" y="626"/>
                  <a:pt x="216" y="626"/>
                  <a:pt x="216" y="626"/>
                </a:cubicBezTo>
                <a:cubicBezTo>
                  <a:pt x="216" y="626"/>
                  <a:pt x="216" y="626"/>
                  <a:pt x="216" y="626"/>
                </a:cubicBezTo>
                <a:cubicBezTo>
                  <a:pt x="216" y="626"/>
                  <a:pt x="216" y="626"/>
                  <a:pt x="216" y="626"/>
                </a:cubicBezTo>
                <a:cubicBezTo>
                  <a:pt x="216" y="625"/>
                  <a:pt x="216" y="625"/>
                  <a:pt x="216" y="625"/>
                </a:cubicBezTo>
                <a:cubicBezTo>
                  <a:pt x="216" y="625"/>
                  <a:pt x="216" y="625"/>
                  <a:pt x="216" y="625"/>
                </a:cubicBezTo>
                <a:cubicBezTo>
                  <a:pt x="211" y="621"/>
                  <a:pt x="211" y="621"/>
                  <a:pt x="211" y="621"/>
                </a:cubicBezTo>
                <a:cubicBezTo>
                  <a:pt x="211" y="621"/>
                  <a:pt x="211" y="621"/>
                  <a:pt x="211" y="621"/>
                </a:cubicBezTo>
                <a:cubicBezTo>
                  <a:pt x="210" y="621"/>
                  <a:pt x="210" y="621"/>
                  <a:pt x="210" y="621"/>
                </a:cubicBezTo>
                <a:cubicBezTo>
                  <a:pt x="210" y="621"/>
                  <a:pt x="210" y="621"/>
                  <a:pt x="210" y="621"/>
                </a:cubicBezTo>
                <a:cubicBezTo>
                  <a:pt x="210" y="621"/>
                  <a:pt x="210" y="621"/>
                  <a:pt x="210" y="621"/>
                </a:cubicBezTo>
                <a:cubicBezTo>
                  <a:pt x="210" y="621"/>
                  <a:pt x="210" y="621"/>
                  <a:pt x="210" y="621"/>
                </a:cubicBezTo>
                <a:cubicBezTo>
                  <a:pt x="210" y="621"/>
                  <a:pt x="210" y="621"/>
                  <a:pt x="210" y="621"/>
                </a:cubicBezTo>
                <a:cubicBezTo>
                  <a:pt x="210" y="621"/>
                  <a:pt x="210" y="621"/>
                  <a:pt x="210" y="621"/>
                </a:cubicBezTo>
                <a:cubicBezTo>
                  <a:pt x="210" y="621"/>
                  <a:pt x="210" y="621"/>
                  <a:pt x="210" y="621"/>
                </a:cubicBezTo>
                <a:cubicBezTo>
                  <a:pt x="210" y="621"/>
                  <a:pt x="210" y="621"/>
                  <a:pt x="210" y="621"/>
                </a:cubicBezTo>
                <a:cubicBezTo>
                  <a:pt x="210" y="620"/>
                  <a:pt x="210" y="620"/>
                  <a:pt x="210" y="620"/>
                </a:cubicBezTo>
                <a:cubicBezTo>
                  <a:pt x="210" y="620"/>
                  <a:pt x="210" y="620"/>
                  <a:pt x="210" y="620"/>
                </a:cubicBezTo>
                <a:cubicBezTo>
                  <a:pt x="210" y="620"/>
                  <a:pt x="210" y="620"/>
                  <a:pt x="210" y="620"/>
                </a:cubicBezTo>
                <a:cubicBezTo>
                  <a:pt x="210" y="620"/>
                  <a:pt x="210" y="620"/>
                  <a:pt x="210" y="620"/>
                </a:cubicBezTo>
                <a:cubicBezTo>
                  <a:pt x="210" y="620"/>
                  <a:pt x="210" y="620"/>
                  <a:pt x="210" y="620"/>
                </a:cubicBezTo>
                <a:cubicBezTo>
                  <a:pt x="210" y="620"/>
                  <a:pt x="210" y="620"/>
                  <a:pt x="210" y="620"/>
                </a:cubicBezTo>
                <a:cubicBezTo>
                  <a:pt x="210" y="619"/>
                  <a:pt x="210" y="619"/>
                  <a:pt x="210" y="619"/>
                </a:cubicBezTo>
                <a:cubicBezTo>
                  <a:pt x="210" y="619"/>
                  <a:pt x="210" y="619"/>
                  <a:pt x="210" y="619"/>
                </a:cubicBezTo>
                <a:cubicBezTo>
                  <a:pt x="213" y="619"/>
                  <a:pt x="213" y="619"/>
                  <a:pt x="213" y="619"/>
                </a:cubicBezTo>
                <a:cubicBezTo>
                  <a:pt x="213" y="619"/>
                  <a:pt x="213" y="619"/>
                  <a:pt x="213" y="619"/>
                </a:cubicBezTo>
                <a:cubicBezTo>
                  <a:pt x="215" y="620"/>
                  <a:pt x="215" y="620"/>
                  <a:pt x="215" y="620"/>
                </a:cubicBezTo>
                <a:cubicBezTo>
                  <a:pt x="215" y="620"/>
                  <a:pt x="215" y="620"/>
                  <a:pt x="215" y="620"/>
                </a:cubicBezTo>
                <a:cubicBezTo>
                  <a:pt x="217" y="620"/>
                  <a:pt x="217" y="620"/>
                  <a:pt x="217" y="620"/>
                </a:cubicBezTo>
                <a:cubicBezTo>
                  <a:pt x="217" y="620"/>
                  <a:pt x="217" y="620"/>
                  <a:pt x="217" y="620"/>
                </a:cubicBezTo>
                <a:cubicBezTo>
                  <a:pt x="220" y="621"/>
                  <a:pt x="220" y="621"/>
                  <a:pt x="220" y="621"/>
                </a:cubicBezTo>
                <a:cubicBezTo>
                  <a:pt x="220" y="621"/>
                  <a:pt x="220" y="621"/>
                  <a:pt x="220" y="621"/>
                </a:cubicBezTo>
                <a:cubicBezTo>
                  <a:pt x="222" y="622"/>
                  <a:pt x="222" y="622"/>
                  <a:pt x="222" y="622"/>
                </a:cubicBezTo>
                <a:cubicBezTo>
                  <a:pt x="222" y="622"/>
                  <a:pt x="222" y="622"/>
                  <a:pt x="222" y="622"/>
                </a:cubicBezTo>
                <a:cubicBezTo>
                  <a:pt x="224" y="623"/>
                  <a:pt x="224" y="623"/>
                  <a:pt x="224" y="623"/>
                </a:cubicBezTo>
                <a:cubicBezTo>
                  <a:pt x="224" y="623"/>
                  <a:pt x="224" y="623"/>
                  <a:pt x="224" y="623"/>
                </a:cubicBezTo>
                <a:cubicBezTo>
                  <a:pt x="226" y="624"/>
                  <a:pt x="226" y="624"/>
                  <a:pt x="226" y="624"/>
                </a:cubicBezTo>
                <a:cubicBezTo>
                  <a:pt x="226" y="624"/>
                  <a:pt x="226" y="624"/>
                  <a:pt x="226" y="624"/>
                </a:cubicBezTo>
                <a:cubicBezTo>
                  <a:pt x="228" y="626"/>
                  <a:pt x="228" y="626"/>
                  <a:pt x="228" y="626"/>
                </a:cubicBezTo>
                <a:cubicBezTo>
                  <a:pt x="228" y="626"/>
                  <a:pt x="228" y="626"/>
                  <a:pt x="228" y="626"/>
                </a:cubicBezTo>
                <a:cubicBezTo>
                  <a:pt x="228" y="626"/>
                  <a:pt x="228" y="626"/>
                  <a:pt x="228" y="626"/>
                </a:cubicBezTo>
                <a:cubicBezTo>
                  <a:pt x="228" y="626"/>
                  <a:pt x="228" y="626"/>
                  <a:pt x="228" y="626"/>
                </a:cubicBezTo>
                <a:cubicBezTo>
                  <a:pt x="229" y="627"/>
                  <a:pt x="229" y="627"/>
                  <a:pt x="229" y="627"/>
                </a:cubicBezTo>
                <a:cubicBezTo>
                  <a:pt x="229" y="627"/>
                  <a:pt x="229" y="627"/>
                  <a:pt x="229" y="627"/>
                </a:cubicBezTo>
                <a:cubicBezTo>
                  <a:pt x="229" y="627"/>
                  <a:pt x="229" y="627"/>
                  <a:pt x="229" y="627"/>
                </a:cubicBezTo>
                <a:cubicBezTo>
                  <a:pt x="229" y="627"/>
                  <a:pt x="229" y="627"/>
                  <a:pt x="229" y="627"/>
                </a:cubicBezTo>
                <a:cubicBezTo>
                  <a:pt x="229" y="628"/>
                  <a:pt x="229" y="628"/>
                  <a:pt x="229" y="628"/>
                </a:cubicBezTo>
                <a:cubicBezTo>
                  <a:pt x="229" y="628"/>
                  <a:pt x="229" y="628"/>
                  <a:pt x="229" y="628"/>
                </a:cubicBezTo>
                <a:cubicBezTo>
                  <a:pt x="230" y="628"/>
                  <a:pt x="230" y="628"/>
                  <a:pt x="230" y="628"/>
                </a:cubicBezTo>
                <a:cubicBezTo>
                  <a:pt x="230" y="628"/>
                  <a:pt x="230" y="628"/>
                  <a:pt x="230" y="628"/>
                </a:cubicBezTo>
                <a:cubicBezTo>
                  <a:pt x="230" y="629"/>
                  <a:pt x="230" y="629"/>
                  <a:pt x="230" y="629"/>
                </a:cubicBezTo>
                <a:cubicBezTo>
                  <a:pt x="230" y="629"/>
                  <a:pt x="230" y="629"/>
                  <a:pt x="230" y="629"/>
                </a:cubicBezTo>
                <a:cubicBezTo>
                  <a:pt x="230" y="629"/>
                  <a:pt x="230" y="629"/>
                  <a:pt x="230" y="629"/>
                </a:cubicBezTo>
                <a:cubicBezTo>
                  <a:pt x="230" y="629"/>
                  <a:pt x="230" y="629"/>
                  <a:pt x="230" y="629"/>
                </a:cubicBezTo>
                <a:cubicBezTo>
                  <a:pt x="230" y="630"/>
                  <a:pt x="230" y="630"/>
                  <a:pt x="230" y="630"/>
                </a:cubicBezTo>
                <a:cubicBezTo>
                  <a:pt x="230" y="630"/>
                  <a:pt x="230" y="630"/>
                  <a:pt x="230" y="630"/>
                </a:cubicBezTo>
                <a:cubicBezTo>
                  <a:pt x="229" y="631"/>
                  <a:pt x="229" y="631"/>
                  <a:pt x="229" y="631"/>
                </a:cubicBezTo>
                <a:cubicBezTo>
                  <a:pt x="229" y="631"/>
                  <a:pt x="229" y="631"/>
                  <a:pt x="229" y="631"/>
                </a:cubicBezTo>
                <a:cubicBezTo>
                  <a:pt x="227" y="632"/>
                  <a:pt x="227" y="632"/>
                  <a:pt x="227" y="632"/>
                </a:cubicBezTo>
                <a:cubicBezTo>
                  <a:pt x="227" y="632"/>
                  <a:pt x="227" y="632"/>
                  <a:pt x="227" y="632"/>
                </a:cubicBezTo>
                <a:cubicBezTo>
                  <a:pt x="226" y="632"/>
                  <a:pt x="226" y="632"/>
                  <a:pt x="226" y="632"/>
                </a:cubicBezTo>
                <a:cubicBezTo>
                  <a:pt x="226" y="632"/>
                  <a:pt x="226" y="632"/>
                  <a:pt x="226" y="632"/>
                </a:cubicBezTo>
                <a:cubicBezTo>
                  <a:pt x="224" y="632"/>
                  <a:pt x="224" y="632"/>
                  <a:pt x="224" y="632"/>
                </a:cubicBezTo>
                <a:cubicBezTo>
                  <a:pt x="224" y="632"/>
                  <a:pt x="224" y="632"/>
                  <a:pt x="224" y="632"/>
                </a:cubicBezTo>
                <a:cubicBezTo>
                  <a:pt x="222" y="632"/>
                  <a:pt x="222" y="632"/>
                  <a:pt x="222" y="632"/>
                </a:cubicBezTo>
                <a:cubicBezTo>
                  <a:pt x="222" y="632"/>
                  <a:pt x="222" y="632"/>
                  <a:pt x="222" y="632"/>
                </a:cubicBezTo>
                <a:cubicBezTo>
                  <a:pt x="220" y="632"/>
                  <a:pt x="220" y="632"/>
                  <a:pt x="220" y="632"/>
                </a:cubicBezTo>
                <a:cubicBezTo>
                  <a:pt x="220" y="632"/>
                  <a:pt x="220" y="632"/>
                  <a:pt x="220" y="632"/>
                </a:cubicBezTo>
                <a:cubicBezTo>
                  <a:pt x="218" y="632"/>
                  <a:pt x="218" y="632"/>
                  <a:pt x="218" y="632"/>
                </a:cubicBezTo>
                <a:cubicBezTo>
                  <a:pt x="218" y="632"/>
                  <a:pt x="218" y="632"/>
                  <a:pt x="218" y="632"/>
                </a:cubicBezTo>
                <a:cubicBezTo>
                  <a:pt x="217" y="632"/>
                  <a:pt x="217" y="632"/>
                  <a:pt x="217" y="632"/>
                </a:cubicBezTo>
                <a:close/>
                <a:moveTo>
                  <a:pt x="179" y="574"/>
                </a:moveTo>
                <a:cubicBezTo>
                  <a:pt x="174" y="578"/>
                  <a:pt x="174" y="578"/>
                  <a:pt x="174" y="578"/>
                </a:cubicBezTo>
                <a:cubicBezTo>
                  <a:pt x="164" y="563"/>
                  <a:pt x="164" y="563"/>
                  <a:pt x="164" y="563"/>
                </a:cubicBezTo>
                <a:cubicBezTo>
                  <a:pt x="181" y="551"/>
                  <a:pt x="181" y="551"/>
                  <a:pt x="181" y="551"/>
                </a:cubicBezTo>
                <a:cubicBezTo>
                  <a:pt x="190" y="565"/>
                  <a:pt x="190" y="565"/>
                  <a:pt x="190" y="565"/>
                </a:cubicBezTo>
                <a:cubicBezTo>
                  <a:pt x="192" y="567"/>
                  <a:pt x="193" y="569"/>
                  <a:pt x="193" y="571"/>
                </a:cubicBezTo>
                <a:cubicBezTo>
                  <a:pt x="194" y="572"/>
                  <a:pt x="194" y="574"/>
                  <a:pt x="194" y="576"/>
                </a:cubicBezTo>
                <a:cubicBezTo>
                  <a:pt x="194" y="578"/>
                  <a:pt x="193" y="580"/>
                  <a:pt x="192" y="582"/>
                </a:cubicBezTo>
                <a:cubicBezTo>
                  <a:pt x="190" y="585"/>
                  <a:pt x="188" y="586"/>
                  <a:pt x="185" y="588"/>
                </a:cubicBezTo>
                <a:cubicBezTo>
                  <a:pt x="180" y="592"/>
                  <a:pt x="176" y="593"/>
                  <a:pt x="172" y="593"/>
                </a:cubicBezTo>
                <a:cubicBezTo>
                  <a:pt x="168" y="592"/>
                  <a:pt x="164" y="589"/>
                  <a:pt x="161" y="585"/>
                </a:cubicBezTo>
                <a:cubicBezTo>
                  <a:pt x="152" y="571"/>
                  <a:pt x="152" y="571"/>
                  <a:pt x="152" y="571"/>
                </a:cubicBezTo>
                <a:cubicBezTo>
                  <a:pt x="157" y="568"/>
                  <a:pt x="157" y="568"/>
                  <a:pt x="157" y="568"/>
                </a:cubicBezTo>
                <a:cubicBezTo>
                  <a:pt x="166" y="581"/>
                  <a:pt x="166" y="581"/>
                  <a:pt x="166" y="581"/>
                </a:cubicBezTo>
                <a:cubicBezTo>
                  <a:pt x="168" y="584"/>
                  <a:pt x="170" y="585"/>
                  <a:pt x="172" y="585"/>
                </a:cubicBezTo>
                <a:cubicBezTo>
                  <a:pt x="174" y="585"/>
                  <a:pt x="177" y="584"/>
                  <a:pt x="181" y="582"/>
                </a:cubicBezTo>
                <a:cubicBezTo>
                  <a:pt x="184" y="579"/>
                  <a:pt x="186" y="577"/>
                  <a:pt x="186" y="575"/>
                </a:cubicBezTo>
                <a:cubicBezTo>
                  <a:pt x="187" y="573"/>
                  <a:pt x="187" y="571"/>
                  <a:pt x="185" y="568"/>
                </a:cubicBezTo>
                <a:cubicBezTo>
                  <a:pt x="180" y="561"/>
                  <a:pt x="180" y="561"/>
                  <a:pt x="180" y="561"/>
                </a:cubicBezTo>
                <a:cubicBezTo>
                  <a:pt x="173" y="566"/>
                  <a:pt x="173" y="566"/>
                  <a:pt x="173" y="566"/>
                </a:cubicBezTo>
                <a:cubicBezTo>
                  <a:pt x="179" y="574"/>
                  <a:pt x="179" y="574"/>
                  <a:pt x="179" y="574"/>
                </a:cubicBezTo>
                <a:close/>
                <a:moveTo>
                  <a:pt x="143" y="556"/>
                </a:moveTo>
                <a:cubicBezTo>
                  <a:pt x="162" y="546"/>
                  <a:pt x="162" y="546"/>
                  <a:pt x="162" y="546"/>
                </a:cubicBezTo>
                <a:cubicBezTo>
                  <a:pt x="165" y="545"/>
                  <a:pt x="166" y="543"/>
                  <a:pt x="167" y="541"/>
                </a:cubicBezTo>
                <a:cubicBezTo>
                  <a:pt x="168" y="540"/>
                  <a:pt x="167" y="537"/>
                  <a:pt x="166" y="535"/>
                </a:cubicBezTo>
                <a:cubicBezTo>
                  <a:pt x="165" y="532"/>
                  <a:pt x="163" y="531"/>
                  <a:pt x="162" y="530"/>
                </a:cubicBezTo>
                <a:cubicBezTo>
                  <a:pt x="160" y="530"/>
                  <a:pt x="158" y="530"/>
                  <a:pt x="155" y="532"/>
                </a:cubicBezTo>
                <a:cubicBezTo>
                  <a:pt x="136" y="541"/>
                  <a:pt x="136" y="541"/>
                  <a:pt x="136" y="541"/>
                </a:cubicBezTo>
                <a:cubicBezTo>
                  <a:pt x="132" y="535"/>
                  <a:pt x="132" y="535"/>
                  <a:pt x="132" y="535"/>
                </a:cubicBezTo>
                <a:cubicBezTo>
                  <a:pt x="151" y="525"/>
                  <a:pt x="151" y="525"/>
                  <a:pt x="151" y="525"/>
                </a:cubicBezTo>
                <a:cubicBezTo>
                  <a:pt x="154" y="524"/>
                  <a:pt x="155" y="523"/>
                  <a:pt x="157" y="523"/>
                </a:cubicBezTo>
                <a:cubicBezTo>
                  <a:pt x="158" y="522"/>
                  <a:pt x="160" y="522"/>
                  <a:pt x="161" y="522"/>
                </a:cubicBezTo>
                <a:cubicBezTo>
                  <a:pt x="163" y="523"/>
                  <a:pt x="165" y="524"/>
                  <a:pt x="166" y="526"/>
                </a:cubicBezTo>
                <a:cubicBezTo>
                  <a:pt x="168" y="527"/>
                  <a:pt x="170" y="529"/>
                  <a:pt x="171" y="532"/>
                </a:cubicBezTo>
                <a:cubicBezTo>
                  <a:pt x="173" y="535"/>
                  <a:pt x="173" y="538"/>
                  <a:pt x="174" y="540"/>
                </a:cubicBezTo>
                <a:cubicBezTo>
                  <a:pt x="174" y="542"/>
                  <a:pt x="174" y="544"/>
                  <a:pt x="173" y="546"/>
                </a:cubicBezTo>
                <a:cubicBezTo>
                  <a:pt x="172" y="547"/>
                  <a:pt x="172" y="548"/>
                  <a:pt x="170" y="549"/>
                </a:cubicBezTo>
                <a:cubicBezTo>
                  <a:pt x="169" y="550"/>
                  <a:pt x="168" y="551"/>
                  <a:pt x="165" y="553"/>
                </a:cubicBezTo>
                <a:cubicBezTo>
                  <a:pt x="146" y="562"/>
                  <a:pt x="146" y="562"/>
                  <a:pt x="146" y="562"/>
                </a:cubicBezTo>
                <a:cubicBezTo>
                  <a:pt x="143" y="556"/>
                  <a:pt x="143" y="556"/>
                  <a:pt x="143" y="556"/>
                </a:cubicBezTo>
                <a:close/>
                <a:moveTo>
                  <a:pt x="130" y="509"/>
                </a:moveTo>
                <a:cubicBezTo>
                  <a:pt x="141" y="499"/>
                  <a:pt x="141" y="499"/>
                  <a:pt x="141" y="499"/>
                </a:cubicBezTo>
                <a:cubicBezTo>
                  <a:pt x="145" y="509"/>
                  <a:pt x="145" y="509"/>
                  <a:pt x="145" y="509"/>
                </a:cubicBezTo>
                <a:cubicBezTo>
                  <a:pt x="130" y="509"/>
                  <a:pt x="130" y="509"/>
                  <a:pt x="130" y="509"/>
                </a:cubicBezTo>
                <a:close/>
                <a:moveTo>
                  <a:pt x="125" y="514"/>
                </a:moveTo>
                <a:cubicBezTo>
                  <a:pt x="122" y="507"/>
                  <a:pt x="122" y="507"/>
                  <a:pt x="122" y="507"/>
                </a:cubicBezTo>
                <a:cubicBezTo>
                  <a:pt x="151" y="481"/>
                  <a:pt x="151" y="481"/>
                  <a:pt x="151" y="481"/>
                </a:cubicBezTo>
                <a:cubicBezTo>
                  <a:pt x="153" y="489"/>
                  <a:pt x="153" y="489"/>
                  <a:pt x="153" y="489"/>
                </a:cubicBezTo>
                <a:cubicBezTo>
                  <a:pt x="147" y="495"/>
                  <a:pt x="147" y="495"/>
                  <a:pt x="147" y="495"/>
                </a:cubicBezTo>
                <a:cubicBezTo>
                  <a:pt x="152" y="509"/>
                  <a:pt x="152" y="509"/>
                  <a:pt x="152" y="509"/>
                </a:cubicBezTo>
                <a:cubicBezTo>
                  <a:pt x="160" y="510"/>
                  <a:pt x="160" y="510"/>
                  <a:pt x="160" y="510"/>
                </a:cubicBezTo>
                <a:cubicBezTo>
                  <a:pt x="163" y="517"/>
                  <a:pt x="163" y="517"/>
                  <a:pt x="163" y="517"/>
                </a:cubicBezTo>
                <a:cubicBezTo>
                  <a:pt x="125" y="514"/>
                  <a:pt x="125" y="514"/>
                  <a:pt x="125" y="514"/>
                </a:cubicBezTo>
                <a:close/>
                <a:moveTo>
                  <a:pt x="115" y="485"/>
                </a:moveTo>
                <a:cubicBezTo>
                  <a:pt x="113" y="475"/>
                  <a:pt x="113" y="475"/>
                  <a:pt x="113" y="475"/>
                </a:cubicBezTo>
                <a:cubicBezTo>
                  <a:pt x="135" y="456"/>
                  <a:pt x="135" y="456"/>
                  <a:pt x="135" y="456"/>
                </a:cubicBezTo>
                <a:cubicBezTo>
                  <a:pt x="111" y="461"/>
                  <a:pt x="111" y="461"/>
                  <a:pt x="111" y="461"/>
                </a:cubicBezTo>
                <a:cubicBezTo>
                  <a:pt x="109" y="454"/>
                  <a:pt x="109" y="454"/>
                  <a:pt x="109" y="454"/>
                </a:cubicBezTo>
                <a:cubicBezTo>
                  <a:pt x="144" y="447"/>
                  <a:pt x="144" y="447"/>
                  <a:pt x="144" y="447"/>
                </a:cubicBezTo>
                <a:cubicBezTo>
                  <a:pt x="145" y="456"/>
                  <a:pt x="145" y="456"/>
                  <a:pt x="145" y="456"/>
                </a:cubicBezTo>
                <a:cubicBezTo>
                  <a:pt x="122" y="476"/>
                  <a:pt x="122" y="476"/>
                  <a:pt x="122" y="476"/>
                </a:cubicBezTo>
                <a:cubicBezTo>
                  <a:pt x="148" y="471"/>
                  <a:pt x="148" y="471"/>
                  <a:pt x="148" y="471"/>
                </a:cubicBezTo>
                <a:cubicBezTo>
                  <a:pt x="149" y="478"/>
                  <a:pt x="149" y="478"/>
                  <a:pt x="149" y="478"/>
                </a:cubicBezTo>
                <a:cubicBezTo>
                  <a:pt x="115" y="485"/>
                  <a:pt x="115" y="485"/>
                  <a:pt x="115" y="485"/>
                </a:cubicBezTo>
                <a:close/>
                <a:moveTo>
                  <a:pt x="128" y="427"/>
                </a:moveTo>
                <a:cubicBezTo>
                  <a:pt x="121" y="427"/>
                  <a:pt x="121" y="427"/>
                  <a:pt x="121" y="427"/>
                </a:cubicBezTo>
                <a:cubicBezTo>
                  <a:pt x="121" y="410"/>
                  <a:pt x="121" y="410"/>
                  <a:pt x="121" y="410"/>
                </a:cubicBezTo>
                <a:cubicBezTo>
                  <a:pt x="142" y="409"/>
                  <a:pt x="142" y="409"/>
                  <a:pt x="142" y="409"/>
                </a:cubicBezTo>
                <a:cubicBezTo>
                  <a:pt x="142" y="425"/>
                  <a:pt x="142" y="425"/>
                  <a:pt x="142" y="425"/>
                </a:cubicBezTo>
                <a:cubicBezTo>
                  <a:pt x="142" y="428"/>
                  <a:pt x="142" y="431"/>
                  <a:pt x="142" y="432"/>
                </a:cubicBezTo>
                <a:cubicBezTo>
                  <a:pt x="141" y="434"/>
                  <a:pt x="140" y="435"/>
                  <a:pt x="139" y="437"/>
                </a:cubicBezTo>
                <a:cubicBezTo>
                  <a:pt x="138" y="439"/>
                  <a:pt x="136" y="440"/>
                  <a:pt x="134" y="441"/>
                </a:cubicBezTo>
                <a:cubicBezTo>
                  <a:pt x="132" y="442"/>
                  <a:pt x="129" y="442"/>
                  <a:pt x="126" y="443"/>
                </a:cubicBezTo>
                <a:cubicBezTo>
                  <a:pt x="119" y="443"/>
                  <a:pt x="115" y="441"/>
                  <a:pt x="112" y="439"/>
                </a:cubicBezTo>
                <a:cubicBezTo>
                  <a:pt x="109" y="436"/>
                  <a:pt x="107" y="432"/>
                  <a:pt x="107" y="426"/>
                </a:cubicBezTo>
                <a:cubicBezTo>
                  <a:pt x="107" y="410"/>
                  <a:pt x="107" y="410"/>
                  <a:pt x="107" y="410"/>
                </a:cubicBezTo>
                <a:cubicBezTo>
                  <a:pt x="113" y="410"/>
                  <a:pt x="113" y="410"/>
                  <a:pt x="113" y="410"/>
                </a:cubicBezTo>
                <a:cubicBezTo>
                  <a:pt x="113" y="426"/>
                  <a:pt x="113" y="426"/>
                  <a:pt x="113" y="426"/>
                </a:cubicBezTo>
                <a:cubicBezTo>
                  <a:pt x="113" y="429"/>
                  <a:pt x="114" y="431"/>
                  <a:pt x="116" y="432"/>
                </a:cubicBezTo>
                <a:cubicBezTo>
                  <a:pt x="118" y="434"/>
                  <a:pt x="121" y="434"/>
                  <a:pt x="125" y="434"/>
                </a:cubicBezTo>
                <a:cubicBezTo>
                  <a:pt x="129" y="434"/>
                  <a:pt x="132" y="433"/>
                  <a:pt x="133" y="432"/>
                </a:cubicBezTo>
                <a:cubicBezTo>
                  <a:pt x="135" y="431"/>
                  <a:pt x="136" y="428"/>
                  <a:pt x="136" y="425"/>
                </a:cubicBezTo>
                <a:cubicBezTo>
                  <a:pt x="136" y="417"/>
                  <a:pt x="136" y="417"/>
                  <a:pt x="136" y="417"/>
                </a:cubicBezTo>
                <a:cubicBezTo>
                  <a:pt x="127" y="417"/>
                  <a:pt x="127" y="417"/>
                  <a:pt x="127" y="417"/>
                </a:cubicBezTo>
                <a:cubicBezTo>
                  <a:pt x="128" y="427"/>
                  <a:pt x="128" y="427"/>
                  <a:pt x="128" y="427"/>
                </a:cubicBezTo>
                <a:close/>
                <a:moveTo>
                  <a:pt x="115" y="385"/>
                </a:moveTo>
                <a:cubicBezTo>
                  <a:pt x="115" y="385"/>
                  <a:pt x="115" y="385"/>
                  <a:pt x="115" y="385"/>
                </a:cubicBezTo>
                <a:cubicBezTo>
                  <a:pt x="115" y="382"/>
                  <a:pt x="116" y="379"/>
                  <a:pt x="117" y="378"/>
                </a:cubicBezTo>
                <a:cubicBezTo>
                  <a:pt x="119" y="377"/>
                  <a:pt x="122" y="377"/>
                  <a:pt x="127" y="377"/>
                </a:cubicBezTo>
                <a:cubicBezTo>
                  <a:pt x="131" y="377"/>
                  <a:pt x="134" y="378"/>
                  <a:pt x="135" y="379"/>
                </a:cubicBezTo>
                <a:cubicBezTo>
                  <a:pt x="137" y="381"/>
                  <a:pt x="138" y="383"/>
                  <a:pt x="137" y="386"/>
                </a:cubicBezTo>
                <a:cubicBezTo>
                  <a:pt x="137" y="395"/>
                  <a:pt x="137" y="395"/>
                  <a:pt x="137" y="395"/>
                </a:cubicBezTo>
                <a:cubicBezTo>
                  <a:pt x="114" y="394"/>
                  <a:pt x="114" y="394"/>
                  <a:pt x="114" y="394"/>
                </a:cubicBezTo>
                <a:cubicBezTo>
                  <a:pt x="115" y="385"/>
                  <a:pt x="115" y="385"/>
                  <a:pt x="115" y="385"/>
                </a:cubicBezTo>
                <a:close/>
                <a:moveTo>
                  <a:pt x="107" y="401"/>
                </a:moveTo>
                <a:cubicBezTo>
                  <a:pt x="108" y="384"/>
                  <a:pt x="108" y="384"/>
                  <a:pt x="108" y="384"/>
                </a:cubicBezTo>
                <a:cubicBezTo>
                  <a:pt x="109" y="378"/>
                  <a:pt x="111" y="374"/>
                  <a:pt x="114" y="372"/>
                </a:cubicBezTo>
                <a:cubicBezTo>
                  <a:pt x="117" y="369"/>
                  <a:pt x="122" y="368"/>
                  <a:pt x="128" y="369"/>
                </a:cubicBezTo>
                <a:cubicBezTo>
                  <a:pt x="131" y="369"/>
                  <a:pt x="134" y="370"/>
                  <a:pt x="136" y="371"/>
                </a:cubicBezTo>
                <a:cubicBezTo>
                  <a:pt x="138" y="372"/>
                  <a:pt x="140" y="373"/>
                  <a:pt x="141" y="375"/>
                </a:cubicBezTo>
                <a:cubicBezTo>
                  <a:pt x="142" y="377"/>
                  <a:pt x="143" y="378"/>
                  <a:pt x="143" y="380"/>
                </a:cubicBezTo>
                <a:cubicBezTo>
                  <a:pt x="144" y="381"/>
                  <a:pt x="144" y="384"/>
                  <a:pt x="144" y="387"/>
                </a:cubicBezTo>
                <a:cubicBezTo>
                  <a:pt x="142" y="403"/>
                  <a:pt x="142" y="403"/>
                  <a:pt x="142" y="403"/>
                </a:cubicBezTo>
                <a:cubicBezTo>
                  <a:pt x="107" y="401"/>
                  <a:pt x="107" y="401"/>
                  <a:pt x="107" y="401"/>
                </a:cubicBezTo>
                <a:close/>
                <a:moveTo>
                  <a:pt x="128" y="362"/>
                </a:moveTo>
                <a:cubicBezTo>
                  <a:pt x="123" y="361"/>
                  <a:pt x="118" y="359"/>
                  <a:pt x="116" y="355"/>
                </a:cubicBezTo>
                <a:cubicBezTo>
                  <a:pt x="114" y="351"/>
                  <a:pt x="114" y="347"/>
                  <a:pt x="115" y="341"/>
                </a:cubicBezTo>
                <a:cubicBezTo>
                  <a:pt x="116" y="335"/>
                  <a:pt x="119" y="331"/>
                  <a:pt x="122" y="329"/>
                </a:cubicBezTo>
                <a:cubicBezTo>
                  <a:pt x="126" y="327"/>
                  <a:pt x="131" y="326"/>
                  <a:pt x="137" y="328"/>
                </a:cubicBezTo>
                <a:cubicBezTo>
                  <a:pt x="143" y="329"/>
                  <a:pt x="147" y="332"/>
                  <a:pt x="149" y="335"/>
                </a:cubicBezTo>
                <a:cubicBezTo>
                  <a:pt x="152" y="339"/>
                  <a:pt x="152" y="343"/>
                  <a:pt x="151" y="349"/>
                </a:cubicBezTo>
                <a:cubicBezTo>
                  <a:pt x="149" y="355"/>
                  <a:pt x="147" y="359"/>
                  <a:pt x="143" y="361"/>
                </a:cubicBezTo>
                <a:cubicBezTo>
                  <a:pt x="140" y="364"/>
                  <a:pt x="135" y="364"/>
                  <a:pt x="128" y="362"/>
                </a:cubicBezTo>
                <a:close/>
                <a:moveTo>
                  <a:pt x="121" y="342"/>
                </a:moveTo>
                <a:cubicBezTo>
                  <a:pt x="122" y="339"/>
                  <a:pt x="123" y="337"/>
                  <a:pt x="125" y="336"/>
                </a:cubicBezTo>
                <a:cubicBezTo>
                  <a:pt x="128" y="335"/>
                  <a:pt x="131" y="335"/>
                  <a:pt x="135" y="336"/>
                </a:cubicBezTo>
                <a:cubicBezTo>
                  <a:pt x="139" y="337"/>
                  <a:pt x="142" y="338"/>
                  <a:pt x="143" y="340"/>
                </a:cubicBezTo>
                <a:cubicBezTo>
                  <a:pt x="145" y="342"/>
                  <a:pt x="145" y="345"/>
                  <a:pt x="145" y="348"/>
                </a:cubicBezTo>
                <a:cubicBezTo>
                  <a:pt x="144" y="351"/>
                  <a:pt x="142" y="353"/>
                  <a:pt x="140" y="354"/>
                </a:cubicBezTo>
                <a:cubicBezTo>
                  <a:pt x="138" y="355"/>
                  <a:pt x="135" y="355"/>
                  <a:pt x="130" y="354"/>
                </a:cubicBezTo>
                <a:cubicBezTo>
                  <a:pt x="126" y="353"/>
                  <a:pt x="124" y="352"/>
                  <a:pt x="122" y="350"/>
                </a:cubicBezTo>
                <a:cubicBezTo>
                  <a:pt x="121" y="348"/>
                  <a:pt x="120" y="345"/>
                  <a:pt x="121" y="342"/>
                </a:cubicBezTo>
                <a:close/>
                <a:moveTo>
                  <a:pt x="124" y="314"/>
                </a:moveTo>
                <a:cubicBezTo>
                  <a:pt x="127" y="305"/>
                  <a:pt x="127" y="305"/>
                  <a:pt x="127" y="305"/>
                </a:cubicBezTo>
                <a:cubicBezTo>
                  <a:pt x="156" y="301"/>
                  <a:pt x="156" y="301"/>
                  <a:pt x="156" y="301"/>
                </a:cubicBezTo>
                <a:cubicBezTo>
                  <a:pt x="133" y="292"/>
                  <a:pt x="133" y="292"/>
                  <a:pt x="133" y="292"/>
                </a:cubicBezTo>
                <a:cubicBezTo>
                  <a:pt x="135" y="284"/>
                  <a:pt x="135" y="284"/>
                  <a:pt x="135" y="284"/>
                </a:cubicBezTo>
                <a:cubicBezTo>
                  <a:pt x="168" y="298"/>
                  <a:pt x="168" y="298"/>
                  <a:pt x="168" y="298"/>
                </a:cubicBezTo>
                <a:cubicBezTo>
                  <a:pt x="165" y="306"/>
                  <a:pt x="165" y="306"/>
                  <a:pt x="165" y="306"/>
                </a:cubicBezTo>
                <a:cubicBezTo>
                  <a:pt x="135" y="310"/>
                  <a:pt x="135" y="310"/>
                  <a:pt x="135" y="310"/>
                </a:cubicBezTo>
                <a:cubicBezTo>
                  <a:pt x="159" y="320"/>
                  <a:pt x="159" y="320"/>
                  <a:pt x="159" y="320"/>
                </a:cubicBezTo>
                <a:cubicBezTo>
                  <a:pt x="156" y="327"/>
                  <a:pt x="156" y="327"/>
                  <a:pt x="156" y="327"/>
                </a:cubicBezTo>
                <a:cubicBezTo>
                  <a:pt x="124" y="314"/>
                  <a:pt x="124" y="314"/>
                  <a:pt x="124" y="314"/>
                </a:cubicBezTo>
                <a:close/>
                <a:moveTo>
                  <a:pt x="166" y="273"/>
                </a:moveTo>
                <a:cubicBezTo>
                  <a:pt x="160" y="269"/>
                  <a:pt x="160" y="269"/>
                  <a:pt x="160" y="269"/>
                </a:cubicBezTo>
                <a:cubicBezTo>
                  <a:pt x="169" y="254"/>
                  <a:pt x="169" y="254"/>
                  <a:pt x="169" y="254"/>
                </a:cubicBezTo>
                <a:cubicBezTo>
                  <a:pt x="187" y="265"/>
                  <a:pt x="187" y="265"/>
                  <a:pt x="187" y="265"/>
                </a:cubicBezTo>
                <a:cubicBezTo>
                  <a:pt x="179" y="279"/>
                  <a:pt x="179" y="279"/>
                  <a:pt x="179" y="279"/>
                </a:cubicBezTo>
                <a:cubicBezTo>
                  <a:pt x="178" y="281"/>
                  <a:pt x="176" y="283"/>
                  <a:pt x="175" y="284"/>
                </a:cubicBezTo>
                <a:cubicBezTo>
                  <a:pt x="174" y="286"/>
                  <a:pt x="172" y="286"/>
                  <a:pt x="171" y="287"/>
                </a:cubicBezTo>
                <a:cubicBezTo>
                  <a:pt x="168" y="288"/>
                  <a:pt x="166" y="288"/>
                  <a:pt x="164" y="288"/>
                </a:cubicBezTo>
                <a:cubicBezTo>
                  <a:pt x="161" y="287"/>
                  <a:pt x="159" y="286"/>
                  <a:pt x="156" y="284"/>
                </a:cubicBezTo>
                <a:cubicBezTo>
                  <a:pt x="151" y="281"/>
                  <a:pt x="147" y="278"/>
                  <a:pt x="146" y="274"/>
                </a:cubicBezTo>
                <a:cubicBezTo>
                  <a:pt x="145" y="270"/>
                  <a:pt x="146" y="265"/>
                  <a:pt x="149" y="260"/>
                </a:cubicBezTo>
                <a:cubicBezTo>
                  <a:pt x="157" y="247"/>
                  <a:pt x="157" y="247"/>
                  <a:pt x="157" y="247"/>
                </a:cubicBezTo>
                <a:cubicBezTo>
                  <a:pt x="162" y="250"/>
                  <a:pt x="162" y="250"/>
                  <a:pt x="162" y="250"/>
                </a:cubicBezTo>
                <a:cubicBezTo>
                  <a:pt x="154" y="264"/>
                  <a:pt x="154" y="264"/>
                  <a:pt x="154" y="264"/>
                </a:cubicBezTo>
                <a:cubicBezTo>
                  <a:pt x="153" y="266"/>
                  <a:pt x="152" y="268"/>
                  <a:pt x="153" y="271"/>
                </a:cubicBezTo>
                <a:cubicBezTo>
                  <a:pt x="154" y="273"/>
                  <a:pt x="156" y="275"/>
                  <a:pt x="160" y="277"/>
                </a:cubicBezTo>
                <a:cubicBezTo>
                  <a:pt x="163" y="279"/>
                  <a:pt x="166" y="280"/>
                  <a:pt x="168" y="280"/>
                </a:cubicBezTo>
                <a:cubicBezTo>
                  <a:pt x="170" y="279"/>
                  <a:pt x="172" y="278"/>
                  <a:pt x="174" y="276"/>
                </a:cubicBezTo>
                <a:cubicBezTo>
                  <a:pt x="178" y="268"/>
                  <a:pt x="178" y="268"/>
                  <a:pt x="178" y="268"/>
                </a:cubicBezTo>
                <a:cubicBezTo>
                  <a:pt x="171" y="264"/>
                  <a:pt x="171" y="264"/>
                  <a:pt x="171" y="264"/>
                </a:cubicBezTo>
                <a:cubicBezTo>
                  <a:pt x="166" y="273"/>
                  <a:pt x="166" y="273"/>
                  <a:pt x="166" y="273"/>
                </a:cubicBezTo>
                <a:close/>
                <a:moveTo>
                  <a:pt x="197" y="199"/>
                </a:moveTo>
                <a:cubicBezTo>
                  <a:pt x="211" y="215"/>
                  <a:pt x="211" y="215"/>
                  <a:pt x="211" y="215"/>
                </a:cubicBezTo>
                <a:cubicBezTo>
                  <a:pt x="213" y="217"/>
                  <a:pt x="215" y="218"/>
                  <a:pt x="217" y="219"/>
                </a:cubicBezTo>
                <a:cubicBezTo>
                  <a:pt x="219" y="219"/>
                  <a:pt x="221" y="218"/>
                  <a:pt x="223" y="216"/>
                </a:cubicBezTo>
                <a:cubicBezTo>
                  <a:pt x="225" y="214"/>
                  <a:pt x="226" y="212"/>
                  <a:pt x="226" y="210"/>
                </a:cubicBezTo>
                <a:cubicBezTo>
                  <a:pt x="226" y="208"/>
                  <a:pt x="225" y="206"/>
                  <a:pt x="223" y="204"/>
                </a:cubicBezTo>
                <a:cubicBezTo>
                  <a:pt x="208" y="188"/>
                  <a:pt x="208" y="188"/>
                  <a:pt x="208" y="188"/>
                </a:cubicBezTo>
                <a:cubicBezTo>
                  <a:pt x="214" y="183"/>
                  <a:pt x="214" y="183"/>
                  <a:pt x="214" y="183"/>
                </a:cubicBezTo>
                <a:cubicBezTo>
                  <a:pt x="228" y="199"/>
                  <a:pt x="228" y="199"/>
                  <a:pt x="228" y="199"/>
                </a:cubicBezTo>
                <a:cubicBezTo>
                  <a:pt x="230" y="201"/>
                  <a:pt x="231" y="202"/>
                  <a:pt x="232" y="203"/>
                </a:cubicBezTo>
                <a:cubicBezTo>
                  <a:pt x="233" y="205"/>
                  <a:pt x="233" y="206"/>
                  <a:pt x="233" y="207"/>
                </a:cubicBezTo>
                <a:cubicBezTo>
                  <a:pt x="233" y="209"/>
                  <a:pt x="233" y="212"/>
                  <a:pt x="232" y="214"/>
                </a:cubicBezTo>
                <a:cubicBezTo>
                  <a:pt x="231" y="216"/>
                  <a:pt x="229" y="218"/>
                  <a:pt x="227" y="220"/>
                </a:cubicBezTo>
                <a:cubicBezTo>
                  <a:pt x="224" y="222"/>
                  <a:pt x="222" y="224"/>
                  <a:pt x="220" y="225"/>
                </a:cubicBezTo>
                <a:cubicBezTo>
                  <a:pt x="218" y="226"/>
                  <a:pt x="216" y="226"/>
                  <a:pt x="214" y="226"/>
                </a:cubicBezTo>
                <a:cubicBezTo>
                  <a:pt x="213" y="225"/>
                  <a:pt x="212" y="225"/>
                  <a:pt x="210" y="224"/>
                </a:cubicBezTo>
                <a:cubicBezTo>
                  <a:pt x="209" y="223"/>
                  <a:pt x="208" y="222"/>
                  <a:pt x="206" y="220"/>
                </a:cubicBezTo>
                <a:cubicBezTo>
                  <a:pt x="191" y="204"/>
                  <a:pt x="191" y="204"/>
                  <a:pt x="191" y="204"/>
                </a:cubicBezTo>
                <a:cubicBezTo>
                  <a:pt x="197" y="199"/>
                  <a:pt x="197" y="199"/>
                  <a:pt x="197" y="199"/>
                </a:cubicBezTo>
                <a:close/>
                <a:moveTo>
                  <a:pt x="222" y="175"/>
                </a:moveTo>
                <a:cubicBezTo>
                  <a:pt x="230" y="170"/>
                  <a:pt x="230" y="170"/>
                  <a:pt x="230" y="170"/>
                </a:cubicBezTo>
                <a:cubicBezTo>
                  <a:pt x="256" y="183"/>
                  <a:pt x="256" y="183"/>
                  <a:pt x="256" y="183"/>
                </a:cubicBezTo>
                <a:cubicBezTo>
                  <a:pt x="242" y="162"/>
                  <a:pt x="242" y="162"/>
                  <a:pt x="242" y="162"/>
                </a:cubicBezTo>
                <a:cubicBezTo>
                  <a:pt x="248" y="157"/>
                  <a:pt x="248" y="157"/>
                  <a:pt x="248" y="157"/>
                </a:cubicBezTo>
                <a:cubicBezTo>
                  <a:pt x="268" y="187"/>
                  <a:pt x="268" y="187"/>
                  <a:pt x="268" y="187"/>
                </a:cubicBezTo>
                <a:cubicBezTo>
                  <a:pt x="261" y="192"/>
                  <a:pt x="261" y="192"/>
                  <a:pt x="261" y="192"/>
                </a:cubicBezTo>
                <a:cubicBezTo>
                  <a:pt x="233" y="178"/>
                  <a:pt x="233" y="178"/>
                  <a:pt x="233" y="178"/>
                </a:cubicBezTo>
                <a:cubicBezTo>
                  <a:pt x="249" y="200"/>
                  <a:pt x="249" y="200"/>
                  <a:pt x="249" y="200"/>
                </a:cubicBezTo>
                <a:cubicBezTo>
                  <a:pt x="243" y="205"/>
                  <a:pt x="243" y="205"/>
                  <a:pt x="243" y="205"/>
                </a:cubicBezTo>
                <a:cubicBezTo>
                  <a:pt x="222" y="175"/>
                  <a:pt x="222" y="175"/>
                  <a:pt x="222" y="175"/>
                </a:cubicBezTo>
                <a:close/>
                <a:moveTo>
                  <a:pt x="282" y="180"/>
                </a:moveTo>
                <a:cubicBezTo>
                  <a:pt x="275" y="184"/>
                  <a:pt x="275" y="184"/>
                  <a:pt x="275" y="184"/>
                </a:cubicBezTo>
                <a:cubicBezTo>
                  <a:pt x="257" y="153"/>
                  <a:pt x="257" y="153"/>
                  <a:pt x="257" y="153"/>
                </a:cubicBezTo>
                <a:cubicBezTo>
                  <a:pt x="264" y="149"/>
                  <a:pt x="264" y="149"/>
                  <a:pt x="264" y="149"/>
                </a:cubicBezTo>
                <a:cubicBezTo>
                  <a:pt x="282" y="180"/>
                  <a:pt x="282" y="180"/>
                  <a:pt x="282" y="180"/>
                </a:cubicBezTo>
                <a:close/>
                <a:moveTo>
                  <a:pt x="297" y="172"/>
                </a:moveTo>
                <a:cubicBezTo>
                  <a:pt x="268" y="146"/>
                  <a:pt x="268" y="146"/>
                  <a:pt x="268" y="146"/>
                </a:cubicBezTo>
                <a:cubicBezTo>
                  <a:pt x="276" y="142"/>
                  <a:pt x="276" y="142"/>
                  <a:pt x="276" y="142"/>
                </a:cubicBezTo>
                <a:cubicBezTo>
                  <a:pt x="297" y="162"/>
                  <a:pt x="297" y="162"/>
                  <a:pt x="297" y="162"/>
                </a:cubicBezTo>
                <a:cubicBezTo>
                  <a:pt x="295" y="133"/>
                  <a:pt x="295" y="133"/>
                  <a:pt x="295" y="133"/>
                </a:cubicBezTo>
                <a:cubicBezTo>
                  <a:pt x="302" y="130"/>
                  <a:pt x="302" y="130"/>
                  <a:pt x="302" y="130"/>
                </a:cubicBezTo>
                <a:cubicBezTo>
                  <a:pt x="304" y="169"/>
                  <a:pt x="304" y="169"/>
                  <a:pt x="304" y="169"/>
                </a:cubicBezTo>
                <a:cubicBezTo>
                  <a:pt x="297" y="172"/>
                  <a:pt x="297" y="172"/>
                  <a:pt x="297" y="172"/>
                </a:cubicBezTo>
                <a:close/>
                <a:moveTo>
                  <a:pt x="325" y="130"/>
                </a:moveTo>
                <a:cubicBezTo>
                  <a:pt x="323" y="131"/>
                  <a:pt x="321" y="132"/>
                  <a:pt x="320" y="134"/>
                </a:cubicBezTo>
                <a:cubicBezTo>
                  <a:pt x="319" y="136"/>
                  <a:pt x="319" y="138"/>
                  <a:pt x="320" y="141"/>
                </a:cubicBezTo>
                <a:cubicBezTo>
                  <a:pt x="339" y="135"/>
                  <a:pt x="339" y="135"/>
                  <a:pt x="339" y="135"/>
                </a:cubicBezTo>
                <a:cubicBezTo>
                  <a:pt x="341" y="141"/>
                  <a:pt x="341" y="141"/>
                  <a:pt x="341" y="141"/>
                </a:cubicBezTo>
                <a:cubicBezTo>
                  <a:pt x="321" y="147"/>
                  <a:pt x="321" y="147"/>
                  <a:pt x="321" y="147"/>
                </a:cubicBezTo>
                <a:cubicBezTo>
                  <a:pt x="322" y="150"/>
                  <a:pt x="323" y="152"/>
                  <a:pt x="325" y="153"/>
                </a:cubicBezTo>
                <a:cubicBezTo>
                  <a:pt x="327" y="154"/>
                  <a:pt x="329" y="154"/>
                  <a:pt x="332" y="153"/>
                </a:cubicBezTo>
                <a:cubicBezTo>
                  <a:pt x="344" y="149"/>
                  <a:pt x="344" y="149"/>
                  <a:pt x="344" y="149"/>
                </a:cubicBezTo>
                <a:cubicBezTo>
                  <a:pt x="345" y="155"/>
                  <a:pt x="345" y="155"/>
                  <a:pt x="345" y="155"/>
                </a:cubicBezTo>
                <a:cubicBezTo>
                  <a:pt x="333" y="159"/>
                  <a:pt x="333" y="159"/>
                  <a:pt x="333" y="159"/>
                </a:cubicBezTo>
                <a:cubicBezTo>
                  <a:pt x="331" y="160"/>
                  <a:pt x="328" y="160"/>
                  <a:pt x="327" y="160"/>
                </a:cubicBezTo>
                <a:cubicBezTo>
                  <a:pt x="325" y="160"/>
                  <a:pt x="323" y="160"/>
                  <a:pt x="322" y="159"/>
                </a:cubicBezTo>
                <a:cubicBezTo>
                  <a:pt x="320" y="158"/>
                  <a:pt x="318" y="157"/>
                  <a:pt x="316" y="155"/>
                </a:cubicBezTo>
                <a:cubicBezTo>
                  <a:pt x="315" y="153"/>
                  <a:pt x="314" y="150"/>
                  <a:pt x="313" y="147"/>
                </a:cubicBezTo>
                <a:cubicBezTo>
                  <a:pt x="311" y="141"/>
                  <a:pt x="311" y="136"/>
                  <a:pt x="313" y="132"/>
                </a:cubicBezTo>
                <a:cubicBezTo>
                  <a:pt x="315" y="129"/>
                  <a:pt x="318" y="126"/>
                  <a:pt x="324" y="124"/>
                </a:cubicBezTo>
                <a:cubicBezTo>
                  <a:pt x="335" y="121"/>
                  <a:pt x="335" y="121"/>
                  <a:pt x="335" y="121"/>
                </a:cubicBezTo>
                <a:cubicBezTo>
                  <a:pt x="337" y="127"/>
                  <a:pt x="337" y="127"/>
                  <a:pt x="337" y="127"/>
                </a:cubicBezTo>
                <a:cubicBezTo>
                  <a:pt x="325" y="130"/>
                  <a:pt x="325" y="130"/>
                  <a:pt x="325" y="130"/>
                </a:cubicBezTo>
                <a:close/>
                <a:moveTo>
                  <a:pt x="364" y="122"/>
                </a:moveTo>
                <a:cubicBezTo>
                  <a:pt x="364" y="122"/>
                  <a:pt x="364" y="122"/>
                  <a:pt x="364" y="122"/>
                </a:cubicBezTo>
                <a:cubicBezTo>
                  <a:pt x="367" y="122"/>
                  <a:pt x="368" y="122"/>
                  <a:pt x="369" y="123"/>
                </a:cubicBezTo>
                <a:cubicBezTo>
                  <a:pt x="370" y="123"/>
                  <a:pt x="371" y="124"/>
                  <a:pt x="371" y="126"/>
                </a:cubicBezTo>
                <a:cubicBezTo>
                  <a:pt x="371" y="128"/>
                  <a:pt x="371" y="129"/>
                  <a:pt x="370" y="130"/>
                </a:cubicBezTo>
                <a:cubicBezTo>
                  <a:pt x="369" y="130"/>
                  <a:pt x="368" y="131"/>
                  <a:pt x="365" y="131"/>
                </a:cubicBezTo>
                <a:cubicBezTo>
                  <a:pt x="356" y="133"/>
                  <a:pt x="356" y="133"/>
                  <a:pt x="356" y="133"/>
                </a:cubicBezTo>
                <a:cubicBezTo>
                  <a:pt x="355" y="124"/>
                  <a:pt x="355" y="124"/>
                  <a:pt x="355" y="124"/>
                </a:cubicBezTo>
                <a:cubicBezTo>
                  <a:pt x="364" y="122"/>
                  <a:pt x="364" y="122"/>
                  <a:pt x="364" y="122"/>
                </a:cubicBezTo>
                <a:close/>
                <a:moveTo>
                  <a:pt x="347" y="118"/>
                </a:moveTo>
                <a:cubicBezTo>
                  <a:pt x="365" y="116"/>
                  <a:pt x="365" y="116"/>
                  <a:pt x="365" y="116"/>
                </a:cubicBezTo>
                <a:cubicBezTo>
                  <a:pt x="369" y="115"/>
                  <a:pt x="372" y="116"/>
                  <a:pt x="375" y="117"/>
                </a:cubicBezTo>
                <a:cubicBezTo>
                  <a:pt x="377" y="119"/>
                  <a:pt x="378" y="121"/>
                  <a:pt x="379" y="125"/>
                </a:cubicBezTo>
                <a:cubicBezTo>
                  <a:pt x="379" y="128"/>
                  <a:pt x="379" y="130"/>
                  <a:pt x="378" y="132"/>
                </a:cubicBezTo>
                <a:cubicBezTo>
                  <a:pt x="377" y="134"/>
                  <a:pt x="375" y="135"/>
                  <a:pt x="373" y="136"/>
                </a:cubicBezTo>
                <a:cubicBezTo>
                  <a:pt x="384" y="149"/>
                  <a:pt x="384" y="149"/>
                  <a:pt x="384" y="149"/>
                </a:cubicBezTo>
                <a:cubicBezTo>
                  <a:pt x="376" y="151"/>
                  <a:pt x="376" y="151"/>
                  <a:pt x="376" y="151"/>
                </a:cubicBezTo>
                <a:cubicBezTo>
                  <a:pt x="366" y="138"/>
                  <a:pt x="366" y="138"/>
                  <a:pt x="366" y="138"/>
                </a:cubicBezTo>
                <a:cubicBezTo>
                  <a:pt x="357" y="139"/>
                  <a:pt x="357" y="139"/>
                  <a:pt x="357" y="139"/>
                </a:cubicBezTo>
                <a:cubicBezTo>
                  <a:pt x="359" y="153"/>
                  <a:pt x="359" y="153"/>
                  <a:pt x="359" y="153"/>
                </a:cubicBezTo>
                <a:cubicBezTo>
                  <a:pt x="352" y="154"/>
                  <a:pt x="352" y="154"/>
                  <a:pt x="352" y="154"/>
                </a:cubicBezTo>
                <a:cubicBezTo>
                  <a:pt x="347" y="118"/>
                  <a:pt x="347" y="118"/>
                  <a:pt x="347" y="118"/>
                </a:cubicBezTo>
                <a:close/>
                <a:moveTo>
                  <a:pt x="419" y="121"/>
                </a:moveTo>
                <a:cubicBezTo>
                  <a:pt x="401" y="121"/>
                  <a:pt x="401" y="121"/>
                  <a:pt x="401" y="121"/>
                </a:cubicBezTo>
                <a:cubicBezTo>
                  <a:pt x="399" y="121"/>
                  <a:pt x="397" y="121"/>
                  <a:pt x="396" y="122"/>
                </a:cubicBezTo>
                <a:cubicBezTo>
                  <a:pt x="395" y="123"/>
                  <a:pt x="395" y="124"/>
                  <a:pt x="395" y="125"/>
                </a:cubicBezTo>
                <a:cubicBezTo>
                  <a:pt x="395" y="127"/>
                  <a:pt x="395" y="128"/>
                  <a:pt x="396" y="128"/>
                </a:cubicBezTo>
                <a:cubicBezTo>
                  <a:pt x="397" y="129"/>
                  <a:pt x="398" y="129"/>
                  <a:pt x="399" y="129"/>
                </a:cubicBezTo>
                <a:cubicBezTo>
                  <a:pt x="409" y="129"/>
                  <a:pt x="409" y="129"/>
                  <a:pt x="409" y="129"/>
                </a:cubicBezTo>
                <a:cubicBezTo>
                  <a:pt x="413" y="130"/>
                  <a:pt x="416" y="130"/>
                  <a:pt x="418" y="132"/>
                </a:cubicBezTo>
                <a:cubicBezTo>
                  <a:pt x="420" y="134"/>
                  <a:pt x="420" y="136"/>
                  <a:pt x="420" y="140"/>
                </a:cubicBezTo>
                <a:cubicBezTo>
                  <a:pt x="420" y="144"/>
                  <a:pt x="419" y="146"/>
                  <a:pt x="417" y="148"/>
                </a:cubicBezTo>
                <a:cubicBezTo>
                  <a:pt x="415" y="150"/>
                  <a:pt x="412" y="150"/>
                  <a:pt x="408" y="150"/>
                </a:cubicBezTo>
                <a:cubicBezTo>
                  <a:pt x="388" y="150"/>
                  <a:pt x="388" y="150"/>
                  <a:pt x="388" y="150"/>
                </a:cubicBezTo>
                <a:cubicBezTo>
                  <a:pt x="388" y="144"/>
                  <a:pt x="388" y="144"/>
                  <a:pt x="388" y="144"/>
                </a:cubicBezTo>
                <a:cubicBezTo>
                  <a:pt x="407" y="144"/>
                  <a:pt x="407" y="144"/>
                  <a:pt x="407" y="144"/>
                </a:cubicBezTo>
                <a:cubicBezTo>
                  <a:pt x="409" y="144"/>
                  <a:pt x="410" y="144"/>
                  <a:pt x="411" y="143"/>
                </a:cubicBezTo>
                <a:cubicBezTo>
                  <a:pt x="412" y="142"/>
                  <a:pt x="413" y="141"/>
                  <a:pt x="413" y="140"/>
                </a:cubicBezTo>
                <a:cubicBezTo>
                  <a:pt x="413" y="139"/>
                  <a:pt x="412" y="137"/>
                  <a:pt x="411" y="137"/>
                </a:cubicBezTo>
                <a:cubicBezTo>
                  <a:pt x="411" y="136"/>
                  <a:pt x="409" y="136"/>
                  <a:pt x="407" y="136"/>
                </a:cubicBezTo>
                <a:cubicBezTo>
                  <a:pt x="399" y="136"/>
                  <a:pt x="399" y="136"/>
                  <a:pt x="399" y="136"/>
                </a:cubicBezTo>
                <a:cubicBezTo>
                  <a:pt x="395" y="136"/>
                  <a:pt x="392" y="135"/>
                  <a:pt x="390" y="133"/>
                </a:cubicBezTo>
                <a:cubicBezTo>
                  <a:pt x="388" y="131"/>
                  <a:pt x="387" y="129"/>
                  <a:pt x="387" y="125"/>
                </a:cubicBezTo>
                <a:cubicBezTo>
                  <a:pt x="387" y="121"/>
                  <a:pt x="388" y="119"/>
                  <a:pt x="390" y="117"/>
                </a:cubicBezTo>
                <a:cubicBezTo>
                  <a:pt x="392" y="115"/>
                  <a:pt x="395" y="114"/>
                  <a:pt x="400" y="114"/>
                </a:cubicBezTo>
                <a:cubicBezTo>
                  <a:pt x="419" y="115"/>
                  <a:pt x="419" y="115"/>
                  <a:pt x="419" y="115"/>
                </a:cubicBezTo>
                <a:cubicBezTo>
                  <a:pt x="419" y="121"/>
                  <a:pt x="419" y="121"/>
                  <a:pt x="419" y="121"/>
                </a:cubicBezTo>
                <a:close/>
                <a:moveTo>
                  <a:pt x="433" y="152"/>
                </a:moveTo>
                <a:cubicBezTo>
                  <a:pt x="426" y="151"/>
                  <a:pt x="426" y="151"/>
                  <a:pt x="426" y="151"/>
                </a:cubicBezTo>
                <a:cubicBezTo>
                  <a:pt x="431" y="115"/>
                  <a:pt x="431" y="115"/>
                  <a:pt x="431" y="115"/>
                </a:cubicBezTo>
                <a:cubicBezTo>
                  <a:pt x="438" y="117"/>
                  <a:pt x="438" y="117"/>
                  <a:pt x="438" y="117"/>
                </a:cubicBezTo>
                <a:cubicBezTo>
                  <a:pt x="433" y="152"/>
                  <a:pt x="433" y="152"/>
                  <a:pt x="433" y="152"/>
                </a:cubicBezTo>
                <a:close/>
                <a:moveTo>
                  <a:pt x="453" y="126"/>
                </a:moveTo>
                <a:cubicBezTo>
                  <a:pt x="442" y="124"/>
                  <a:pt x="442" y="124"/>
                  <a:pt x="442" y="124"/>
                </a:cubicBezTo>
                <a:cubicBezTo>
                  <a:pt x="443" y="118"/>
                  <a:pt x="443" y="118"/>
                  <a:pt x="443" y="118"/>
                </a:cubicBezTo>
                <a:cubicBezTo>
                  <a:pt x="473" y="123"/>
                  <a:pt x="473" y="123"/>
                  <a:pt x="473" y="123"/>
                </a:cubicBezTo>
                <a:cubicBezTo>
                  <a:pt x="472" y="129"/>
                  <a:pt x="472" y="129"/>
                  <a:pt x="472" y="129"/>
                </a:cubicBezTo>
                <a:cubicBezTo>
                  <a:pt x="461" y="127"/>
                  <a:pt x="461" y="127"/>
                  <a:pt x="461" y="127"/>
                </a:cubicBezTo>
                <a:cubicBezTo>
                  <a:pt x="456" y="156"/>
                  <a:pt x="456" y="156"/>
                  <a:pt x="456" y="156"/>
                </a:cubicBezTo>
                <a:cubicBezTo>
                  <a:pt x="448" y="155"/>
                  <a:pt x="448" y="155"/>
                  <a:pt x="448" y="155"/>
                </a:cubicBezTo>
                <a:cubicBezTo>
                  <a:pt x="453" y="126"/>
                  <a:pt x="453" y="126"/>
                  <a:pt x="453" y="126"/>
                </a:cubicBezTo>
                <a:close/>
                <a:moveTo>
                  <a:pt x="477" y="124"/>
                </a:moveTo>
                <a:cubicBezTo>
                  <a:pt x="485" y="127"/>
                  <a:pt x="485" y="127"/>
                  <a:pt x="485" y="127"/>
                </a:cubicBezTo>
                <a:cubicBezTo>
                  <a:pt x="488" y="142"/>
                  <a:pt x="488" y="142"/>
                  <a:pt x="488" y="142"/>
                </a:cubicBezTo>
                <a:cubicBezTo>
                  <a:pt x="501" y="132"/>
                  <a:pt x="501" y="132"/>
                  <a:pt x="501" y="132"/>
                </a:cubicBezTo>
                <a:cubicBezTo>
                  <a:pt x="509" y="135"/>
                  <a:pt x="509" y="135"/>
                  <a:pt x="509" y="135"/>
                </a:cubicBezTo>
                <a:cubicBezTo>
                  <a:pt x="490" y="150"/>
                  <a:pt x="490" y="150"/>
                  <a:pt x="490" y="150"/>
                </a:cubicBezTo>
                <a:cubicBezTo>
                  <a:pt x="485" y="165"/>
                  <a:pt x="485" y="165"/>
                  <a:pt x="485" y="165"/>
                </a:cubicBezTo>
                <a:cubicBezTo>
                  <a:pt x="478" y="162"/>
                  <a:pt x="478" y="162"/>
                  <a:pt x="478" y="162"/>
                </a:cubicBezTo>
                <a:cubicBezTo>
                  <a:pt x="483" y="147"/>
                  <a:pt x="483" y="147"/>
                  <a:pt x="483" y="147"/>
                </a:cubicBezTo>
                <a:cubicBezTo>
                  <a:pt x="477" y="124"/>
                  <a:pt x="477" y="124"/>
                  <a:pt x="477" y="124"/>
                </a:cubicBezTo>
                <a:close/>
                <a:moveTo>
                  <a:pt x="541" y="171"/>
                </a:moveTo>
                <a:cubicBezTo>
                  <a:pt x="545" y="166"/>
                  <a:pt x="548" y="163"/>
                  <a:pt x="552" y="162"/>
                </a:cubicBezTo>
                <a:cubicBezTo>
                  <a:pt x="557" y="161"/>
                  <a:pt x="561" y="162"/>
                  <a:pt x="566" y="166"/>
                </a:cubicBezTo>
                <a:cubicBezTo>
                  <a:pt x="571" y="169"/>
                  <a:pt x="574" y="173"/>
                  <a:pt x="574" y="177"/>
                </a:cubicBezTo>
                <a:cubicBezTo>
                  <a:pt x="575" y="181"/>
                  <a:pt x="574" y="186"/>
                  <a:pt x="570" y="191"/>
                </a:cubicBezTo>
                <a:cubicBezTo>
                  <a:pt x="567" y="196"/>
                  <a:pt x="563" y="200"/>
                  <a:pt x="559" y="200"/>
                </a:cubicBezTo>
                <a:cubicBezTo>
                  <a:pt x="555" y="201"/>
                  <a:pt x="550" y="200"/>
                  <a:pt x="545" y="197"/>
                </a:cubicBezTo>
                <a:cubicBezTo>
                  <a:pt x="540" y="193"/>
                  <a:pt x="538" y="190"/>
                  <a:pt x="537" y="185"/>
                </a:cubicBezTo>
                <a:cubicBezTo>
                  <a:pt x="536" y="181"/>
                  <a:pt x="538" y="176"/>
                  <a:pt x="541" y="171"/>
                </a:cubicBezTo>
                <a:close/>
                <a:moveTo>
                  <a:pt x="563" y="171"/>
                </a:moveTo>
                <a:cubicBezTo>
                  <a:pt x="565" y="173"/>
                  <a:pt x="567" y="175"/>
                  <a:pt x="567" y="178"/>
                </a:cubicBezTo>
                <a:cubicBezTo>
                  <a:pt x="567" y="180"/>
                  <a:pt x="566" y="183"/>
                  <a:pt x="564" y="187"/>
                </a:cubicBezTo>
                <a:cubicBezTo>
                  <a:pt x="561" y="190"/>
                  <a:pt x="559" y="192"/>
                  <a:pt x="556" y="193"/>
                </a:cubicBezTo>
                <a:cubicBezTo>
                  <a:pt x="554" y="194"/>
                  <a:pt x="551" y="193"/>
                  <a:pt x="549" y="192"/>
                </a:cubicBezTo>
                <a:cubicBezTo>
                  <a:pt x="546" y="190"/>
                  <a:pt x="545" y="188"/>
                  <a:pt x="545" y="185"/>
                </a:cubicBezTo>
                <a:cubicBezTo>
                  <a:pt x="544" y="182"/>
                  <a:pt x="546" y="179"/>
                  <a:pt x="548" y="176"/>
                </a:cubicBezTo>
                <a:cubicBezTo>
                  <a:pt x="550" y="172"/>
                  <a:pt x="553" y="170"/>
                  <a:pt x="555" y="169"/>
                </a:cubicBezTo>
                <a:cubicBezTo>
                  <a:pt x="557" y="169"/>
                  <a:pt x="560" y="169"/>
                  <a:pt x="563" y="171"/>
                </a:cubicBezTo>
                <a:close/>
                <a:moveTo>
                  <a:pt x="574" y="198"/>
                </a:moveTo>
                <a:cubicBezTo>
                  <a:pt x="577" y="194"/>
                  <a:pt x="580" y="192"/>
                  <a:pt x="581" y="191"/>
                </a:cubicBezTo>
                <a:cubicBezTo>
                  <a:pt x="583" y="189"/>
                  <a:pt x="585" y="189"/>
                  <a:pt x="587" y="188"/>
                </a:cubicBezTo>
                <a:cubicBezTo>
                  <a:pt x="589" y="188"/>
                  <a:pt x="591" y="189"/>
                  <a:pt x="593" y="190"/>
                </a:cubicBezTo>
                <a:cubicBezTo>
                  <a:pt x="595" y="191"/>
                  <a:pt x="597" y="192"/>
                  <a:pt x="600" y="195"/>
                </a:cubicBezTo>
                <a:cubicBezTo>
                  <a:pt x="608" y="202"/>
                  <a:pt x="608" y="202"/>
                  <a:pt x="608" y="202"/>
                </a:cubicBezTo>
                <a:cubicBezTo>
                  <a:pt x="604" y="207"/>
                  <a:pt x="604" y="207"/>
                  <a:pt x="604" y="207"/>
                </a:cubicBezTo>
                <a:cubicBezTo>
                  <a:pt x="595" y="199"/>
                  <a:pt x="595" y="199"/>
                  <a:pt x="595" y="199"/>
                </a:cubicBezTo>
                <a:cubicBezTo>
                  <a:pt x="593" y="197"/>
                  <a:pt x="591" y="196"/>
                  <a:pt x="589" y="196"/>
                </a:cubicBezTo>
                <a:cubicBezTo>
                  <a:pt x="587" y="196"/>
                  <a:pt x="585" y="197"/>
                  <a:pt x="583" y="199"/>
                </a:cubicBezTo>
                <a:cubicBezTo>
                  <a:pt x="599" y="213"/>
                  <a:pt x="599" y="213"/>
                  <a:pt x="599" y="213"/>
                </a:cubicBezTo>
                <a:cubicBezTo>
                  <a:pt x="595" y="218"/>
                  <a:pt x="595" y="218"/>
                  <a:pt x="595" y="218"/>
                </a:cubicBezTo>
                <a:cubicBezTo>
                  <a:pt x="579" y="204"/>
                  <a:pt x="579" y="204"/>
                  <a:pt x="579" y="204"/>
                </a:cubicBezTo>
                <a:cubicBezTo>
                  <a:pt x="569" y="215"/>
                  <a:pt x="569" y="215"/>
                  <a:pt x="569" y="215"/>
                </a:cubicBezTo>
                <a:cubicBezTo>
                  <a:pt x="564" y="210"/>
                  <a:pt x="564" y="210"/>
                  <a:pt x="564" y="210"/>
                </a:cubicBezTo>
                <a:cubicBezTo>
                  <a:pt x="574" y="198"/>
                  <a:pt x="574" y="198"/>
                  <a:pt x="574" y="198"/>
                </a:cubicBezTo>
                <a:close/>
                <a:moveTo>
                  <a:pt x="641" y="254"/>
                </a:moveTo>
                <a:cubicBezTo>
                  <a:pt x="635" y="244"/>
                  <a:pt x="635" y="244"/>
                  <a:pt x="635" y="244"/>
                </a:cubicBezTo>
                <a:cubicBezTo>
                  <a:pt x="640" y="241"/>
                  <a:pt x="640" y="241"/>
                  <a:pt x="640" y="241"/>
                </a:cubicBezTo>
                <a:cubicBezTo>
                  <a:pt x="656" y="267"/>
                  <a:pt x="656" y="267"/>
                  <a:pt x="656" y="267"/>
                </a:cubicBezTo>
                <a:cubicBezTo>
                  <a:pt x="651" y="270"/>
                  <a:pt x="651" y="270"/>
                  <a:pt x="651" y="270"/>
                </a:cubicBezTo>
                <a:cubicBezTo>
                  <a:pt x="645" y="260"/>
                  <a:pt x="645" y="260"/>
                  <a:pt x="645" y="260"/>
                </a:cubicBezTo>
                <a:cubicBezTo>
                  <a:pt x="620" y="276"/>
                  <a:pt x="620" y="276"/>
                  <a:pt x="620" y="276"/>
                </a:cubicBezTo>
                <a:cubicBezTo>
                  <a:pt x="616" y="269"/>
                  <a:pt x="616" y="269"/>
                  <a:pt x="616" y="269"/>
                </a:cubicBezTo>
                <a:cubicBezTo>
                  <a:pt x="641" y="254"/>
                  <a:pt x="641" y="254"/>
                  <a:pt x="641" y="254"/>
                </a:cubicBezTo>
                <a:close/>
                <a:moveTo>
                  <a:pt x="662" y="290"/>
                </a:moveTo>
                <a:cubicBezTo>
                  <a:pt x="660" y="287"/>
                  <a:pt x="659" y="286"/>
                  <a:pt x="657" y="285"/>
                </a:cubicBezTo>
                <a:cubicBezTo>
                  <a:pt x="655" y="284"/>
                  <a:pt x="653" y="285"/>
                  <a:pt x="651" y="286"/>
                </a:cubicBezTo>
                <a:cubicBezTo>
                  <a:pt x="659" y="305"/>
                  <a:pt x="659" y="305"/>
                  <a:pt x="659" y="305"/>
                </a:cubicBezTo>
                <a:cubicBezTo>
                  <a:pt x="654" y="307"/>
                  <a:pt x="654" y="307"/>
                  <a:pt x="654" y="307"/>
                </a:cubicBezTo>
                <a:cubicBezTo>
                  <a:pt x="645" y="288"/>
                  <a:pt x="645" y="288"/>
                  <a:pt x="645" y="288"/>
                </a:cubicBezTo>
                <a:cubicBezTo>
                  <a:pt x="642" y="290"/>
                  <a:pt x="641" y="291"/>
                  <a:pt x="640" y="293"/>
                </a:cubicBezTo>
                <a:cubicBezTo>
                  <a:pt x="639" y="295"/>
                  <a:pt x="639" y="297"/>
                  <a:pt x="641" y="300"/>
                </a:cubicBezTo>
                <a:cubicBezTo>
                  <a:pt x="646" y="311"/>
                  <a:pt x="646" y="311"/>
                  <a:pt x="646" y="311"/>
                </a:cubicBezTo>
                <a:cubicBezTo>
                  <a:pt x="640" y="313"/>
                  <a:pt x="640" y="313"/>
                  <a:pt x="640" y="313"/>
                </a:cubicBezTo>
                <a:cubicBezTo>
                  <a:pt x="635" y="302"/>
                  <a:pt x="635" y="302"/>
                  <a:pt x="635" y="302"/>
                </a:cubicBezTo>
                <a:cubicBezTo>
                  <a:pt x="634" y="299"/>
                  <a:pt x="633" y="297"/>
                  <a:pt x="633" y="296"/>
                </a:cubicBezTo>
                <a:cubicBezTo>
                  <a:pt x="633" y="294"/>
                  <a:pt x="633" y="292"/>
                  <a:pt x="633" y="291"/>
                </a:cubicBezTo>
                <a:cubicBezTo>
                  <a:pt x="634" y="288"/>
                  <a:pt x="635" y="286"/>
                  <a:pt x="637" y="284"/>
                </a:cubicBezTo>
                <a:cubicBezTo>
                  <a:pt x="638" y="283"/>
                  <a:pt x="641" y="281"/>
                  <a:pt x="644" y="280"/>
                </a:cubicBezTo>
                <a:cubicBezTo>
                  <a:pt x="649" y="277"/>
                  <a:pt x="654" y="276"/>
                  <a:pt x="658" y="277"/>
                </a:cubicBezTo>
                <a:cubicBezTo>
                  <a:pt x="662" y="279"/>
                  <a:pt x="665" y="282"/>
                  <a:pt x="667" y="287"/>
                </a:cubicBezTo>
                <a:cubicBezTo>
                  <a:pt x="672" y="298"/>
                  <a:pt x="672" y="298"/>
                  <a:pt x="672" y="298"/>
                </a:cubicBezTo>
                <a:cubicBezTo>
                  <a:pt x="667" y="301"/>
                  <a:pt x="667" y="301"/>
                  <a:pt x="667" y="301"/>
                </a:cubicBezTo>
                <a:cubicBezTo>
                  <a:pt x="662" y="290"/>
                  <a:pt x="662" y="290"/>
                  <a:pt x="662" y="290"/>
                </a:cubicBezTo>
                <a:close/>
                <a:moveTo>
                  <a:pt x="675" y="325"/>
                </a:moveTo>
                <a:cubicBezTo>
                  <a:pt x="674" y="322"/>
                  <a:pt x="672" y="320"/>
                  <a:pt x="670" y="319"/>
                </a:cubicBezTo>
                <a:cubicBezTo>
                  <a:pt x="668" y="319"/>
                  <a:pt x="665" y="319"/>
                  <a:pt x="660" y="320"/>
                </a:cubicBezTo>
                <a:cubicBezTo>
                  <a:pt x="657" y="322"/>
                  <a:pt x="654" y="323"/>
                  <a:pt x="653" y="325"/>
                </a:cubicBezTo>
                <a:cubicBezTo>
                  <a:pt x="652" y="327"/>
                  <a:pt x="652" y="329"/>
                  <a:pt x="653" y="332"/>
                </a:cubicBezTo>
                <a:cubicBezTo>
                  <a:pt x="657" y="344"/>
                  <a:pt x="657" y="344"/>
                  <a:pt x="657" y="344"/>
                </a:cubicBezTo>
                <a:cubicBezTo>
                  <a:pt x="651" y="346"/>
                  <a:pt x="651" y="346"/>
                  <a:pt x="651" y="346"/>
                </a:cubicBezTo>
                <a:cubicBezTo>
                  <a:pt x="647" y="334"/>
                  <a:pt x="647" y="334"/>
                  <a:pt x="647" y="334"/>
                </a:cubicBezTo>
                <a:cubicBezTo>
                  <a:pt x="646" y="331"/>
                  <a:pt x="646" y="329"/>
                  <a:pt x="646" y="327"/>
                </a:cubicBezTo>
                <a:cubicBezTo>
                  <a:pt x="646" y="326"/>
                  <a:pt x="646" y="324"/>
                  <a:pt x="647" y="322"/>
                </a:cubicBezTo>
                <a:cubicBezTo>
                  <a:pt x="647" y="320"/>
                  <a:pt x="649" y="318"/>
                  <a:pt x="651" y="316"/>
                </a:cubicBezTo>
                <a:cubicBezTo>
                  <a:pt x="653" y="315"/>
                  <a:pt x="655" y="314"/>
                  <a:pt x="658" y="313"/>
                </a:cubicBezTo>
                <a:cubicBezTo>
                  <a:pt x="664" y="311"/>
                  <a:pt x="669" y="310"/>
                  <a:pt x="673" y="312"/>
                </a:cubicBezTo>
                <a:cubicBezTo>
                  <a:pt x="676" y="314"/>
                  <a:pt x="679" y="317"/>
                  <a:pt x="681" y="323"/>
                </a:cubicBezTo>
                <a:cubicBezTo>
                  <a:pt x="684" y="335"/>
                  <a:pt x="684" y="335"/>
                  <a:pt x="684" y="335"/>
                </a:cubicBezTo>
                <a:cubicBezTo>
                  <a:pt x="679" y="337"/>
                  <a:pt x="679" y="337"/>
                  <a:pt x="679" y="337"/>
                </a:cubicBezTo>
                <a:cubicBezTo>
                  <a:pt x="675" y="325"/>
                  <a:pt x="675" y="325"/>
                  <a:pt x="675" y="325"/>
                </a:cubicBezTo>
                <a:close/>
                <a:moveTo>
                  <a:pt x="689" y="352"/>
                </a:moveTo>
                <a:cubicBezTo>
                  <a:pt x="675" y="354"/>
                  <a:pt x="675" y="354"/>
                  <a:pt x="675" y="354"/>
                </a:cubicBezTo>
                <a:cubicBezTo>
                  <a:pt x="677" y="368"/>
                  <a:pt x="677" y="368"/>
                  <a:pt x="677" y="368"/>
                </a:cubicBezTo>
                <a:cubicBezTo>
                  <a:pt x="691" y="365"/>
                  <a:pt x="691" y="365"/>
                  <a:pt x="691" y="365"/>
                </a:cubicBezTo>
                <a:cubicBezTo>
                  <a:pt x="692" y="373"/>
                  <a:pt x="692" y="373"/>
                  <a:pt x="692" y="373"/>
                </a:cubicBezTo>
                <a:cubicBezTo>
                  <a:pt x="658" y="379"/>
                  <a:pt x="658" y="379"/>
                  <a:pt x="658" y="379"/>
                </a:cubicBezTo>
                <a:cubicBezTo>
                  <a:pt x="656" y="372"/>
                  <a:pt x="656" y="372"/>
                  <a:pt x="656" y="372"/>
                </a:cubicBezTo>
                <a:cubicBezTo>
                  <a:pt x="671" y="369"/>
                  <a:pt x="671" y="369"/>
                  <a:pt x="671" y="369"/>
                </a:cubicBezTo>
                <a:cubicBezTo>
                  <a:pt x="669" y="355"/>
                  <a:pt x="669" y="355"/>
                  <a:pt x="669" y="355"/>
                </a:cubicBezTo>
                <a:cubicBezTo>
                  <a:pt x="654" y="358"/>
                  <a:pt x="654" y="358"/>
                  <a:pt x="654" y="358"/>
                </a:cubicBezTo>
                <a:cubicBezTo>
                  <a:pt x="653" y="351"/>
                  <a:pt x="653" y="351"/>
                  <a:pt x="653" y="351"/>
                </a:cubicBezTo>
                <a:cubicBezTo>
                  <a:pt x="687" y="344"/>
                  <a:pt x="687" y="344"/>
                  <a:pt x="687" y="344"/>
                </a:cubicBezTo>
                <a:cubicBezTo>
                  <a:pt x="689" y="352"/>
                  <a:pt x="689" y="352"/>
                  <a:pt x="689" y="352"/>
                </a:cubicBezTo>
                <a:close/>
                <a:moveTo>
                  <a:pt x="695" y="386"/>
                </a:moveTo>
                <a:cubicBezTo>
                  <a:pt x="695" y="396"/>
                  <a:pt x="695" y="396"/>
                  <a:pt x="695" y="396"/>
                </a:cubicBezTo>
                <a:cubicBezTo>
                  <a:pt x="670" y="411"/>
                  <a:pt x="670" y="411"/>
                  <a:pt x="670" y="411"/>
                </a:cubicBezTo>
                <a:cubicBezTo>
                  <a:pt x="695" y="410"/>
                  <a:pt x="695" y="410"/>
                  <a:pt x="695" y="410"/>
                </a:cubicBezTo>
                <a:cubicBezTo>
                  <a:pt x="695" y="418"/>
                  <a:pt x="695" y="418"/>
                  <a:pt x="695" y="418"/>
                </a:cubicBezTo>
                <a:cubicBezTo>
                  <a:pt x="660" y="419"/>
                  <a:pt x="660" y="419"/>
                  <a:pt x="660" y="419"/>
                </a:cubicBezTo>
                <a:cubicBezTo>
                  <a:pt x="660" y="410"/>
                  <a:pt x="660" y="410"/>
                  <a:pt x="660" y="410"/>
                </a:cubicBezTo>
                <a:cubicBezTo>
                  <a:pt x="686" y="394"/>
                  <a:pt x="686" y="394"/>
                  <a:pt x="686" y="394"/>
                </a:cubicBezTo>
                <a:cubicBezTo>
                  <a:pt x="660" y="395"/>
                  <a:pt x="660" y="395"/>
                  <a:pt x="660" y="395"/>
                </a:cubicBezTo>
                <a:cubicBezTo>
                  <a:pt x="659" y="387"/>
                  <a:pt x="659" y="387"/>
                  <a:pt x="659" y="387"/>
                </a:cubicBezTo>
                <a:cubicBezTo>
                  <a:pt x="695" y="386"/>
                  <a:pt x="695" y="386"/>
                  <a:pt x="695" y="386"/>
                </a:cubicBezTo>
                <a:close/>
                <a:moveTo>
                  <a:pt x="677" y="425"/>
                </a:moveTo>
                <a:cubicBezTo>
                  <a:pt x="683" y="426"/>
                  <a:pt x="688" y="428"/>
                  <a:pt x="690" y="431"/>
                </a:cubicBezTo>
                <a:cubicBezTo>
                  <a:pt x="693" y="434"/>
                  <a:pt x="694" y="439"/>
                  <a:pt x="693" y="445"/>
                </a:cubicBezTo>
                <a:cubicBezTo>
                  <a:pt x="692" y="451"/>
                  <a:pt x="690" y="455"/>
                  <a:pt x="687" y="458"/>
                </a:cubicBezTo>
                <a:cubicBezTo>
                  <a:pt x="684" y="460"/>
                  <a:pt x="679" y="461"/>
                  <a:pt x="673" y="460"/>
                </a:cubicBezTo>
                <a:cubicBezTo>
                  <a:pt x="667" y="459"/>
                  <a:pt x="662" y="457"/>
                  <a:pt x="660" y="454"/>
                </a:cubicBezTo>
                <a:cubicBezTo>
                  <a:pt x="657" y="451"/>
                  <a:pt x="656" y="446"/>
                  <a:pt x="657" y="440"/>
                </a:cubicBezTo>
                <a:cubicBezTo>
                  <a:pt x="657" y="434"/>
                  <a:pt x="659" y="430"/>
                  <a:pt x="663" y="427"/>
                </a:cubicBezTo>
                <a:cubicBezTo>
                  <a:pt x="666" y="425"/>
                  <a:pt x="671" y="424"/>
                  <a:pt x="677" y="425"/>
                </a:cubicBezTo>
                <a:close/>
                <a:moveTo>
                  <a:pt x="687" y="444"/>
                </a:moveTo>
                <a:cubicBezTo>
                  <a:pt x="687" y="447"/>
                  <a:pt x="685" y="450"/>
                  <a:pt x="683" y="451"/>
                </a:cubicBezTo>
                <a:cubicBezTo>
                  <a:pt x="681" y="452"/>
                  <a:pt x="678" y="453"/>
                  <a:pt x="674" y="452"/>
                </a:cubicBezTo>
                <a:cubicBezTo>
                  <a:pt x="670" y="452"/>
                  <a:pt x="667" y="450"/>
                  <a:pt x="665" y="449"/>
                </a:cubicBezTo>
                <a:cubicBezTo>
                  <a:pt x="663" y="447"/>
                  <a:pt x="662" y="444"/>
                  <a:pt x="663" y="441"/>
                </a:cubicBezTo>
                <a:cubicBezTo>
                  <a:pt x="663" y="438"/>
                  <a:pt x="664" y="435"/>
                  <a:pt x="667" y="434"/>
                </a:cubicBezTo>
                <a:cubicBezTo>
                  <a:pt x="669" y="433"/>
                  <a:pt x="672" y="432"/>
                  <a:pt x="676" y="433"/>
                </a:cubicBezTo>
                <a:cubicBezTo>
                  <a:pt x="680" y="433"/>
                  <a:pt x="683" y="435"/>
                  <a:pt x="685" y="436"/>
                </a:cubicBezTo>
                <a:cubicBezTo>
                  <a:pt x="687" y="438"/>
                  <a:pt x="687" y="441"/>
                  <a:pt x="687" y="444"/>
                </a:cubicBezTo>
                <a:close/>
                <a:moveTo>
                  <a:pt x="651" y="478"/>
                </a:moveTo>
                <a:cubicBezTo>
                  <a:pt x="652" y="474"/>
                  <a:pt x="653" y="472"/>
                  <a:pt x="654" y="471"/>
                </a:cubicBezTo>
                <a:cubicBezTo>
                  <a:pt x="655" y="469"/>
                  <a:pt x="656" y="468"/>
                  <a:pt x="658" y="467"/>
                </a:cubicBezTo>
                <a:cubicBezTo>
                  <a:pt x="659" y="466"/>
                  <a:pt x="661" y="466"/>
                  <a:pt x="662" y="465"/>
                </a:cubicBezTo>
                <a:cubicBezTo>
                  <a:pt x="664" y="465"/>
                  <a:pt x="666" y="466"/>
                  <a:pt x="669" y="466"/>
                </a:cubicBezTo>
                <a:cubicBezTo>
                  <a:pt x="689" y="471"/>
                  <a:pt x="689" y="471"/>
                  <a:pt x="689" y="471"/>
                </a:cubicBezTo>
                <a:cubicBezTo>
                  <a:pt x="687" y="478"/>
                  <a:pt x="687" y="478"/>
                  <a:pt x="687" y="478"/>
                </a:cubicBezTo>
                <a:cubicBezTo>
                  <a:pt x="667" y="474"/>
                  <a:pt x="667" y="474"/>
                  <a:pt x="667" y="474"/>
                </a:cubicBezTo>
                <a:cubicBezTo>
                  <a:pt x="665" y="473"/>
                  <a:pt x="664" y="473"/>
                  <a:pt x="663" y="473"/>
                </a:cubicBezTo>
                <a:cubicBezTo>
                  <a:pt x="662" y="473"/>
                  <a:pt x="661" y="473"/>
                  <a:pt x="661" y="473"/>
                </a:cubicBezTo>
                <a:cubicBezTo>
                  <a:pt x="660" y="474"/>
                  <a:pt x="659" y="475"/>
                  <a:pt x="658" y="475"/>
                </a:cubicBezTo>
                <a:cubicBezTo>
                  <a:pt x="658" y="476"/>
                  <a:pt x="657" y="478"/>
                  <a:pt x="657" y="480"/>
                </a:cubicBezTo>
                <a:cubicBezTo>
                  <a:pt x="655" y="488"/>
                  <a:pt x="655" y="488"/>
                  <a:pt x="655" y="488"/>
                </a:cubicBezTo>
                <a:cubicBezTo>
                  <a:pt x="649" y="487"/>
                  <a:pt x="649" y="487"/>
                  <a:pt x="649" y="487"/>
                </a:cubicBezTo>
                <a:cubicBezTo>
                  <a:pt x="651" y="478"/>
                  <a:pt x="651" y="478"/>
                  <a:pt x="651" y="478"/>
                </a:cubicBezTo>
                <a:close/>
                <a:moveTo>
                  <a:pt x="667" y="494"/>
                </a:moveTo>
                <a:cubicBezTo>
                  <a:pt x="672" y="496"/>
                  <a:pt x="676" y="499"/>
                  <a:pt x="678" y="503"/>
                </a:cubicBezTo>
                <a:cubicBezTo>
                  <a:pt x="679" y="507"/>
                  <a:pt x="679" y="512"/>
                  <a:pt x="677" y="517"/>
                </a:cubicBezTo>
                <a:cubicBezTo>
                  <a:pt x="675" y="523"/>
                  <a:pt x="671" y="526"/>
                  <a:pt x="668" y="528"/>
                </a:cubicBezTo>
                <a:cubicBezTo>
                  <a:pt x="664" y="529"/>
                  <a:pt x="659" y="529"/>
                  <a:pt x="653" y="527"/>
                </a:cubicBezTo>
                <a:cubicBezTo>
                  <a:pt x="647" y="524"/>
                  <a:pt x="644" y="521"/>
                  <a:pt x="642" y="517"/>
                </a:cubicBezTo>
                <a:cubicBezTo>
                  <a:pt x="640" y="513"/>
                  <a:pt x="641" y="509"/>
                  <a:pt x="643" y="503"/>
                </a:cubicBezTo>
                <a:cubicBezTo>
                  <a:pt x="645" y="497"/>
                  <a:pt x="648" y="494"/>
                  <a:pt x="652" y="492"/>
                </a:cubicBezTo>
                <a:cubicBezTo>
                  <a:pt x="656" y="491"/>
                  <a:pt x="661" y="491"/>
                  <a:pt x="667" y="494"/>
                </a:cubicBezTo>
                <a:close/>
                <a:moveTo>
                  <a:pt x="671" y="515"/>
                </a:moveTo>
                <a:cubicBezTo>
                  <a:pt x="670" y="518"/>
                  <a:pt x="668" y="520"/>
                  <a:pt x="666" y="520"/>
                </a:cubicBezTo>
                <a:cubicBezTo>
                  <a:pt x="663" y="521"/>
                  <a:pt x="660" y="521"/>
                  <a:pt x="656" y="519"/>
                </a:cubicBezTo>
                <a:cubicBezTo>
                  <a:pt x="652" y="517"/>
                  <a:pt x="650" y="516"/>
                  <a:pt x="649" y="513"/>
                </a:cubicBezTo>
                <a:cubicBezTo>
                  <a:pt x="647" y="511"/>
                  <a:pt x="647" y="508"/>
                  <a:pt x="648" y="505"/>
                </a:cubicBezTo>
                <a:cubicBezTo>
                  <a:pt x="650" y="502"/>
                  <a:pt x="651" y="500"/>
                  <a:pt x="654" y="500"/>
                </a:cubicBezTo>
                <a:cubicBezTo>
                  <a:pt x="656" y="499"/>
                  <a:pt x="660" y="500"/>
                  <a:pt x="664" y="501"/>
                </a:cubicBezTo>
                <a:cubicBezTo>
                  <a:pt x="667" y="503"/>
                  <a:pt x="670" y="505"/>
                  <a:pt x="671" y="507"/>
                </a:cubicBezTo>
                <a:cubicBezTo>
                  <a:pt x="672" y="509"/>
                  <a:pt x="672" y="512"/>
                  <a:pt x="671" y="515"/>
                </a:cubicBezTo>
                <a:close/>
                <a:moveTo>
                  <a:pt x="641" y="544"/>
                </a:moveTo>
                <a:cubicBezTo>
                  <a:pt x="646" y="547"/>
                  <a:pt x="646" y="547"/>
                  <a:pt x="646" y="547"/>
                </a:cubicBezTo>
                <a:cubicBezTo>
                  <a:pt x="637" y="562"/>
                  <a:pt x="637" y="562"/>
                  <a:pt x="637" y="562"/>
                </a:cubicBezTo>
                <a:cubicBezTo>
                  <a:pt x="619" y="552"/>
                  <a:pt x="619" y="552"/>
                  <a:pt x="619" y="552"/>
                </a:cubicBezTo>
                <a:cubicBezTo>
                  <a:pt x="628" y="538"/>
                  <a:pt x="628" y="538"/>
                  <a:pt x="628" y="538"/>
                </a:cubicBezTo>
                <a:cubicBezTo>
                  <a:pt x="629" y="535"/>
                  <a:pt x="631" y="533"/>
                  <a:pt x="632" y="532"/>
                </a:cubicBezTo>
                <a:cubicBezTo>
                  <a:pt x="633" y="531"/>
                  <a:pt x="634" y="530"/>
                  <a:pt x="636" y="530"/>
                </a:cubicBezTo>
                <a:cubicBezTo>
                  <a:pt x="638" y="529"/>
                  <a:pt x="641" y="529"/>
                  <a:pt x="643" y="529"/>
                </a:cubicBezTo>
                <a:cubicBezTo>
                  <a:pt x="645" y="529"/>
                  <a:pt x="648" y="530"/>
                  <a:pt x="651" y="532"/>
                </a:cubicBezTo>
                <a:cubicBezTo>
                  <a:pt x="656" y="535"/>
                  <a:pt x="659" y="539"/>
                  <a:pt x="661" y="543"/>
                </a:cubicBezTo>
                <a:cubicBezTo>
                  <a:pt x="662" y="547"/>
                  <a:pt x="661" y="551"/>
                  <a:pt x="658" y="556"/>
                </a:cubicBezTo>
                <a:cubicBezTo>
                  <a:pt x="650" y="570"/>
                  <a:pt x="650" y="570"/>
                  <a:pt x="650" y="570"/>
                </a:cubicBezTo>
                <a:cubicBezTo>
                  <a:pt x="644" y="567"/>
                  <a:pt x="644" y="567"/>
                  <a:pt x="644" y="567"/>
                </a:cubicBezTo>
                <a:cubicBezTo>
                  <a:pt x="653" y="553"/>
                  <a:pt x="653" y="553"/>
                  <a:pt x="653" y="553"/>
                </a:cubicBezTo>
                <a:cubicBezTo>
                  <a:pt x="654" y="550"/>
                  <a:pt x="654" y="548"/>
                  <a:pt x="654" y="546"/>
                </a:cubicBezTo>
                <a:cubicBezTo>
                  <a:pt x="653" y="544"/>
                  <a:pt x="650" y="542"/>
                  <a:pt x="647" y="539"/>
                </a:cubicBezTo>
                <a:cubicBezTo>
                  <a:pt x="644" y="537"/>
                  <a:pt x="641" y="537"/>
                  <a:pt x="639" y="537"/>
                </a:cubicBezTo>
                <a:cubicBezTo>
                  <a:pt x="636" y="537"/>
                  <a:pt x="635" y="538"/>
                  <a:pt x="633" y="541"/>
                </a:cubicBezTo>
                <a:cubicBezTo>
                  <a:pt x="629" y="548"/>
                  <a:pt x="629" y="548"/>
                  <a:pt x="629" y="548"/>
                </a:cubicBezTo>
                <a:cubicBezTo>
                  <a:pt x="636" y="553"/>
                  <a:pt x="636" y="553"/>
                  <a:pt x="636" y="553"/>
                </a:cubicBezTo>
                <a:cubicBezTo>
                  <a:pt x="641" y="544"/>
                  <a:pt x="641" y="544"/>
                  <a:pt x="641" y="544"/>
                </a:cubicBezTo>
                <a:close/>
                <a:moveTo>
                  <a:pt x="648" y="574"/>
                </a:moveTo>
                <a:cubicBezTo>
                  <a:pt x="643" y="581"/>
                  <a:pt x="643" y="581"/>
                  <a:pt x="643" y="581"/>
                </a:cubicBezTo>
                <a:cubicBezTo>
                  <a:pt x="627" y="580"/>
                  <a:pt x="627" y="580"/>
                  <a:pt x="627" y="580"/>
                </a:cubicBezTo>
                <a:cubicBezTo>
                  <a:pt x="632" y="595"/>
                  <a:pt x="632" y="595"/>
                  <a:pt x="632" y="595"/>
                </a:cubicBezTo>
                <a:cubicBezTo>
                  <a:pt x="627" y="602"/>
                  <a:pt x="627" y="602"/>
                  <a:pt x="627" y="602"/>
                </a:cubicBezTo>
                <a:cubicBezTo>
                  <a:pt x="619" y="579"/>
                  <a:pt x="619" y="579"/>
                  <a:pt x="619" y="579"/>
                </a:cubicBezTo>
                <a:cubicBezTo>
                  <a:pt x="607" y="570"/>
                  <a:pt x="607" y="570"/>
                  <a:pt x="607" y="570"/>
                </a:cubicBezTo>
                <a:cubicBezTo>
                  <a:pt x="611" y="564"/>
                  <a:pt x="611" y="564"/>
                  <a:pt x="611" y="564"/>
                </a:cubicBezTo>
                <a:cubicBezTo>
                  <a:pt x="624" y="573"/>
                  <a:pt x="624" y="573"/>
                  <a:pt x="624" y="573"/>
                </a:cubicBezTo>
                <a:cubicBezTo>
                  <a:pt x="648" y="574"/>
                  <a:pt x="648" y="574"/>
                  <a:pt x="648" y="574"/>
                </a:cubicBezTo>
                <a:close/>
                <a:moveTo>
                  <a:pt x="264" y="535"/>
                </a:moveTo>
                <a:cubicBezTo>
                  <a:pt x="392" y="535"/>
                  <a:pt x="392" y="535"/>
                  <a:pt x="392" y="535"/>
                </a:cubicBezTo>
                <a:cubicBezTo>
                  <a:pt x="401" y="536"/>
                  <a:pt x="400" y="566"/>
                  <a:pt x="392" y="565"/>
                </a:cubicBezTo>
                <a:cubicBezTo>
                  <a:pt x="264" y="565"/>
                  <a:pt x="264" y="565"/>
                  <a:pt x="264" y="565"/>
                </a:cubicBezTo>
                <a:cubicBezTo>
                  <a:pt x="275" y="565"/>
                  <a:pt x="276" y="536"/>
                  <a:pt x="264" y="535"/>
                </a:cubicBezTo>
                <a:close/>
                <a:moveTo>
                  <a:pt x="550" y="535"/>
                </a:moveTo>
                <a:cubicBezTo>
                  <a:pt x="538" y="536"/>
                  <a:pt x="539" y="565"/>
                  <a:pt x="550" y="565"/>
                </a:cubicBezTo>
                <a:cubicBezTo>
                  <a:pt x="421" y="565"/>
                  <a:pt x="421" y="565"/>
                  <a:pt x="421" y="565"/>
                </a:cubicBezTo>
                <a:cubicBezTo>
                  <a:pt x="413" y="566"/>
                  <a:pt x="412" y="536"/>
                  <a:pt x="421" y="535"/>
                </a:cubicBezTo>
                <a:cubicBezTo>
                  <a:pt x="550" y="535"/>
                  <a:pt x="550" y="535"/>
                  <a:pt x="550" y="535"/>
                </a:cubicBezTo>
                <a:close/>
                <a:moveTo>
                  <a:pt x="495" y="212"/>
                </a:moveTo>
                <a:cubicBezTo>
                  <a:pt x="495" y="260"/>
                  <a:pt x="495" y="260"/>
                  <a:pt x="495" y="260"/>
                </a:cubicBezTo>
                <a:cubicBezTo>
                  <a:pt x="481" y="257"/>
                  <a:pt x="469" y="266"/>
                  <a:pt x="462" y="280"/>
                </a:cubicBezTo>
                <a:cubicBezTo>
                  <a:pt x="462" y="449"/>
                  <a:pt x="462" y="449"/>
                  <a:pt x="462" y="449"/>
                </a:cubicBezTo>
                <a:cubicBezTo>
                  <a:pt x="493" y="439"/>
                  <a:pt x="510" y="421"/>
                  <a:pt x="516" y="396"/>
                </a:cubicBezTo>
                <a:cubicBezTo>
                  <a:pt x="519" y="389"/>
                  <a:pt x="519" y="377"/>
                  <a:pt x="514" y="358"/>
                </a:cubicBezTo>
                <a:cubicBezTo>
                  <a:pt x="501" y="332"/>
                  <a:pt x="486" y="324"/>
                  <a:pt x="477" y="327"/>
                </a:cubicBezTo>
                <a:cubicBezTo>
                  <a:pt x="477" y="278"/>
                  <a:pt x="477" y="278"/>
                  <a:pt x="477" y="278"/>
                </a:cubicBezTo>
                <a:cubicBezTo>
                  <a:pt x="516" y="281"/>
                  <a:pt x="552" y="305"/>
                  <a:pt x="562" y="357"/>
                </a:cubicBezTo>
                <a:cubicBezTo>
                  <a:pt x="570" y="390"/>
                  <a:pt x="562" y="422"/>
                  <a:pt x="545" y="449"/>
                </a:cubicBezTo>
                <a:cubicBezTo>
                  <a:pt x="523" y="472"/>
                  <a:pt x="499" y="491"/>
                  <a:pt x="462" y="497"/>
                </a:cubicBezTo>
                <a:cubicBezTo>
                  <a:pt x="462" y="514"/>
                  <a:pt x="462" y="514"/>
                  <a:pt x="462" y="514"/>
                </a:cubicBezTo>
                <a:cubicBezTo>
                  <a:pt x="413" y="514"/>
                  <a:pt x="413" y="514"/>
                  <a:pt x="413" y="514"/>
                </a:cubicBezTo>
                <a:cubicBezTo>
                  <a:pt x="413" y="274"/>
                  <a:pt x="413" y="274"/>
                  <a:pt x="413" y="274"/>
                </a:cubicBezTo>
                <a:cubicBezTo>
                  <a:pt x="425" y="233"/>
                  <a:pt x="453" y="213"/>
                  <a:pt x="495" y="212"/>
                </a:cubicBezTo>
                <a:close/>
                <a:moveTo>
                  <a:pt x="316" y="212"/>
                </a:moveTo>
                <a:cubicBezTo>
                  <a:pt x="358" y="213"/>
                  <a:pt x="386" y="233"/>
                  <a:pt x="398" y="274"/>
                </a:cubicBezTo>
                <a:cubicBezTo>
                  <a:pt x="398" y="514"/>
                  <a:pt x="398" y="514"/>
                  <a:pt x="398" y="514"/>
                </a:cubicBezTo>
                <a:cubicBezTo>
                  <a:pt x="349" y="514"/>
                  <a:pt x="349" y="514"/>
                  <a:pt x="349" y="514"/>
                </a:cubicBezTo>
                <a:cubicBezTo>
                  <a:pt x="349" y="497"/>
                  <a:pt x="349" y="497"/>
                  <a:pt x="349" y="497"/>
                </a:cubicBezTo>
                <a:cubicBezTo>
                  <a:pt x="312" y="491"/>
                  <a:pt x="288" y="472"/>
                  <a:pt x="267" y="449"/>
                </a:cubicBezTo>
                <a:cubicBezTo>
                  <a:pt x="249" y="422"/>
                  <a:pt x="241" y="390"/>
                  <a:pt x="249" y="357"/>
                </a:cubicBezTo>
                <a:cubicBezTo>
                  <a:pt x="259" y="305"/>
                  <a:pt x="295" y="281"/>
                  <a:pt x="334" y="278"/>
                </a:cubicBezTo>
                <a:cubicBezTo>
                  <a:pt x="334" y="327"/>
                  <a:pt x="334" y="327"/>
                  <a:pt x="334" y="327"/>
                </a:cubicBezTo>
                <a:cubicBezTo>
                  <a:pt x="325" y="324"/>
                  <a:pt x="310" y="332"/>
                  <a:pt x="297" y="358"/>
                </a:cubicBezTo>
                <a:cubicBezTo>
                  <a:pt x="292" y="377"/>
                  <a:pt x="292" y="389"/>
                  <a:pt x="295" y="396"/>
                </a:cubicBezTo>
                <a:cubicBezTo>
                  <a:pt x="302" y="421"/>
                  <a:pt x="318" y="439"/>
                  <a:pt x="349" y="449"/>
                </a:cubicBezTo>
                <a:cubicBezTo>
                  <a:pt x="349" y="280"/>
                  <a:pt x="349" y="280"/>
                  <a:pt x="349" y="280"/>
                </a:cubicBezTo>
                <a:cubicBezTo>
                  <a:pt x="343" y="266"/>
                  <a:pt x="330" y="257"/>
                  <a:pt x="316" y="260"/>
                </a:cubicBezTo>
                <a:cubicBezTo>
                  <a:pt x="316" y="212"/>
                  <a:pt x="316" y="212"/>
                  <a:pt x="316" y="212"/>
                </a:cubicBezTo>
                <a:close/>
                <a:moveTo>
                  <a:pt x="249" y="587"/>
                </a:moveTo>
                <a:cubicBezTo>
                  <a:pt x="567" y="587"/>
                  <a:pt x="567" y="587"/>
                  <a:pt x="567" y="587"/>
                </a:cubicBezTo>
                <a:cubicBezTo>
                  <a:pt x="567" y="615"/>
                  <a:pt x="567" y="615"/>
                  <a:pt x="567" y="615"/>
                </a:cubicBezTo>
                <a:cubicBezTo>
                  <a:pt x="249" y="615"/>
                  <a:pt x="249" y="615"/>
                  <a:pt x="249" y="615"/>
                </a:cubicBezTo>
                <a:lnTo>
                  <a:pt x="249" y="587"/>
                </a:lnTo>
                <a:close/>
              </a:path>
            </a:pathLst>
          </a:custGeom>
          <a:solidFill>
            <a:srgbClr val="B6000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/>
          </a:p>
        </p:txBody>
      </p:sp>
      <p:sp>
        <p:nvSpPr>
          <p:cNvPr id="36" name="亮红"/>
          <p:cNvSpPr/>
          <p:nvPr userDrawn="1"/>
        </p:nvSpPr>
        <p:spPr>
          <a:xfrm rot="19199061">
            <a:off x="1084034" y="1781495"/>
            <a:ext cx="3311958" cy="3311958"/>
          </a:xfrm>
          <a:prstGeom prst="ellipse">
            <a:avLst/>
          </a:prstGeom>
          <a:noFill/>
          <a:ln w="25400"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33000">
                  <a:schemeClr val="bg1">
                    <a:alpha val="13000"/>
                  </a:schemeClr>
                </a:gs>
                <a:gs pos="67000">
                  <a:schemeClr val="bg1">
                    <a:alpha val="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 hasCustomPrompt="1"/>
          </p:nvPr>
        </p:nvSpPr>
        <p:spPr>
          <a:xfrm>
            <a:off x="5027083" y="2464256"/>
            <a:ext cx="6374027" cy="150018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800">
                <a:solidFill>
                  <a:schemeClr val="bg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单击此处编辑论文题目题目过长则分行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3" hasCustomPrompt="1"/>
          </p:nvPr>
        </p:nvSpPr>
        <p:spPr>
          <a:xfrm>
            <a:off x="5027083" y="4188936"/>
            <a:ext cx="3067050" cy="420496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指导老师：</a:t>
            </a:r>
            <a:r>
              <a:rPr lang="en-US" altLang="zh-CN" dirty="0"/>
              <a:t>xxx </a:t>
            </a:r>
            <a:r>
              <a:rPr lang="zh-CN" altLang="en-US" dirty="0"/>
              <a:t>丨答辩学生：</a:t>
            </a:r>
            <a:r>
              <a:rPr lang="en-US" altLang="zh-CN" dirty="0"/>
              <a:t>xxx</a:t>
            </a:r>
            <a:endParaRPr lang="en-US" altLang="zh-CN" dirty="0"/>
          </a:p>
        </p:txBody>
      </p:sp>
    </p:spTree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r>
              <a:rPr kumimoji="1" lang="zh-CN" altLang="en-US"/>
              <a:t>单击此处编辑母版文本样式
二级
三级
四级
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1452A-293A-8049-A863-ACF6CD6DADD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563BE-09C0-5D41-904B-FBBE953FEE2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0">
        <p14:conveyor dir="l"/>
      </p:transition>
    </mc:Choice>
    <mc:Fallback>
      <p:transition spd="slow" advClick="0" advTm="0">
        <p:fade/>
      </p:transition>
    </mc:Fallback>
  </mc:AlternateContent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50863" y="549275"/>
            <a:ext cx="11090275" cy="57594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" name="组合 2"/>
          <p:cNvGrpSpPr/>
          <p:nvPr userDrawn="1"/>
        </p:nvGrpSpPr>
        <p:grpSpPr>
          <a:xfrm>
            <a:off x="212725" y="5890093"/>
            <a:ext cx="676276" cy="666075"/>
            <a:chOff x="212725" y="5890093"/>
            <a:chExt cx="676276" cy="666075"/>
          </a:xfrm>
        </p:grpSpPr>
        <p:cxnSp>
          <p:nvCxnSpPr>
            <p:cNvPr id="5" name="直接连接符 4"/>
            <p:cNvCxnSpPr/>
            <p:nvPr userDrawn="1"/>
          </p:nvCxnSpPr>
          <p:spPr>
            <a:xfrm flipH="1">
              <a:off x="212725" y="6072346"/>
              <a:ext cx="676276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/>
            <p:cNvCxnSpPr/>
            <p:nvPr userDrawn="1"/>
          </p:nvCxnSpPr>
          <p:spPr>
            <a:xfrm flipH="1" flipV="1">
              <a:off x="750888" y="5890093"/>
              <a:ext cx="0" cy="666075"/>
            </a:xfrm>
            <a:prstGeom prst="line">
              <a:avLst/>
            </a:prstGeom>
            <a:ln w="444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 userDrawn="1"/>
        </p:nvGrpSpPr>
        <p:grpSpPr>
          <a:xfrm flipH="1">
            <a:off x="11287805" y="5890093"/>
            <a:ext cx="676276" cy="666075"/>
            <a:chOff x="11287805" y="5890093"/>
            <a:chExt cx="676276" cy="666075"/>
          </a:xfrm>
        </p:grpSpPr>
        <p:cxnSp>
          <p:nvCxnSpPr>
            <p:cNvPr id="7" name="直接连接符 6"/>
            <p:cNvCxnSpPr/>
            <p:nvPr userDrawn="1"/>
          </p:nvCxnSpPr>
          <p:spPr>
            <a:xfrm>
              <a:off x="11287805" y="6072346"/>
              <a:ext cx="676276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 userDrawn="1"/>
          </p:nvCxnSpPr>
          <p:spPr>
            <a:xfrm flipV="1">
              <a:off x="11825968" y="5890093"/>
              <a:ext cx="0" cy="666075"/>
            </a:xfrm>
            <a:prstGeom prst="line">
              <a:avLst/>
            </a:prstGeom>
            <a:ln w="444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矩形 11"/>
          <p:cNvSpPr/>
          <p:nvPr userDrawn="1"/>
        </p:nvSpPr>
        <p:spPr>
          <a:xfrm>
            <a:off x="7450667" y="541846"/>
            <a:ext cx="5785944" cy="5759448"/>
          </a:xfrm>
          <a:prstGeom prst="rect">
            <a:avLst/>
          </a:prstGeom>
          <a:blipFill dpi="0" rotWithShape="1">
            <a:blip r:embed="rId2" cstate="email">
              <a:alphaModFix amt="3000"/>
            </a:blip>
            <a:srcRect/>
            <a:stretch>
              <a:fillRect l="1610" t="460" r="1610" b="46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976629" y="1085850"/>
            <a:ext cx="1551305" cy="967620"/>
            <a:chOff x="326181" y="2990850"/>
            <a:chExt cx="1913196" cy="1193348"/>
          </a:xfrm>
        </p:grpSpPr>
        <p:sp>
          <p:nvSpPr>
            <p:cNvPr id="13" name="文本框 12"/>
            <p:cNvSpPr txBox="1"/>
            <p:nvPr userDrawn="1"/>
          </p:nvSpPr>
          <p:spPr>
            <a:xfrm>
              <a:off x="326181" y="3072385"/>
              <a:ext cx="1913196" cy="79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3600" spc="600" dirty="0">
                  <a:solidFill>
                    <a:srgbClr val="C00000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</a:rPr>
                <a:t>目录</a:t>
              </a:r>
              <a:endParaRPr lang="zh-CN" altLang="en-US" sz="3600" spc="600" dirty="0">
                <a:solidFill>
                  <a:srgbClr val="C00000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endParaRPr>
            </a:p>
          </p:txBody>
        </p:sp>
        <p:sp>
          <p:nvSpPr>
            <p:cNvPr id="14" name="文本框 13"/>
            <p:cNvSpPr txBox="1"/>
            <p:nvPr userDrawn="1"/>
          </p:nvSpPr>
          <p:spPr>
            <a:xfrm>
              <a:off x="347056" y="3765038"/>
              <a:ext cx="1805392" cy="4175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1600" spc="100" baseline="0" dirty="0">
                  <a:solidFill>
                    <a:srgbClr val="C00000"/>
                  </a:solidFill>
                  <a:latin typeface="Alibaba Sans Medium" panose="020B0603020203040204" pitchFamily="34" charset="0"/>
                  <a:cs typeface="Alibaba Sans Medium" panose="020B0603020203040204" pitchFamily="34" charset="0"/>
                </a:rPr>
                <a:t>CONTENTS</a:t>
              </a:r>
              <a:endParaRPr lang="zh-CN" altLang="en-US" sz="1600" spc="100" baseline="0" dirty="0">
                <a:solidFill>
                  <a:srgbClr val="C00000"/>
                </a:solidFill>
                <a:latin typeface="Alibaba Sans Medium" panose="020B0603020203040204" pitchFamily="34" charset="0"/>
                <a:cs typeface="Alibaba Sans Medium" panose="020B0603020203040204" pitchFamily="34" charset="0"/>
              </a:endParaRPr>
            </a:p>
          </p:txBody>
        </p:sp>
        <p:cxnSp>
          <p:nvCxnSpPr>
            <p:cNvPr id="15" name="直接连接符 14"/>
            <p:cNvCxnSpPr/>
            <p:nvPr userDrawn="1"/>
          </p:nvCxnSpPr>
          <p:spPr>
            <a:xfrm>
              <a:off x="466918" y="2990850"/>
              <a:ext cx="1553997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 userDrawn="1"/>
          </p:nvCxnSpPr>
          <p:spPr>
            <a:xfrm>
              <a:off x="466918" y="4184198"/>
              <a:ext cx="1553997" cy="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2544006"/>
            <a:ext cx="9144000" cy="813556"/>
          </a:xfrm>
        </p:spPr>
        <p:txBody>
          <a:bodyPr anchor="b">
            <a:normAutofit/>
          </a:bodyPr>
          <a:lstStyle>
            <a:lvl1pPr algn="ctr">
              <a:defRPr sz="4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741C5-8F5C-4213-BB69-8C2D02590C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3EA9-123D-489F-8313-43A8A4AC4565}" type="slidenum">
              <a:rPr lang="zh-CN" altLang="en-US" smtClean="0"/>
            </a:fld>
            <a:endParaRPr lang="zh-CN" altLang="en-US"/>
          </a:p>
        </p:txBody>
      </p:sp>
      <p:sp>
        <p:nvSpPr>
          <p:cNvPr id="7" name="Freeform 5"/>
          <p:cNvSpPr>
            <a:spLocks noEditPoints="1"/>
          </p:cNvSpPr>
          <p:nvPr userDrawn="1"/>
        </p:nvSpPr>
        <p:spPr bwMode="auto">
          <a:xfrm>
            <a:off x="5251126" y="1034822"/>
            <a:ext cx="1689749" cy="1509184"/>
          </a:xfrm>
          <a:custGeom>
            <a:avLst/>
            <a:gdLst>
              <a:gd name="T0" fmla="*/ 400 w 528"/>
              <a:gd name="T1" fmla="*/ 293 h 471"/>
              <a:gd name="T2" fmla="*/ 430 w 528"/>
              <a:gd name="T3" fmla="*/ 279 h 471"/>
              <a:gd name="T4" fmla="*/ 430 w 528"/>
              <a:gd name="T5" fmla="*/ 278 h 471"/>
              <a:gd name="T6" fmla="*/ 430 w 528"/>
              <a:gd name="T7" fmla="*/ 204 h 471"/>
              <a:gd name="T8" fmla="*/ 401 w 528"/>
              <a:gd name="T9" fmla="*/ 218 h 471"/>
              <a:gd name="T10" fmla="*/ 400 w 528"/>
              <a:gd name="T11" fmla="*/ 293 h 471"/>
              <a:gd name="T12" fmla="*/ 90 w 528"/>
              <a:gd name="T13" fmla="*/ 204 h 471"/>
              <a:gd name="T14" fmla="*/ 90 w 528"/>
              <a:gd name="T15" fmla="*/ 279 h 471"/>
              <a:gd name="T16" fmla="*/ 248 w 528"/>
              <a:gd name="T17" fmla="*/ 354 h 471"/>
              <a:gd name="T18" fmla="*/ 274 w 528"/>
              <a:gd name="T19" fmla="*/ 354 h 471"/>
              <a:gd name="T20" fmla="*/ 371 w 528"/>
              <a:gd name="T21" fmla="*/ 307 h 471"/>
              <a:gd name="T22" fmla="*/ 371 w 528"/>
              <a:gd name="T23" fmla="*/ 232 h 471"/>
              <a:gd name="T24" fmla="*/ 260 w 528"/>
              <a:gd name="T25" fmla="*/ 286 h 471"/>
              <a:gd name="T26" fmla="*/ 90 w 528"/>
              <a:gd name="T27" fmla="*/ 204 h 471"/>
              <a:gd name="T28" fmla="*/ 394 w 528"/>
              <a:gd name="T29" fmla="*/ 197 h 471"/>
              <a:gd name="T30" fmla="*/ 391 w 528"/>
              <a:gd name="T31" fmla="*/ 196 h 471"/>
              <a:gd name="T32" fmla="*/ 287 w 528"/>
              <a:gd name="T33" fmla="*/ 139 h 471"/>
              <a:gd name="T34" fmla="*/ 288 w 528"/>
              <a:gd name="T35" fmla="*/ 132 h 471"/>
              <a:gd name="T36" fmla="*/ 264 w 528"/>
              <a:gd name="T37" fmla="*/ 108 h 471"/>
              <a:gd name="T38" fmla="*/ 240 w 528"/>
              <a:gd name="T39" fmla="*/ 132 h 471"/>
              <a:gd name="T40" fmla="*/ 264 w 528"/>
              <a:gd name="T41" fmla="*/ 156 h 471"/>
              <a:gd name="T42" fmla="*/ 281 w 528"/>
              <a:gd name="T43" fmla="*/ 150 h 471"/>
              <a:gd name="T44" fmla="*/ 383 w 528"/>
              <a:gd name="T45" fmla="*/ 207 h 471"/>
              <a:gd name="T46" fmla="*/ 394 w 528"/>
              <a:gd name="T47" fmla="*/ 197 h 471"/>
              <a:gd name="T48" fmla="*/ 528 w 528"/>
              <a:gd name="T49" fmla="*/ 132 h 471"/>
              <a:gd name="T50" fmla="*/ 260 w 528"/>
              <a:gd name="T51" fmla="*/ 0 h 471"/>
              <a:gd name="T52" fmla="*/ 0 w 528"/>
              <a:gd name="T53" fmla="*/ 126 h 471"/>
              <a:gd name="T54" fmla="*/ 0 w 528"/>
              <a:gd name="T55" fmla="*/ 137 h 471"/>
              <a:gd name="T56" fmla="*/ 260 w 528"/>
              <a:gd name="T57" fmla="*/ 263 h 471"/>
              <a:gd name="T58" fmla="*/ 371 w 528"/>
              <a:gd name="T59" fmla="*/ 209 h 471"/>
              <a:gd name="T60" fmla="*/ 371 w 528"/>
              <a:gd name="T61" fmla="*/ 205 h 471"/>
              <a:gd name="T62" fmla="*/ 281 w 528"/>
              <a:gd name="T63" fmla="*/ 158 h 471"/>
              <a:gd name="T64" fmla="*/ 264 w 528"/>
              <a:gd name="T65" fmla="*/ 163 h 471"/>
              <a:gd name="T66" fmla="*/ 233 w 528"/>
              <a:gd name="T67" fmla="*/ 132 h 471"/>
              <a:gd name="T68" fmla="*/ 264 w 528"/>
              <a:gd name="T69" fmla="*/ 100 h 471"/>
              <a:gd name="T70" fmla="*/ 295 w 528"/>
              <a:gd name="T71" fmla="*/ 132 h 471"/>
              <a:gd name="T72" fmla="*/ 295 w 528"/>
              <a:gd name="T73" fmla="*/ 135 h 471"/>
              <a:gd name="T74" fmla="*/ 401 w 528"/>
              <a:gd name="T75" fmla="*/ 194 h 471"/>
              <a:gd name="T76" fmla="*/ 528 w 528"/>
              <a:gd name="T77" fmla="*/ 132 h 471"/>
              <a:gd name="T78" fmla="*/ 394 w 528"/>
              <a:gd name="T79" fmla="*/ 197 h 471"/>
              <a:gd name="T80" fmla="*/ 395 w 528"/>
              <a:gd name="T81" fmla="*/ 293 h 471"/>
              <a:gd name="T82" fmla="*/ 404 w 528"/>
              <a:gd name="T83" fmla="*/ 307 h 471"/>
              <a:gd name="T84" fmla="*/ 396 w 528"/>
              <a:gd name="T85" fmla="*/ 320 h 471"/>
              <a:gd name="T86" fmla="*/ 403 w 528"/>
              <a:gd name="T87" fmla="*/ 320 h 471"/>
              <a:gd name="T88" fmla="*/ 416 w 528"/>
              <a:gd name="T89" fmla="*/ 471 h 471"/>
              <a:gd name="T90" fmla="*/ 364 w 528"/>
              <a:gd name="T91" fmla="*/ 471 h 471"/>
              <a:gd name="T92" fmla="*/ 377 w 528"/>
              <a:gd name="T93" fmla="*/ 320 h 471"/>
              <a:gd name="T94" fmla="*/ 384 w 528"/>
              <a:gd name="T95" fmla="*/ 320 h 471"/>
              <a:gd name="T96" fmla="*/ 376 w 528"/>
              <a:gd name="T97" fmla="*/ 307 h 471"/>
              <a:gd name="T98" fmla="*/ 384 w 528"/>
              <a:gd name="T99" fmla="*/ 293 h 471"/>
              <a:gd name="T100" fmla="*/ 383 w 528"/>
              <a:gd name="T101" fmla="*/ 207 h 471"/>
              <a:gd name="T102" fmla="*/ 394 w 528"/>
              <a:gd name="T103" fmla="*/ 197 h 4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528" h="471">
                <a:moveTo>
                  <a:pt x="400" y="293"/>
                </a:moveTo>
                <a:cubicBezTo>
                  <a:pt x="430" y="279"/>
                  <a:pt x="430" y="279"/>
                  <a:pt x="430" y="279"/>
                </a:cubicBezTo>
                <a:cubicBezTo>
                  <a:pt x="430" y="279"/>
                  <a:pt x="430" y="278"/>
                  <a:pt x="430" y="278"/>
                </a:cubicBezTo>
                <a:cubicBezTo>
                  <a:pt x="430" y="204"/>
                  <a:pt x="430" y="204"/>
                  <a:pt x="430" y="204"/>
                </a:cubicBezTo>
                <a:cubicBezTo>
                  <a:pt x="401" y="218"/>
                  <a:pt x="401" y="218"/>
                  <a:pt x="401" y="218"/>
                </a:cubicBezTo>
                <a:cubicBezTo>
                  <a:pt x="400" y="293"/>
                  <a:pt x="400" y="293"/>
                  <a:pt x="400" y="293"/>
                </a:cubicBezTo>
                <a:close/>
                <a:moveTo>
                  <a:pt x="90" y="204"/>
                </a:moveTo>
                <a:cubicBezTo>
                  <a:pt x="90" y="279"/>
                  <a:pt x="90" y="279"/>
                  <a:pt x="90" y="279"/>
                </a:cubicBezTo>
                <a:cubicBezTo>
                  <a:pt x="143" y="304"/>
                  <a:pt x="195" y="329"/>
                  <a:pt x="248" y="354"/>
                </a:cubicBezTo>
                <a:cubicBezTo>
                  <a:pt x="257" y="357"/>
                  <a:pt x="265" y="357"/>
                  <a:pt x="274" y="354"/>
                </a:cubicBezTo>
                <a:cubicBezTo>
                  <a:pt x="371" y="307"/>
                  <a:pt x="371" y="307"/>
                  <a:pt x="371" y="307"/>
                </a:cubicBezTo>
                <a:cubicBezTo>
                  <a:pt x="371" y="232"/>
                  <a:pt x="371" y="232"/>
                  <a:pt x="371" y="232"/>
                </a:cubicBezTo>
                <a:cubicBezTo>
                  <a:pt x="260" y="286"/>
                  <a:pt x="260" y="286"/>
                  <a:pt x="260" y="286"/>
                </a:cubicBezTo>
                <a:cubicBezTo>
                  <a:pt x="90" y="204"/>
                  <a:pt x="90" y="204"/>
                  <a:pt x="90" y="204"/>
                </a:cubicBezTo>
                <a:close/>
                <a:moveTo>
                  <a:pt x="394" y="197"/>
                </a:moveTo>
                <a:cubicBezTo>
                  <a:pt x="391" y="196"/>
                  <a:pt x="391" y="196"/>
                  <a:pt x="391" y="196"/>
                </a:cubicBezTo>
                <a:cubicBezTo>
                  <a:pt x="287" y="139"/>
                  <a:pt x="287" y="139"/>
                  <a:pt x="287" y="139"/>
                </a:cubicBezTo>
                <a:cubicBezTo>
                  <a:pt x="288" y="136"/>
                  <a:pt x="288" y="134"/>
                  <a:pt x="288" y="132"/>
                </a:cubicBezTo>
                <a:cubicBezTo>
                  <a:pt x="288" y="118"/>
                  <a:pt x="277" y="108"/>
                  <a:pt x="264" y="108"/>
                </a:cubicBezTo>
                <a:cubicBezTo>
                  <a:pt x="251" y="108"/>
                  <a:pt x="240" y="118"/>
                  <a:pt x="240" y="132"/>
                </a:cubicBezTo>
                <a:cubicBezTo>
                  <a:pt x="240" y="145"/>
                  <a:pt x="251" y="156"/>
                  <a:pt x="264" y="156"/>
                </a:cubicBezTo>
                <a:cubicBezTo>
                  <a:pt x="270" y="156"/>
                  <a:pt x="276" y="154"/>
                  <a:pt x="281" y="150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  <a:moveTo>
                  <a:pt x="528" y="132"/>
                </a:moveTo>
                <a:cubicBezTo>
                  <a:pt x="260" y="0"/>
                  <a:pt x="260" y="0"/>
                  <a:pt x="260" y="0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37"/>
                  <a:pt x="0" y="137"/>
                  <a:pt x="0" y="137"/>
                </a:cubicBezTo>
                <a:cubicBezTo>
                  <a:pt x="260" y="263"/>
                  <a:pt x="260" y="263"/>
                  <a:pt x="260" y="263"/>
                </a:cubicBezTo>
                <a:cubicBezTo>
                  <a:pt x="371" y="209"/>
                  <a:pt x="371" y="209"/>
                  <a:pt x="371" y="209"/>
                </a:cubicBezTo>
                <a:cubicBezTo>
                  <a:pt x="371" y="205"/>
                  <a:pt x="371" y="205"/>
                  <a:pt x="371" y="205"/>
                </a:cubicBezTo>
                <a:cubicBezTo>
                  <a:pt x="281" y="158"/>
                  <a:pt x="281" y="158"/>
                  <a:pt x="281" y="158"/>
                </a:cubicBezTo>
                <a:cubicBezTo>
                  <a:pt x="276" y="162"/>
                  <a:pt x="270" y="163"/>
                  <a:pt x="264" y="163"/>
                </a:cubicBezTo>
                <a:cubicBezTo>
                  <a:pt x="247" y="163"/>
                  <a:pt x="233" y="149"/>
                  <a:pt x="233" y="132"/>
                </a:cubicBezTo>
                <a:cubicBezTo>
                  <a:pt x="233" y="114"/>
                  <a:pt x="247" y="100"/>
                  <a:pt x="264" y="100"/>
                </a:cubicBezTo>
                <a:cubicBezTo>
                  <a:pt x="281" y="100"/>
                  <a:pt x="295" y="114"/>
                  <a:pt x="295" y="132"/>
                </a:cubicBezTo>
                <a:cubicBezTo>
                  <a:pt x="295" y="133"/>
                  <a:pt x="295" y="134"/>
                  <a:pt x="295" y="135"/>
                </a:cubicBezTo>
                <a:cubicBezTo>
                  <a:pt x="401" y="194"/>
                  <a:pt x="401" y="194"/>
                  <a:pt x="401" y="194"/>
                </a:cubicBezTo>
                <a:cubicBezTo>
                  <a:pt x="528" y="132"/>
                  <a:pt x="528" y="132"/>
                  <a:pt x="528" y="132"/>
                </a:cubicBezTo>
                <a:close/>
                <a:moveTo>
                  <a:pt x="394" y="197"/>
                </a:moveTo>
                <a:cubicBezTo>
                  <a:pt x="395" y="293"/>
                  <a:pt x="395" y="293"/>
                  <a:pt x="395" y="293"/>
                </a:cubicBezTo>
                <a:cubicBezTo>
                  <a:pt x="401" y="295"/>
                  <a:pt x="404" y="300"/>
                  <a:pt x="404" y="307"/>
                </a:cubicBezTo>
                <a:cubicBezTo>
                  <a:pt x="404" y="312"/>
                  <a:pt x="401" y="317"/>
                  <a:pt x="396" y="320"/>
                </a:cubicBezTo>
                <a:cubicBezTo>
                  <a:pt x="403" y="320"/>
                  <a:pt x="403" y="320"/>
                  <a:pt x="403" y="320"/>
                </a:cubicBezTo>
                <a:cubicBezTo>
                  <a:pt x="416" y="471"/>
                  <a:pt x="416" y="471"/>
                  <a:pt x="416" y="471"/>
                </a:cubicBezTo>
                <a:cubicBezTo>
                  <a:pt x="364" y="471"/>
                  <a:pt x="364" y="471"/>
                  <a:pt x="364" y="471"/>
                </a:cubicBezTo>
                <a:cubicBezTo>
                  <a:pt x="377" y="320"/>
                  <a:pt x="377" y="320"/>
                  <a:pt x="377" y="320"/>
                </a:cubicBezTo>
                <a:cubicBezTo>
                  <a:pt x="384" y="320"/>
                  <a:pt x="384" y="320"/>
                  <a:pt x="384" y="320"/>
                </a:cubicBezTo>
                <a:cubicBezTo>
                  <a:pt x="379" y="317"/>
                  <a:pt x="376" y="312"/>
                  <a:pt x="376" y="307"/>
                </a:cubicBezTo>
                <a:cubicBezTo>
                  <a:pt x="376" y="301"/>
                  <a:pt x="379" y="296"/>
                  <a:pt x="384" y="293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</p:spTree>
  </p:cSld>
  <p:clrMapOvr>
    <a:masterClrMapping/>
  </p:clrMapOvr>
  <p:transition spd="slow" advClick="0" advTm="3000">
    <p:fade/>
  </p:transition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研究概述_需换右下角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02657" y="337014"/>
            <a:ext cx="5258480" cy="682623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741C5-8F5C-4213-BB69-8C2D02590C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r>
              <a:rPr lang="en-US" altLang="zh-CN" dirty="0"/>
              <a:t>P</a:t>
            </a:r>
            <a:fld id="{38893EA9-123D-489F-8313-43A8A4AC4565}" type="slidenum">
              <a:rPr lang="zh-CN" altLang="en-US" dirty="0" smtClean="0"/>
            </a:fld>
            <a:endParaRPr lang="zh-CN" altLang="en-US" dirty="0"/>
          </a:p>
        </p:txBody>
      </p:sp>
      <p:sp>
        <p:nvSpPr>
          <p:cNvPr id="6" name="Freeform 5"/>
          <p:cNvSpPr>
            <a:spLocks noEditPoints="1"/>
          </p:cNvSpPr>
          <p:nvPr userDrawn="1"/>
        </p:nvSpPr>
        <p:spPr bwMode="auto">
          <a:xfrm>
            <a:off x="507321" y="396194"/>
            <a:ext cx="766308" cy="684421"/>
          </a:xfrm>
          <a:custGeom>
            <a:avLst/>
            <a:gdLst>
              <a:gd name="T0" fmla="*/ 400 w 528"/>
              <a:gd name="T1" fmla="*/ 293 h 471"/>
              <a:gd name="T2" fmla="*/ 430 w 528"/>
              <a:gd name="T3" fmla="*/ 279 h 471"/>
              <a:gd name="T4" fmla="*/ 430 w 528"/>
              <a:gd name="T5" fmla="*/ 278 h 471"/>
              <a:gd name="T6" fmla="*/ 430 w 528"/>
              <a:gd name="T7" fmla="*/ 204 h 471"/>
              <a:gd name="T8" fmla="*/ 401 w 528"/>
              <a:gd name="T9" fmla="*/ 218 h 471"/>
              <a:gd name="T10" fmla="*/ 400 w 528"/>
              <a:gd name="T11" fmla="*/ 293 h 471"/>
              <a:gd name="T12" fmla="*/ 90 w 528"/>
              <a:gd name="T13" fmla="*/ 204 h 471"/>
              <a:gd name="T14" fmla="*/ 90 w 528"/>
              <a:gd name="T15" fmla="*/ 279 h 471"/>
              <a:gd name="T16" fmla="*/ 248 w 528"/>
              <a:gd name="T17" fmla="*/ 354 h 471"/>
              <a:gd name="T18" fmla="*/ 274 w 528"/>
              <a:gd name="T19" fmla="*/ 354 h 471"/>
              <a:gd name="T20" fmla="*/ 371 w 528"/>
              <a:gd name="T21" fmla="*/ 307 h 471"/>
              <a:gd name="T22" fmla="*/ 371 w 528"/>
              <a:gd name="T23" fmla="*/ 232 h 471"/>
              <a:gd name="T24" fmla="*/ 260 w 528"/>
              <a:gd name="T25" fmla="*/ 286 h 471"/>
              <a:gd name="T26" fmla="*/ 90 w 528"/>
              <a:gd name="T27" fmla="*/ 204 h 471"/>
              <a:gd name="T28" fmla="*/ 394 w 528"/>
              <a:gd name="T29" fmla="*/ 197 h 471"/>
              <a:gd name="T30" fmla="*/ 391 w 528"/>
              <a:gd name="T31" fmla="*/ 196 h 471"/>
              <a:gd name="T32" fmla="*/ 287 w 528"/>
              <a:gd name="T33" fmla="*/ 139 h 471"/>
              <a:gd name="T34" fmla="*/ 288 w 528"/>
              <a:gd name="T35" fmla="*/ 132 h 471"/>
              <a:gd name="T36" fmla="*/ 264 w 528"/>
              <a:gd name="T37" fmla="*/ 108 h 471"/>
              <a:gd name="T38" fmla="*/ 240 w 528"/>
              <a:gd name="T39" fmla="*/ 132 h 471"/>
              <a:gd name="T40" fmla="*/ 264 w 528"/>
              <a:gd name="T41" fmla="*/ 156 h 471"/>
              <a:gd name="T42" fmla="*/ 281 w 528"/>
              <a:gd name="T43" fmla="*/ 150 h 471"/>
              <a:gd name="T44" fmla="*/ 383 w 528"/>
              <a:gd name="T45" fmla="*/ 207 h 471"/>
              <a:gd name="T46" fmla="*/ 394 w 528"/>
              <a:gd name="T47" fmla="*/ 197 h 471"/>
              <a:gd name="T48" fmla="*/ 528 w 528"/>
              <a:gd name="T49" fmla="*/ 132 h 471"/>
              <a:gd name="T50" fmla="*/ 260 w 528"/>
              <a:gd name="T51" fmla="*/ 0 h 471"/>
              <a:gd name="T52" fmla="*/ 0 w 528"/>
              <a:gd name="T53" fmla="*/ 126 h 471"/>
              <a:gd name="T54" fmla="*/ 0 w 528"/>
              <a:gd name="T55" fmla="*/ 137 h 471"/>
              <a:gd name="T56" fmla="*/ 260 w 528"/>
              <a:gd name="T57" fmla="*/ 263 h 471"/>
              <a:gd name="T58" fmla="*/ 371 w 528"/>
              <a:gd name="T59" fmla="*/ 209 h 471"/>
              <a:gd name="T60" fmla="*/ 371 w 528"/>
              <a:gd name="T61" fmla="*/ 205 h 471"/>
              <a:gd name="T62" fmla="*/ 281 w 528"/>
              <a:gd name="T63" fmla="*/ 158 h 471"/>
              <a:gd name="T64" fmla="*/ 264 w 528"/>
              <a:gd name="T65" fmla="*/ 163 h 471"/>
              <a:gd name="T66" fmla="*/ 233 w 528"/>
              <a:gd name="T67" fmla="*/ 132 h 471"/>
              <a:gd name="T68" fmla="*/ 264 w 528"/>
              <a:gd name="T69" fmla="*/ 100 h 471"/>
              <a:gd name="T70" fmla="*/ 295 w 528"/>
              <a:gd name="T71" fmla="*/ 132 h 471"/>
              <a:gd name="T72" fmla="*/ 295 w 528"/>
              <a:gd name="T73" fmla="*/ 135 h 471"/>
              <a:gd name="T74" fmla="*/ 401 w 528"/>
              <a:gd name="T75" fmla="*/ 194 h 471"/>
              <a:gd name="T76" fmla="*/ 528 w 528"/>
              <a:gd name="T77" fmla="*/ 132 h 471"/>
              <a:gd name="T78" fmla="*/ 394 w 528"/>
              <a:gd name="T79" fmla="*/ 197 h 471"/>
              <a:gd name="T80" fmla="*/ 395 w 528"/>
              <a:gd name="T81" fmla="*/ 293 h 471"/>
              <a:gd name="T82" fmla="*/ 404 w 528"/>
              <a:gd name="T83" fmla="*/ 307 h 471"/>
              <a:gd name="T84" fmla="*/ 396 w 528"/>
              <a:gd name="T85" fmla="*/ 320 h 471"/>
              <a:gd name="T86" fmla="*/ 403 w 528"/>
              <a:gd name="T87" fmla="*/ 320 h 471"/>
              <a:gd name="T88" fmla="*/ 416 w 528"/>
              <a:gd name="T89" fmla="*/ 471 h 471"/>
              <a:gd name="T90" fmla="*/ 364 w 528"/>
              <a:gd name="T91" fmla="*/ 471 h 471"/>
              <a:gd name="T92" fmla="*/ 377 w 528"/>
              <a:gd name="T93" fmla="*/ 320 h 471"/>
              <a:gd name="T94" fmla="*/ 384 w 528"/>
              <a:gd name="T95" fmla="*/ 320 h 471"/>
              <a:gd name="T96" fmla="*/ 376 w 528"/>
              <a:gd name="T97" fmla="*/ 307 h 471"/>
              <a:gd name="T98" fmla="*/ 384 w 528"/>
              <a:gd name="T99" fmla="*/ 293 h 471"/>
              <a:gd name="T100" fmla="*/ 383 w 528"/>
              <a:gd name="T101" fmla="*/ 207 h 471"/>
              <a:gd name="T102" fmla="*/ 394 w 528"/>
              <a:gd name="T103" fmla="*/ 197 h 4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528" h="471">
                <a:moveTo>
                  <a:pt x="400" y="293"/>
                </a:moveTo>
                <a:cubicBezTo>
                  <a:pt x="430" y="279"/>
                  <a:pt x="430" y="279"/>
                  <a:pt x="430" y="279"/>
                </a:cubicBezTo>
                <a:cubicBezTo>
                  <a:pt x="430" y="279"/>
                  <a:pt x="430" y="278"/>
                  <a:pt x="430" y="278"/>
                </a:cubicBezTo>
                <a:cubicBezTo>
                  <a:pt x="430" y="204"/>
                  <a:pt x="430" y="204"/>
                  <a:pt x="430" y="204"/>
                </a:cubicBezTo>
                <a:cubicBezTo>
                  <a:pt x="401" y="218"/>
                  <a:pt x="401" y="218"/>
                  <a:pt x="401" y="218"/>
                </a:cubicBezTo>
                <a:cubicBezTo>
                  <a:pt x="400" y="293"/>
                  <a:pt x="400" y="293"/>
                  <a:pt x="400" y="293"/>
                </a:cubicBezTo>
                <a:close/>
                <a:moveTo>
                  <a:pt x="90" y="204"/>
                </a:moveTo>
                <a:cubicBezTo>
                  <a:pt x="90" y="279"/>
                  <a:pt x="90" y="279"/>
                  <a:pt x="90" y="279"/>
                </a:cubicBezTo>
                <a:cubicBezTo>
                  <a:pt x="143" y="304"/>
                  <a:pt x="195" y="329"/>
                  <a:pt x="248" y="354"/>
                </a:cubicBezTo>
                <a:cubicBezTo>
                  <a:pt x="257" y="357"/>
                  <a:pt x="265" y="357"/>
                  <a:pt x="274" y="354"/>
                </a:cubicBezTo>
                <a:cubicBezTo>
                  <a:pt x="371" y="307"/>
                  <a:pt x="371" y="307"/>
                  <a:pt x="371" y="307"/>
                </a:cubicBezTo>
                <a:cubicBezTo>
                  <a:pt x="371" y="232"/>
                  <a:pt x="371" y="232"/>
                  <a:pt x="371" y="232"/>
                </a:cubicBezTo>
                <a:cubicBezTo>
                  <a:pt x="260" y="286"/>
                  <a:pt x="260" y="286"/>
                  <a:pt x="260" y="286"/>
                </a:cubicBezTo>
                <a:cubicBezTo>
                  <a:pt x="90" y="204"/>
                  <a:pt x="90" y="204"/>
                  <a:pt x="90" y="204"/>
                </a:cubicBezTo>
                <a:close/>
                <a:moveTo>
                  <a:pt x="394" y="197"/>
                </a:moveTo>
                <a:cubicBezTo>
                  <a:pt x="391" y="196"/>
                  <a:pt x="391" y="196"/>
                  <a:pt x="391" y="196"/>
                </a:cubicBezTo>
                <a:cubicBezTo>
                  <a:pt x="287" y="139"/>
                  <a:pt x="287" y="139"/>
                  <a:pt x="287" y="139"/>
                </a:cubicBezTo>
                <a:cubicBezTo>
                  <a:pt x="288" y="136"/>
                  <a:pt x="288" y="134"/>
                  <a:pt x="288" y="132"/>
                </a:cubicBezTo>
                <a:cubicBezTo>
                  <a:pt x="288" y="118"/>
                  <a:pt x="277" y="108"/>
                  <a:pt x="264" y="108"/>
                </a:cubicBezTo>
                <a:cubicBezTo>
                  <a:pt x="251" y="108"/>
                  <a:pt x="240" y="118"/>
                  <a:pt x="240" y="132"/>
                </a:cubicBezTo>
                <a:cubicBezTo>
                  <a:pt x="240" y="145"/>
                  <a:pt x="251" y="156"/>
                  <a:pt x="264" y="156"/>
                </a:cubicBezTo>
                <a:cubicBezTo>
                  <a:pt x="270" y="156"/>
                  <a:pt x="276" y="154"/>
                  <a:pt x="281" y="150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  <a:moveTo>
                  <a:pt x="528" y="132"/>
                </a:moveTo>
                <a:cubicBezTo>
                  <a:pt x="260" y="0"/>
                  <a:pt x="260" y="0"/>
                  <a:pt x="260" y="0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37"/>
                  <a:pt x="0" y="137"/>
                  <a:pt x="0" y="137"/>
                </a:cubicBezTo>
                <a:cubicBezTo>
                  <a:pt x="260" y="263"/>
                  <a:pt x="260" y="263"/>
                  <a:pt x="260" y="263"/>
                </a:cubicBezTo>
                <a:cubicBezTo>
                  <a:pt x="371" y="209"/>
                  <a:pt x="371" y="209"/>
                  <a:pt x="371" y="209"/>
                </a:cubicBezTo>
                <a:cubicBezTo>
                  <a:pt x="371" y="205"/>
                  <a:pt x="371" y="205"/>
                  <a:pt x="371" y="205"/>
                </a:cubicBezTo>
                <a:cubicBezTo>
                  <a:pt x="281" y="158"/>
                  <a:pt x="281" y="158"/>
                  <a:pt x="281" y="158"/>
                </a:cubicBezTo>
                <a:cubicBezTo>
                  <a:pt x="276" y="162"/>
                  <a:pt x="270" y="163"/>
                  <a:pt x="264" y="163"/>
                </a:cubicBezTo>
                <a:cubicBezTo>
                  <a:pt x="247" y="163"/>
                  <a:pt x="233" y="149"/>
                  <a:pt x="233" y="132"/>
                </a:cubicBezTo>
                <a:cubicBezTo>
                  <a:pt x="233" y="114"/>
                  <a:pt x="247" y="100"/>
                  <a:pt x="264" y="100"/>
                </a:cubicBezTo>
                <a:cubicBezTo>
                  <a:pt x="281" y="100"/>
                  <a:pt x="295" y="114"/>
                  <a:pt x="295" y="132"/>
                </a:cubicBezTo>
                <a:cubicBezTo>
                  <a:pt x="295" y="133"/>
                  <a:pt x="295" y="134"/>
                  <a:pt x="295" y="135"/>
                </a:cubicBezTo>
                <a:cubicBezTo>
                  <a:pt x="401" y="194"/>
                  <a:pt x="401" y="194"/>
                  <a:pt x="401" y="194"/>
                </a:cubicBezTo>
                <a:cubicBezTo>
                  <a:pt x="528" y="132"/>
                  <a:pt x="528" y="132"/>
                  <a:pt x="528" y="132"/>
                </a:cubicBezTo>
                <a:close/>
                <a:moveTo>
                  <a:pt x="394" y="197"/>
                </a:moveTo>
                <a:cubicBezTo>
                  <a:pt x="395" y="293"/>
                  <a:pt x="395" y="293"/>
                  <a:pt x="395" y="293"/>
                </a:cubicBezTo>
                <a:cubicBezTo>
                  <a:pt x="401" y="295"/>
                  <a:pt x="404" y="300"/>
                  <a:pt x="404" y="307"/>
                </a:cubicBezTo>
                <a:cubicBezTo>
                  <a:pt x="404" y="312"/>
                  <a:pt x="401" y="317"/>
                  <a:pt x="396" y="320"/>
                </a:cubicBezTo>
                <a:cubicBezTo>
                  <a:pt x="403" y="320"/>
                  <a:pt x="403" y="320"/>
                  <a:pt x="403" y="320"/>
                </a:cubicBezTo>
                <a:cubicBezTo>
                  <a:pt x="416" y="471"/>
                  <a:pt x="416" y="471"/>
                  <a:pt x="416" y="471"/>
                </a:cubicBezTo>
                <a:cubicBezTo>
                  <a:pt x="364" y="471"/>
                  <a:pt x="364" y="471"/>
                  <a:pt x="364" y="471"/>
                </a:cubicBezTo>
                <a:cubicBezTo>
                  <a:pt x="377" y="320"/>
                  <a:pt x="377" y="320"/>
                  <a:pt x="377" y="320"/>
                </a:cubicBezTo>
                <a:cubicBezTo>
                  <a:pt x="384" y="320"/>
                  <a:pt x="384" y="320"/>
                  <a:pt x="384" y="320"/>
                </a:cubicBezTo>
                <a:cubicBezTo>
                  <a:pt x="379" y="317"/>
                  <a:pt x="376" y="312"/>
                  <a:pt x="376" y="307"/>
                </a:cubicBezTo>
                <a:cubicBezTo>
                  <a:pt x="376" y="301"/>
                  <a:pt x="379" y="296"/>
                  <a:pt x="384" y="293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10616765" y="0"/>
            <a:ext cx="15752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 rot="16200000">
            <a:off x="10397974" y="1667463"/>
            <a:ext cx="295275" cy="1371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 userDrawn="1"/>
        </p:nvSpPr>
        <p:spPr>
          <a:xfrm>
            <a:off x="10711051" y="1448866"/>
            <a:ext cx="13866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研究背景与研究意义</a:t>
            </a:r>
            <a:endParaRPr lang="zh-CN" altLang="en-US" sz="1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10660469" y="2633115"/>
            <a:ext cx="13866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项目创新点及特色</a:t>
            </a:r>
            <a:endParaRPr lang="zh-CN" altLang="en-US" dirty="0"/>
          </a:p>
        </p:txBody>
      </p:sp>
      <p:sp>
        <p:nvSpPr>
          <p:cNvPr id="14" name="文本框 13"/>
          <p:cNvSpPr txBox="1"/>
          <p:nvPr userDrawn="1"/>
        </p:nvSpPr>
        <p:spPr>
          <a:xfrm>
            <a:off x="10614187" y="3751327"/>
            <a:ext cx="1626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项目研究内容</a:t>
            </a:r>
            <a:endParaRPr lang="zh-CN" altLang="en-US" sz="1800" dirty="0">
              <a:solidFill>
                <a:schemeClr val="accent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椭圆 17"/>
          <p:cNvSpPr/>
          <p:nvPr userDrawn="1"/>
        </p:nvSpPr>
        <p:spPr>
          <a:xfrm>
            <a:off x="10924370" y="102005"/>
            <a:ext cx="941750" cy="94175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7620" y="136016"/>
            <a:ext cx="915250" cy="883621"/>
          </a:xfrm>
          <a:prstGeom prst="rect">
            <a:avLst/>
          </a:prstGeom>
        </p:spPr>
      </p:pic>
      <p:sp>
        <p:nvSpPr>
          <p:cNvPr id="17" name="文本框 16"/>
          <p:cNvSpPr txBox="1"/>
          <p:nvPr userDrawn="1"/>
        </p:nvSpPr>
        <p:spPr>
          <a:xfrm>
            <a:off x="10734013" y="4903838"/>
            <a:ext cx="138666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ym typeface="+mn-ea"/>
              </a:rPr>
              <a:t>政策建议及成果</a:t>
            </a:r>
            <a:endParaRPr lang="zh-CN" altLang="en-US" sz="1800" kern="1200" dirty="0">
              <a:solidFill>
                <a:schemeClr val="accent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  <p:transition spd="slow" advClick="0" advTm="3000">
    <p:fade/>
  </p:transition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研究方法_需换右下角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02657" y="337014"/>
            <a:ext cx="5258480" cy="682623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741C5-8F5C-4213-BB69-8C2D02590C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r>
              <a:rPr lang="en-US" altLang="zh-CN" dirty="0"/>
              <a:t>P</a:t>
            </a:r>
            <a:fld id="{38893EA9-123D-489F-8313-43A8A4AC4565}" type="slidenum">
              <a:rPr lang="zh-CN" altLang="en-US" dirty="0" smtClean="0"/>
            </a:fld>
            <a:endParaRPr lang="zh-CN" altLang="en-US" dirty="0"/>
          </a:p>
        </p:txBody>
      </p:sp>
      <p:sp>
        <p:nvSpPr>
          <p:cNvPr id="6" name="Freeform 5"/>
          <p:cNvSpPr>
            <a:spLocks noEditPoints="1"/>
          </p:cNvSpPr>
          <p:nvPr userDrawn="1"/>
        </p:nvSpPr>
        <p:spPr bwMode="auto">
          <a:xfrm>
            <a:off x="507321" y="396194"/>
            <a:ext cx="766308" cy="684421"/>
          </a:xfrm>
          <a:custGeom>
            <a:avLst/>
            <a:gdLst>
              <a:gd name="T0" fmla="*/ 400 w 528"/>
              <a:gd name="T1" fmla="*/ 293 h 471"/>
              <a:gd name="T2" fmla="*/ 430 w 528"/>
              <a:gd name="T3" fmla="*/ 279 h 471"/>
              <a:gd name="T4" fmla="*/ 430 w 528"/>
              <a:gd name="T5" fmla="*/ 278 h 471"/>
              <a:gd name="T6" fmla="*/ 430 w 528"/>
              <a:gd name="T7" fmla="*/ 204 h 471"/>
              <a:gd name="T8" fmla="*/ 401 w 528"/>
              <a:gd name="T9" fmla="*/ 218 h 471"/>
              <a:gd name="T10" fmla="*/ 400 w 528"/>
              <a:gd name="T11" fmla="*/ 293 h 471"/>
              <a:gd name="T12" fmla="*/ 90 w 528"/>
              <a:gd name="T13" fmla="*/ 204 h 471"/>
              <a:gd name="T14" fmla="*/ 90 w 528"/>
              <a:gd name="T15" fmla="*/ 279 h 471"/>
              <a:gd name="T16" fmla="*/ 248 w 528"/>
              <a:gd name="T17" fmla="*/ 354 h 471"/>
              <a:gd name="T18" fmla="*/ 274 w 528"/>
              <a:gd name="T19" fmla="*/ 354 h 471"/>
              <a:gd name="T20" fmla="*/ 371 w 528"/>
              <a:gd name="T21" fmla="*/ 307 h 471"/>
              <a:gd name="T22" fmla="*/ 371 w 528"/>
              <a:gd name="T23" fmla="*/ 232 h 471"/>
              <a:gd name="T24" fmla="*/ 260 w 528"/>
              <a:gd name="T25" fmla="*/ 286 h 471"/>
              <a:gd name="T26" fmla="*/ 90 w 528"/>
              <a:gd name="T27" fmla="*/ 204 h 471"/>
              <a:gd name="T28" fmla="*/ 394 w 528"/>
              <a:gd name="T29" fmla="*/ 197 h 471"/>
              <a:gd name="T30" fmla="*/ 391 w 528"/>
              <a:gd name="T31" fmla="*/ 196 h 471"/>
              <a:gd name="T32" fmla="*/ 287 w 528"/>
              <a:gd name="T33" fmla="*/ 139 h 471"/>
              <a:gd name="T34" fmla="*/ 288 w 528"/>
              <a:gd name="T35" fmla="*/ 132 h 471"/>
              <a:gd name="T36" fmla="*/ 264 w 528"/>
              <a:gd name="T37" fmla="*/ 108 h 471"/>
              <a:gd name="T38" fmla="*/ 240 w 528"/>
              <a:gd name="T39" fmla="*/ 132 h 471"/>
              <a:gd name="T40" fmla="*/ 264 w 528"/>
              <a:gd name="T41" fmla="*/ 156 h 471"/>
              <a:gd name="T42" fmla="*/ 281 w 528"/>
              <a:gd name="T43" fmla="*/ 150 h 471"/>
              <a:gd name="T44" fmla="*/ 383 w 528"/>
              <a:gd name="T45" fmla="*/ 207 h 471"/>
              <a:gd name="T46" fmla="*/ 394 w 528"/>
              <a:gd name="T47" fmla="*/ 197 h 471"/>
              <a:gd name="T48" fmla="*/ 528 w 528"/>
              <a:gd name="T49" fmla="*/ 132 h 471"/>
              <a:gd name="T50" fmla="*/ 260 w 528"/>
              <a:gd name="T51" fmla="*/ 0 h 471"/>
              <a:gd name="T52" fmla="*/ 0 w 528"/>
              <a:gd name="T53" fmla="*/ 126 h 471"/>
              <a:gd name="T54" fmla="*/ 0 w 528"/>
              <a:gd name="T55" fmla="*/ 137 h 471"/>
              <a:gd name="T56" fmla="*/ 260 w 528"/>
              <a:gd name="T57" fmla="*/ 263 h 471"/>
              <a:gd name="T58" fmla="*/ 371 w 528"/>
              <a:gd name="T59" fmla="*/ 209 h 471"/>
              <a:gd name="T60" fmla="*/ 371 w 528"/>
              <a:gd name="T61" fmla="*/ 205 h 471"/>
              <a:gd name="T62" fmla="*/ 281 w 528"/>
              <a:gd name="T63" fmla="*/ 158 h 471"/>
              <a:gd name="T64" fmla="*/ 264 w 528"/>
              <a:gd name="T65" fmla="*/ 163 h 471"/>
              <a:gd name="T66" fmla="*/ 233 w 528"/>
              <a:gd name="T67" fmla="*/ 132 h 471"/>
              <a:gd name="T68" fmla="*/ 264 w 528"/>
              <a:gd name="T69" fmla="*/ 100 h 471"/>
              <a:gd name="T70" fmla="*/ 295 w 528"/>
              <a:gd name="T71" fmla="*/ 132 h 471"/>
              <a:gd name="T72" fmla="*/ 295 w 528"/>
              <a:gd name="T73" fmla="*/ 135 h 471"/>
              <a:gd name="T74" fmla="*/ 401 w 528"/>
              <a:gd name="T75" fmla="*/ 194 h 471"/>
              <a:gd name="T76" fmla="*/ 528 w 528"/>
              <a:gd name="T77" fmla="*/ 132 h 471"/>
              <a:gd name="T78" fmla="*/ 394 w 528"/>
              <a:gd name="T79" fmla="*/ 197 h 471"/>
              <a:gd name="T80" fmla="*/ 395 w 528"/>
              <a:gd name="T81" fmla="*/ 293 h 471"/>
              <a:gd name="T82" fmla="*/ 404 w 528"/>
              <a:gd name="T83" fmla="*/ 307 h 471"/>
              <a:gd name="T84" fmla="*/ 396 w 528"/>
              <a:gd name="T85" fmla="*/ 320 h 471"/>
              <a:gd name="T86" fmla="*/ 403 w 528"/>
              <a:gd name="T87" fmla="*/ 320 h 471"/>
              <a:gd name="T88" fmla="*/ 416 w 528"/>
              <a:gd name="T89" fmla="*/ 471 h 471"/>
              <a:gd name="T90" fmla="*/ 364 w 528"/>
              <a:gd name="T91" fmla="*/ 471 h 471"/>
              <a:gd name="T92" fmla="*/ 377 w 528"/>
              <a:gd name="T93" fmla="*/ 320 h 471"/>
              <a:gd name="T94" fmla="*/ 384 w 528"/>
              <a:gd name="T95" fmla="*/ 320 h 471"/>
              <a:gd name="T96" fmla="*/ 376 w 528"/>
              <a:gd name="T97" fmla="*/ 307 h 471"/>
              <a:gd name="T98" fmla="*/ 384 w 528"/>
              <a:gd name="T99" fmla="*/ 293 h 471"/>
              <a:gd name="T100" fmla="*/ 383 w 528"/>
              <a:gd name="T101" fmla="*/ 207 h 471"/>
              <a:gd name="T102" fmla="*/ 394 w 528"/>
              <a:gd name="T103" fmla="*/ 197 h 4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528" h="471">
                <a:moveTo>
                  <a:pt x="400" y="293"/>
                </a:moveTo>
                <a:cubicBezTo>
                  <a:pt x="430" y="279"/>
                  <a:pt x="430" y="279"/>
                  <a:pt x="430" y="279"/>
                </a:cubicBezTo>
                <a:cubicBezTo>
                  <a:pt x="430" y="279"/>
                  <a:pt x="430" y="278"/>
                  <a:pt x="430" y="278"/>
                </a:cubicBezTo>
                <a:cubicBezTo>
                  <a:pt x="430" y="204"/>
                  <a:pt x="430" y="204"/>
                  <a:pt x="430" y="204"/>
                </a:cubicBezTo>
                <a:cubicBezTo>
                  <a:pt x="401" y="218"/>
                  <a:pt x="401" y="218"/>
                  <a:pt x="401" y="218"/>
                </a:cubicBezTo>
                <a:cubicBezTo>
                  <a:pt x="400" y="293"/>
                  <a:pt x="400" y="293"/>
                  <a:pt x="400" y="293"/>
                </a:cubicBezTo>
                <a:close/>
                <a:moveTo>
                  <a:pt x="90" y="204"/>
                </a:moveTo>
                <a:cubicBezTo>
                  <a:pt x="90" y="279"/>
                  <a:pt x="90" y="279"/>
                  <a:pt x="90" y="279"/>
                </a:cubicBezTo>
                <a:cubicBezTo>
                  <a:pt x="143" y="304"/>
                  <a:pt x="195" y="329"/>
                  <a:pt x="248" y="354"/>
                </a:cubicBezTo>
                <a:cubicBezTo>
                  <a:pt x="257" y="357"/>
                  <a:pt x="265" y="357"/>
                  <a:pt x="274" y="354"/>
                </a:cubicBezTo>
                <a:cubicBezTo>
                  <a:pt x="371" y="307"/>
                  <a:pt x="371" y="307"/>
                  <a:pt x="371" y="307"/>
                </a:cubicBezTo>
                <a:cubicBezTo>
                  <a:pt x="371" y="232"/>
                  <a:pt x="371" y="232"/>
                  <a:pt x="371" y="232"/>
                </a:cubicBezTo>
                <a:cubicBezTo>
                  <a:pt x="260" y="286"/>
                  <a:pt x="260" y="286"/>
                  <a:pt x="260" y="286"/>
                </a:cubicBezTo>
                <a:cubicBezTo>
                  <a:pt x="90" y="204"/>
                  <a:pt x="90" y="204"/>
                  <a:pt x="90" y="204"/>
                </a:cubicBezTo>
                <a:close/>
                <a:moveTo>
                  <a:pt x="394" y="197"/>
                </a:moveTo>
                <a:cubicBezTo>
                  <a:pt x="391" y="196"/>
                  <a:pt x="391" y="196"/>
                  <a:pt x="391" y="196"/>
                </a:cubicBezTo>
                <a:cubicBezTo>
                  <a:pt x="287" y="139"/>
                  <a:pt x="287" y="139"/>
                  <a:pt x="287" y="139"/>
                </a:cubicBezTo>
                <a:cubicBezTo>
                  <a:pt x="288" y="136"/>
                  <a:pt x="288" y="134"/>
                  <a:pt x="288" y="132"/>
                </a:cubicBezTo>
                <a:cubicBezTo>
                  <a:pt x="288" y="118"/>
                  <a:pt x="277" y="108"/>
                  <a:pt x="264" y="108"/>
                </a:cubicBezTo>
                <a:cubicBezTo>
                  <a:pt x="251" y="108"/>
                  <a:pt x="240" y="118"/>
                  <a:pt x="240" y="132"/>
                </a:cubicBezTo>
                <a:cubicBezTo>
                  <a:pt x="240" y="145"/>
                  <a:pt x="251" y="156"/>
                  <a:pt x="264" y="156"/>
                </a:cubicBezTo>
                <a:cubicBezTo>
                  <a:pt x="270" y="156"/>
                  <a:pt x="276" y="154"/>
                  <a:pt x="281" y="150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  <a:moveTo>
                  <a:pt x="528" y="132"/>
                </a:moveTo>
                <a:cubicBezTo>
                  <a:pt x="260" y="0"/>
                  <a:pt x="260" y="0"/>
                  <a:pt x="260" y="0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37"/>
                  <a:pt x="0" y="137"/>
                  <a:pt x="0" y="137"/>
                </a:cubicBezTo>
                <a:cubicBezTo>
                  <a:pt x="260" y="263"/>
                  <a:pt x="260" y="263"/>
                  <a:pt x="260" y="263"/>
                </a:cubicBezTo>
                <a:cubicBezTo>
                  <a:pt x="371" y="209"/>
                  <a:pt x="371" y="209"/>
                  <a:pt x="371" y="209"/>
                </a:cubicBezTo>
                <a:cubicBezTo>
                  <a:pt x="371" y="205"/>
                  <a:pt x="371" y="205"/>
                  <a:pt x="371" y="205"/>
                </a:cubicBezTo>
                <a:cubicBezTo>
                  <a:pt x="281" y="158"/>
                  <a:pt x="281" y="158"/>
                  <a:pt x="281" y="158"/>
                </a:cubicBezTo>
                <a:cubicBezTo>
                  <a:pt x="276" y="162"/>
                  <a:pt x="270" y="163"/>
                  <a:pt x="264" y="163"/>
                </a:cubicBezTo>
                <a:cubicBezTo>
                  <a:pt x="247" y="163"/>
                  <a:pt x="233" y="149"/>
                  <a:pt x="233" y="132"/>
                </a:cubicBezTo>
                <a:cubicBezTo>
                  <a:pt x="233" y="114"/>
                  <a:pt x="247" y="100"/>
                  <a:pt x="264" y="100"/>
                </a:cubicBezTo>
                <a:cubicBezTo>
                  <a:pt x="281" y="100"/>
                  <a:pt x="295" y="114"/>
                  <a:pt x="295" y="132"/>
                </a:cubicBezTo>
                <a:cubicBezTo>
                  <a:pt x="295" y="133"/>
                  <a:pt x="295" y="134"/>
                  <a:pt x="295" y="135"/>
                </a:cubicBezTo>
                <a:cubicBezTo>
                  <a:pt x="401" y="194"/>
                  <a:pt x="401" y="194"/>
                  <a:pt x="401" y="194"/>
                </a:cubicBezTo>
                <a:cubicBezTo>
                  <a:pt x="528" y="132"/>
                  <a:pt x="528" y="132"/>
                  <a:pt x="528" y="132"/>
                </a:cubicBezTo>
                <a:close/>
                <a:moveTo>
                  <a:pt x="394" y="197"/>
                </a:moveTo>
                <a:cubicBezTo>
                  <a:pt x="395" y="293"/>
                  <a:pt x="395" y="293"/>
                  <a:pt x="395" y="293"/>
                </a:cubicBezTo>
                <a:cubicBezTo>
                  <a:pt x="401" y="295"/>
                  <a:pt x="404" y="300"/>
                  <a:pt x="404" y="307"/>
                </a:cubicBezTo>
                <a:cubicBezTo>
                  <a:pt x="404" y="312"/>
                  <a:pt x="401" y="317"/>
                  <a:pt x="396" y="320"/>
                </a:cubicBezTo>
                <a:cubicBezTo>
                  <a:pt x="403" y="320"/>
                  <a:pt x="403" y="320"/>
                  <a:pt x="403" y="320"/>
                </a:cubicBezTo>
                <a:cubicBezTo>
                  <a:pt x="416" y="471"/>
                  <a:pt x="416" y="471"/>
                  <a:pt x="416" y="471"/>
                </a:cubicBezTo>
                <a:cubicBezTo>
                  <a:pt x="364" y="471"/>
                  <a:pt x="364" y="471"/>
                  <a:pt x="364" y="471"/>
                </a:cubicBezTo>
                <a:cubicBezTo>
                  <a:pt x="377" y="320"/>
                  <a:pt x="377" y="320"/>
                  <a:pt x="377" y="320"/>
                </a:cubicBezTo>
                <a:cubicBezTo>
                  <a:pt x="384" y="320"/>
                  <a:pt x="384" y="320"/>
                  <a:pt x="384" y="320"/>
                </a:cubicBezTo>
                <a:cubicBezTo>
                  <a:pt x="379" y="317"/>
                  <a:pt x="376" y="312"/>
                  <a:pt x="376" y="307"/>
                </a:cubicBezTo>
                <a:cubicBezTo>
                  <a:pt x="376" y="301"/>
                  <a:pt x="379" y="296"/>
                  <a:pt x="384" y="293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10616765" y="0"/>
            <a:ext cx="15752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 rot="16200000">
            <a:off x="10420625" y="2887704"/>
            <a:ext cx="295275" cy="1371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 userDrawn="1"/>
        </p:nvSpPr>
        <p:spPr>
          <a:xfrm>
            <a:off x="10924370" y="102005"/>
            <a:ext cx="941750" cy="94175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7620" y="136016"/>
            <a:ext cx="915250" cy="883621"/>
          </a:xfrm>
          <a:prstGeom prst="rect">
            <a:avLst/>
          </a:prstGeom>
        </p:spPr>
      </p:pic>
      <p:sp>
        <p:nvSpPr>
          <p:cNvPr id="18" name="文本框 17"/>
          <p:cNvSpPr txBox="1"/>
          <p:nvPr userDrawn="1"/>
        </p:nvSpPr>
        <p:spPr>
          <a:xfrm>
            <a:off x="10711051" y="1448866"/>
            <a:ext cx="13866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kern="12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研究背景与研究意义</a:t>
            </a:r>
            <a:endParaRPr lang="zh-CN" altLang="en-US" sz="1800" kern="1200" dirty="0">
              <a:solidFill>
                <a:schemeClr val="accent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660469" y="2633115"/>
            <a:ext cx="13866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>
                <a:solidFill>
                  <a:schemeClr val="bg1"/>
                </a:solidFill>
              </a:rPr>
              <a:t>项目创新点及特色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10614187" y="3751327"/>
            <a:ext cx="1626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项目研究内容</a:t>
            </a:r>
            <a:endParaRPr lang="zh-CN" altLang="en-US" sz="1800" dirty="0">
              <a:solidFill>
                <a:schemeClr val="accent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 userDrawn="1"/>
        </p:nvSpPr>
        <p:spPr>
          <a:xfrm>
            <a:off x="10734013" y="4903838"/>
            <a:ext cx="138666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ym typeface="+mn-ea"/>
              </a:rPr>
              <a:t>政策建议及成果</a:t>
            </a:r>
            <a:endParaRPr lang="zh-CN" altLang="en-US" sz="1800" kern="1200" dirty="0">
              <a:solidFill>
                <a:schemeClr val="accent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  <p:transition spd="slow" advClick="0" advTm="3000">
    <p:fade/>
  </p:transition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研究过程_需换右下角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02657" y="337014"/>
            <a:ext cx="5258480" cy="682623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741C5-8F5C-4213-BB69-8C2D02590C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r>
              <a:rPr lang="en-US" altLang="zh-CN" dirty="0"/>
              <a:t>P</a:t>
            </a:r>
            <a:fld id="{38893EA9-123D-489F-8313-43A8A4AC4565}" type="slidenum">
              <a:rPr lang="zh-CN" altLang="en-US" dirty="0" smtClean="0"/>
            </a:fld>
            <a:endParaRPr lang="zh-CN" altLang="en-US" dirty="0"/>
          </a:p>
        </p:txBody>
      </p:sp>
      <p:sp>
        <p:nvSpPr>
          <p:cNvPr id="6" name="Freeform 5"/>
          <p:cNvSpPr>
            <a:spLocks noEditPoints="1"/>
          </p:cNvSpPr>
          <p:nvPr userDrawn="1"/>
        </p:nvSpPr>
        <p:spPr bwMode="auto">
          <a:xfrm>
            <a:off x="507321" y="396194"/>
            <a:ext cx="766308" cy="684421"/>
          </a:xfrm>
          <a:custGeom>
            <a:avLst/>
            <a:gdLst>
              <a:gd name="T0" fmla="*/ 400 w 528"/>
              <a:gd name="T1" fmla="*/ 293 h 471"/>
              <a:gd name="T2" fmla="*/ 430 w 528"/>
              <a:gd name="T3" fmla="*/ 279 h 471"/>
              <a:gd name="T4" fmla="*/ 430 w 528"/>
              <a:gd name="T5" fmla="*/ 278 h 471"/>
              <a:gd name="T6" fmla="*/ 430 w 528"/>
              <a:gd name="T7" fmla="*/ 204 h 471"/>
              <a:gd name="T8" fmla="*/ 401 w 528"/>
              <a:gd name="T9" fmla="*/ 218 h 471"/>
              <a:gd name="T10" fmla="*/ 400 w 528"/>
              <a:gd name="T11" fmla="*/ 293 h 471"/>
              <a:gd name="T12" fmla="*/ 90 w 528"/>
              <a:gd name="T13" fmla="*/ 204 h 471"/>
              <a:gd name="T14" fmla="*/ 90 w 528"/>
              <a:gd name="T15" fmla="*/ 279 h 471"/>
              <a:gd name="T16" fmla="*/ 248 w 528"/>
              <a:gd name="T17" fmla="*/ 354 h 471"/>
              <a:gd name="T18" fmla="*/ 274 w 528"/>
              <a:gd name="T19" fmla="*/ 354 h 471"/>
              <a:gd name="T20" fmla="*/ 371 w 528"/>
              <a:gd name="T21" fmla="*/ 307 h 471"/>
              <a:gd name="T22" fmla="*/ 371 w 528"/>
              <a:gd name="T23" fmla="*/ 232 h 471"/>
              <a:gd name="T24" fmla="*/ 260 w 528"/>
              <a:gd name="T25" fmla="*/ 286 h 471"/>
              <a:gd name="T26" fmla="*/ 90 w 528"/>
              <a:gd name="T27" fmla="*/ 204 h 471"/>
              <a:gd name="T28" fmla="*/ 394 w 528"/>
              <a:gd name="T29" fmla="*/ 197 h 471"/>
              <a:gd name="T30" fmla="*/ 391 w 528"/>
              <a:gd name="T31" fmla="*/ 196 h 471"/>
              <a:gd name="T32" fmla="*/ 287 w 528"/>
              <a:gd name="T33" fmla="*/ 139 h 471"/>
              <a:gd name="T34" fmla="*/ 288 w 528"/>
              <a:gd name="T35" fmla="*/ 132 h 471"/>
              <a:gd name="T36" fmla="*/ 264 w 528"/>
              <a:gd name="T37" fmla="*/ 108 h 471"/>
              <a:gd name="T38" fmla="*/ 240 w 528"/>
              <a:gd name="T39" fmla="*/ 132 h 471"/>
              <a:gd name="T40" fmla="*/ 264 w 528"/>
              <a:gd name="T41" fmla="*/ 156 h 471"/>
              <a:gd name="T42" fmla="*/ 281 w 528"/>
              <a:gd name="T43" fmla="*/ 150 h 471"/>
              <a:gd name="T44" fmla="*/ 383 w 528"/>
              <a:gd name="T45" fmla="*/ 207 h 471"/>
              <a:gd name="T46" fmla="*/ 394 w 528"/>
              <a:gd name="T47" fmla="*/ 197 h 471"/>
              <a:gd name="T48" fmla="*/ 528 w 528"/>
              <a:gd name="T49" fmla="*/ 132 h 471"/>
              <a:gd name="T50" fmla="*/ 260 w 528"/>
              <a:gd name="T51" fmla="*/ 0 h 471"/>
              <a:gd name="T52" fmla="*/ 0 w 528"/>
              <a:gd name="T53" fmla="*/ 126 h 471"/>
              <a:gd name="T54" fmla="*/ 0 w 528"/>
              <a:gd name="T55" fmla="*/ 137 h 471"/>
              <a:gd name="T56" fmla="*/ 260 w 528"/>
              <a:gd name="T57" fmla="*/ 263 h 471"/>
              <a:gd name="T58" fmla="*/ 371 w 528"/>
              <a:gd name="T59" fmla="*/ 209 h 471"/>
              <a:gd name="T60" fmla="*/ 371 w 528"/>
              <a:gd name="T61" fmla="*/ 205 h 471"/>
              <a:gd name="T62" fmla="*/ 281 w 528"/>
              <a:gd name="T63" fmla="*/ 158 h 471"/>
              <a:gd name="T64" fmla="*/ 264 w 528"/>
              <a:gd name="T65" fmla="*/ 163 h 471"/>
              <a:gd name="T66" fmla="*/ 233 w 528"/>
              <a:gd name="T67" fmla="*/ 132 h 471"/>
              <a:gd name="T68" fmla="*/ 264 w 528"/>
              <a:gd name="T69" fmla="*/ 100 h 471"/>
              <a:gd name="T70" fmla="*/ 295 w 528"/>
              <a:gd name="T71" fmla="*/ 132 h 471"/>
              <a:gd name="T72" fmla="*/ 295 w 528"/>
              <a:gd name="T73" fmla="*/ 135 h 471"/>
              <a:gd name="T74" fmla="*/ 401 w 528"/>
              <a:gd name="T75" fmla="*/ 194 h 471"/>
              <a:gd name="T76" fmla="*/ 528 w 528"/>
              <a:gd name="T77" fmla="*/ 132 h 471"/>
              <a:gd name="T78" fmla="*/ 394 w 528"/>
              <a:gd name="T79" fmla="*/ 197 h 471"/>
              <a:gd name="T80" fmla="*/ 395 w 528"/>
              <a:gd name="T81" fmla="*/ 293 h 471"/>
              <a:gd name="T82" fmla="*/ 404 w 528"/>
              <a:gd name="T83" fmla="*/ 307 h 471"/>
              <a:gd name="T84" fmla="*/ 396 w 528"/>
              <a:gd name="T85" fmla="*/ 320 h 471"/>
              <a:gd name="T86" fmla="*/ 403 w 528"/>
              <a:gd name="T87" fmla="*/ 320 h 471"/>
              <a:gd name="T88" fmla="*/ 416 w 528"/>
              <a:gd name="T89" fmla="*/ 471 h 471"/>
              <a:gd name="T90" fmla="*/ 364 w 528"/>
              <a:gd name="T91" fmla="*/ 471 h 471"/>
              <a:gd name="T92" fmla="*/ 377 w 528"/>
              <a:gd name="T93" fmla="*/ 320 h 471"/>
              <a:gd name="T94" fmla="*/ 384 w 528"/>
              <a:gd name="T95" fmla="*/ 320 h 471"/>
              <a:gd name="T96" fmla="*/ 376 w 528"/>
              <a:gd name="T97" fmla="*/ 307 h 471"/>
              <a:gd name="T98" fmla="*/ 384 w 528"/>
              <a:gd name="T99" fmla="*/ 293 h 471"/>
              <a:gd name="T100" fmla="*/ 383 w 528"/>
              <a:gd name="T101" fmla="*/ 207 h 471"/>
              <a:gd name="T102" fmla="*/ 394 w 528"/>
              <a:gd name="T103" fmla="*/ 197 h 4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528" h="471">
                <a:moveTo>
                  <a:pt x="400" y="293"/>
                </a:moveTo>
                <a:cubicBezTo>
                  <a:pt x="430" y="279"/>
                  <a:pt x="430" y="279"/>
                  <a:pt x="430" y="279"/>
                </a:cubicBezTo>
                <a:cubicBezTo>
                  <a:pt x="430" y="279"/>
                  <a:pt x="430" y="278"/>
                  <a:pt x="430" y="278"/>
                </a:cubicBezTo>
                <a:cubicBezTo>
                  <a:pt x="430" y="204"/>
                  <a:pt x="430" y="204"/>
                  <a:pt x="430" y="204"/>
                </a:cubicBezTo>
                <a:cubicBezTo>
                  <a:pt x="401" y="218"/>
                  <a:pt x="401" y="218"/>
                  <a:pt x="401" y="218"/>
                </a:cubicBezTo>
                <a:cubicBezTo>
                  <a:pt x="400" y="293"/>
                  <a:pt x="400" y="293"/>
                  <a:pt x="400" y="293"/>
                </a:cubicBezTo>
                <a:close/>
                <a:moveTo>
                  <a:pt x="90" y="204"/>
                </a:moveTo>
                <a:cubicBezTo>
                  <a:pt x="90" y="279"/>
                  <a:pt x="90" y="279"/>
                  <a:pt x="90" y="279"/>
                </a:cubicBezTo>
                <a:cubicBezTo>
                  <a:pt x="143" y="304"/>
                  <a:pt x="195" y="329"/>
                  <a:pt x="248" y="354"/>
                </a:cubicBezTo>
                <a:cubicBezTo>
                  <a:pt x="257" y="357"/>
                  <a:pt x="265" y="357"/>
                  <a:pt x="274" y="354"/>
                </a:cubicBezTo>
                <a:cubicBezTo>
                  <a:pt x="371" y="307"/>
                  <a:pt x="371" y="307"/>
                  <a:pt x="371" y="307"/>
                </a:cubicBezTo>
                <a:cubicBezTo>
                  <a:pt x="371" y="232"/>
                  <a:pt x="371" y="232"/>
                  <a:pt x="371" y="232"/>
                </a:cubicBezTo>
                <a:cubicBezTo>
                  <a:pt x="260" y="286"/>
                  <a:pt x="260" y="286"/>
                  <a:pt x="260" y="286"/>
                </a:cubicBezTo>
                <a:cubicBezTo>
                  <a:pt x="90" y="204"/>
                  <a:pt x="90" y="204"/>
                  <a:pt x="90" y="204"/>
                </a:cubicBezTo>
                <a:close/>
                <a:moveTo>
                  <a:pt x="394" y="197"/>
                </a:moveTo>
                <a:cubicBezTo>
                  <a:pt x="391" y="196"/>
                  <a:pt x="391" y="196"/>
                  <a:pt x="391" y="196"/>
                </a:cubicBezTo>
                <a:cubicBezTo>
                  <a:pt x="287" y="139"/>
                  <a:pt x="287" y="139"/>
                  <a:pt x="287" y="139"/>
                </a:cubicBezTo>
                <a:cubicBezTo>
                  <a:pt x="288" y="136"/>
                  <a:pt x="288" y="134"/>
                  <a:pt x="288" y="132"/>
                </a:cubicBezTo>
                <a:cubicBezTo>
                  <a:pt x="288" y="118"/>
                  <a:pt x="277" y="108"/>
                  <a:pt x="264" y="108"/>
                </a:cubicBezTo>
                <a:cubicBezTo>
                  <a:pt x="251" y="108"/>
                  <a:pt x="240" y="118"/>
                  <a:pt x="240" y="132"/>
                </a:cubicBezTo>
                <a:cubicBezTo>
                  <a:pt x="240" y="145"/>
                  <a:pt x="251" y="156"/>
                  <a:pt x="264" y="156"/>
                </a:cubicBezTo>
                <a:cubicBezTo>
                  <a:pt x="270" y="156"/>
                  <a:pt x="276" y="154"/>
                  <a:pt x="281" y="150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  <a:moveTo>
                  <a:pt x="528" y="132"/>
                </a:moveTo>
                <a:cubicBezTo>
                  <a:pt x="260" y="0"/>
                  <a:pt x="260" y="0"/>
                  <a:pt x="260" y="0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37"/>
                  <a:pt x="0" y="137"/>
                  <a:pt x="0" y="137"/>
                </a:cubicBezTo>
                <a:cubicBezTo>
                  <a:pt x="260" y="263"/>
                  <a:pt x="260" y="263"/>
                  <a:pt x="260" y="263"/>
                </a:cubicBezTo>
                <a:cubicBezTo>
                  <a:pt x="371" y="209"/>
                  <a:pt x="371" y="209"/>
                  <a:pt x="371" y="209"/>
                </a:cubicBezTo>
                <a:cubicBezTo>
                  <a:pt x="371" y="205"/>
                  <a:pt x="371" y="205"/>
                  <a:pt x="371" y="205"/>
                </a:cubicBezTo>
                <a:cubicBezTo>
                  <a:pt x="281" y="158"/>
                  <a:pt x="281" y="158"/>
                  <a:pt x="281" y="158"/>
                </a:cubicBezTo>
                <a:cubicBezTo>
                  <a:pt x="276" y="162"/>
                  <a:pt x="270" y="163"/>
                  <a:pt x="264" y="163"/>
                </a:cubicBezTo>
                <a:cubicBezTo>
                  <a:pt x="247" y="163"/>
                  <a:pt x="233" y="149"/>
                  <a:pt x="233" y="132"/>
                </a:cubicBezTo>
                <a:cubicBezTo>
                  <a:pt x="233" y="114"/>
                  <a:pt x="247" y="100"/>
                  <a:pt x="264" y="100"/>
                </a:cubicBezTo>
                <a:cubicBezTo>
                  <a:pt x="281" y="100"/>
                  <a:pt x="295" y="114"/>
                  <a:pt x="295" y="132"/>
                </a:cubicBezTo>
                <a:cubicBezTo>
                  <a:pt x="295" y="133"/>
                  <a:pt x="295" y="134"/>
                  <a:pt x="295" y="135"/>
                </a:cubicBezTo>
                <a:cubicBezTo>
                  <a:pt x="401" y="194"/>
                  <a:pt x="401" y="194"/>
                  <a:pt x="401" y="194"/>
                </a:cubicBezTo>
                <a:cubicBezTo>
                  <a:pt x="528" y="132"/>
                  <a:pt x="528" y="132"/>
                  <a:pt x="528" y="132"/>
                </a:cubicBezTo>
                <a:close/>
                <a:moveTo>
                  <a:pt x="394" y="197"/>
                </a:moveTo>
                <a:cubicBezTo>
                  <a:pt x="395" y="293"/>
                  <a:pt x="395" y="293"/>
                  <a:pt x="395" y="293"/>
                </a:cubicBezTo>
                <a:cubicBezTo>
                  <a:pt x="401" y="295"/>
                  <a:pt x="404" y="300"/>
                  <a:pt x="404" y="307"/>
                </a:cubicBezTo>
                <a:cubicBezTo>
                  <a:pt x="404" y="312"/>
                  <a:pt x="401" y="317"/>
                  <a:pt x="396" y="320"/>
                </a:cubicBezTo>
                <a:cubicBezTo>
                  <a:pt x="403" y="320"/>
                  <a:pt x="403" y="320"/>
                  <a:pt x="403" y="320"/>
                </a:cubicBezTo>
                <a:cubicBezTo>
                  <a:pt x="416" y="471"/>
                  <a:pt x="416" y="471"/>
                  <a:pt x="416" y="471"/>
                </a:cubicBezTo>
                <a:cubicBezTo>
                  <a:pt x="364" y="471"/>
                  <a:pt x="364" y="471"/>
                  <a:pt x="364" y="471"/>
                </a:cubicBezTo>
                <a:cubicBezTo>
                  <a:pt x="377" y="320"/>
                  <a:pt x="377" y="320"/>
                  <a:pt x="377" y="320"/>
                </a:cubicBezTo>
                <a:cubicBezTo>
                  <a:pt x="384" y="320"/>
                  <a:pt x="384" y="320"/>
                  <a:pt x="384" y="320"/>
                </a:cubicBezTo>
                <a:cubicBezTo>
                  <a:pt x="379" y="317"/>
                  <a:pt x="376" y="312"/>
                  <a:pt x="376" y="307"/>
                </a:cubicBezTo>
                <a:cubicBezTo>
                  <a:pt x="376" y="301"/>
                  <a:pt x="379" y="296"/>
                  <a:pt x="384" y="293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10616765" y="0"/>
            <a:ext cx="15752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 rot="16200000">
            <a:off x="10401238" y="3904446"/>
            <a:ext cx="295275" cy="1371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 userDrawn="1"/>
        </p:nvSpPr>
        <p:spPr>
          <a:xfrm>
            <a:off x="10924370" y="102005"/>
            <a:ext cx="941750" cy="94175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7620" y="136016"/>
            <a:ext cx="915250" cy="883621"/>
          </a:xfrm>
          <a:prstGeom prst="rect">
            <a:avLst/>
          </a:prstGeom>
        </p:spPr>
      </p:pic>
      <p:sp>
        <p:nvSpPr>
          <p:cNvPr id="18" name="文本框 17"/>
          <p:cNvSpPr txBox="1"/>
          <p:nvPr userDrawn="1"/>
        </p:nvSpPr>
        <p:spPr>
          <a:xfrm>
            <a:off x="10711051" y="1448866"/>
            <a:ext cx="13866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kern="12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研究背景与研究意义</a:t>
            </a:r>
            <a:endParaRPr lang="zh-CN" altLang="en-US" sz="1800" kern="1200" dirty="0">
              <a:solidFill>
                <a:schemeClr val="accent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660469" y="2633115"/>
            <a:ext cx="13866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项目创新点及特色</a:t>
            </a:r>
            <a:endParaRPr lang="zh-CN" altLang="en-US" dirty="0"/>
          </a:p>
        </p:txBody>
      </p:sp>
      <p:sp>
        <p:nvSpPr>
          <p:cNvPr id="20" name="文本框 19"/>
          <p:cNvSpPr txBox="1"/>
          <p:nvPr userDrawn="1"/>
        </p:nvSpPr>
        <p:spPr>
          <a:xfrm>
            <a:off x="10614187" y="3751327"/>
            <a:ext cx="1626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项目研究内容</a:t>
            </a:r>
            <a:endParaRPr lang="zh-CN" altLang="en-US" sz="1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 userDrawn="1"/>
        </p:nvSpPr>
        <p:spPr>
          <a:xfrm>
            <a:off x="10734013" y="4903838"/>
            <a:ext cx="138666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ym typeface="+mn-ea"/>
              </a:rPr>
              <a:t>政策建议及成果</a:t>
            </a:r>
            <a:endParaRPr lang="zh-CN" altLang="en-US" sz="1800" kern="1200" dirty="0">
              <a:solidFill>
                <a:schemeClr val="accent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  <p:transition spd="slow" advClick="0" advTm="3000">
    <p:fade/>
  </p:transition>
  <p:hf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研究成果_需换右下角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02657" y="337014"/>
            <a:ext cx="5258480" cy="682623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741C5-8F5C-4213-BB69-8C2D02590C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r>
              <a:rPr lang="en-US" altLang="zh-CN" dirty="0"/>
              <a:t>P</a:t>
            </a:r>
            <a:fld id="{38893EA9-123D-489F-8313-43A8A4AC4565}" type="slidenum">
              <a:rPr lang="zh-CN" altLang="en-US" dirty="0" smtClean="0"/>
            </a:fld>
            <a:endParaRPr lang="zh-CN" altLang="en-US" dirty="0"/>
          </a:p>
        </p:txBody>
      </p:sp>
      <p:sp>
        <p:nvSpPr>
          <p:cNvPr id="6" name="Freeform 5"/>
          <p:cNvSpPr>
            <a:spLocks noEditPoints="1"/>
          </p:cNvSpPr>
          <p:nvPr userDrawn="1"/>
        </p:nvSpPr>
        <p:spPr bwMode="auto">
          <a:xfrm>
            <a:off x="507321" y="396194"/>
            <a:ext cx="766308" cy="684421"/>
          </a:xfrm>
          <a:custGeom>
            <a:avLst/>
            <a:gdLst>
              <a:gd name="T0" fmla="*/ 400 w 528"/>
              <a:gd name="T1" fmla="*/ 293 h 471"/>
              <a:gd name="T2" fmla="*/ 430 w 528"/>
              <a:gd name="T3" fmla="*/ 279 h 471"/>
              <a:gd name="T4" fmla="*/ 430 w 528"/>
              <a:gd name="T5" fmla="*/ 278 h 471"/>
              <a:gd name="T6" fmla="*/ 430 w 528"/>
              <a:gd name="T7" fmla="*/ 204 h 471"/>
              <a:gd name="T8" fmla="*/ 401 w 528"/>
              <a:gd name="T9" fmla="*/ 218 h 471"/>
              <a:gd name="T10" fmla="*/ 400 w 528"/>
              <a:gd name="T11" fmla="*/ 293 h 471"/>
              <a:gd name="T12" fmla="*/ 90 w 528"/>
              <a:gd name="T13" fmla="*/ 204 h 471"/>
              <a:gd name="T14" fmla="*/ 90 w 528"/>
              <a:gd name="T15" fmla="*/ 279 h 471"/>
              <a:gd name="T16" fmla="*/ 248 w 528"/>
              <a:gd name="T17" fmla="*/ 354 h 471"/>
              <a:gd name="T18" fmla="*/ 274 w 528"/>
              <a:gd name="T19" fmla="*/ 354 h 471"/>
              <a:gd name="T20" fmla="*/ 371 w 528"/>
              <a:gd name="T21" fmla="*/ 307 h 471"/>
              <a:gd name="T22" fmla="*/ 371 w 528"/>
              <a:gd name="T23" fmla="*/ 232 h 471"/>
              <a:gd name="T24" fmla="*/ 260 w 528"/>
              <a:gd name="T25" fmla="*/ 286 h 471"/>
              <a:gd name="T26" fmla="*/ 90 w 528"/>
              <a:gd name="T27" fmla="*/ 204 h 471"/>
              <a:gd name="T28" fmla="*/ 394 w 528"/>
              <a:gd name="T29" fmla="*/ 197 h 471"/>
              <a:gd name="T30" fmla="*/ 391 w 528"/>
              <a:gd name="T31" fmla="*/ 196 h 471"/>
              <a:gd name="T32" fmla="*/ 287 w 528"/>
              <a:gd name="T33" fmla="*/ 139 h 471"/>
              <a:gd name="T34" fmla="*/ 288 w 528"/>
              <a:gd name="T35" fmla="*/ 132 h 471"/>
              <a:gd name="T36" fmla="*/ 264 w 528"/>
              <a:gd name="T37" fmla="*/ 108 h 471"/>
              <a:gd name="T38" fmla="*/ 240 w 528"/>
              <a:gd name="T39" fmla="*/ 132 h 471"/>
              <a:gd name="T40" fmla="*/ 264 w 528"/>
              <a:gd name="T41" fmla="*/ 156 h 471"/>
              <a:gd name="T42" fmla="*/ 281 w 528"/>
              <a:gd name="T43" fmla="*/ 150 h 471"/>
              <a:gd name="T44" fmla="*/ 383 w 528"/>
              <a:gd name="T45" fmla="*/ 207 h 471"/>
              <a:gd name="T46" fmla="*/ 394 w 528"/>
              <a:gd name="T47" fmla="*/ 197 h 471"/>
              <a:gd name="T48" fmla="*/ 528 w 528"/>
              <a:gd name="T49" fmla="*/ 132 h 471"/>
              <a:gd name="T50" fmla="*/ 260 w 528"/>
              <a:gd name="T51" fmla="*/ 0 h 471"/>
              <a:gd name="T52" fmla="*/ 0 w 528"/>
              <a:gd name="T53" fmla="*/ 126 h 471"/>
              <a:gd name="T54" fmla="*/ 0 w 528"/>
              <a:gd name="T55" fmla="*/ 137 h 471"/>
              <a:gd name="T56" fmla="*/ 260 w 528"/>
              <a:gd name="T57" fmla="*/ 263 h 471"/>
              <a:gd name="T58" fmla="*/ 371 w 528"/>
              <a:gd name="T59" fmla="*/ 209 h 471"/>
              <a:gd name="T60" fmla="*/ 371 w 528"/>
              <a:gd name="T61" fmla="*/ 205 h 471"/>
              <a:gd name="T62" fmla="*/ 281 w 528"/>
              <a:gd name="T63" fmla="*/ 158 h 471"/>
              <a:gd name="T64" fmla="*/ 264 w 528"/>
              <a:gd name="T65" fmla="*/ 163 h 471"/>
              <a:gd name="T66" fmla="*/ 233 w 528"/>
              <a:gd name="T67" fmla="*/ 132 h 471"/>
              <a:gd name="T68" fmla="*/ 264 w 528"/>
              <a:gd name="T69" fmla="*/ 100 h 471"/>
              <a:gd name="T70" fmla="*/ 295 w 528"/>
              <a:gd name="T71" fmla="*/ 132 h 471"/>
              <a:gd name="T72" fmla="*/ 295 w 528"/>
              <a:gd name="T73" fmla="*/ 135 h 471"/>
              <a:gd name="T74" fmla="*/ 401 w 528"/>
              <a:gd name="T75" fmla="*/ 194 h 471"/>
              <a:gd name="T76" fmla="*/ 528 w 528"/>
              <a:gd name="T77" fmla="*/ 132 h 471"/>
              <a:gd name="T78" fmla="*/ 394 w 528"/>
              <a:gd name="T79" fmla="*/ 197 h 471"/>
              <a:gd name="T80" fmla="*/ 395 w 528"/>
              <a:gd name="T81" fmla="*/ 293 h 471"/>
              <a:gd name="T82" fmla="*/ 404 w 528"/>
              <a:gd name="T83" fmla="*/ 307 h 471"/>
              <a:gd name="T84" fmla="*/ 396 w 528"/>
              <a:gd name="T85" fmla="*/ 320 h 471"/>
              <a:gd name="T86" fmla="*/ 403 w 528"/>
              <a:gd name="T87" fmla="*/ 320 h 471"/>
              <a:gd name="T88" fmla="*/ 416 w 528"/>
              <a:gd name="T89" fmla="*/ 471 h 471"/>
              <a:gd name="T90" fmla="*/ 364 w 528"/>
              <a:gd name="T91" fmla="*/ 471 h 471"/>
              <a:gd name="T92" fmla="*/ 377 w 528"/>
              <a:gd name="T93" fmla="*/ 320 h 471"/>
              <a:gd name="T94" fmla="*/ 384 w 528"/>
              <a:gd name="T95" fmla="*/ 320 h 471"/>
              <a:gd name="T96" fmla="*/ 376 w 528"/>
              <a:gd name="T97" fmla="*/ 307 h 471"/>
              <a:gd name="T98" fmla="*/ 384 w 528"/>
              <a:gd name="T99" fmla="*/ 293 h 471"/>
              <a:gd name="T100" fmla="*/ 383 w 528"/>
              <a:gd name="T101" fmla="*/ 207 h 471"/>
              <a:gd name="T102" fmla="*/ 394 w 528"/>
              <a:gd name="T103" fmla="*/ 197 h 4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528" h="471">
                <a:moveTo>
                  <a:pt x="400" y="293"/>
                </a:moveTo>
                <a:cubicBezTo>
                  <a:pt x="430" y="279"/>
                  <a:pt x="430" y="279"/>
                  <a:pt x="430" y="279"/>
                </a:cubicBezTo>
                <a:cubicBezTo>
                  <a:pt x="430" y="279"/>
                  <a:pt x="430" y="278"/>
                  <a:pt x="430" y="278"/>
                </a:cubicBezTo>
                <a:cubicBezTo>
                  <a:pt x="430" y="204"/>
                  <a:pt x="430" y="204"/>
                  <a:pt x="430" y="204"/>
                </a:cubicBezTo>
                <a:cubicBezTo>
                  <a:pt x="401" y="218"/>
                  <a:pt x="401" y="218"/>
                  <a:pt x="401" y="218"/>
                </a:cubicBezTo>
                <a:cubicBezTo>
                  <a:pt x="400" y="293"/>
                  <a:pt x="400" y="293"/>
                  <a:pt x="400" y="293"/>
                </a:cubicBezTo>
                <a:close/>
                <a:moveTo>
                  <a:pt x="90" y="204"/>
                </a:moveTo>
                <a:cubicBezTo>
                  <a:pt x="90" y="279"/>
                  <a:pt x="90" y="279"/>
                  <a:pt x="90" y="279"/>
                </a:cubicBezTo>
                <a:cubicBezTo>
                  <a:pt x="143" y="304"/>
                  <a:pt x="195" y="329"/>
                  <a:pt x="248" y="354"/>
                </a:cubicBezTo>
                <a:cubicBezTo>
                  <a:pt x="257" y="357"/>
                  <a:pt x="265" y="357"/>
                  <a:pt x="274" y="354"/>
                </a:cubicBezTo>
                <a:cubicBezTo>
                  <a:pt x="371" y="307"/>
                  <a:pt x="371" y="307"/>
                  <a:pt x="371" y="307"/>
                </a:cubicBezTo>
                <a:cubicBezTo>
                  <a:pt x="371" y="232"/>
                  <a:pt x="371" y="232"/>
                  <a:pt x="371" y="232"/>
                </a:cubicBezTo>
                <a:cubicBezTo>
                  <a:pt x="260" y="286"/>
                  <a:pt x="260" y="286"/>
                  <a:pt x="260" y="286"/>
                </a:cubicBezTo>
                <a:cubicBezTo>
                  <a:pt x="90" y="204"/>
                  <a:pt x="90" y="204"/>
                  <a:pt x="90" y="204"/>
                </a:cubicBezTo>
                <a:close/>
                <a:moveTo>
                  <a:pt x="394" y="197"/>
                </a:moveTo>
                <a:cubicBezTo>
                  <a:pt x="391" y="196"/>
                  <a:pt x="391" y="196"/>
                  <a:pt x="391" y="196"/>
                </a:cubicBezTo>
                <a:cubicBezTo>
                  <a:pt x="287" y="139"/>
                  <a:pt x="287" y="139"/>
                  <a:pt x="287" y="139"/>
                </a:cubicBezTo>
                <a:cubicBezTo>
                  <a:pt x="288" y="136"/>
                  <a:pt x="288" y="134"/>
                  <a:pt x="288" y="132"/>
                </a:cubicBezTo>
                <a:cubicBezTo>
                  <a:pt x="288" y="118"/>
                  <a:pt x="277" y="108"/>
                  <a:pt x="264" y="108"/>
                </a:cubicBezTo>
                <a:cubicBezTo>
                  <a:pt x="251" y="108"/>
                  <a:pt x="240" y="118"/>
                  <a:pt x="240" y="132"/>
                </a:cubicBezTo>
                <a:cubicBezTo>
                  <a:pt x="240" y="145"/>
                  <a:pt x="251" y="156"/>
                  <a:pt x="264" y="156"/>
                </a:cubicBezTo>
                <a:cubicBezTo>
                  <a:pt x="270" y="156"/>
                  <a:pt x="276" y="154"/>
                  <a:pt x="281" y="150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  <a:moveTo>
                  <a:pt x="528" y="132"/>
                </a:moveTo>
                <a:cubicBezTo>
                  <a:pt x="260" y="0"/>
                  <a:pt x="260" y="0"/>
                  <a:pt x="260" y="0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37"/>
                  <a:pt x="0" y="137"/>
                  <a:pt x="0" y="137"/>
                </a:cubicBezTo>
                <a:cubicBezTo>
                  <a:pt x="260" y="263"/>
                  <a:pt x="260" y="263"/>
                  <a:pt x="260" y="263"/>
                </a:cubicBezTo>
                <a:cubicBezTo>
                  <a:pt x="371" y="209"/>
                  <a:pt x="371" y="209"/>
                  <a:pt x="371" y="209"/>
                </a:cubicBezTo>
                <a:cubicBezTo>
                  <a:pt x="371" y="205"/>
                  <a:pt x="371" y="205"/>
                  <a:pt x="371" y="205"/>
                </a:cubicBezTo>
                <a:cubicBezTo>
                  <a:pt x="281" y="158"/>
                  <a:pt x="281" y="158"/>
                  <a:pt x="281" y="158"/>
                </a:cubicBezTo>
                <a:cubicBezTo>
                  <a:pt x="276" y="162"/>
                  <a:pt x="270" y="163"/>
                  <a:pt x="264" y="163"/>
                </a:cubicBezTo>
                <a:cubicBezTo>
                  <a:pt x="247" y="163"/>
                  <a:pt x="233" y="149"/>
                  <a:pt x="233" y="132"/>
                </a:cubicBezTo>
                <a:cubicBezTo>
                  <a:pt x="233" y="114"/>
                  <a:pt x="247" y="100"/>
                  <a:pt x="264" y="100"/>
                </a:cubicBezTo>
                <a:cubicBezTo>
                  <a:pt x="281" y="100"/>
                  <a:pt x="295" y="114"/>
                  <a:pt x="295" y="132"/>
                </a:cubicBezTo>
                <a:cubicBezTo>
                  <a:pt x="295" y="133"/>
                  <a:pt x="295" y="134"/>
                  <a:pt x="295" y="135"/>
                </a:cubicBezTo>
                <a:cubicBezTo>
                  <a:pt x="401" y="194"/>
                  <a:pt x="401" y="194"/>
                  <a:pt x="401" y="194"/>
                </a:cubicBezTo>
                <a:cubicBezTo>
                  <a:pt x="528" y="132"/>
                  <a:pt x="528" y="132"/>
                  <a:pt x="528" y="132"/>
                </a:cubicBezTo>
                <a:close/>
                <a:moveTo>
                  <a:pt x="394" y="197"/>
                </a:moveTo>
                <a:cubicBezTo>
                  <a:pt x="395" y="293"/>
                  <a:pt x="395" y="293"/>
                  <a:pt x="395" y="293"/>
                </a:cubicBezTo>
                <a:cubicBezTo>
                  <a:pt x="401" y="295"/>
                  <a:pt x="404" y="300"/>
                  <a:pt x="404" y="307"/>
                </a:cubicBezTo>
                <a:cubicBezTo>
                  <a:pt x="404" y="312"/>
                  <a:pt x="401" y="317"/>
                  <a:pt x="396" y="320"/>
                </a:cubicBezTo>
                <a:cubicBezTo>
                  <a:pt x="403" y="320"/>
                  <a:pt x="403" y="320"/>
                  <a:pt x="403" y="320"/>
                </a:cubicBezTo>
                <a:cubicBezTo>
                  <a:pt x="416" y="471"/>
                  <a:pt x="416" y="471"/>
                  <a:pt x="416" y="471"/>
                </a:cubicBezTo>
                <a:cubicBezTo>
                  <a:pt x="364" y="471"/>
                  <a:pt x="364" y="471"/>
                  <a:pt x="364" y="471"/>
                </a:cubicBezTo>
                <a:cubicBezTo>
                  <a:pt x="377" y="320"/>
                  <a:pt x="377" y="320"/>
                  <a:pt x="377" y="320"/>
                </a:cubicBezTo>
                <a:cubicBezTo>
                  <a:pt x="384" y="320"/>
                  <a:pt x="384" y="320"/>
                  <a:pt x="384" y="320"/>
                </a:cubicBezTo>
                <a:cubicBezTo>
                  <a:pt x="379" y="317"/>
                  <a:pt x="376" y="312"/>
                  <a:pt x="376" y="307"/>
                </a:cubicBezTo>
                <a:cubicBezTo>
                  <a:pt x="376" y="301"/>
                  <a:pt x="379" y="296"/>
                  <a:pt x="384" y="293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10616765" y="0"/>
            <a:ext cx="15752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 rot="16200000">
            <a:off x="10401237" y="4982901"/>
            <a:ext cx="295275" cy="1371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 userDrawn="1"/>
        </p:nvSpPr>
        <p:spPr>
          <a:xfrm>
            <a:off x="10924370" y="102005"/>
            <a:ext cx="941750" cy="94175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7620" y="136016"/>
            <a:ext cx="915250" cy="883621"/>
          </a:xfrm>
          <a:prstGeom prst="rect">
            <a:avLst/>
          </a:prstGeom>
        </p:spPr>
      </p:pic>
      <p:sp>
        <p:nvSpPr>
          <p:cNvPr id="18" name="文本框 17"/>
          <p:cNvSpPr txBox="1"/>
          <p:nvPr userDrawn="1"/>
        </p:nvSpPr>
        <p:spPr>
          <a:xfrm>
            <a:off x="10711051" y="1448866"/>
            <a:ext cx="13866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kern="12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研究背景与研究意义</a:t>
            </a:r>
            <a:endParaRPr lang="zh-CN" altLang="en-US" sz="1800" kern="1200" dirty="0">
              <a:solidFill>
                <a:schemeClr val="accent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660469" y="2633115"/>
            <a:ext cx="13866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项目创新点及特色</a:t>
            </a:r>
            <a:endParaRPr lang="zh-CN" altLang="en-US" dirty="0"/>
          </a:p>
        </p:txBody>
      </p:sp>
      <p:sp>
        <p:nvSpPr>
          <p:cNvPr id="20" name="文本框 19"/>
          <p:cNvSpPr txBox="1"/>
          <p:nvPr userDrawn="1"/>
        </p:nvSpPr>
        <p:spPr>
          <a:xfrm>
            <a:off x="10614187" y="3751327"/>
            <a:ext cx="1626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项目研究内容</a:t>
            </a:r>
            <a:endParaRPr lang="zh-CN" altLang="en-US" sz="1800" dirty="0">
              <a:solidFill>
                <a:schemeClr val="accent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 userDrawn="1"/>
        </p:nvSpPr>
        <p:spPr>
          <a:xfrm>
            <a:off x="10734013" y="4903838"/>
            <a:ext cx="138666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ym typeface="+mn-ea"/>
              </a:rPr>
              <a:t>政策建议及成果</a:t>
            </a:r>
            <a:endParaRPr lang="zh-CN" altLang="en-US" sz="1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 spd="slow" advClick="0" advTm="3000">
    <p:fade/>
  </p:transition>
  <p:hf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结论建议_需换右下角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02657" y="337014"/>
            <a:ext cx="5258480" cy="682623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741C5-8F5C-4213-BB69-8C2D02590C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r>
              <a:rPr lang="en-US" altLang="zh-CN" dirty="0"/>
              <a:t>P</a:t>
            </a:r>
            <a:fld id="{38893EA9-123D-489F-8313-43A8A4AC4565}" type="slidenum">
              <a:rPr lang="zh-CN" altLang="en-US" dirty="0" smtClean="0"/>
            </a:fld>
            <a:endParaRPr lang="zh-CN" altLang="en-US" dirty="0"/>
          </a:p>
        </p:txBody>
      </p:sp>
      <p:sp>
        <p:nvSpPr>
          <p:cNvPr id="6" name="Freeform 5"/>
          <p:cNvSpPr>
            <a:spLocks noEditPoints="1"/>
          </p:cNvSpPr>
          <p:nvPr userDrawn="1"/>
        </p:nvSpPr>
        <p:spPr bwMode="auto">
          <a:xfrm>
            <a:off x="507321" y="396194"/>
            <a:ext cx="766308" cy="684421"/>
          </a:xfrm>
          <a:custGeom>
            <a:avLst/>
            <a:gdLst>
              <a:gd name="T0" fmla="*/ 400 w 528"/>
              <a:gd name="T1" fmla="*/ 293 h 471"/>
              <a:gd name="T2" fmla="*/ 430 w 528"/>
              <a:gd name="T3" fmla="*/ 279 h 471"/>
              <a:gd name="T4" fmla="*/ 430 w 528"/>
              <a:gd name="T5" fmla="*/ 278 h 471"/>
              <a:gd name="T6" fmla="*/ 430 w 528"/>
              <a:gd name="T7" fmla="*/ 204 h 471"/>
              <a:gd name="T8" fmla="*/ 401 w 528"/>
              <a:gd name="T9" fmla="*/ 218 h 471"/>
              <a:gd name="T10" fmla="*/ 400 w 528"/>
              <a:gd name="T11" fmla="*/ 293 h 471"/>
              <a:gd name="T12" fmla="*/ 90 w 528"/>
              <a:gd name="T13" fmla="*/ 204 h 471"/>
              <a:gd name="T14" fmla="*/ 90 w 528"/>
              <a:gd name="T15" fmla="*/ 279 h 471"/>
              <a:gd name="T16" fmla="*/ 248 w 528"/>
              <a:gd name="T17" fmla="*/ 354 h 471"/>
              <a:gd name="T18" fmla="*/ 274 w 528"/>
              <a:gd name="T19" fmla="*/ 354 h 471"/>
              <a:gd name="T20" fmla="*/ 371 w 528"/>
              <a:gd name="T21" fmla="*/ 307 h 471"/>
              <a:gd name="T22" fmla="*/ 371 w 528"/>
              <a:gd name="T23" fmla="*/ 232 h 471"/>
              <a:gd name="T24" fmla="*/ 260 w 528"/>
              <a:gd name="T25" fmla="*/ 286 h 471"/>
              <a:gd name="T26" fmla="*/ 90 w 528"/>
              <a:gd name="T27" fmla="*/ 204 h 471"/>
              <a:gd name="T28" fmla="*/ 394 w 528"/>
              <a:gd name="T29" fmla="*/ 197 h 471"/>
              <a:gd name="T30" fmla="*/ 391 w 528"/>
              <a:gd name="T31" fmla="*/ 196 h 471"/>
              <a:gd name="T32" fmla="*/ 287 w 528"/>
              <a:gd name="T33" fmla="*/ 139 h 471"/>
              <a:gd name="T34" fmla="*/ 288 w 528"/>
              <a:gd name="T35" fmla="*/ 132 h 471"/>
              <a:gd name="T36" fmla="*/ 264 w 528"/>
              <a:gd name="T37" fmla="*/ 108 h 471"/>
              <a:gd name="T38" fmla="*/ 240 w 528"/>
              <a:gd name="T39" fmla="*/ 132 h 471"/>
              <a:gd name="T40" fmla="*/ 264 w 528"/>
              <a:gd name="T41" fmla="*/ 156 h 471"/>
              <a:gd name="T42" fmla="*/ 281 w 528"/>
              <a:gd name="T43" fmla="*/ 150 h 471"/>
              <a:gd name="T44" fmla="*/ 383 w 528"/>
              <a:gd name="T45" fmla="*/ 207 h 471"/>
              <a:gd name="T46" fmla="*/ 394 w 528"/>
              <a:gd name="T47" fmla="*/ 197 h 471"/>
              <a:gd name="T48" fmla="*/ 528 w 528"/>
              <a:gd name="T49" fmla="*/ 132 h 471"/>
              <a:gd name="T50" fmla="*/ 260 w 528"/>
              <a:gd name="T51" fmla="*/ 0 h 471"/>
              <a:gd name="T52" fmla="*/ 0 w 528"/>
              <a:gd name="T53" fmla="*/ 126 h 471"/>
              <a:gd name="T54" fmla="*/ 0 w 528"/>
              <a:gd name="T55" fmla="*/ 137 h 471"/>
              <a:gd name="T56" fmla="*/ 260 w 528"/>
              <a:gd name="T57" fmla="*/ 263 h 471"/>
              <a:gd name="T58" fmla="*/ 371 w 528"/>
              <a:gd name="T59" fmla="*/ 209 h 471"/>
              <a:gd name="T60" fmla="*/ 371 w 528"/>
              <a:gd name="T61" fmla="*/ 205 h 471"/>
              <a:gd name="T62" fmla="*/ 281 w 528"/>
              <a:gd name="T63" fmla="*/ 158 h 471"/>
              <a:gd name="T64" fmla="*/ 264 w 528"/>
              <a:gd name="T65" fmla="*/ 163 h 471"/>
              <a:gd name="T66" fmla="*/ 233 w 528"/>
              <a:gd name="T67" fmla="*/ 132 h 471"/>
              <a:gd name="T68" fmla="*/ 264 w 528"/>
              <a:gd name="T69" fmla="*/ 100 h 471"/>
              <a:gd name="T70" fmla="*/ 295 w 528"/>
              <a:gd name="T71" fmla="*/ 132 h 471"/>
              <a:gd name="T72" fmla="*/ 295 w 528"/>
              <a:gd name="T73" fmla="*/ 135 h 471"/>
              <a:gd name="T74" fmla="*/ 401 w 528"/>
              <a:gd name="T75" fmla="*/ 194 h 471"/>
              <a:gd name="T76" fmla="*/ 528 w 528"/>
              <a:gd name="T77" fmla="*/ 132 h 471"/>
              <a:gd name="T78" fmla="*/ 394 w 528"/>
              <a:gd name="T79" fmla="*/ 197 h 471"/>
              <a:gd name="T80" fmla="*/ 395 w 528"/>
              <a:gd name="T81" fmla="*/ 293 h 471"/>
              <a:gd name="T82" fmla="*/ 404 w 528"/>
              <a:gd name="T83" fmla="*/ 307 h 471"/>
              <a:gd name="T84" fmla="*/ 396 w 528"/>
              <a:gd name="T85" fmla="*/ 320 h 471"/>
              <a:gd name="T86" fmla="*/ 403 w 528"/>
              <a:gd name="T87" fmla="*/ 320 h 471"/>
              <a:gd name="T88" fmla="*/ 416 w 528"/>
              <a:gd name="T89" fmla="*/ 471 h 471"/>
              <a:gd name="T90" fmla="*/ 364 w 528"/>
              <a:gd name="T91" fmla="*/ 471 h 471"/>
              <a:gd name="T92" fmla="*/ 377 w 528"/>
              <a:gd name="T93" fmla="*/ 320 h 471"/>
              <a:gd name="T94" fmla="*/ 384 w 528"/>
              <a:gd name="T95" fmla="*/ 320 h 471"/>
              <a:gd name="T96" fmla="*/ 376 w 528"/>
              <a:gd name="T97" fmla="*/ 307 h 471"/>
              <a:gd name="T98" fmla="*/ 384 w 528"/>
              <a:gd name="T99" fmla="*/ 293 h 471"/>
              <a:gd name="T100" fmla="*/ 383 w 528"/>
              <a:gd name="T101" fmla="*/ 207 h 471"/>
              <a:gd name="T102" fmla="*/ 394 w 528"/>
              <a:gd name="T103" fmla="*/ 197 h 4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528" h="471">
                <a:moveTo>
                  <a:pt x="400" y="293"/>
                </a:moveTo>
                <a:cubicBezTo>
                  <a:pt x="430" y="279"/>
                  <a:pt x="430" y="279"/>
                  <a:pt x="430" y="279"/>
                </a:cubicBezTo>
                <a:cubicBezTo>
                  <a:pt x="430" y="279"/>
                  <a:pt x="430" y="278"/>
                  <a:pt x="430" y="278"/>
                </a:cubicBezTo>
                <a:cubicBezTo>
                  <a:pt x="430" y="204"/>
                  <a:pt x="430" y="204"/>
                  <a:pt x="430" y="204"/>
                </a:cubicBezTo>
                <a:cubicBezTo>
                  <a:pt x="401" y="218"/>
                  <a:pt x="401" y="218"/>
                  <a:pt x="401" y="218"/>
                </a:cubicBezTo>
                <a:cubicBezTo>
                  <a:pt x="400" y="293"/>
                  <a:pt x="400" y="293"/>
                  <a:pt x="400" y="293"/>
                </a:cubicBezTo>
                <a:close/>
                <a:moveTo>
                  <a:pt x="90" y="204"/>
                </a:moveTo>
                <a:cubicBezTo>
                  <a:pt x="90" y="279"/>
                  <a:pt x="90" y="279"/>
                  <a:pt x="90" y="279"/>
                </a:cubicBezTo>
                <a:cubicBezTo>
                  <a:pt x="143" y="304"/>
                  <a:pt x="195" y="329"/>
                  <a:pt x="248" y="354"/>
                </a:cubicBezTo>
                <a:cubicBezTo>
                  <a:pt x="257" y="357"/>
                  <a:pt x="265" y="357"/>
                  <a:pt x="274" y="354"/>
                </a:cubicBezTo>
                <a:cubicBezTo>
                  <a:pt x="371" y="307"/>
                  <a:pt x="371" y="307"/>
                  <a:pt x="371" y="307"/>
                </a:cubicBezTo>
                <a:cubicBezTo>
                  <a:pt x="371" y="232"/>
                  <a:pt x="371" y="232"/>
                  <a:pt x="371" y="232"/>
                </a:cubicBezTo>
                <a:cubicBezTo>
                  <a:pt x="260" y="286"/>
                  <a:pt x="260" y="286"/>
                  <a:pt x="260" y="286"/>
                </a:cubicBezTo>
                <a:cubicBezTo>
                  <a:pt x="90" y="204"/>
                  <a:pt x="90" y="204"/>
                  <a:pt x="90" y="204"/>
                </a:cubicBezTo>
                <a:close/>
                <a:moveTo>
                  <a:pt x="394" y="197"/>
                </a:moveTo>
                <a:cubicBezTo>
                  <a:pt x="391" y="196"/>
                  <a:pt x="391" y="196"/>
                  <a:pt x="391" y="196"/>
                </a:cubicBezTo>
                <a:cubicBezTo>
                  <a:pt x="287" y="139"/>
                  <a:pt x="287" y="139"/>
                  <a:pt x="287" y="139"/>
                </a:cubicBezTo>
                <a:cubicBezTo>
                  <a:pt x="288" y="136"/>
                  <a:pt x="288" y="134"/>
                  <a:pt x="288" y="132"/>
                </a:cubicBezTo>
                <a:cubicBezTo>
                  <a:pt x="288" y="118"/>
                  <a:pt x="277" y="108"/>
                  <a:pt x="264" y="108"/>
                </a:cubicBezTo>
                <a:cubicBezTo>
                  <a:pt x="251" y="108"/>
                  <a:pt x="240" y="118"/>
                  <a:pt x="240" y="132"/>
                </a:cubicBezTo>
                <a:cubicBezTo>
                  <a:pt x="240" y="145"/>
                  <a:pt x="251" y="156"/>
                  <a:pt x="264" y="156"/>
                </a:cubicBezTo>
                <a:cubicBezTo>
                  <a:pt x="270" y="156"/>
                  <a:pt x="276" y="154"/>
                  <a:pt x="281" y="150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  <a:moveTo>
                  <a:pt x="528" y="132"/>
                </a:moveTo>
                <a:cubicBezTo>
                  <a:pt x="260" y="0"/>
                  <a:pt x="260" y="0"/>
                  <a:pt x="260" y="0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37"/>
                  <a:pt x="0" y="137"/>
                  <a:pt x="0" y="137"/>
                </a:cubicBezTo>
                <a:cubicBezTo>
                  <a:pt x="260" y="263"/>
                  <a:pt x="260" y="263"/>
                  <a:pt x="260" y="263"/>
                </a:cubicBezTo>
                <a:cubicBezTo>
                  <a:pt x="371" y="209"/>
                  <a:pt x="371" y="209"/>
                  <a:pt x="371" y="209"/>
                </a:cubicBezTo>
                <a:cubicBezTo>
                  <a:pt x="371" y="205"/>
                  <a:pt x="371" y="205"/>
                  <a:pt x="371" y="205"/>
                </a:cubicBezTo>
                <a:cubicBezTo>
                  <a:pt x="281" y="158"/>
                  <a:pt x="281" y="158"/>
                  <a:pt x="281" y="158"/>
                </a:cubicBezTo>
                <a:cubicBezTo>
                  <a:pt x="276" y="162"/>
                  <a:pt x="270" y="163"/>
                  <a:pt x="264" y="163"/>
                </a:cubicBezTo>
                <a:cubicBezTo>
                  <a:pt x="247" y="163"/>
                  <a:pt x="233" y="149"/>
                  <a:pt x="233" y="132"/>
                </a:cubicBezTo>
                <a:cubicBezTo>
                  <a:pt x="233" y="114"/>
                  <a:pt x="247" y="100"/>
                  <a:pt x="264" y="100"/>
                </a:cubicBezTo>
                <a:cubicBezTo>
                  <a:pt x="281" y="100"/>
                  <a:pt x="295" y="114"/>
                  <a:pt x="295" y="132"/>
                </a:cubicBezTo>
                <a:cubicBezTo>
                  <a:pt x="295" y="133"/>
                  <a:pt x="295" y="134"/>
                  <a:pt x="295" y="135"/>
                </a:cubicBezTo>
                <a:cubicBezTo>
                  <a:pt x="401" y="194"/>
                  <a:pt x="401" y="194"/>
                  <a:pt x="401" y="194"/>
                </a:cubicBezTo>
                <a:cubicBezTo>
                  <a:pt x="528" y="132"/>
                  <a:pt x="528" y="132"/>
                  <a:pt x="528" y="132"/>
                </a:cubicBezTo>
                <a:close/>
                <a:moveTo>
                  <a:pt x="394" y="197"/>
                </a:moveTo>
                <a:cubicBezTo>
                  <a:pt x="395" y="293"/>
                  <a:pt x="395" y="293"/>
                  <a:pt x="395" y="293"/>
                </a:cubicBezTo>
                <a:cubicBezTo>
                  <a:pt x="401" y="295"/>
                  <a:pt x="404" y="300"/>
                  <a:pt x="404" y="307"/>
                </a:cubicBezTo>
                <a:cubicBezTo>
                  <a:pt x="404" y="312"/>
                  <a:pt x="401" y="317"/>
                  <a:pt x="396" y="320"/>
                </a:cubicBezTo>
                <a:cubicBezTo>
                  <a:pt x="403" y="320"/>
                  <a:pt x="403" y="320"/>
                  <a:pt x="403" y="320"/>
                </a:cubicBezTo>
                <a:cubicBezTo>
                  <a:pt x="416" y="471"/>
                  <a:pt x="416" y="471"/>
                  <a:pt x="416" y="471"/>
                </a:cubicBezTo>
                <a:cubicBezTo>
                  <a:pt x="364" y="471"/>
                  <a:pt x="364" y="471"/>
                  <a:pt x="364" y="471"/>
                </a:cubicBezTo>
                <a:cubicBezTo>
                  <a:pt x="377" y="320"/>
                  <a:pt x="377" y="320"/>
                  <a:pt x="377" y="320"/>
                </a:cubicBezTo>
                <a:cubicBezTo>
                  <a:pt x="384" y="320"/>
                  <a:pt x="384" y="320"/>
                  <a:pt x="384" y="320"/>
                </a:cubicBezTo>
                <a:cubicBezTo>
                  <a:pt x="379" y="317"/>
                  <a:pt x="376" y="312"/>
                  <a:pt x="376" y="307"/>
                </a:cubicBezTo>
                <a:cubicBezTo>
                  <a:pt x="376" y="301"/>
                  <a:pt x="379" y="296"/>
                  <a:pt x="384" y="293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10616765" y="0"/>
            <a:ext cx="15752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 rot="16200000">
            <a:off x="10400553" y="4353678"/>
            <a:ext cx="295275" cy="13715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 userDrawn="1"/>
        </p:nvSpPr>
        <p:spPr>
          <a:xfrm>
            <a:off x="10711051" y="1070015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研究概述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10711051" y="1858061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研究方法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10711051" y="2646107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研究过程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10711051" y="3434153"/>
            <a:ext cx="13866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研究成果</a:t>
            </a:r>
            <a:endParaRPr lang="zh-CN" altLang="en-US" sz="2000" dirty="0">
              <a:solidFill>
                <a:schemeClr val="accent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10711051" y="4222199"/>
            <a:ext cx="1386662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项目成果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/>
          <p:nvPr userDrawn="1"/>
        </p:nvSpPr>
        <p:spPr>
          <a:xfrm>
            <a:off x="10924370" y="102005"/>
            <a:ext cx="941750" cy="94175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7620" y="136016"/>
            <a:ext cx="915250" cy="883621"/>
          </a:xfrm>
          <a:prstGeom prst="rect">
            <a:avLst/>
          </a:prstGeom>
        </p:spPr>
      </p:pic>
    </p:spTree>
  </p:cSld>
  <p:clrMapOvr>
    <a:masterClrMapping/>
  </p:clrMapOvr>
  <p:transition spd="slow" advClick="0" advTm="3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bldLvl="0" animBg="1"/>
      <p:bldP spid="8" grpId="0" bldLvl="0" animBg="1"/>
      <p:bldP spid="10" grpId="0" bldLvl="0" animBg="1"/>
      <p:bldP spid="11" grpId="0"/>
      <p:bldP spid="12" grpId="0"/>
      <p:bldP spid="13" grpId="0"/>
      <p:bldP spid="14" grpId="0"/>
      <p:bldP spid="15" grpId="0"/>
    </p:bldLst>
  </p:timing>
  <p:hf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内容版式_右下角通用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02657" y="337014"/>
            <a:ext cx="5258480" cy="682623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741C5-8F5C-4213-BB69-8C2D02590C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r>
              <a:rPr lang="en-US" altLang="zh-CN" dirty="0"/>
              <a:t>P</a:t>
            </a:r>
            <a:fld id="{38893EA9-123D-489F-8313-43A8A4AC4565}" type="slidenum">
              <a:rPr lang="zh-CN" altLang="en-US" dirty="0" smtClean="0"/>
            </a:fld>
            <a:endParaRPr lang="zh-CN" altLang="en-US" dirty="0"/>
          </a:p>
        </p:txBody>
      </p:sp>
      <p:sp>
        <p:nvSpPr>
          <p:cNvPr id="6" name="Freeform 5"/>
          <p:cNvSpPr>
            <a:spLocks noEditPoints="1"/>
          </p:cNvSpPr>
          <p:nvPr userDrawn="1"/>
        </p:nvSpPr>
        <p:spPr bwMode="auto">
          <a:xfrm>
            <a:off x="507321" y="396194"/>
            <a:ext cx="766308" cy="684421"/>
          </a:xfrm>
          <a:custGeom>
            <a:avLst/>
            <a:gdLst>
              <a:gd name="T0" fmla="*/ 400 w 528"/>
              <a:gd name="T1" fmla="*/ 293 h 471"/>
              <a:gd name="T2" fmla="*/ 430 w 528"/>
              <a:gd name="T3" fmla="*/ 279 h 471"/>
              <a:gd name="T4" fmla="*/ 430 w 528"/>
              <a:gd name="T5" fmla="*/ 278 h 471"/>
              <a:gd name="T6" fmla="*/ 430 w 528"/>
              <a:gd name="T7" fmla="*/ 204 h 471"/>
              <a:gd name="T8" fmla="*/ 401 w 528"/>
              <a:gd name="T9" fmla="*/ 218 h 471"/>
              <a:gd name="T10" fmla="*/ 400 w 528"/>
              <a:gd name="T11" fmla="*/ 293 h 471"/>
              <a:gd name="T12" fmla="*/ 90 w 528"/>
              <a:gd name="T13" fmla="*/ 204 h 471"/>
              <a:gd name="T14" fmla="*/ 90 w 528"/>
              <a:gd name="T15" fmla="*/ 279 h 471"/>
              <a:gd name="T16" fmla="*/ 248 w 528"/>
              <a:gd name="T17" fmla="*/ 354 h 471"/>
              <a:gd name="T18" fmla="*/ 274 w 528"/>
              <a:gd name="T19" fmla="*/ 354 h 471"/>
              <a:gd name="T20" fmla="*/ 371 w 528"/>
              <a:gd name="T21" fmla="*/ 307 h 471"/>
              <a:gd name="T22" fmla="*/ 371 w 528"/>
              <a:gd name="T23" fmla="*/ 232 h 471"/>
              <a:gd name="T24" fmla="*/ 260 w 528"/>
              <a:gd name="T25" fmla="*/ 286 h 471"/>
              <a:gd name="T26" fmla="*/ 90 w 528"/>
              <a:gd name="T27" fmla="*/ 204 h 471"/>
              <a:gd name="T28" fmla="*/ 394 w 528"/>
              <a:gd name="T29" fmla="*/ 197 h 471"/>
              <a:gd name="T30" fmla="*/ 391 w 528"/>
              <a:gd name="T31" fmla="*/ 196 h 471"/>
              <a:gd name="T32" fmla="*/ 287 w 528"/>
              <a:gd name="T33" fmla="*/ 139 h 471"/>
              <a:gd name="T34" fmla="*/ 288 w 528"/>
              <a:gd name="T35" fmla="*/ 132 h 471"/>
              <a:gd name="T36" fmla="*/ 264 w 528"/>
              <a:gd name="T37" fmla="*/ 108 h 471"/>
              <a:gd name="T38" fmla="*/ 240 w 528"/>
              <a:gd name="T39" fmla="*/ 132 h 471"/>
              <a:gd name="T40" fmla="*/ 264 w 528"/>
              <a:gd name="T41" fmla="*/ 156 h 471"/>
              <a:gd name="T42" fmla="*/ 281 w 528"/>
              <a:gd name="T43" fmla="*/ 150 h 471"/>
              <a:gd name="T44" fmla="*/ 383 w 528"/>
              <a:gd name="T45" fmla="*/ 207 h 471"/>
              <a:gd name="T46" fmla="*/ 394 w 528"/>
              <a:gd name="T47" fmla="*/ 197 h 471"/>
              <a:gd name="T48" fmla="*/ 528 w 528"/>
              <a:gd name="T49" fmla="*/ 132 h 471"/>
              <a:gd name="T50" fmla="*/ 260 w 528"/>
              <a:gd name="T51" fmla="*/ 0 h 471"/>
              <a:gd name="T52" fmla="*/ 0 w 528"/>
              <a:gd name="T53" fmla="*/ 126 h 471"/>
              <a:gd name="T54" fmla="*/ 0 w 528"/>
              <a:gd name="T55" fmla="*/ 137 h 471"/>
              <a:gd name="T56" fmla="*/ 260 w 528"/>
              <a:gd name="T57" fmla="*/ 263 h 471"/>
              <a:gd name="T58" fmla="*/ 371 w 528"/>
              <a:gd name="T59" fmla="*/ 209 h 471"/>
              <a:gd name="T60" fmla="*/ 371 w 528"/>
              <a:gd name="T61" fmla="*/ 205 h 471"/>
              <a:gd name="T62" fmla="*/ 281 w 528"/>
              <a:gd name="T63" fmla="*/ 158 h 471"/>
              <a:gd name="T64" fmla="*/ 264 w 528"/>
              <a:gd name="T65" fmla="*/ 163 h 471"/>
              <a:gd name="T66" fmla="*/ 233 w 528"/>
              <a:gd name="T67" fmla="*/ 132 h 471"/>
              <a:gd name="T68" fmla="*/ 264 w 528"/>
              <a:gd name="T69" fmla="*/ 100 h 471"/>
              <a:gd name="T70" fmla="*/ 295 w 528"/>
              <a:gd name="T71" fmla="*/ 132 h 471"/>
              <a:gd name="T72" fmla="*/ 295 w 528"/>
              <a:gd name="T73" fmla="*/ 135 h 471"/>
              <a:gd name="T74" fmla="*/ 401 w 528"/>
              <a:gd name="T75" fmla="*/ 194 h 471"/>
              <a:gd name="T76" fmla="*/ 528 w 528"/>
              <a:gd name="T77" fmla="*/ 132 h 471"/>
              <a:gd name="T78" fmla="*/ 394 w 528"/>
              <a:gd name="T79" fmla="*/ 197 h 471"/>
              <a:gd name="T80" fmla="*/ 395 w 528"/>
              <a:gd name="T81" fmla="*/ 293 h 471"/>
              <a:gd name="T82" fmla="*/ 404 w 528"/>
              <a:gd name="T83" fmla="*/ 307 h 471"/>
              <a:gd name="T84" fmla="*/ 396 w 528"/>
              <a:gd name="T85" fmla="*/ 320 h 471"/>
              <a:gd name="T86" fmla="*/ 403 w 528"/>
              <a:gd name="T87" fmla="*/ 320 h 471"/>
              <a:gd name="T88" fmla="*/ 416 w 528"/>
              <a:gd name="T89" fmla="*/ 471 h 471"/>
              <a:gd name="T90" fmla="*/ 364 w 528"/>
              <a:gd name="T91" fmla="*/ 471 h 471"/>
              <a:gd name="T92" fmla="*/ 377 w 528"/>
              <a:gd name="T93" fmla="*/ 320 h 471"/>
              <a:gd name="T94" fmla="*/ 384 w 528"/>
              <a:gd name="T95" fmla="*/ 320 h 471"/>
              <a:gd name="T96" fmla="*/ 376 w 528"/>
              <a:gd name="T97" fmla="*/ 307 h 471"/>
              <a:gd name="T98" fmla="*/ 384 w 528"/>
              <a:gd name="T99" fmla="*/ 293 h 471"/>
              <a:gd name="T100" fmla="*/ 383 w 528"/>
              <a:gd name="T101" fmla="*/ 207 h 471"/>
              <a:gd name="T102" fmla="*/ 394 w 528"/>
              <a:gd name="T103" fmla="*/ 197 h 4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528" h="471">
                <a:moveTo>
                  <a:pt x="400" y="293"/>
                </a:moveTo>
                <a:cubicBezTo>
                  <a:pt x="430" y="279"/>
                  <a:pt x="430" y="279"/>
                  <a:pt x="430" y="279"/>
                </a:cubicBezTo>
                <a:cubicBezTo>
                  <a:pt x="430" y="279"/>
                  <a:pt x="430" y="278"/>
                  <a:pt x="430" y="278"/>
                </a:cubicBezTo>
                <a:cubicBezTo>
                  <a:pt x="430" y="204"/>
                  <a:pt x="430" y="204"/>
                  <a:pt x="430" y="204"/>
                </a:cubicBezTo>
                <a:cubicBezTo>
                  <a:pt x="401" y="218"/>
                  <a:pt x="401" y="218"/>
                  <a:pt x="401" y="218"/>
                </a:cubicBezTo>
                <a:cubicBezTo>
                  <a:pt x="400" y="293"/>
                  <a:pt x="400" y="293"/>
                  <a:pt x="400" y="293"/>
                </a:cubicBezTo>
                <a:close/>
                <a:moveTo>
                  <a:pt x="90" y="204"/>
                </a:moveTo>
                <a:cubicBezTo>
                  <a:pt x="90" y="279"/>
                  <a:pt x="90" y="279"/>
                  <a:pt x="90" y="279"/>
                </a:cubicBezTo>
                <a:cubicBezTo>
                  <a:pt x="143" y="304"/>
                  <a:pt x="195" y="329"/>
                  <a:pt x="248" y="354"/>
                </a:cubicBezTo>
                <a:cubicBezTo>
                  <a:pt x="257" y="357"/>
                  <a:pt x="265" y="357"/>
                  <a:pt x="274" y="354"/>
                </a:cubicBezTo>
                <a:cubicBezTo>
                  <a:pt x="371" y="307"/>
                  <a:pt x="371" y="307"/>
                  <a:pt x="371" y="307"/>
                </a:cubicBezTo>
                <a:cubicBezTo>
                  <a:pt x="371" y="232"/>
                  <a:pt x="371" y="232"/>
                  <a:pt x="371" y="232"/>
                </a:cubicBezTo>
                <a:cubicBezTo>
                  <a:pt x="260" y="286"/>
                  <a:pt x="260" y="286"/>
                  <a:pt x="260" y="286"/>
                </a:cubicBezTo>
                <a:cubicBezTo>
                  <a:pt x="90" y="204"/>
                  <a:pt x="90" y="204"/>
                  <a:pt x="90" y="204"/>
                </a:cubicBezTo>
                <a:close/>
                <a:moveTo>
                  <a:pt x="394" y="197"/>
                </a:moveTo>
                <a:cubicBezTo>
                  <a:pt x="391" y="196"/>
                  <a:pt x="391" y="196"/>
                  <a:pt x="391" y="196"/>
                </a:cubicBezTo>
                <a:cubicBezTo>
                  <a:pt x="287" y="139"/>
                  <a:pt x="287" y="139"/>
                  <a:pt x="287" y="139"/>
                </a:cubicBezTo>
                <a:cubicBezTo>
                  <a:pt x="288" y="136"/>
                  <a:pt x="288" y="134"/>
                  <a:pt x="288" y="132"/>
                </a:cubicBezTo>
                <a:cubicBezTo>
                  <a:pt x="288" y="118"/>
                  <a:pt x="277" y="108"/>
                  <a:pt x="264" y="108"/>
                </a:cubicBezTo>
                <a:cubicBezTo>
                  <a:pt x="251" y="108"/>
                  <a:pt x="240" y="118"/>
                  <a:pt x="240" y="132"/>
                </a:cubicBezTo>
                <a:cubicBezTo>
                  <a:pt x="240" y="145"/>
                  <a:pt x="251" y="156"/>
                  <a:pt x="264" y="156"/>
                </a:cubicBezTo>
                <a:cubicBezTo>
                  <a:pt x="270" y="156"/>
                  <a:pt x="276" y="154"/>
                  <a:pt x="281" y="150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  <a:moveTo>
                  <a:pt x="528" y="132"/>
                </a:moveTo>
                <a:cubicBezTo>
                  <a:pt x="260" y="0"/>
                  <a:pt x="260" y="0"/>
                  <a:pt x="260" y="0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37"/>
                  <a:pt x="0" y="137"/>
                  <a:pt x="0" y="137"/>
                </a:cubicBezTo>
                <a:cubicBezTo>
                  <a:pt x="260" y="263"/>
                  <a:pt x="260" y="263"/>
                  <a:pt x="260" y="263"/>
                </a:cubicBezTo>
                <a:cubicBezTo>
                  <a:pt x="371" y="209"/>
                  <a:pt x="371" y="209"/>
                  <a:pt x="371" y="209"/>
                </a:cubicBezTo>
                <a:cubicBezTo>
                  <a:pt x="371" y="205"/>
                  <a:pt x="371" y="205"/>
                  <a:pt x="371" y="205"/>
                </a:cubicBezTo>
                <a:cubicBezTo>
                  <a:pt x="281" y="158"/>
                  <a:pt x="281" y="158"/>
                  <a:pt x="281" y="158"/>
                </a:cubicBezTo>
                <a:cubicBezTo>
                  <a:pt x="276" y="162"/>
                  <a:pt x="270" y="163"/>
                  <a:pt x="264" y="163"/>
                </a:cubicBezTo>
                <a:cubicBezTo>
                  <a:pt x="247" y="163"/>
                  <a:pt x="233" y="149"/>
                  <a:pt x="233" y="132"/>
                </a:cubicBezTo>
                <a:cubicBezTo>
                  <a:pt x="233" y="114"/>
                  <a:pt x="247" y="100"/>
                  <a:pt x="264" y="100"/>
                </a:cubicBezTo>
                <a:cubicBezTo>
                  <a:pt x="281" y="100"/>
                  <a:pt x="295" y="114"/>
                  <a:pt x="295" y="132"/>
                </a:cubicBezTo>
                <a:cubicBezTo>
                  <a:pt x="295" y="133"/>
                  <a:pt x="295" y="134"/>
                  <a:pt x="295" y="135"/>
                </a:cubicBezTo>
                <a:cubicBezTo>
                  <a:pt x="401" y="194"/>
                  <a:pt x="401" y="194"/>
                  <a:pt x="401" y="194"/>
                </a:cubicBezTo>
                <a:cubicBezTo>
                  <a:pt x="528" y="132"/>
                  <a:pt x="528" y="132"/>
                  <a:pt x="528" y="132"/>
                </a:cubicBezTo>
                <a:close/>
                <a:moveTo>
                  <a:pt x="394" y="197"/>
                </a:moveTo>
                <a:cubicBezTo>
                  <a:pt x="395" y="293"/>
                  <a:pt x="395" y="293"/>
                  <a:pt x="395" y="293"/>
                </a:cubicBezTo>
                <a:cubicBezTo>
                  <a:pt x="401" y="295"/>
                  <a:pt x="404" y="300"/>
                  <a:pt x="404" y="307"/>
                </a:cubicBezTo>
                <a:cubicBezTo>
                  <a:pt x="404" y="312"/>
                  <a:pt x="401" y="317"/>
                  <a:pt x="396" y="320"/>
                </a:cubicBezTo>
                <a:cubicBezTo>
                  <a:pt x="403" y="320"/>
                  <a:pt x="403" y="320"/>
                  <a:pt x="403" y="320"/>
                </a:cubicBezTo>
                <a:cubicBezTo>
                  <a:pt x="416" y="471"/>
                  <a:pt x="416" y="471"/>
                  <a:pt x="416" y="471"/>
                </a:cubicBezTo>
                <a:cubicBezTo>
                  <a:pt x="364" y="471"/>
                  <a:pt x="364" y="471"/>
                  <a:pt x="364" y="471"/>
                </a:cubicBezTo>
                <a:cubicBezTo>
                  <a:pt x="377" y="320"/>
                  <a:pt x="377" y="320"/>
                  <a:pt x="377" y="320"/>
                </a:cubicBezTo>
                <a:cubicBezTo>
                  <a:pt x="384" y="320"/>
                  <a:pt x="384" y="320"/>
                  <a:pt x="384" y="320"/>
                </a:cubicBezTo>
                <a:cubicBezTo>
                  <a:pt x="379" y="317"/>
                  <a:pt x="376" y="312"/>
                  <a:pt x="376" y="307"/>
                </a:cubicBezTo>
                <a:cubicBezTo>
                  <a:pt x="376" y="301"/>
                  <a:pt x="379" y="296"/>
                  <a:pt x="384" y="293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302657" y="859160"/>
            <a:ext cx="2373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40000"/>
                    <a:lumOff val="6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MORESHI POWERPOINT</a:t>
            </a:r>
            <a:endParaRPr lang="zh-CN" altLang="en-US" sz="1400" dirty="0">
              <a:solidFill>
                <a:schemeClr val="tx1">
                  <a:lumMod val="40000"/>
                  <a:lumOff val="6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10616765" y="0"/>
            <a:ext cx="15752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 advClick="0" advTm="3000">
    <p:fade/>
  </p:transition>
  <p:hf hd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741C5-8F5C-4213-BB69-8C2D02590C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93EA9-123D-489F-8313-43A8A4AC456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3000">
    <p:fade/>
  </p:transition>
  <p:hf hd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使用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02657" y="337014"/>
            <a:ext cx="5258480" cy="682623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741C5-8F5C-4213-BB69-8C2D02590C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r>
              <a:rPr lang="en-US" altLang="zh-CN" dirty="0"/>
              <a:t>P</a:t>
            </a:r>
            <a:fld id="{38893EA9-123D-489F-8313-43A8A4AC4565}" type="slidenum">
              <a:rPr lang="zh-CN" altLang="en-US" dirty="0" smtClean="0"/>
            </a:fld>
            <a:endParaRPr lang="zh-CN" altLang="en-US" dirty="0"/>
          </a:p>
        </p:txBody>
      </p:sp>
      <p:sp>
        <p:nvSpPr>
          <p:cNvPr id="6" name="Freeform 5"/>
          <p:cNvSpPr>
            <a:spLocks noEditPoints="1"/>
          </p:cNvSpPr>
          <p:nvPr userDrawn="1"/>
        </p:nvSpPr>
        <p:spPr bwMode="auto">
          <a:xfrm>
            <a:off x="507321" y="396194"/>
            <a:ext cx="766308" cy="684421"/>
          </a:xfrm>
          <a:custGeom>
            <a:avLst/>
            <a:gdLst>
              <a:gd name="T0" fmla="*/ 400 w 528"/>
              <a:gd name="T1" fmla="*/ 293 h 471"/>
              <a:gd name="T2" fmla="*/ 430 w 528"/>
              <a:gd name="T3" fmla="*/ 279 h 471"/>
              <a:gd name="T4" fmla="*/ 430 w 528"/>
              <a:gd name="T5" fmla="*/ 278 h 471"/>
              <a:gd name="T6" fmla="*/ 430 w 528"/>
              <a:gd name="T7" fmla="*/ 204 h 471"/>
              <a:gd name="T8" fmla="*/ 401 w 528"/>
              <a:gd name="T9" fmla="*/ 218 h 471"/>
              <a:gd name="T10" fmla="*/ 400 w 528"/>
              <a:gd name="T11" fmla="*/ 293 h 471"/>
              <a:gd name="T12" fmla="*/ 90 w 528"/>
              <a:gd name="T13" fmla="*/ 204 h 471"/>
              <a:gd name="T14" fmla="*/ 90 w 528"/>
              <a:gd name="T15" fmla="*/ 279 h 471"/>
              <a:gd name="T16" fmla="*/ 248 w 528"/>
              <a:gd name="T17" fmla="*/ 354 h 471"/>
              <a:gd name="T18" fmla="*/ 274 w 528"/>
              <a:gd name="T19" fmla="*/ 354 h 471"/>
              <a:gd name="T20" fmla="*/ 371 w 528"/>
              <a:gd name="T21" fmla="*/ 307 h 471"/>
              <a:gd name="T22" fmla="*/ 371 w 528"/>
              <a:gd name="T23" fmla="*/ 232 h 471"/>
              <a:gd name="T24" fmla="*/ 260 w 528"/>
              <a:gd name="T25" fmla="*/ 286 h 471"/>
              <a:gd name="T26" fmla="*/ 90 w 528"/>
              <a:gd name="T27" fmla="*/ 204 h 471"/>
              <a:gd name="T28" fmla="*/ 394 w 528"/>
              <a:gd name="T29" fmla="*/ 197 h 471"/>
              <a:gd name="T30" fmla="*/ 391 w 528"/>
              <a:gd name="T31" fmla="*/ 196 h 471"/>
              <a:gd name="T32" fmla="*/ 287 w 528"/>
              <a:gd name="T33" fmla="*/ 139 h 471"/>
              <a:gd name="T34" fmla="*/ 288 w 528"/>
              <a:gd name="T35" fmla="*/ 132 h 471"/>
              <a:gd name="T36" fmla="*/ 264 w 528"/>
              <a:gd name="T37" fmla="*/ 108 h 471"/>
              <a:gd name="T38" fmla="*/ 240 w 528"/>
              <a:gd name="T39" fmla="*/ 132 h 471"/>
              <a:gd name="T40" fmla="*/ 264 w 528"/>
              <a:gd name="T41" fmla="*/ 156 h 471"/>
              <a:gd name="T42" fmla="*/ 281 w 528"/>
              <a:gd name="T43" fmla="*/ 150 h 471"/>
              <a:gd name="T44" fmla="*/ 383 w 528"/>
              <a:gd name="T45" fmla="*/ 207 h 471"/>
              <a:gd name="T46" fmla="*/ 394 w 528"/>
              <a:gd name="T47" fmla="*/ 197 h 471"/>
              <a:gd name="T48" fmla="*/ 528 w 528"/>
              <a:gd name="T49" fmla="*/ 132 h 471"/>
              <a:gd name="T50" fmla="*/ 260 w 528"/>
              <a:gd name="T51" fmla="*/ 0 h 471"/>
              <a:gd name="T52" fmla="*/ 0 w 528"/>
              <a:gd name="T53" fmla="*/ 126 h 471"/>
              <a:gd name="T54" fmla="*/ 0 w 528"/>
              <a:gd name="T55" fmla="*/ 137 h 471"/>
              <a:gd name="T56" fmla="*/ 260 w 528"/>
              <a:gd name="T57" fmla="*/ 263 h 471"/>
              <a:gd name="T58" fmla="*/ 371 w 528"/>
              <a:gd name="T59" fmla="*/ 209 h 471"/>
              <a:gd name="T60" fmla="*/ 371 w 528"/>
              <a:gd name="T61" fmla="*/ 205 h 471"/>
              <a:gd name="T62" fmla="*/ 281 w 528"/>
              <a:gd name="T63" fmla="*/ 158 h 471"/>
              <a:gd name="T64" fmla="*/ 264 w 528"/>
              <a:gd name="T65" fmla="*/ 163 h 471"/>
              <a:gd name="T66" fmla="*/ 233 w 528"/>
              <a:gd name="T67" fmla="*/ 132 h 471"/>
              <a:gd name="T68" fmla="*/ 264 w 528"/>
              <a:gd name="T69" fmla="*/ 100 h 471"/>
              <a:gd name="T70" fmla="*/ 295 w 528"/>
              <a:gd name="T71" fmla="*/ 132 h 471"/>
              <a:gd name="T72" fmla="*/ 295 w 528"/>
              <a:gd name="T73" fmla="*/ 135 h 471"/>
              <a:gd name="T74" fmla="*/ 401 w 528"/>
              <a:gd name="T75" fmla="*/ 194 h 471"/>
              <a:gd name="T76" fmla="*/ 528 w 528"/>
              <a:gd name="T77" fmla="*/ 132 h 471"/>
              <a:gd name="T78" fmla="*/ 394 w 528"/>
              <a:gd name="T79" fmla="*/ 197 h 471"/>
              <a:gd name="T80" fmla="*/ 395 w 528"/>
              <a:gd name="T81" fmla="*/ 293 h 471"/>
              <a:gd name="T82" fmla="*/ 404 w 528"/>
              <a:gd name="T83" fmla="*/ 307 h 471"/>
              <a:gd name="T84" fmla="*/ 396 w 528"/>
              <a:gd name="T85" fmla="*/ 320 h 471"/>
              <a:gd name="T86" fmla="*/ 403 w 528"/>
              <a:gd name="T87" fmla="*/ 320 h 471"/>
              <a:gd name="T88" fmla="*/ 416 w 528"/>
              <a:gd name="T89" fmla="*/ 471 h 471"/>
              <a:gd name="T90" fmla="*/ 364 w 528"/>
              <a:gd name="T91" fmla="*/ 471 h 471"/>
              <a:gd name="T92" fmla="*/ 377 w 528"/>
              <a:gd name="T93" fmla="*/ 320 h 471"/>
              <a:gd name="T94" fmla="*/ 384 w 528"/>
              <a:gd name="T95" fmla="*/ 320 h 471"/>
              <a:gd name="T96" fmla="*/ 376 w 528"/>
              <a:gd name="T97" fmla="*/ 307 h 471"/>
              <a:gd name="T98" fmla="*/ 384 w 528"/>
              <a:gd name="T99" fmla="*/ 293 h 471"/>
              <a:gd name="T100" fmla="*/ 383 w 528"/>
              <a:gd name="T101" fmla="*/ 207 h 471"/>
              <a:gd name="T102" fmla="*/ 394 w 528"/>
              <a:gd name="T103" fmla="*/ 197 h 4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528" h="471">
                <a:moveTo>
                  <a:pt x="400" y="293"/>
                </a:moveTo>
                <a:cubicBezTo>
                  <a:pt x="430" y="279"/>
                  <a:pt x="430" y="279"/>
                  <a:pt x="430" y="279"/>
                </a:cubicBezTo>
                <a:cubicBezTo>
                  <a:pt x="430" y="279"/>
                  <a:pt x="430" y="278"/>
                  <a:pt x="430" y="278"/>
                </a:cubicBezTo>
                <a:cubicBezTo>
                  <a:pt x="430" y="204"/>
                  <a:pt x="430" y="204"/>
                  <a:pt x="430" y="204"/>
                </a:cubicBezTo>
                <a:cubicBezTo>
                  <a:pt x="401" y="218"/>
                  <a:pt x="401" y="218"/>
                  <a:pt x="401" y="218"/>
                </a:cubicBezTo>
                <a:cubicBezTo>
                  <a:pt x="400" y="293"/>
                  <a:pt x="400" y="293"/>
                  <a:pt x="400" y="293"/>
                </a:cubicBezTo>
                <a:close/>
                <a:moveTo>
                  <a:pt x="90" y="204"/>
                </a:moveTo>
                <a:cubicBezTo>
                  <a:pt x="90" y="279"/>
                  <a:pt x="90" y="279"/>
                  <a:pt x="90" y="279"/>
                </a:cubicBezTo>
                <a:cubicBezTo>
                  <a:pt x="143" y="304"/>
                  <a:pt x="195" y="329"/>
                  <a:pt x="248" y="354"/>
                </a:cubicBezTo>
                <a:cubicBezTo>
                  <a:pt x="257" y="357"/>
                  <a:pt x="265" y="357"/>
                  <a:pt x="274" y="354"/>
                </a:cubicBezTo>
                <a:cubicBezTo>
                  <a:pt x="371" y="307"/>
                  <a:pt x="371" y="307"/>
                  <a:pt x="371" y="307"/>
                </a:cubicBezTo>
                <a:cubicBezTo>
                  <a:pt x="371" y="232"/>
                  <a:pt x="371" y="232"/>
                  <a:pt x="371" y="232"/>
                </a:cubicBezTo>
                <a:cubicBezTo>
                  <a:pt x="260" y="286"/>
                  <a:pt x="260" y="286"/>
                  <a:pt x="260" y="286"/>
                </a:cubicBezTo>
                <a:cubicBezTo>
                  <a:pt x="90" y="204"/>
                  <a:pt x="90" y="204"/>
                  <a:pt x="90" y="204"/>
                </a:cubicBezTo>
                <a:close/>
                <a:moveTo>
                  <a:pt x="394" y="197"/>
                </a:moveTo>
                <a:cubicBezTo>
                  <a:pt x="391" y="196"/>
                  <a:pt x="391" y="196"/>
                  <a:pt x="391" y="196"/>
                </a:cubicBezTo>
                <a:cubicBezTo>
                  <a:pt x="287" y="139"/>
                  <a:pt x="287" y="139"/>
                  <a:pt x="287" y="139"/>
                </a:cubicBezTo>
                <a:cubicBezTo>
                  <a:pt x="288" y="136"/>
                  <a:pt x="288" y="134"/>
                  <a:pt x="288" y="132"/>
                </a:cubicBezTo>
                <a:cubicBezTo>
                  <a:pt x="288" y="118"/>
                  <a:pt x="277" y="108"/>
                  <a:pt x="264" y="108"/>
                </a:cubicBezTo>
                <a:cubicBezTo>
                  <a:pt x="251" y="108"/>
                  <a:pt x="240" y="118"/>
                  <a:pt x="240" y="132"/>
                </a:cubicBezTo>
                <a:cubicBezTo>
                  <a:pt x="240" y="145"/>
                  <a:pt x="251" y="156"/>
                  <a:pt x="264" y="156"/>
                </a:cubicBezTo>
                <a:cubicBezTo>
                  <a:pt x="270" y="156"/>
                  <a:pt x="276" y="154"/>
                  <a:pt x="281" y="150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  <a:moveTo>
                  <a:pt x="528" y="132"/>
                </a:moveTo>
                <a:cubicBezTo>
                  <a:pt x="260" y="0"/>
                  <a:pt x="260" y="0"/>
                  <a:pt x="260" y="0"/>
                </a:cubicBezTo>
                <a:cubicBezTo>
                  <a:pt x="0" y="126"/>
                  <a:pt x="0" y="126"/>
                  <a:pt x="0" y="126"/>
                </a:cubicBezTo>
                <a:cubicBezTo>
                  <a:pt x="0" y="137"/>
                  <a:pt x="0" y="137"/>
                  <a:pt x="0" y="137"/>
                </a:cubicBezTo>
                <a:cubicBezTo>
                  <a:pt x="260" y="263"/>
                  <a:pt x="260" y="263"/>
                  <a:pt x="260" y="263"/>
                </a:cubicBezTo>
                <a:cubicBezTo>
                  <a:pt x="371" y="209"/>
                  <a:pt x="371" y="209"/>
                  <a:pt x="371" y="209"/>
                </a:cubicBezTo>
                <a:cubicBezTo>
                  <a:pt x="371" y="205"/>
                  <a:pt x="371" y="205"/>
                  <a:pt x="371" y="205"/>
                </a:cubicBezTo>
                <a:cubicBezTo>
                  <a:pt x="281" y="158"/>
                  <a:pt x="281" y="158"/>
                  <a:pt x="281" y="158"/>
                </a:cubicBezTo>
                <a:cubicBezTo>
                  <a:pt x="276" y="162"/>
                  <a:pt x="270" y="163"/>
                  <a:pt x="264" y="163"/>
                </a:cubicBezTo>
                <a:cubicBezTo>
                  <a:pt x="247" y="163"/>
                  <a:pt x="233" y="149"/>
                  <a:pt x="233" y="132"/>
                </a:cubicBezTo>
                <a:cubicBezTo>
                  <a:pt x="233" y="114"/>
                  <a:pt x="247" y="100"/>
                  <a:pt x="264" y="100"/>
                </a:cubicBezTo>
                <a:cubicBezTo>
                  <a:pt x="281" y="100"/>
                  <a:pt x="295" y="114"/>
                  <a:pt x="295" y="132"/>
                </a:cubicBezTo>
                <a:cubicBezTo>
                  <a:pt x="295" y="133"/>
                  <a:pt x="295" y="134"/>
                  <a:pt x="295" y="135"/>
                </a:cubicBezTo>
                <a:cubicBezTo>
                  <a:pt x="401" y="194"/>
                  <a:pt x="401" y="194"/>
                  <a:pt x="401" y="194"/>
                </a:cubicBezTo>
                <a:cubicBezTo>
                  <a:pt x="528" y="132"/>
                  <a:pt x="528" y="132"/>
                  <a:pt x="528" y="132"/>
                </a:cubicBezTo>
                <a:close/>
                <a:moveTo>
                  <a:pt x="394" y="197"/>
                </a:moveTo>
                <a:cubicBezTo>
                  <a:pt x="395" y="293"/>
                  <a:pt x="395" y="293"/>
                  <a:pt x="395" y="293"/>
                </a:cubicBezTo>
                <a:cubicBezTo>
                  <a:pt x="401" y="295"/>
                  <a:pt x="404" y="300"/>
                  <a:pt x="404" y="307"/>
                </a:cubicBezTo>
                <a:cubicBezTo>
                  <a:pt x="404" y="312"/>
                  <a:pt x="401" y="317"/>
                  <a:pt x="396" y="320"/>
                </a:cubicBezTo>
                <a:cubicBezTo>
                  <a:pt x="403" y="320"/>
                  <a:pt x="403" y="320"/>
                  <a:pt x="403" y="320"/>
                </a:cubicBezTo>
                <a:cubicBezTo>
                  <a:pt x="416" y="471"/>
                  <a:pt x="416" y="471"/>
                  <a:pt x="416" y="471"/>
                </a:cubicBezTo>
                <a:cubicBezTo>
                  <a:pt x="364" y="471"/>
                  <a:pt x="364" y="471"/>
                  <a:pt x="364" y="471"/>
                </a:cubicBezTo>
                <a:cubicBezTo>
                  <a:pt x="377" y="320"/>
                  <a:pt x="377" y="320"/>
                  <a:pt x="377" y="320"/>
                </a:cubicBezTo>
                <a:cubicBezTo>
                  <a:pt x="384" y="320"/>
                  <a:pt x="384" y="320"/>
                  <a:pt x="384" y="320"/>
                </a:cubicBezTo>
                <a:cubicBezTo>
                  <a:pt x="379" y="317"/>
                  <a:pt x="376" y="312"/>
                  <a:pt x="376" y="307"/>
                </a:cubicBezTo>
                <a:cubicBezTo>
                  <a:pt x="376" y="301"/>
                  <a:pt x="379" y="296"/>
                  <a:pt x="384" y="293"/>
                </a:cubicBezTo>
                <a:cubicBezTo>
                  <a:pt x="383" y="207"/>
                  <a:pt x="383" y="207"/>
                  <a:pt x="383" y="207"/>
                </a:cubicBezTo>
                <a:cubicBezTo>
                  <a:pt x="394" y="197"/>
                  <a:pt x="394" y="197"/>
                  <a:pt x="394" y="19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302657" y="859160"/>
            <a:ext cx="2373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40000"/>
                    <a:lumOff val="60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MORESHI POWERPOINT</a:t>
            </a:r>
            <a:endParaRPr lang="zh-CN" altLang="en-US" sz="1400" dirty="0">
              <a:solidFill>
                <a:schemeClr val="tx1">
                  <a:lumMod val="40000"/>
                  <a:lumOff val="6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 advClick="0" advTm="3000">
    <p:fade/>
  </p:transition>
  <p:hf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0" Type="http://schemas.openxmlformats.org/officeDocument/2006/relationships/theme" Target="../theme/theme2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81C1B9-ECA1-4BD5-A3AE-7E7371EA2C83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0DD81B-ADF2-4E81-89E9-715225DDC310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0741C5-8F5C-4213-BB69-8C2D02590C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893EA9-123D-489F-8313-43A8A4AC456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</p:sldLayoutIdLst>
  <p:transition spd="slow" advClick="0" advTm="3000"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3.xml"/><Relationship Id="rId8" Type="http://schemas.openxmlformats.org/officeDocument/2006/relationships/tags" Target="../tags/tag12.xml"/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5" Type="http://schemas.openxmlformats.org/officeDocument/2006/relationships/notesSlide" Target="../notesSlides/notesSlide3.xml"/><Relationship Id="rId14" Type="http://schemas.openxmlformats.org/officeDocument/2006/relationships/slideLayout" Target="../slideLayouts/slideLayout15.xml"/><Relationship Id="rId13" Type="http://schemas.openxmlformats.org/officeDocument/2006/relationships/tags" Target="../tags/tag17.xml"/><Relationship Id="rId12" Type="http://schemas.openxmlformats.org/officeDocument/2006/relationships/tags" Target="../tags/tag16.xml"/><Relationship Id="rId11" Type="http://schemas.openxmlformats.org/officeDocument/2006/relationships/tags" Target="../tags/tag15.xml"/><Relationship Id="rId10" Type="http://schemas.openxmlformats.org/officeDocument/2006/relationships/tags" Target="../tags/tag14.xml"/><Relationship Id="rId1" Type="http://schemas.openxmlformats.org/officeDocument/2006/relationships/tags" Target="../tags/tag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>
          <a:xfrm>
            <a:off x="5065504" y="2390246"/>
            <a:ext cx="7026604" cy="2200454"/>
          </a:xfrm>
        </p:spPr>
        <p:txBody>
          <a:bodyPr>
            <a:normAutofit fontScale="80000"/>
          </a:bodyPr>
          <a:lstStyle/>
          <a:p>
            <a:pPr algn="ctr">
              <a:lnSpc>
                <a:spcPct val="170000"/>
              </a:lnSpc>
            </a:pPr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你所有的代币都属于我们：</a:t>
            </a:r>
            <a:endParaRPr lang="zh-CN" altLang="en-US" sz="3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ctr">
              <a:lnSpc>
                <a:spcPct val="170000"/>
              </a:lnSpc>
            </a:pPr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揭秘</a:t>
            </a:r>
            <a:r>
              <a:rPr lang="en-US" altLang="zh-CN" sz="3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Solidity</a:t>
            </a:r>
            <a:r>
              <a:rPr lang="zh-CN" altLang="en-US" sz="36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智能合约中的地址验证漏洞</a:t>
            </a:r>
            <a:endParaRPr lang="zh-CN" altLang="en-US" sz="3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9135110" y="5121275"/>
          <a:ext cx="2957195" cy="1143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4270"/>
                <a:gridCol w="1812925"/>
              </a:tblGrid>
              <a:tr h="381000">
                <a:tc>
                  <a:txBody>
                    <a:bodyPr/>
                    <a:lstStyle/>
                    <a:p>
                      <a:pPr algn="dist">
                        <a:buNone/>
                      </a:pPr>
                      <a:r>
                        <a:rPr lang="zh-CN" altLang="en-US" b="1">
                          <a:latin typeface="黑体" panose="02010609060101010101" charset="-122"/>
                          <a:ea typeface="黑体" panose="02010609060101010101" charset="-122"/>
                        </a:rPr>
                        <a:t>汇报人</a:t>
                      </a:r>
                      <a:endParaRPr lang="en-US" altLang="zh-CN" b="1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latin typeface="黑体" panose="02010609060101010101" charset="-122"/>
                          <a:ea typeface="黑体" panose="02010609060101010101" charset="-122"/>
                        </a:rPr>
                        <a:t>：刘霖笙</a:t>
                      </a:r>
                      <a:endParaRPr lang="zh-CN" altLang="en-US" b="1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dist">
                        <a:buNone/>
                      </a:pPr>
                      <a:r>
                        <a:rPr lang="zh-CN" altLang="en-US" b="1" dirty="0">
                          <a:latin typeface="黑体" panose="02010609060101010101" charset="-122"/>
                          <a:ea typeface="黑体" panose="02010609060101010101" charset="-122"/>
                        </a:rPr>
                        <a:t>时间</a:t>
                      </a:r>
                      <a:endParaRPr lang="zh-CN" altLang="en-US" b="1" dirty="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 dirty="0">
                          <a:latin typeface="黑体" panose="02010609060101010101" charset="-122"/>
                          <a:ea typeface="黑体" panose="02010609060101010101" charset="-122"/>
                        </a:rPr>
                        <a:t>：</a:t>
                      </a:r>
                      <a:r>
                        <a:rPr lang="en-US" altLang="zh-CN" b="1" dirty="0">
                          <a:latin typeface="黑体" panose="02010609060101010101" charset="-122"/>
                          <a:ea typeface="黑体" panose="02010609060101010101" charset="-122"/>
                        </a:rPr>
                        <a:t>2025.04.01</a:t>
                      </a:r>
                      <a:endParaRPr lang="en-US" altLang="zh-CN" b="1" dirty="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dist">
                        <a:buNone/>
                      </a:pPr>
                      <a:r>
                        <a:rPr lang="zh-CN" altLang="en-US" b="1">
                          <a:latin typeface="黑体" panose="02010609060101010101" charset="-122"/>
                          <a:ea typeface="黑体" panose="02010609060101010101" charset="-122"/>
                        </a:rPr>
                        <a:t>指导老师</a:t>
                      </a:r>
                      <a:endParaRPr lang="zh-CN" altLang="en-US" b="1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 dirty="0">
                          <a:latin typeface="黑体" panose="02010609060101010101" charset="-122"/>
                          <a:ea typeface="黑体" panose="02010609060101010101" charset="-122"/>
                        </a:rPr>
                        <a:t>：陈家辉</a:t>
                      </a:r>
                      <a:endParaRPr lang="zh-CN" altLang="en-US" b="1" dirty="0"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803910" y="820420"/>
            <a:ext cx="2057400" cy="1422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2541638" y="4132915"/>
            <a:ext cx="7109359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b="1" dirty="0"/>
              <a:t>USENIX Security Symposium / USENIX Security</a:t>
            </a:r>
            <a:endParaRPr lang="en-US" altLang="zh-CN" b="1" dirty="0"/>
          </a:p>
          <a:p>
            <a:pPr algn="ctr"/>
            <a:r>
              <a:rPr lang="zh-CN" altLang="en-US" b="1" dirty="0"/>
              <a:t>（</a:t>
            </a:r>
            <a:r>
              <a:rPr lang="en-US" altLang="zh-CN" b="1" dirty="0"/>
              <a:t>CCF A</a:t>
            </a:r>
            <a:r>
              <a:rPr lang="zh-CN" altLang="en-US" b="1" dirty="0"/>
              <a:t>，</a:t>
            </a:r>
            <a:r>
              <a:rPr lang="en-US" altLang="zh-CN" b="1" dirty="0"/>
              <a:t>August 14–16, 2024 </a:t>
            </a:r>
            <a:r>
              <a:rPr lang="zh-CN" altLang="en-US" b="1" dirty="0"/>
              <a:t>）</a:t>
            </a:r>
            <a:endParaRPr lang="en-US" altLang="zh-CN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2743518" y="4947920"/>
            <a:ext cx="6704965" cy="3270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2000" b="1" dirty="0"/>
              <a:t>华中科技大学</a:t>
            </a:r>
            <a:r>
              <a:rPr lang="zh-CN" sz="2000" b="1" dirty="0"/>
              <a:t>、</a:t>
            </a:r>
            <a:r>
              <a:rPr lang="zh-CN" altLang="en-US" sz="2000" b="1" dirty="0"/>
              <a:t>北京大学</a:t>
            </a:r>
            <a:r>
              <a:rPr lang="zh-CN" sz="2000" b="1" dirty="0"/>
              <a:t>、</a:t>
            </a:r>
            <a:r>
              <a:rPr lang="zh-CN" altLang="en-US" sz="2000" b="1" dirty="0"/>
              <a:t>中关村实验室</a:t>
            </a:r>
            <a:r>
              <a:rPr lang="zh-CN" sz="2000" b="1" dirty="0"/>
              <a:t>、</a:t>
            </a:r>
            <a:r>
              <a:rPr lang="zh-CN" altLang="en-US" sz="2000" b="1" dirty="0"/>
              <a:t>香港理工大学</a:t>
            </a:r>
            <a:endParaRPr lang="zh-CN" altLang="en-US" sz="2000" b="1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0585" y="1513840"/>
            <a:ext cx="7911465" cy="23406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>
            <p:custDataLst>
              <p:tags r:id="rId1"/>
            </p:custDataLst>
          </p:nvPr>
        </p:nvGrpSpPr>
        <p:grpSpPr>
          <a:xfrm>
            <a:off x="3862705" y="1716677"/>
            <a:ext cx="4606290" cy="3714911"/>
            <a:chOff x="5738933" y="2159616"/>
            <a:chExt cx="4606290" cy="3714911"/>
          </a:xfrm>
        </p:grpSpPr>
        <p:sp>
          <p:nvSpPr>
            <p:cNvPr id="4" name="Freeform 10"/>
            <p:cNvSpPr/>
            <p:nvPr>
              <p:custDataLst>
                <p:tags r:id="rId2"/>
              </p:custDataLst>
            </p:nvPr>
          </p:nvSpPr>
          <p:spPr bwMode="auto">
            <a:xfrm>
              <a:off x="5738933" y="2159616"/>
              <a:ext cx="4606290" cy="672696"/>
            </a:xfrm>
            <a:custGeom>
              <a:avLst/>
              <a:gdLst>
                <a:gd name="T0" fmla="*/ 97 w 8676"/>
                <a:gd name="T1" fmla="*/ 0 h 884"/>
                <a:gd name="T2" fmla="*/ 8475 w 8676"/>
                <a:gd name="T3" fmla="*/ 0 h 884"/>
                <a:gd name="T4" fmla="*/ 8676 w 8676"/>
                <a:gd name="T5" fmla="*/ 202 h 884"/>
                <a:gd name="T6" fmla="*/ 8676 w 8676"/>
                <a:gd name="T7" fmla="*/ 788 h 884"/>
                <a:gd name="T8" fmla="*/ 8579 w 8676"/>
                <a:gd name="T9" fmla="*/ 884 h 884"/>
                <a:gd name="T10" fmla="*/ 97 w 8676"/>
                <a:gd name="T11" fmla="*/ 884 h 884"/>
                <a:gd name="T12" fmla="*/ 0 w 8676"/>
                <a:gd name="T13" fmla="*/ 788 h 884"/>
                <a:gd name="T14" fmla="*/ 0 w 8676"/>
                <a:gd name="T15" fmla="*/ 96 h 884"/>
                <a:gd name="T16" fmla="*/ 97 w 8676"/>
                <a:gd name="T17" fmla="*/ 0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676" h="884">
                  <a:moveTo>
                    <a:pt x="97" y="0"/>
                  </a:moveTo>
                  <a:lnTo>
                    <a:pt x="8475" y="0"/>
                  </a:lnTo>
                  <a:lnTo>
                    <a:pt x="8676" y="202"/>
                  </a:lnTo>
                  <a:lnTo>
                    <a:pt x="8676" y="788"/>
                  </a:lnTo>
                  <a:cubicBezTo>
                    <a:pt x="8676" y="841"/>
                    <a:pt x="8632" y="884"/>
                    <a:pt x="8579" y="884"/>
                  </a:cubicBezTo>
                  <a:lnTo>
                    <a:pt x="97" y="884"/>
                  </a:lnTo>
                  <a:cubicBezTo>
                    <a:pt x="44" y="884"/>
                    <a:pt x="0" y="841"/>
                    <a:pt x="0" y="788"/>
                  </a:cubicBezTo>
                  <a:lnTo>
                    <a:pt x="0" y="96"/>
                  </a:lnTo>
                  <a:cubicBezTo>
                    <a:pt x="0" y="43"/>
                    <a:pt x="44" y="0"/>
                    <a:pt x="97" y="0"/>
                  </a:cubicBezTo>
                  <a:close/>
                </a:path>
              </a:pathLst>
            </a:custGeom>
            <a:noFill/>
            <a:ln w="10" cap="flat" cmpd="sng">
              <a:solidFill>
                <a:srgbClr val="CA032E"/>
              </a:solidFill>
              <a:round/>
            </a:ln>
          </p:spPr>
          <p:txBody>
            <a:bodyPr lIns="68562" tIns="34281" rIns="68562" bIns="34281"/>
            <a:lstStyle/>
            <a:p>
              <a:endParaRPr lang="zh-CN" altLang="en-US" sz="2000">
                <a:solidFill>
                  <a:schemeClr val="bg1"/>
                </a:solidFill>
              </a:endParaRPr>
            </a:p>
          </p:txBody>
        </p:sp>
        <p:sp>
          <p:nvSpPr>
            <p:cNvPr id="5" name="Rectangle 12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5965628" y="2159616"/>
              <a:ext cx="655955" cy="672696"/>
            </a:xfrm>
            <a:prstGeom prst="rect">
              <a:avLst/>
            </a:prstGeom>
            <a:solidFill>
              <a:srgbClr val="CA032E"/>
            </a:solidFill>
            <a:ln>
              <a:noFill/>
            </a:ln>
          </p:spPr>
          <p:txBody>
            <a:bodyPr lIns="68562" tIns="34281" rIns="68562" bIns="34281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32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1</a:t>
              </a:r>
              <a:endPara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Freeform 10"/>
            <p:cNvSpPr/>
            <p:nvPr>
              <p:custDataLst>
                <p:tags r:id="rId4"/>
              </p:custDataLst>
            </p:nvPr>
          </p:nvSpPr>
          <p:spPr bwMode="auto">
            <a:xfrm>
              <a:off x="5738933" y="3138569"/>
              <a:ext cx="4606290" cy="672696"/>
            </a:xfrm>
            <a:custGeom>
              <a:avLst/>
              <a:gdLst>
                <a:gd name="T0" fmla="*/ 97 w 8676"/>
                <a:gd name="T1" fmla="*/ 0 h 884"/>
                <a:gd name="T2" fmla="*/ 8475 w 8676"/>
                <a:gd name="T3" fmla="*/ 0 h 884"/>
                <a:gd name="T4" fmla="*/ 8676 w 8676"/>
                <a:gd name="T5" fmla="*/ 202 h 884"/>
                <a:gd name="T6" fmla="*/ 8676 w 8676"/>
                <a:gd name="T7" fmla="*/ 788 h 884"/>
                <a:gd name="T8" fmla="*/ 8579 w 8676"/>
                <a:gd name="T9" fmla="*/ 884 h 884"/>
                <a:gd name="T10" fmla="*/ 97 w 8676"/>
                <a:gd name="T11" fmla="*/ 884 h 884"/>
                <a:gd name="T12" fmla="*/ 0 w 8676"/>
                <a:gd name="T13" fmla="*/ 788 h 884"/>
                <a:gd name="T14" fmla="*/ 0 w 8676"/>
                <a:gd name="T15" fmla="*/ 96 h 884"/>
                <a:gd name="T16" fmla="*/ 97 w 8676"/>
                <a:gd name="T17" fmla="*/ 0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676" h="884">
                  <a:moveTo>
                    <a:pt x="97" y="0"/>
                  </a:moveTo>
                  <a:lnTo>
                    <a:pt x="8475" y="0"/>
                  </a:lnTo>
                  <a:lnTo>
                    <a:pt x="8676" y="202"/>
                  </a:lnTo>
                  <a:lnTo>
                    <a:pt x="8676" y="788"/>
                  </a:lnTo>
                  <a:cubicBezTo>
                    <a:pt x="8676" y="841"/>
                    <a:pt x="8632" y="884"/>
                    <a:pt x="8579" y="884"/>
                  </a:cubicBezTo>
                  <a:lnTo>
                    <a:pt x="97" y="884"/>
                  </a:lnTo>
                  <a:cubicBezTo>
                    <a:pt x="44" y="884"/>
                    <a:pt x="0" y="841"/>
                    <a:pt x="0" y="788"/>
                  </a:cubicBezTo>
                  <a:lnTo>
                    <a:pt x="0" y="96"/>
                  </a:lnTo>
                  <a:cubicBezTo>
                    <a:pt x="0" y="43"/>
                    <a:pt x="44" y="0"/>
                    <a:pt x="97" y="0"/>
                  </a:cubicBezTo>
                  <a:close/>
                </a:path>
              </a:pathLst>
            </a:custGeom>
            <a:noFill/>
            <a:ln w="10" cap="flat" cmpd="sng">
              <a:solidFill>
                <a:schemeClr val="tx2">
                  <a:lumMod val="50000"/>
                </a:schemeClr>
              </a:solidFill>
              <a:round/>
            </a:ln>
          </p:spPr>
          <p:txBody>
            <a:bodyPr lIns="68562" tIns="34281" rIns="68562" bIns="34281"/>
            <a:lstStyle/>
            <a:p>
              <a:endParaRPr lang="zh-CN" altLang="en-US" sz="2000">
                <a:solidFill>
                  <a:schemeClr val="bg1"/>
                </a:solidFill>
              </a:endParaRPr>
            </a:p>
          </p:txBody>
        </p:sp>
        <p:sp>
          <p:nvSpPr>
            <p:cNvPr id="7" name="Rectangle 12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5963723" y="3138569"/>
              <a:ext cx="655955" cy="672696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</p:spPr>
          <p:txBody>
            <a:bodyPr lIns="68562" tIns="34281" rIns="68562" bIns="34281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32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2</a:t>
              </a:r>
              <a:endPara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extBox 105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6957498" y="2277841"/>
              <a:ext cx="3320415" cy="43624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 lIns="68562" tIns="34281" rIns="68562" bIns="34281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b="1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论文背景</a:t>
              </a:r>
              <a:r>
                <a:rPr lang="en-US" altLang="zh-CN" sz="2400" b="1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 </a:t>
              </a:r>
              <a:endParaRPr lang="en-US" altLang="zh-CN" sz="24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0" name="TextBox 108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6957498" y="3255635"/>
              <a:ext cx="2028190" cy="43624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68562" tIns="34281" rIns="68562" bIns="34281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l" eaLnBrk="1" hangingPunct="1"/>
              <a:r>
                <a:rPr lang="en-US" altLang="zh-CN" sz="2400" b="1" dirty="0" err="1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ea"/>
                </a:rPr>
                <a:t>AVVERIFIER</a:t>
              </a:r>
              <a:endParaRPr lang="en-US" altLang="zh-CN" sz="2400" b="1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12" name="Freeform 10"/>
            <p:cNvSpPr/>
            <p:nvPr>
              <p:custDataLst>
                <p:tags r:id="rId8"/>
              </p:custDataLst>
            </p:nvPr>
          </p:nvSpPr>
          <p:spPr bwMode="auto">
            <a:xfrm>
              <a:off x="5738933" y="4193293"/>
              <a:ext cx="4606290" cy="672696"/>
            </a:xfrm>
            <a:custGeom>
              <a:avLst/>
              <a:gdLst>
                <a:gd name="T0" fmla="*/ 97 w 8676"/>
                <a:gd name="T1" fmla="*/ 0 h 884"/>
                <a:gd name="T2" fmla="*/ 8475 w 8676"/>
                <a:gd name="T3" fmla="*/ 0 h 884"/>
                <a:gd name="T4" fmla="*/ 8676 w 8676"/>
                <a:gd name="T5" fmla="*/ 202 h 884"/>
                <a:gd name="T6" fmla="*/ 8676 w 8676"/>
                <a:gd name="T7" fmla="*/ 788 h 884"/>
                <a:gd name="T8" fmla="*/ 8579 w 8676"/>
                <a:gd name="T9" fmla="*/ 884 h 884"/>
                <a:gd name="T10" fmla="*/ 97 w 8676"/>
                <a:gd name="T11" fmla="*/ 884 h 884"/>
                <a:gd name="T12" fmla="*/ 0 w 8676"/>
                <a:gd name="T13" fmla="*/ 788 h 884"/>
                <a:gd name="T14" fmla="*/ 0 w 8676"/>
                <a:gd name="T15" fmla="*/ 96 h 884"/>
                <a:gd name="T16" fmla="*/ 97 w 8676"/>
                <a:gd name="T17" fmla="*/ 0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676" h="884">
                  <a:moveTo>
                    <a:pt x="97" y="0"/>
                  </a:moveTo>
                  <a:lnTo>
                    <a:pt x="8475" y="0"/>
                  </a:lnTo>
                  <a:lnTo>
                    <a:pt x="8676" y="202"/>
                  </a:lnTo>
                  <a:lnTo>
                    <a:pt x="8676" y="788"/>
                  </a:lnTo>
                  <a:cubicBezTo>
                    <a:pt x="8676" y="841"/>
                    <a:pt x="8632" y="884"/>
                    <a:pt x="8579" y="884"/>
                  </a:cubicBezTo>
                  <a:lnTo>
                    <a:pt x="97" y="884"/>
                  </a:lnTo>
                  <a:cubicBezTo>
                    <a:pt x="44" y="884"/>
                    <a:pt x="0" y="841"/>
                    <a:pt x="0" y="788"/>
                  </a:cubicBezTo>
                  <a:lnTo>
                    <a:pt x="0" y="96"/>
                  </a:lnTo>
                  <a:cubicBezTo>
                    <a:pt x="0" y="43"/>
                    <a:pt x="44" y="0"/>
                    <a:pt x="97" y="0"/>
                  </a:cubicBezTo>
                  <a:close/>
                </a:path>
              </a:pathLst>
            </a:custGeom>
            <a:noFill/>
            <a:ln w="10" cap="flat" cmpd="sng">
              <a:solidFill>
                <a:srgbClr val="CA032E"/>
              </a:solidFill>
              <a:round/>
            </a:ln>
          </p:spPr>
          <p:txBody>
            <a:bodyPr lIns="68562" tIns="34281" rIns="68562" bIns="34281"/>
            <a:lstStyle/>
            <a:p>
              <a:endParaRPr lang="zh-CN" altLang="en-US" sz="2000">
                <a:solidFill>
                  <a:schemeClr val="bg1"/>
                </a:solidFill>
              </a:endParaRPr>
            </a:p>
          </p:txBody>
        </p:sp>
        <p:sp>
          <p:nvSpPr>
            <p:cNvPr id="13" name="Rectangle 12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5965628" y="4193293"/>
              <a:ext cx="655955" cy="672696"/>
            </a:xfrm>
            <a:prstGeom prst="rect">
              <a:avLst/>
            </a:prstGeom>
            <a:solidFill>
              <a:srgbClr val="CA032E"/>
            </a:solidFill>
            <a:ln>
              <a:noFill/>
            </a:ln>
          </p:spPr>
          <p:txBody>
            <a:bodyPr lIns="68562" tIns="34281" rIns="68562" bIns="34281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32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3</a:t>
              </a:r>
              <a:endPara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" name="TextBox 105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6957498" y="4311518"/>
              <a:ext cx="3320415" cy="43624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 lIns="68562" tIns="34281" rIns="68562" bIns="34281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b="1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ea"/>
                </a:rPr>
                <a:t>实验</a:t>
              </a:r>
              <a:endParaRPr lang="zh-CN" altLang="en-US" sz="24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Freeform 10"/>
            <p:cNvSpPr/>
            <p:nvPr>
              <p:custDataLst>
                <p:tags r:id="rId11"/>
              </p:custDataLst>
            </p:nvPr>
          </p:nvSpPr>
          <p:spPr bwMode="auto">
            <a:xfrm>
              <a:off x="5738933" y="5201831"/>
              <a:ext cx="4606290" cy="672696"/>
            </a:xfrm>
            <a:custGeom>
              <a:avLst/>
              <a:gdLst>
                <a:gd name="T0" fmla="*/ 97 w 8676"/>
                <a:gd name="T1" fmla="*/ 0 h 884"/>
                <a:gd name="T2" fmla="*/ 8475 w 8676"/>
                <a:gd name="T3" fmla="*/ 0 h 884"/>
                <a:gd name="T4" fmla="*/ 8676 w 8676"/>
                <a:gd name="T5" fmla="*/ 202 h 884"/>
                <a:gd name="T6" fmla="*/ 8676 w 8676"/>
                <a:gd name="T7" fmla="*/ 788 h 884"/>
                <a:gd name="T8" fmla="*/ 8579 w 8676"/>
                <a:gd name="T9" fmla="*/ 884 h 884"/>
                <a:gd name="T10" fmla="*/ 97 w 8676"/>
                <a:gd name="T11" fmla="*/ 884 h 884"/>
                <a:gd name="T12" fmla="*/ 0 w 8676"/>
                <a:gd name="T13" fmla="*/ 788 h 884"/>
                <a:gd name="T14" fmla="*/ 0 w 8676"/>
                <a:gd name="T15" fmla="*/ 96 h 884"/>
                <a:gd name="T16" fmla="*/ 97 w 8676"/>
                <a:gd name="T17" fmla="*/ 0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676" h="884">
                  <a:moveTo>
                    <a:pt x="97" y="0"/>
                  </a:moveTo>
                  <a:lnTo>
                    <a:pt x="8475" y="0"/>
                  </a:lnTo>
                  <a:lnTo>
                    <a:pt x="8676" y="202"/>
                  </a:lnTo>
                  <a:lnTo>
                    <a:pt x="8676" y="788"/>
                  </a:lnTo>
                  <a:cubicBezTo>
                    <a:pt x="8676" y="841"/>
                    <a:pt x="8632" y="884"/>
                    <a:pt x="8579" y="884"/>
                  </a:cubicBezTo>
                  <a:lnTo>
                    <a:pt x="97" y="884"/>
                  </a:lnTo>
                  <a:cubicBezTo>
                    <a:pt x="44" y="884"/>
                    <a:pt x="0" y="841"/>
                    <a:pt x="0" y="788"/>
                  </a:cubicBezTo>
                  <a:lnTo>
                    <a:pt x="0" y="96"/>
                  </a:lnTo>
                  <a:cubicBezTo>
                    <a:pt x="0" y="43"/>
                    <a:pt x="44" y="0"/>
                    <a:pt x="97" y="0"/>
                  </a:cubicBezTo>
                  <a:close/>
                </a:path>
              </a:pathLst>
            </a:custGeom>
            <a:noFill/>
            <a:ln w="10" cap="flat" cmpd="sng">
              <a:solidFill>
                <a:schemeClr val="tx2">
                  <a:lumMod val="50000"/>
                </a:schemeClr>
              </a:solidFill>
              <a:round/>
            </a:ln>
          </p:spPr>
          <p:txBody>
            <a:bodyPr lIns="68562" tIns="34281" rIns="68562" bIns="34281"/>
            <a:lstStyle/>
            <a:p>
              <a:endParaRPr lang="zh-CN" altLang="en-US" sz="2000">
                <a:solidFill>
                  <a:schemeClr val="bg1"/>
                </a:solidFill>
              </a:endParaRPr>
            </a:p>
          </p:txBody>
        </p:sp>
        <p:sp>
          <p:nvSpPr>
            <p:cNvPr id="17" name="Rectangle 12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5963723" y="5201831"/>
              <a:ext cx="655955" cy="672696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</p:spPr>
          <p:txBody>
            <a:bodyPr lIns="68562" tIns="34281" rIns="68562" bIns="34281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32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4</a:t>
              </a:r>
              <a:endPara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TextBox 108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6957498" y="5320056"/>
              <a:ext cx="1355090" cy="43624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68562" tIns="34281" rIns="68562" bIns="34281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b="1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</a:rPr>
                <a:t>总结讨论</a:t>
              </a:r>
              <a:endParaRPr lang="zh-CN" altLang="en-US" sz="24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>
          <a:xfrm>
            <a:off x="4658250" y="2993692"/>
            <a:ext cx="6374027" cy="870616"/>
          </a:xfrm>
        </p:spPr>
        <p:txBody>
          <a:bodyPr>
            <a:normAutofit/>
          </a:bodyPr>
          <a:lstStyle/>
          <a:p>
            <a:pPr algn="ctr"/>
            <a:r>
              <a:rPr lang="en-US" altLang="zh-CN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1. </a:t>
            </a:r>
            <a:r>
              <a:rPr lang="zh-CN" altLang="en-US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论文背景</a:t>
            </a:r>
            <a:endParaRPr lang="zh-CN" altLang="en-US" b="1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251423" y="207469"/>
            <a:ext cx="411543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以太坊中的两种账户</a:t>
            </a:r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类型</a:t>
            </a:r>
            <a:endParaRPr lang="zh-CN" altLang="en-US" sz="2800" b="1" dirty="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1700" y="1391285"/>
            <a:ext cx="2416810" cy="407479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677383" y="5782769"/>
            <a:ext cx="340423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EOA </a:t>
            </a:r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账户，钱包</a:t>
            </a:r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账户</a:t>
            </a:r>
            <a:endParaRPr lang="zh-CN" altLang="en-US" sz="2800" b="1" dirty="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rcRect r="2769"/>
          <a:stretch>
            <a:fillRect/>
          </a:stretch>
        </p:blipFill>
        <p:spPr>
          <a:xfrm>
            <a:off x="7511415" y="1391285"/>
            <a:ext cx="2489835" cy="407479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7949278" y="5782769"/>
            <a:ext cx="16129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合约</a:t>
            </a:r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账户</a:t>
            </a:r>
            <a:endParaRPr lang="zh-CN" altLang="en-US" sz="2800" b="1" dirty="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251423" y="207469"/>
            <a:ext cx="268541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白名单地址</a:t>
            </a:r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验证</a:t>
            </a:r>
            <a:endParaRPr lang="zh-CN" altLang="en-US" sz="2800" b="1" dirty="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1965" y="1322705"/>
            <a:ext cx="4997450" cy="47688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736938" y="1410159"/>
            <a:ext cx="6290945" cy="439991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硬编码比较</a:t>
            </a:r>
            <a:endParaRPr lang="zh-CN" altLang="en-US" sz="2800" b="1" dirty="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algn="ctr"/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（</a:t>
            </a:r>
            <a:r>
              <a:rPr lang="en-US" altLang="zh-CN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hard-encoded comparison</a:t>
            </a:r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）</a:t>
            </a:r>
            <a:endParaRPr lang="zh-CN" altLang="en-US" sz="2800" b="1" dirty="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algn="ctr"/>
            <a:endParaRPr lang="zh-CN" altLang="en-US" sz="2800" b="1" dirty="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algn="ctr"/>
            <a:endParaRPr lang="zh-CN" altLang="en-US" sz="2800" b="1" dirty="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algn="ctr"/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映射验证</a:t>
            </a:r>
            <a:endParaRPr lang="zh-CN" altLang="en-US" sz="2800" b="1" dirty="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algn="ctr"/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（</a:t>
            </a:r>
            <a:r>
              <a:rPr lang="en-US" altLang="zh-CN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mapping validation</a:t>
            </a:r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）</a:t>
            </a:r>
            <a:endParaRPr lang="zh-CN" altLang="en-US" sz="2800" b="1" dirty="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algn="ctr"/>
            <a:endParaRPr lang="zh-CN" altLang="en-US" sz="2800" b="1" dirty="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algn="ctr"/>
            <a:endParaRPr lang="zh-CN" altLang="en-US" sz="2800" b="1" dirty="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algn="ctr"/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硬编码地址枚举（</a:t>
            </a:r>
            <a:endParaRPr lang="zh-CN" altLang="en-US" sz="2800" b="1" dirty="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algn="ctr"/>
            <a:r>
              <a:rPr lang="en-US" altLang="zh-CN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hard-encoded address enumeration</a:t>
            </a:r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）</a:t>
            </a:r>
            <a:endParaRPr lang="zh-CN" altLang="en-US" sz="2800" b="1" dirty="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251423" y="207469"/>
            <a:ext cx="23279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地址验证</a:t>
            </a:r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漏洞</a:t>
            </a:r>
            <a:endParaRPr lang="zh-CN" altLang="en-US" sz="2800" b="1" dirty="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870" y="1318895"/>
            <a:ext cx="4806950" cy="51562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399540" y="2147570"/>
            <a:ext cx="3889375" cy="656590"/>
          </a:xfrm>
          <a:prstGeom prst="rect">
            <a:avLst/>
          </a:prstGeom>
          <a:noFill/>
          <a:ln w="38100">
            <a:solidFill>
              <a:schemeClr val="tx2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777230" y="1789430"/>
            <a:ext cx="6029325" cy="1014730"/>
          </a:xfrm>
          <a:prstGeom prst="rect">
            <a:avLst/>
          </a:prstGeom>
        </p:spPr>
        <p:txBody>
          <a:bodyPr wrap="square">
            <a:spAutoFit/>
          </a:bodyPr>
          <a:p>
            <a:pPr defTabSz="266700"/>
            <a:r>
              <a:rPr lang="zh-CN" altLang="en-US" sz="2000" b="1">
                <a:solidFill>
                  <a:srgbClr val="FF0000"/>
                </a:solidFill>
                <a:latin typeface="Times New Roman" panose="02020603050405020304"/>
                <a:ea typeface="仿宋" panose="02010609060101010101" pitchFamily="49" charset="-122"/>
              </a:rPr>
              <a:t>简单验证检查：</a:t>
            </a:r>
            <a:endParaRPr lang="zh-CN" altLang="en-US" sz="2000" b="1">
              <a:solidFill>
                <a:srgbClr val="FF0000"/>
              </a:solidFill>
              <a:latin typeface="Times New Roman" panose="02020603050405020304"/>
              <a:ea typeface="仿宋" panose="02010609060101010101" pitchFamily="49" charset="-122"/>
            </a:endParaRPr>
          </a:p>
          <a:p>
            <a:pPr defTabSz="266700"/>
            <a:r>
              <a:rPr lang="en-US" altLang="zh-CN" sz="2000" b="1">
                <a:solidFill>
                  <a:srgbClr val="FF0000"/>
                </a:solidFill>
                <a:latin typeface="Times New Roman" panose="02020603050405020304"/>
                <a:ea typeface="仿宋" panose="02010609060101010101" pitchFamily="49" charset="-122"/>
              </a:rPr>
              <a:t> visrDeposit &gt; 0</a:t>
            </a:r>
            <a:r>
              <a:rPr lang="zh-CN" altLang="en-US" sz="2000" b="1">
                <a:solidFill>
                  <a:srgbClr val="FF0000"/>
                </a:solidFill>
                <a:latin typeface="Times New Roman" panose="02020603050405020304"/>
                <a:ea typeface="仿宋" panose="02010609060101010101" pitchFamily="49" charset="-122"/>
              </a:rPr>
              <a:t>，确保存款金额不为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/>
                <a:ea typeface="仿宋" panose="02010609060101010101" pitchFamily="49" charset="-122"/>
              </a:rPr>
              <a:t> 0</a:t>
            </a:r>
            <a:r>
              <a:rPr lang="zh-CN" altLang="en-US" sz="2000" b="1">
                <a:solidFill>
                  <a:srgbClr val="FF0000"/>
                </a:solidFill>
                <a:latin typeface="Times New Roman" panose="02020603050405020304"/>
                <a:ea typeface="仿宋" panose="02010609060101010101" pitchFamily="49" charset="-122"/>
              </a:rPr>
              <a:t>。</a:t>
            </a:r>
            <a:endParaRPr lang="zh-CN" altLang="en-US" sz="2000" b="1">
              <a:solidFill>
                <a:srgbClr val="FF0000"/>
              </a:solidFill>
              <a:latin typeface="Times New Roman" panose="02020603050405020304"/>
              <a:ea typeface="仿宋" panose="02010609060101010101" pitchFamily="49" charset="-122"/>
            </a:endParaRPr>
          </a:p>
          <a:p>
            <a:pPr defTabSz="266700"/>
            <a:r>
              <a:rPr lang="en-US" altLang="zh-CN" sz="2000" b="1">
                <a:solidFill>
                  <a:srgbClr val="FF0000"/>
                </a:solidFill>
                <a:latin typeface="Times New Roman" panose="02020603050405020304"/>
                <a:ea typeface="仿宋" panose="02010609060101010101" pitchFamily="49" charset="-122"/>
              </a:rPr>
              <a:t>to </a:t>
            </a:r>
            <a:r>
              <a:rPr lang="zh-CN" altLang="en-US" sz="2000" b="1">
                <a:solidFill>
                  <a:srgbClr val="FF0000"/>
                </a:solidFill>
                <a:latin typeface="Times New Roman" panose="02020603050405020304"/>
                <a:ea typeface="仿宋" panose="02010609060101010101" pitchFamily="49" charset="-122"/>
              </a:rPr>
              <a:t>与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/>
                <a:ea typeface="仿宋" panose="02010609060101010101" pitchFamily="49" charset="-122"/>
              </a:rPr>
              <a:t> from </a:t>
            </a:r>
            <a:r>
              <a:rPr lang="zh-CN" altLang="en-US" sz="2000" b="1">
                <a:solidFill>
                  <a:srgbClr val="FF0000"/>
                </a:solidFill>
                <a:latin typeface="Times New Roman" panose="02020603050405020304"/>
                <a:ea typeface="仿宋" panose="02010609060101010101" pitchFamily="49" charset="-122"/>
              </a:rPr>
              <a:t>不是</a:t>
            </a:r>
            <a:r>
              <a:rPr lang="en-US" altLang="zh-CN" sz="2000" b="1">
                <a:solidFill>
                  <a:srgbClr val="FF0000"/>
                </a:solidFill>
                <a:latin typeface="Times New Roman" panose="02020603050405020304"/>
                <a:ea typeface="仿宋" panose="02010609060101010101" pitchFamily="49" charset="-122"/>
              </a:rPr>
              <a:t> 0 </a:t>
            </a:r>
            <a:r>
              <a:rPr lang="zh-CN" altLang="en-US" sz="2000" b="1">
                <a:solidFill>
                  <a:srgbClr val="FF0000"/>
                </a:solidFill>
                <a:latin typeface="Times New Roman" panose="02020603050405020304"/>
                <a:ea typeface="仿宋" panose="02010609060101010101" pitchFamily="49" charset="-122"/>
              </a:rPr>
              <a:t>地址、且不等于当前合约地址。</a:t>
            </a:r>
            <a:endParaRPr lang="zh-CN" altLang="en-US" sz="2000" b="1">
              <a:solidFill>
                <a:srgbClr val="FF0000"/>
              </a:solidFill>
              <a:latin typeface="Times New Roman" panose="02020603050405020304"/>
              <a:ea typeface="仿宋" panose="02010609060101010101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399540" y="3065780"/>
            <a:ext cx="3889375" cy="770890"/>
          </a:xfrm>
          <a:prstGeom prst="rect">
            <a:avLst/>
          </a:prstGeom>
          <a:noFill/>
          <a:ln w="38100">
            <a:solidFill>
              <a:schemeClr val="tx2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777230" y="3229610"/>
            <a:ext cx="6029325" cy="398780"/>
          </a:xfrm>
          <a:prstGeom prst="rect">
            <a:avLst/>
          </a:prstGeom>
        </p:spPr>
        <p:txBody>
          <a:bodyPr wrap="square">
            <a:spAutoFit/>
          </a:bodyPr>
          <a:p>
            <a:pPr defTabSz="266700"/>
            <a:r>
              <a:rPr lang="zh-CN" altLang="en-US" sz="2000" b="1">
                <a:solidFill>
                  <a:srgbClr val="FF0000"/>
                </a:solidFill>
                <a:latin typeface="Times New Roman" panose="02020603050405020304"/>
                <a:ea typeface="仿宋" panose="02010609060101010101" pitchFamily="49" charset="-122"/>
              </a:rPr>
              <a:t>根据合约余额情况计算转账</a:t>
            </a:r>
            <a:r>
              <a:rPr lang="zh-CN" altLang="en-US" sz="2000" b="1">
                <a:solidFill>
                  <a:srgbClr val="FF0000"/>
                </a:solidFill>
                <a:latin typeface="Times New Roman" panose="02020603050405020304"/>
                <a:ea typeface="仿宋" panose="02010609060101010101" pitchFamily="49" charset="-122"/>
              </a:rPr>
              <a:t>金额</a:t>
            </a:r>
            <a:endParaRPr lang="zh-CN" altLang="en-US" sz="2000" b="1">
              <a:solidFill>
                <a:srgbClr val="FF0000"/>
              </a:solidFill>
              <a:latin typeface="Times New Roman" panose="02020603050405020304"/>
              <a:ea typeface="仿宋" panose="02010609060101010101" pitchFamily="49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399540" y="3949065"/>
            <a:ext cx="1640205" cy="194945"/>
          </a:xfrm>
          <a:prstGeom prst="rect">
            <a:avLst/>
          </a:prstGeom>
          <a:noFill/>
          <a:ln w="38100">
            <a:solidFill>
              <a:schemeClr val="tx2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9" name="肘形连接符 8"/>
          <p:cNvCxnSpPr>
            <a:stCxn id="8" idx="3"/>
          </p:cNvCxnSpPr>
          <p:nvPr/>
        </p:nvCxnSpPr>
        <p:spPr>
          <a:xfrm>
            <a:off x="3039745" y="4046855"/>
            <a:ext cx="4784090" cy="1021080"/>
          </a:xfrm>
          <a:prstGeom prst="bentConnector3">
            <a:avLst>
              <a:gd name="adj1" fmla="val 50000"/>
            </a:avLst>
          </a:prstGeom>
          <a:ln w="38100"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7969598" y="4807409"/>
            <a:ext cx="16129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漏洞</a:t>
            </a:r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隐患</a:t>
            </a:r>
            <a:endParaRPr lang="zh-CN" altLang="en-US" sz="2800" b="1" dirty="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251423" y="207469"/>
            <a:ext cx="23279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地址验证</a:t>
            </a:r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漏洞</a:t>
            </a:r>
            <a:endParaRPr lang="zh-CN" altLang="en-US" sz="2800" b="1" dirty="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870" y="1318895"/>
            <a:ext cx="4806950" cy="51562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7955" y="1590040"/>
            <a:ext cx="5264150" cy="4381500"/>
          </a:xfrm>
          <a:prstGeom prst="rect">
            <a:avLst/>
          </a:prstGeom>
        </p:spPr>
      </p:pic>
      <p:cxnSp>
        <p:nvCxnSpPr>
          <p:cNvPr id="9" name="肘形连接符 8"/>
          <p:cNvCxnSpPr/>
          <p:nvPr/>
        </p:nvCxnSpPr>
        <p:spPr>
          <a:xfrm flipV="1">
            <a:off x="4684395" y="2628265"/>
            <a:ext cx="2338070" cy="1579245"/>
          </a:xfrm>
          <a:prstGeom prst="bentConnector3">
            <a:avLst>
              <a:gd name="adj1" fmla="val 50027"/>
            </a:avLst>
          </a:prstGeom>
          <a:ln w="38100"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肘形连接符 11"/>
          <p:cNvCxnSpPr/>
          <p:nvPr/>
        </p:nvCxnSpPr>
        <p:spPr>
          <a:xfrm flipV="1">
            <a:off x="5158740" y="3807460"/>
            <a:ext cx="1647190" cy="555625"/>
          </a:xfrm>
          <a:prstGeom prst="bentConnector3">
            <a:avLst>
              <a:gd name="adj1" fmla="val 50039"/>
            </a:avLst>
          </a:prstGeom>
          <a:ln w="38100"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251423" y="207469"/>
            <a:ext cx="429704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地址验证漏洞</a:t>
            </a:r>
            <a:r>
              <a:rPr lang="en-US" altLang="zh-CN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 - </a:t>
            </a:r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三大</a:t>
            </a:r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原则</a:t>
            </a:r>
            <a:endParaRPr lang="zh-CN" altLang="en-US" sz="2800" b="1" dirty="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798320" y="1767840"/>
            <a:ext cx="8595995" cy="3322955"/>
          </a:xfrm>
          <a:prstGeom prst="rect">
            <a:avLst/>
          </a:prstGeom>
        </p:spPr>
        <p:txBody>
          <a:bodyPr wrap="square">
            <a:spAutoFit/>
          </a:bodyPr>
          <a:p>
            <a:pPr marL="0" algn="l">
              <a:lnSpc>
                <a:spcPct val="150000"/>
              </a:lnSpc>
              <a:buClrTx/>
              <a:buSzTx/>
              <a:buNone/>
            </a:pPr>
            <a:r>
              <a:rPr lang="zh-CN" altLang="en-US" sz="2000" b="0" i="0" dirty="0">
                <a:latin typeface="仿宋" panose="02010609060101010101" pitchFamily="49" charset="-122"/>
                <a:ea typeface="仿宋" panose="02010609060101010101" pitchFamily="49" charset="-122"/>
              </a:rPr>
              <a:t>P1：漏洞函数</a:t>
            </a:r>
            <a:r>
              <a:rPr lang="zh-CN" altLang="en-US" sz="2000" b="1" i="0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以地址作为参数</a:t>
            </a:r>
            <a:r>
              <a:rPr lang="zh-CN" altLang="en-US" sz="2000" b="0" i="0" dirty="0">
                <a:latin typeface="仿宋" panose="02010609060101010101" pitchFamily="49" charset="-122"/>
                <a:ea typeface="仿宋" panose="02010609060101010101" pitchFamily="49" charset="-122"/>
              </a:rPr>
              <a:t>，并且对该地址的</a:t>
            </a:r>
            <a:r>
              <a:rPr lang="zh-CN" altLang="en-US" sz="2000" b="1" i="0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授权检查不足</a:t>
            </a:r>
            <a:r>
              <a:rPr lang="zh-CN" altLang="en-US" sz="2000" b="0" i="0" dirty="0">
                <a:latin typeface="仿宋" panose="02010609060101010101" pitchFamily="49" charset="-122"/>
                <a:ea typeface="仿宋" panose="02010609060101010101" pitchFamily="49" charset="-122"/>
              </a:rPr>
              <a:t>。攻击者可通过该地址传入自行部署或未经授权的合约。</a:t>
            </a:r>
            <a:endParaRPr lang="zh-CN" altLang="en-US" sz="2000" b="0" i="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algn="l">
              <a:lnSpc>
                <a:spcPct val="150000"/>
              </a:lnSpc>
              <a:buClrTx/>
              <a:buSzTx/>
              <a:buNone/>
            </a:pPr>
            <a:r>
              <a:rPr lang="zh-CN" altLang="en-US" sz="2000" b="0" i="0" dirty="0">
                <a:latin typeface="仿宋" panose="02010609060101010101" pitchFamily="49" charset="-122"/>
                <a:ea typeface="仿宋" panose="02010609060101010101" pitchFamily="49" charset="-122"/>
              </a:rPr>
              <a:t>P2：在P1中，</a:t>
            </a:r>
            <a:r>
              <a:rPr lang="zh-CN" altLang="en-US" sz="2000" b="1" i="0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该地址被视为外部调用的目标</a:t>
            </a:r>
            <a:r>
              <a:rPr lang="zh-CN" altLang="en-US" sz="2000" b="0" i="0" dirty="0">
                <a:latin typeface="仿宋" panose="02010609060101010101" pitchFamily="49" charset="-122"/>
                <a:ea typeface="仿宋" panose="02010609060101010101" pitchFamily="49" charset="-122"/>
              </a:rPr>
              <a:t>。通过外部调用，控制流被转移给攻击者。因此，攻击者可以完全控制外部调用的行为，包括返回值。</a:t>
            </a:r>
            <a:endParaRPr lang="zh-CN" altLang="en-US" sz="2000" b="0" i="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algn="l">
              <a:lnSpc>
                <a:spcPct val="150000"/>
              </a:lnSpc>
              <a:buClrTx/>
              <a:buSzTx/>
              <a:buNone/>
            </a:pPr>
            <a:r>
              <a:rPr lang="zh-CN" altLang="en-US" sz="2000" b="0" i="0" dirty="0">
                <a:latin typeface="仿宋" panose="02010609060101010101" pitchFamily="49" charset="-122"/>
                <a:ea typeface="仿宋" panose="02010609060101010101" pitchFamily="49" charset="-122"/>
              </a:rPr>
              <a:t>P3：</a:t>
            </a:r>
            <a:r>
              <a:rPr lang="zh-CN" altLang="en-US" sz="2000" b="1" i="0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链上状态依赖于</a:t>
            </a:r>
            <a:r>
              <a:rPr lang="en-US" altLang="zh-CN" sz="2000" b="1" i="0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  <a:r>
              <a:rPr lang="zh-CN" altLang="en-US" sz="2000" b="1" i="0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P2</a:t>
            </a:r>
            <a:r>
              <a:rPr lang="en-US" altLang="zh-CN" sz="2000" b="1" i="0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  <a:r>
              <a:rPr lang="zh-CN" altLang="en-US" sz="2000" b="1" i="0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中的返回值而更新</a:t>
            </a:r>
            <a:r>
              <a:rPr lang="zh-CN" altLang="en-US" sz="2000" b="0" i="0" dirty="0">
                <a:latin typeface="仿宋" panose="02010609060101010101" pitchFamily="49" charset="-122"/>
                <a:ea typeface="仿宋" panose="02010609060101010101" pitchFamily="49" charset="-122"/>
              </a:rPr>
              <a:t>。因此，通过未经授权的控制流，攻击者可以通过间接操纵链上状态（例如发起外部调用或更新余额）获得利润。</a:t>
            </a:r>
            <a:endParaRPr lang="zh-CN" altLang="en-US" sz="2000" b="0" i="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251423" y="207469"/>
            <a:ext cx="16129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相关</a:t>
            </a:r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工作</a:t>
            </a:r>
            <a:endParaRPr lang="zh-CN" altLang="en-US" sz="2800" b="1" dirty="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1450975" y="1332230"/>
          <a:ext cx="9290050" cy="4283750"/>
        </p:xfrm>
        <a:graphic>
          <a:graphicData uri="http://schemas.openxmlformats.org/drawingml/2006/table">
            <a:tbl>
              <a:tblPr firstRow="1">
                <a:tableStyleId>{98969D30-ED5A-497F-A329-AB4209B03287}</a:tableStyleId>
              </a:tblPr>
              <a:tblGrid>
                <a:gridCol w="1866265"/>
                <a:gridCol w="7423785"/>
              </a:tblGrid>
              <a:tr h="53975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工具</a:t>
                      </a:r>
                      <a:endParaRPr lang="zh-CN" altLang="en-US" sz="24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效果</a:t>
                      </a:r>
                      <a:endParaRPr lang="zh-CN" altLang="en-US" sz="2400"/>
                    </a:p>
                  </a:txBody>
                  <a:tcPr anchor="ctr" anchorCtr="0"/>
                </a:tc>
              </a:tr>
              <a:tr h="900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/>
                        <a:t>Sereum</a:t>
                      </a:r>
                      <a:endParaRPr lang="en-US" altLang="zh-CN" sz="16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l" fontAlgn="auto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600"/>
                        <a:t>       </a:t>
                      </a:r>
                      <a:r>
                        <a:rPr lang="zh-CN" altLang="en-US" sz="1600" b="1">
                          <a:solidFill>
                            <a:schemeClr val="tx2"/>
                          </a:solidFill>
                        </a:rPr>
                        <a:t>动态分析</a:t>
                      </a:r>
                      <a:r>
                        <a:rPr lang="zh-CN" altLang="en-US" sz="1600"/>
                        <a:t>需要执行时的运行环境，这需要</a:t>
                      </a:r>
                      <a:r>
                        <a:rPr lang="zh-CN" altLang="en-US" sz="1600" b="1">
                          <a:solidFill>
                            <a:schemeClr val="tx2"/>
                          </a:solidFill>
                        </a:rPr>
                        <a:t>大量资源且耗时</a:t>
                      </a:r>
                      <a:r>
                        <a:rPr lang="zh-CN" altLang="en-US" sz="1600"/>
                        <a:t>，违背了我们的轻量目标；动态分析通过</a:t>
                      </a:r>
                      <a:r>
                        <a:rPr lang="zh-CN" altLang="en-US" sz="1600" b="1">
                          <a:solidFill>
                            <a:schemeClr val="tx2"/>
                          </a:solidFill>
                        </a:rPr>
                        <a:t>生成的测试用例和预言（oracle）识别漏洞</a:t>
                      </a:r>
                      <a:r>
                        <a:rPr lang="zh-CN" altLang="en-US" sz="1600"/>
                        <a:t>。对于复杂合约，尤其是跨合约分析，这种方法可能无法覆盖所有脆弱路径，从而产生漏报。</a:t>
                      </a:r>
                      <a:endParaRPr lang="zh-CN" altLang="en-US" sz="1600"/>
                    </a:p>
                  </a:txBody>
                  <a:tcPr marL="144145" marR="144145" anchor="ctr" anchorCtr="0"/>
                </a:tc>
              </a:tr>
              <a:tr h="972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/>
                        <a:t>Mythril</a:t>
                      </a:r>
                      <a:endParaRPr lang="en-US" altLang="zh-CN" sz="1600"/>
                    </a:p>
                  </a:txBody>
                  <a:tcPr anchor="ctr" anchorCtr="0"/>
                </a:tc>
                <a:tc rowSpan="2">
                  <a:txBody>
                    <a:bodyPr/>
                    <a:p>
                      <a:pPr indent="0" algn="l" fontAlgn="auto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600"/>
                        <a:t>       </a:t>
                      </a:r>
                      <a:r>
                        <a:rPr lang="zh-CN" altLang="en-US" sz="1600" b="1">
                          <a:solidFill>
                            <a:schemeClr val="tx2"/>
                          </a:solidFill>
                        </a:rPr>
                        <a:t>符号执行与模型检查</a:t>
                      </a:r>
                      <a:r>
                        <a:rPr lang="zh-CN" altLang="en-US" sz="1600"/>
                        <a:t>。由于对程序进行了抽象，符号执行和模型检查能恢复一定语义信息，从而部分克服语义缺失问题。然而，这些技术</a:t>
                      </a:r>
                      <a:r>
                        <a:rPr lang="zh-CN" altLang="en-US" sz="1600" b="1">
                          <a:solidFill>
                            <a:schemeClr val="tx2"/>
                          </a:solidFill>
                        </a:rPr>
                        <a:t>天生受限于路径/状态爆炸问题，导致效率极低</a:t>
                      </a:r>
                      <a:r>
                        <a:rPr lang="zh-CN" altLang="en-US" sz="1600"/>
                        <a:t>。例如，在处理清单</a:t>
                      </a:r>
                      <a:r>
                        <a:rPr lang="en-US" altLang="zh-CN" sz="1600"/>
                        <a:t>3</a:t>
                      </a:r>
                      <a:r>
                        <a:rPr lang="zh-CN" altLang="en-US" sz="1600"/>
                        <a:t>的示例时，这两种工具不仅需要遍历所有可能进入</a:t>
                      </a:r>
                      <a:r>
                        <a:rPr lang="en-US" altLang="zh-CN" sz="1600"/>
                        <a:t>deposit</a:t>
                      </a:r>
                      <a:r>
                        <a:rPr lang="zh-CN" altLang="en-US" sz="1600"/>
                        <a:t>函数的路径，还需要从第</a:t>
                      </a:r>
                      <a:r>
                        <a:rPr lang="en-US" altLang="zh-CN" sz="1600"/>
                        <a:t>16</a:t>
                      </a:r>
                      <a:r>
                        <a:rPr lang="zh-CN" altLang="en-US" sz="1600"/>
                        <a:t>行到第</a:t>
                      </a:r>
                      <a:r>
                        <a:rPr lang="en-US" altLang="zh-CN" sz="1600"/>
                        <a:t>18</a:t>
                      </a:r>
                      <a:r>
                        <a:rPr lang="zh-CN" altLang="en-US" sz="1600"/>
                        <a:t>行进行探索，尝试所有合约调用路径。因此，它们无法有效地进行跨过程分析，这使得</a:t>
                      </a:r>
                      <a:r>
                        <a:rPr lang="en-US" altLang="zh-CN" sz="1600"/>
                        <a:t>C2</a:t>
                      </a:r>
                      <a:r>
                        <a:rPr lang="zh-CN" altLang="en-US" sz="1600"/>
                        <a:t>成为难以解决的挑战。此外，这些方法在内存模型方面通常过于抽象，无法精确表示内存区域，尤其是字节码层面。</a:t>
                      </a:r>
                      <a:endParaRPr lang="zh-CN" altLang="en-US" sz="1600"/>
                    </a:p>
                  </a:txBody>
                  <a:tcPr marL="144145" marR="144145" anchor="ctr" anchorCtr="0"/>
                </a:tc>
              </a:tr>
              <a:tr h="972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/>
                        <a:t>Osiris</a:t>
                      </a:r>
                      <a:endParaRPr lang="en-US" altLang="zh-CN" sz="1600"/>
                    </a:p>
                  </a:txBody>
                  <a:tcPr anchor="ctr" anchorCtr="0"/>
                </a:tc>
                <a:tc vMerge="1">
                  <a:tcPr anchor="ctr" anchorCtr="0"/>
                </a:tc>
              </a:tr>
              <a:tr h="900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/>
                        <a:t>Ethainter</a:t>
                      </a:r>
                      <a:endParaRPr lang="en-US" altLang="zh-CN" sz="16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indent="0" algn="l" fontAlgn="auto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600"/>
                        <a:t>       </a:t>
                      </a:r>
                      <a:r>
                        <a:rPr lang="zh-CN" altLang="en-US" sz="1600"/>
                        <a:t>仍受限于</a:t>
                      </a:r>
                      <a:r>
                        <a:rPr lang="en-US" altLang="zh-CN" sz="1600"/>
                        <a:t>EVM</a:t>
                      </a:r>
                      <a:r>
                        <a:rPr lang="zh-CN" altLang="en-US" sz="1600"/>
                        <a:t>线性内存模型的复杂性，</a:t>
                      </a:r>
                      <a:r>
                        <a:rPr lang="zh-CN" altLang="en-US" sz="1600" b="1">
                          <a:solidFill>
                            <a:schemeClr val="tx2"/>
                          </a:solidFill>
                        </a:rPr>
                        <a:t>无法有效地处理EVM的内存动态分配与释放</a:t>
                      </a:r>
                      <a:r>
                        <a:rPr lang="zh-CN" altLang="en-US" sz="1600"/>
                        <a:t>。</a:t>
                      </a:r>
                      <a:endParaRPr lang="zh-CN" altLang="en-US" sz="1600"/>
                    </a:p>
                  </a:txBody>
                  <a:tcPr marL="144145" marR="144145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251423" y="207469"/>
            <a:ext cx="16129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本文</a:t>
            </a:r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工作</a:t>
            </a:r>
            <a:endParaRPr lang="zh-CN" altLang="en-US" sz="2800" b="1" dirty="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8810" y="1443990"/>
            <a:ext cx="10914380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2000" b="1" dirty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总结而言，本文的贡献如下：</a:t>
            </a:r>
            <a:endParaRPr lang="en-US" altLang="zh-CN" sz="2000" b="1" dirty="0">
              <a:solidFill>
                <a:schemeClr val="tx2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    - 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本文首次研究地址验证漏洞。我们设计并实现了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 AVVERIFIER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，这是基于静态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 EVM 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模拟的一种高效准确的污点分析工具。</a:t>
            </a:r>
            <a:endParaRPr lang="zh-CN" altLang="en-US" sz="2000" dirty="0">
              <a:latin typeface="仿宋" panose="02010609060101010101" pitchFamily="49" charset="-122"/>
              <a:ea typeface="仿宋" panose="02010609060101010101" pitchFamily="49" charset="-122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    - 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我们将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 AVVERIFIER 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应用于以太坊超过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 500 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万个智能合约，揭示了数百个此前未被公开的易受攻击合约。这是对该类漏洞的首次大规模实际表征研究。</a:t>
            </a:r>
            <a:endParaRPr lang="zh-CN" altLang="en-US" sz="2000" dirty="0">
              <a:latin typeface="仿宋" panose="02010609060101010101" pitchFamily="49" charset="-122"/>
              <a:ea typeface="仿宋" panose="02010609060101010101" pitchFamily="49" charset="-122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    - 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与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 Mythril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、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Ethainter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、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Jackal 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和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 ETHBMC 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等工具相比，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AVVERIFIER 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在保持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 94.3% 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的精确度和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 100% 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的召回率的情况下，可将分析效率提高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 2 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至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 5 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倍。</a:t>
            </a:r>
            <a:endParaRPr lang="zh-CN" altLang="en-US" sz="2000" dirty="0">
              <a:latin typeface="仿宋" panose="02010609060101010101" pitchFamily="49" charset="-122"/>
              <a:ea typeface="仿宋" panose="02010609060101010101" pitchFamily="49" charset="-122"/>
              <a:sym typeface="+mn-ea"/>
            </a:endParaRPr>
          </a:p>
          <a:p>
            <a:pPr lvl="0" algn="l">
              <a:lnSpc>
                <a:spcPct val="150000"/>
              </a:lnSpc>
              <a:buClrTx/>
              <a:buSzTx/>
              <a:buFontTx/>
            </a:pP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    - 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我们已将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 AVVERIFIER 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作为实时检测工具部署在以太坊和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 BSC 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上，结果表明</a:t>
            </a:r>
            <a:r>
              <a:rPr lang="en-US" altLang="zh-CN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 AVVERIFIER 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  <a:sym typeface="+mn-ea"/>
              </a:rPr>
              <a:t>能够在攻击者发起攻击前，合约刚部署时即发出早期预警。</a:t>
            </a:r>
            <a:endParaRPr lang="zh-CN" altLang="en-US" sz="2000" dirty="0">
              <a:latin typeface="仿宋" panose="02010609060101010101" pitchFamily="49" charset="-122"/>
              <a:ea typeface="仿宋" panose="02010609060101010101" pitchFamily="49" charset="-122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>
          <a:xfrm>
            <a:off x="4658250" y="2993692"/>
            <a:ext cx="6374027" cy="870616"/>
          </a:xfrm>
        </p:spPr>
        <p:txBody>
          <a:bodyPr>
            <a:normAutofit/>
          </a:bodyPr>
          <a:lstStyle/>
          <a:p>
            <a:pPr algn="ctr"/>
            <a:r>
              <a:rPr lang="en-US" altLang="zh-CN" b="1" dirty="0">
                <a:latin typeface="黑体" panose="02010609060101010101" charset="-122"/>
                <a:ea typeface="黑体" panose="02010609060101010101" charset="-122"/>
              </a:rPr>
              <a:t>2. </a:t>
            </a:r>
            <a:r>
              <a:rPr lang="en-US" altLang="zh-CN" b="1" dirty="0" err="1">
                <a:latin typeface="黑体" panose="02010609060101010101" charset="-122"/>
                <a:ea typeface="黑体" panose="02010609060101010101" charset="-122"/>
              </a:rPr>
              <a:t>AVVerifier</a:t>
            </a:r>
            <a:endParaRPr lang="en-US" altLang="zh-CN" b="1" dirty="0" err="1"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251423" y="207469"/>
            <a:ext cx="358965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 err="1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SmartState </a:t>
            </a:r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工作流程</a:t>
            </a:r>
            <a:endParaRPr lang="zh-CN" altLang="en-US" sz="2800" b="1" dirty="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9" name="图片 8"/>
          <p:cNvPicPr/>
          <p:nvPr/>
        </p:nvPicPr>
        <p:blipFill>
          <a:blip r:embed="rId1"/>
          <a:stretch>
            <a:fillRect/>
          </a:stretch>
        </p:blipFill>
        <p:spPr>
          <a:xfrm>
            <a:off x="2964815" y="1431925"/>
            <a:ext cx="6261735" cy="268224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82575" y="4049395"/>
            <a:ext cx="11625580" cy="251523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i="0">
                <a:solidFill>
                  <a:schemeClr val="tx2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Grapher </a:t>
            </a:r>
            <a:r>
              <a:rPr lang="zh-CN" altLang="en-US" b="1" i="0">
                <a:solidFill>
                  <a:schemeClr val="tx2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解析字节码并生成控制流图（</a:t>
            </a:r>
            <a:r>
              <a:rPr lang="en-US" altLang="zh-CN" b="1" i="0">
                <a:solidFill>
                  <a:schemeClr val="tx2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CFG</a:t>
            </a:r>
            <a:r>
              <a:rPr lang="zh-CN" altLang="en-US" b="1" i="0">
                <a:solidFill>
                  <a:schemeClr val="tx2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）</a:t>
            </a:r>
            <a:r>
              <a:rPr lang="zh-CN" altLang="en-US" b="0" i="0">
                <a:solidFill>
                  <a:srgbClr val="24292E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，筛选出所有可疑指令作为候选项，并传递给</a:t>
            </a:r>
            <a:r>
              <a:rPr lang="en-US" altLang="zh-CN" b="0" i="0">
                <a:solidFill>
                  <a:srgbClr val="24292E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 </a:t>
            </a:r>
            <a:r>
              <a:rPr lang="en-US" altLang="zh-CN" b="0" i="0">
                <a:latin typeface="Times New Roman" panose="02020603050405020304" pitchFamily="18" charset="0"/>
                <a:ea typeface="仿宋" panose="02010609060101010101" pitchFamily="49" charset="-122"/>
              </a:rPr>
              <a:t>Simulator</a:t>
            </a:r>
            <a:r>
              <a:rPr lang="zh-CN" altLang="en-US" b="0" i="0">
                <a:solidFill>
                  <a:srgbClr val="24292E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。</a:t>
            </a:r>
            <a:endParaRPr lang="zh-CN" altLang="en-US" b="0" i="0">
              <a:solidFill>
                <a:srgbClr val="24292E"/>
              </a:solidFill>
              <a:latin typeface="Times New Roman" panose="02020603050405020304" pitchFamily="18" charset="0"/>
              <a:ea typeface="仿宋" panose="02010609060101010101" pitchFamily="49" charset="-122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i="0">
                <a:solidFill>
                  <a:schemeClr val="tx2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Simulator </a:t>
            </a:r>
            <a:r>
              <a:rPr lang="zh-CN" altLang="en-US" b="1" i="0">
                <a:solidFill>
                  <a:schemeClr val="tx2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维护一个状态</a:t>
            </a:r>
            <a:r>
              <a:rPr lang="zh-CN" altLang="en-US" b="0" i="0">
                <a:solidFill>
                  <a:srgbClr val="24292E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，该状态由两部分组成：</a:t>
            </a:r>
            <a:endParaRPr lang="zh-CN" altLang="en-US" b="0" i="0">
              <a:solidFill>
                <a:srgbClr val="24292E"/>
              </a:solidFill>
              <a:latin typeface="Times New Roman" panose="02020603050405020304" pitchFamily="18" charset="0"/>
              <a:ea typeface="仿宋" panose="02010609060101010101" pitchFamily="49" charset="-122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0" i="0">
                <a:solidFill>
                  <a:srgbClr val="24292E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        </a:t>
            </a:r>
            <a:r>
              <a:rPr lang="zh-CN" altLang="en-US" b="0" i="0">
                <a:solidFill>
                  <a:srgbClr val="24292E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一部分是</a:t>
            </a:r>
            <a:r>
              <a:rPr lang="en-US" altLang="zh-CN" b="0" i="0">
                <a:solidFill>
                  <a:srgbClr val="24292E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 EVM </a:t>
            </a:r>
            <a:r>
              <a:rPr lang="zh-CN" altLang="en-US" b="0" i="0">
                <a:solidFill>
                  <a:srgbClr val="24292E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要求的数据结构，即堆栈、内存和存储空间（参见§</a:t>
            </a:r>
            <a:r>
              <a:rPr lang="en-US" altLang="zh-CN" b="0" i="0">
                <a:solidFill>
                  <a:srgbClr val="24292E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2.1</a:t>
            </a:r>
            <a:r>
              <a:rPr lang="zh-CN" altLang="en-US" b="0" i="0">
                <a:solidFill>
                  <a:srgbClr val="24292E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）；</a:t>
            </a:r>
            <a:endParaRPr lang="zh-CN" altLang="en-US" b="0" i="0">
              <a:solidFill>
                <a:srgbClr val="24292E"/>
              </a:solidFill>
              <a:latin typeface="Times New Roman" panose="02020603050405020304" pitchFamily="18" charset="0"/>
              <a:ea typeface="仿宋" panose="02010609060101010101" pitchFamily="49" charset="-122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0" i="0">
                <a:solidFill>
                  <a:srgbClr val="24292E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        </a:t>
            </a:r>
            <a:r>
              <a:rPr lang="zh-CN" altLang="en-US" b="0" i="0">
                <a:solidFill>
                  <a:srgbClr val="24292E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另一部分则是收集到的污点信息。根据</a:t>
            </a:r>
            <a:r>
              <a:rPr lang="en-US" altLang="zh-CN" b="0" i="0">
                <a:solidFill>
                  <a:srgbClr val="24292E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 CFG</a:t>
            </a:r>
            <a:r>
              <a:rPr lang="zh-CN" altLang="en-US" b="0" i="0">
                <a:solidFill>
                  <a:srgbClr val="24292E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，</a:t>
            </a:r>
            <a:r>
              <a:rPr lang="en-US" altLang="zh-CN" b="0" i="0">
                <a:latin typeface="Times New Roman" panose="02020603050405020304" pitchFamily="18" charset="0"/>
                <a:ea typeface="仿宋" panose="02010609060101010101" pitchFamily="49" charset="-122"/>
              </a:rPr>
              <a:t>Simulator </a:t>
            </a:r>
            <a:r>
              <a:rPr lang="zh-CN" altLang="en-US" b="0" i="0">
                <a:solidFill>
                  <a:srgbClr val="24292E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按照</a:t>
            </a:r>
            <a:r>
              <a:rPr lang="en-US" altLang="zh-CN" b="0" i="0">
                <a:solidFill>
                  <a:srgbClr val="24292E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 opcode </a:t>
            </a:r>
            <a:r>
              <a:rPr lang="zh-CN" altLang="en-US" b="0" i="0">
                <a:solidFill>
                  <a:srgbClr val="24292E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序列动态更新状态字段。它还采用了一种基于启发式的路径选择方法，专注于可能导致漏洞的最有价值的路径。一旦某路径的分析完成，相应的状态会被送至</a:t>
            </a:r>
            <a:r>
              <a:rPr lang="en-US" altLang="zh-CN" b="0" i="0">
                <a:solidFill>
                  <a:srgbClr val="24292E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 </a:t>
            </a:r>
            <a:r>
              <a:rPr lang="en-US" altLang="zh-CN" b="0" i="0">
                <a:latin typeface="Times New Roman" panose="02020603050405020304" pitchFamily="18" charset="0"/>
                <a:ea typeface="仿宋" panose="02010609060101010101" pitchFamily="49" charset="-122"/>
              </a:rPr>
              <a:t>Detector</a:t>
            </a:r>
            <a:r>
              <a:rPr lang="zh-CN" altLang="en-US" b="0" i="0">
                <a:solidFill>
                  <a:srgbClr val="24292E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，用于确定当前合约是否存在地址验证漏洞。</a:t>
            </a:r>
            <a:endParaRPr lang="zh-CN" altLang="en-US" b="0" i="0">
              <a:solidFill>
                <a:srgbClr val="24292E"/>
              </a:solidFill>
              <a:latin typeface="Times New Roman" panose="02020603050405020304" pitchFamily="18" charset="0"/>
              <a:ea typeface="仿宋" panose="02010609060101010101" pitchFamily="49" charset="-122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i="0">
                <a:solidFill>
                  <a:schemeClr val="tx2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Detector </a:t>
            </a:r>
            <a:r>
              <a:rPr lang="zh-CN" altLang="en-US" b="1" i="0">
                <a:solidFill>
                  <a:schemeClr val="tx2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采用的三级联动检测策略</a:t>
            </a:r>
            <a:r>
              <a:rPr lang="zh-CN" altLang="en-US" b="0" i="0">
                <a:solidFill>
                  <a:srgbClr val="24292E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，能够根据内在特性（</a:t>
            </a:r>
            <a:r>
              <a:rPr lang="en-US" altLang="zh-CN" b="0" i="0">
                <a:solidFill>
                  <a:srgbClr val="24292E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P1</a:t>
            </a:r>
            <a:r>
              <a:rPr lang="zh-CN" altLang="en-US" b="0" i="0">
                <a:solidFill>
                  <a:srgbClr val="24292E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至</a:t>
            </a:r>
            <a:r>
              <a:rPr lang="en-US" altLang="zh-CN" b="0" i="0">
                <a:solidFill>
                  <a:srgbClr val="24292E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P3</a:t>
            </a:r>
            <a:r>
              <a:rPr lang="zh-CN" altLang="en-US" b="0" i="0">
                <a:solidFill>
                  <a:srgbClr val="24292E"/>
                </a:solidFill>
                <a:latin typeface="Times New Roman" panose="02020603050405020304" pitchFamily="18" charset="0"/>
                <a:ea typeface="仿宋" panose="02010609060101010101" pitchFamily="49" charset="-122"/>
              </a:rPr>
              <a:t>）消除误报和漏报情况。</a:t>
            </a:r>
            <a:endParaRPr lang="zh-CN" altLang="en-US" b="0" i="0">
              <a:solidFill>
                <a:srgbClr val="24292E"/>
              </a:solidFill>
              <a:latin typeface="Times New Roman" panose="02020603050405020304" pitchFamily="18" charset="0"/>
              <a:ea typeface="仿宋" panose="02010609060101010101" pitchFamily="49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12115" y="1581785"/>
            <a:ext cx="3340735" cy="783590"/>
          </a:xfrm>
          <a:prstGeom prst="rect">
            <a:avLst/>
          </a:prstGeom>
        </p:spPr>
        <p:txBody>
          <a:bodyPr wrap="square" anchor="t">
            <a:spAutoFit/>
          </a:bodyPr>
          <a:p>
            <a:pPr defTabSz="2667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>
                <a:solidFill>
                  <a:schemeClr val="tx2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+mn-ea"/>
              </a:rPr>
              <a:t>         AVVerifier </a:t>
            </a:r>
            <a:r>
              <a:rPr lang="zh-CN" altLang="en-US" b="1">
                <a:solidFill>
                  <a:schemeClr val="tx2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+mn-ea"/>
              </a:rPr>
              <a:t>仅接受</a:t>
            </a:r>
            <a:r>
              <a:rPr lang="en-US" altLang="zh-CN" b="1">
                <a:solidFill>
                  <a:schemeClr val="tx2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+mn-ea"/>
              </a:rPr>
              <a:t> Solidity </a:t>
            </a:r>
            <a:r>
              <a:rPr lang="zh-CN" altLang="en-US" b="1">
                <a:solidFill>
                  <a:schemeClr val="tx2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+mn-ea"/>
              </a:rPr>
              <a:t>智能合约的字节码作为输入。</a:t>
            </a:r>
            <a:endParaRPr lang="zh-CN" altLang="en-US" sz="2000" b="1">
              <a:solidFill>
                <a:schemeClr val="tx2"/>
              </a:solidFill>
              <a:latin typeface="Times New Roman" panose="02020603050405020304" pitchFamily="18" charset="0"/>
              <a:ea typeface="仿宋" panose="02010609060101010101" pitchFamily="49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251423" y="207469"/>
            <a:ext cx="82315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组件</a:t>
            </a:r>
            <a:r>
              <a:rPr lang="en-US" altLang="zh-CN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#3</a:t>
            </a:r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：漏洞检测器</a:t>
            </a:r>
            <a:r>
              <a:rPr lang="en-US" altLang="zh-CN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 - </a:t>
            </a:r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第一阶段：白名单验证检查</a:t>
            </a:r>
            <a:endParaRPr lang="zh-CN" altLang="en-US" sz="2800" b="1" dirty="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870" y="1318895"/>
            <a:ext cx="4806950" cy="51562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358265" y="1551305"/>
            <a:ext cx="1687830" cy="467360"/>
          </a:xfrm>
          <a:prstGeom prst="rect">
            <a:avLst/>
          </a:prstGeom>
          <a:noFill/>
          <a:ln w="38100">
            <a:solidFill>
              <a:schemeClr val="tx2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" name="直接箭头连接符 5"/>
          <p:cNvCxnSpPr>
            <a:stCxn id="5" idx="3"/>
            <a:endCxn id="11" idx="1"/>
          </p:cNvCxnSpPr>
          <p:nvPr/>
        </p:nvCxnSpPr>
        <p:spPr>
          <a:xfrm flipV="1">
            <a:off x="3046095" y="1770380"/>
            <a:ext cx="3707765" cy="14605"/>
          </a:xfrm>
          <a:prstGeom prst="straightConnector1">
            <a:avLst/>
          </a:prstGeom>
          <a:ln w="38100"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6753860" y="1551305"/>
            <a:ext cx="5257800" cy="437515"/>
          </a:xfrm>
          <a:prstGeom prst="rect">
            <a:avLst/>
          </a:prstGeom>
        </p:spPr>
        <p:txBody>
          <a:bodyPr wrap="square" anchor="t">
            <a:spAutoFit/>
          </a:bodyPr>
          <a:p>
            <a:pPr defTabSz="2667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>
                <a:solidFill>
                  <a:schemeClr val="tx2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+mn-ea"/>
              </a:rPr>
              <a:t>第一步：检查输入的参数信息是否包含地址</a:t>
            </a:r>
            <a:r>
              <a:rPr lang="zh-CN" altLang="en-US" b="1">
                <a:solidFill>
                  <a:schemeClr val="tx2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+mn-ea"/>
              </a:rPr>
              <a:t>信息</a:t>
            </a:r>
            <a:endParaRPr lang="zh-CN" altLang="en-US" b="1">
              <a:solidFill>
                <a:schemeClr val="tx2"/>
              </a:solidFill>
              <a:latin typeface="Times New Roman" panose="02020603050405020304" pitchFamily="18" charset="0"/>
              <a:ea typeface="仿宋" panose="02010609060101010101" pitchFamily="49" charset="-122"/>
              <a:sym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386840" y="3956685"/>
            <a:ext cx="1640205" cy="176530"/>
          </a:xfrm>
          <a:prstGeom prst="rect">
            <a:avLst/>
          </a:prstGeom>
          <a:noFill/>
          <a:ln w="38100">
            <a:solidFill>
              <a:schemeClr val="tx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9" name="直接箭头连接符 8"/>
          <p:cNvCxnSpPr/>
          <p:nvPr/>
        </p:nvCxnSpPr>
        <p:spPr>
          <a:xfrm flipV="1">
            <a:off x="3046095" y="4037965"/>
            <a:ext cx="3707765" cy="14605"/>
          </a:xfrm>
          <a:prstGeom prst="straightConnector1">
            <a:avLst/>
          </a:prstGeom>
          <a:ln w="38100"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6753860" y="3653790"/>
            <a:ext cx="5257800" cy="783590"/>
          </a:xfrm>
          <a:prstGeom prst="rect">
            <a:avLst/>
          </a:prstGeom>
        </p:spPr>
        <p:txBody>
          <a:bodyPr wrap="square" anchor="t">
            <a:spAutoFit/>
          </a:bodyPr>
          <a:p>
            <a:pPr defTabSz="2667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>
                <a:solidFill>
                  <a:schemeClr val="tx2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+mn-ea"/>
              </a:rPr>
              <a:t>第二步：检查跳转指令会不会被</a:t>
            </a:r>
            <a:r>
              <a:rPr lang="en-US" altLang="zh-CN" b="1">
                <a:solidFill>
                  <a:schemeClr val="tx2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+mn-ea"/>
              </a:rPr>
              <a:t>  CALLDATALOAD </a:t>
            </a:r>
            <a:r>
              <a:rPr lang="zh-CN" altLang="en-US" b="1">
                <a:solidFill>
                  <a:schemeClr val="tx2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+mn-ea"/>
              </a:rPr>
              <a:t>污染</a:t>
            </a:r>
            <a:endParaRPr lang="zh-CN" altLang="en-US" b="1">
              <a:solidFill>
                <a:schemeClr val="tx2"/>
              </a:solidFill>
              <a:latin typeface="Times New Roman" panose="02020603050405020304" pitchFamily="18" charset="0"/>
              <a:ea typeface="仿宋" panose="02010609060101010101" pitchFamily="49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753860" y="5149850"/>
            <a:ext cx="5257800" cy="437515"/>
          </a:xfrm>
          <a:prstGeom prst="rect">
            <a:avLst/>
          </a:prstGeom>
        </p:spPr>
        <p:txBody>
          <a:bodyPr wrap="square" anchor="t">
            <a:spAutoFit/>
          </a:bodyPr>
          <a:p>
            <a:pPr defTabSz="2667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>
                <a:solidFill>
                  <a:schemeClr val="tx2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+mn-ea"/>
              </a:rPr>
              <a:t>其他情况均视为无污染情况</a:t>
            </a:r>
            <a:r>
              <a:rPr lang="zh-CN" altLang="en-US" b="1">
                <a:solidFill>
                  <a:schemeClr val="tx2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+mn-ea"/>
              </a:rPr>
              <a:t>发生</a:t>
            </a:r>
            <a:endParaRPr lang="zh-CN" altLang="en-US" b="1">
              <a:solidFill>
                <a:schemeClr val="tx2"/>
              </a:solidFill>
              <a:latin typeface="Times New Roman" panose="02020603050405020304" pitchFamily="18" charset="0"/>
              <a:ea typeface="仿宋" panose="02010609060101010101" pitchFamily="49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251423" y="207469"/>
            <a:ext cx="78740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组件</a:t>
            </a:r>
            <a:r>
              <a:rPr lang="en-US" altLang="zh-CN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#3</a:t>
            </a:r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：漏洞检测器</a:t>
            </a:r>
            <a:r>
              <a:rPr lang="en-US" altLang="zh-CN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 - </a:t>
            </a:r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第二阶段：外部调用检查</a:t>
            </a:r>
            <a:endParaRPr lang="zh-CN" altLang="en-US" sz="2800" b="1" dirty="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870" y="1318895"/>
            <a:ext cx="4806950" cy="515620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1623695" y="4288790"/>
            <a:ext cx="3537585" cy="297815"/>
          </a:xfrm>
          <a:prstGeom prst="rect">
            <a:avLst/>
          </a:prstGeom>
          <a:noFill/>
          <a:ln w="38100">
            <a:solidFill>
              <a:schemeClr val="tx2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" name="直接箭头连接符 2"/>
          <p:cNvCxnSpPr>
            <a:stCxn id="8" idx="3"/>
            <a:endCxn id="7" idx="1"/>
          </p:cNvCxnSpPr>
          <p:nvPr/>
        </p:nvCxnSpPr>
        <p:spPr>
          <a:xfrm flipV="1">
            <a:off x="5161280" y="2375535"/>
            <a:ext cx="1592580" cy="2062480"/>
          </a:xfrm>
          <a:prstGeom prst="straightConnector1">
            <a:avLst/>
          </a:prstGeom>
          <a:ln w="38100"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6753860" y="2156460"/>
            <a:ext cx="4072890" cy="437515"/>
          </a:xfrm>
          <a:prstGeom prst="rect">
            <a:avLst/>
          </a:prstGeom>
        </p:spPr>
        <p:txBody>
          <a:bodyPr wrap="square" anchor="t">
            <a:spAutoFit/>
          </a:bodyPr>
          <a:p>
            <a:pPr defTabSz="2667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>
                <a:solidFill>
                  <a:schemeClr val="tx2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+mn-ea"/>
              </a:rPr>
              <a:t>检查外部地址是否进行了</a:t>
            </a:r>
            <a:r>
              <a:rPr lang="zh-CN" altLang="en-US" b="1">
                <a:solidFill>
                  <a:schemeClr val="tx2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+mn-ea"/>
              </a:rPr>
              <a:t>外部调用</a:t>
            </a:r>
            <a:endParaRPr lang="zh-CN" altLang="en-US" b="1">
              <a:solidFill>
                <a:schemeClr val="tx2"/>
              </a:solidFill>
              <a:latin typeface="Times New Roman" panose="02020603050405020304" pitchFamily="18" charset="0"/>
              <a:ea typeface="仿宋" panose="02010609060101010101" pitchFamily="49" charset="-122"/>
              <a:sym typeface="+mn-ea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3355" y="3609340"/>
            <a:ext cx="4051300" cy="6794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251423" y="207469"/>
            <a:ext cx="823150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组件</a:t>
            </a:r>
            <a:r>
              <a:rPr lang="en-US" altLang="zh-CN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#3</a:t>
            </a:r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：漏洞检测器</a:t>
            </a:r>
            <a:r>
              <a:rPr lang="en-US" altLang="zh-CN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 - </a:t>
            </a:r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第三阶段：调用后状态修改</a:t>
            </a:r>
            <a:endParaRPr lang="zh-CN" altLang="en-US" sz="2800" b="1" dirty="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870" y="1318895"/>
            <a:ext cx="4806950" cy="51562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2544445" y="4288790"/>
            <a:ext cx="1551940" cy="142240"/>
          </a:xfrm>
          <a:prstGeom prst="rect">
            <a:avLst/>
          </a:prstGeom>
          <a:noFill/>
          <a:ln w="38100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" name="直接箭头连接符 5"/>
          <p:cNvCxnSpPr>
            <a:stCxn id="5" idx="3"/>
            <a:endCxn id="9" idx="1"/>
          </p:cNvCxnSpPr>
          <p:nvPr/>
        </p:nvCxnSpPr>
        <p:spPr>
          <a:xfrm flipV="1">
            <a:off x="4096385" y="2375535"/>
            <a:ext cx="2657475" cy="1984375"/>
          </a:xfrm>
          <a:prstGeom prst="straightConnector1">
            <a:avLst/>
          </a:prstGeom>
          <a:ln w="38100"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6753860" y="2156460"/>
            <a:ext cx="4072890" cy="437515"/>
          </a:xfrm>
          <a:prstGeom prst="rect">
            <a:avLst/>
          </a:prstGeom>
        </p:spPr>
        <p:txBody>
          <a:bodyPr wrap="square" anchor="t">
            <a:spAutoFit/>
          </a:bodyPr>
          <a:p>
            <a:pPr defTabSz="2667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>
                <a:solidFill>
                  <a:schemeClr val="tx2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+mn-ea"/>
              </a:rPr>
              <a:t>检查是否会导致状态</a:t>
            </a:r>
            <a:r>
              <a:rPr lang="zh-CN" altLang="en-US" b="1">
                <a:solidFill>
                  <a:schemeClr val="tx2"/>
                </a:solidFill>
                <a:latin typeface="Times New Roman" panose="02020603050405020304" pitchFamily="18" charset="0"/>
                <a:ea typeface="仿宋" panose="02010609060101010101" pitchFamily="49" charset="-122"/>
                <a:sym typeface="+mn-ea"/>
              </a:rPr>
              <a:t>修改</a:t>
            </a:r>
            <a:endParaRPr lang="zh-CN" altLang="en-US" b="1">
              <a:solidFill>
                <a:schemeClr val="tx2"/>
              </a:solidFill>
              <a:latin typeface="Times New Roman" panose="02020603050405020304" pitchFamily="18" charset="0"/>
              <a:ea typeface="仿宋" panose="02010609060101010101" pitchFamily="49" charset="-122"/>
              <a:sym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1030" y="3641090"/>
            <a:ext cx="3638550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>
          <a:xfrm>
            <a:off x="4658250" y="2993692"/>
            <a:ext cx="6374027" cy="870616"/>
          </a:xfrm>
        </p:spPr>
        <p:txBody>
          <a:bodyPr>
            <a:normAutofit/>
          </a:bodyPr>
          <a:lstStyle/>
          <a:p>
            <a:pPr algn="ctr"/>
            <a:r>
              <a:rPr lang="en-US" altLang="zh-CN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3. </a:t>
            </a:r>
            <a:r>
              <a:rPr lang="zh-CN" altLang="en-US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实验</a:t>
            </a:r>
            <a:endParaRPr lang="en-US" altLang="zh-CN" b="1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251423" y="207469"/>
            <a:ext cx="16129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实验</a:t>
            </a:r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设置</a:t>
            </a:r>
            <a:endParaRPr lang="zh-CN" altLang="en-US" sz="2800" b="1" dirty="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487998" y="1367790"/>
          <a:ext cx="11214735" cy="3354705"/>
        </p:xfrm>
        <a:graphic>
          <a:graphicData uri="http://schemas.openxmlformats.org/drawingml/2006/table">
            <a:tbl>
              <a:tblPr firstRow="1" firstCol="1" bandRow="1">
                <a:tableStyleId>{079C7888-C893-46B5-A33B-8DB9251F6B5C}</a:tableStyleId>
              </a:tblPr>
              <a:tblGrid>
                <a:gridCol w="1216025"/>
                <a:gridCol w="9998530"/>
              </a:tblGrid>
              <a:tr h="72009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类型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说明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540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基线</a:t>
                      </a:r>
                      <a:endParaRPr lang="zh-CN" altLang="en-US">
                        <a:solidFill>
                          <a:srgbClr val="000000"/>
                        </a:solidFill>
                        <a:uFillTx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Mythril </a:t>
                      </a:r>
                      <a:r>
                        <a:rPr lang="zh-CN" altLang="en-US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、</a:t>
                      </a:r>
                      <a:r>
                        <a:rPr lang="en-US" altLang="zh-CN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Ethainter</a:t>
                      </a:r>
                      <a:r>
                        <a:rPr lang="zh-CN" altLang="en-US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、</a:t>
                      </a:r>
                      <a:r>
                        <a:rPr lang="en-US" altLang="zh-CN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Jacka</a:t>
                      </a:r>
                      <a:r>
                        <a:rPr lang="zh-CN" altLang="en-US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、</a:t>
                      </a:r>
                      <a:r>
                        <a:rPr lang="en-US" altLang="zh-CN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ETHBMC</a:t>
                      </a:r>
                      <a:endParaRPr lang="zh-CN" altLang="en-US">
                        <a:solidFill>
                          <a:srgbClr val="000000"/>
                        </a:solidFill>
                        <a:uFillTx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anchor="ctr" anchorCtr="0"/>
                </a:tc>
              </a:tr>
              <a:tr h="540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代码</a:t>
                      </a:r>
                      <a:endParaRPr lang="zh-CN" altLang="en-US">
                        <a:solidFill>
                          <a:srgbClr val="000000"/>
                        </a:solidFill>
                        <a:uFillTx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AVVerifier </a:t>
                      </a:r>
                      <a:r>
                        <a:rPr lang="zh-CN" altLang="en-US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使用</a:t>
                      </a:r>
                      <a:r>
                        <a:rPr lang="en-US" altLang="zh-CN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 Python </a:t>
                      </a:r>
                      <a:r>
                        <a:rPr lang="zh-CN" altLang="en-US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开发，总共约有</a:t>
                      </a:r>
                      <a:r>
                        <a:rPr lang="en-US" altLang="zh-CN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 1.3K </a:t>
                      </a:r>
                      <a:r>
                        <a:rPr lang="zh-CN" altLang="en-US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行代码。</a:t>
                      </a:r>
                      <a:endParaRPr lang="zh-CN" altLang="en-US">
                        <a:solidFill>
                          <a:srgbClr val="000000"/>
                        </a:solidFill>
                        <a:uFillTx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anchor="ctr" anchorCtr="0"/>
                </a:tc>
              </a:tr>
              <a:tr h="6330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设备</a:t>
                      </a:r>
                      <a:endParaRPr lang="zh-CN" altLang="en-US">
                        <a:solidFill>
                          <a:srgbClr val="000000"/>
                        </a:solidFill>
                        <a:uFillTx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48 </a:t>
                      </a:r>
                      <a:r>
                        <a:rPr lang="zh-CN" altLang="en-US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核服务器，配备两个</a:t>
                      </a:r>
                      <a:r>
                        <a:rPr lang="en-US" altLang="zh-CN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 Intel Xeon 6248R </a:t>
                      </a:r>
                      <a:r>
                        <a:rPr lang="zh-CN" altLang="en-US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处理器和</a:t>
                      </a:r>
                      <a:r>
                        <a:rPr lang="en-US" altLang="zh-CN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 256 GB RAM</a:t>
                      </a:r>
                      <a:r>
                        <a:rPr lang="zh-CN" altLang="en-US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，每个合约的运行时间限制为</a:t>
                      </a:r>
                      <a:r>
                        <a:rPr lang="en-US" altLang="zh-CN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 10 </a:t>
                      </a:r>
                      <a:r>
                        <a:rPr lang="zh-CN" altLang="en-US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分钟</a:t>
                      </a:r>
                      <a:endParaRPr lang="zh-CN" altLang="en-US">
                        <a:solidFill>
                          <a:srgbClr val="000000"/>
                        </a:solidFill>
                        <a:uFillTx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anchor="ctr" anchorCtr="0"/>
                </a:tc>
              </a:tr>
              <a:tr h="6330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数据集</a:t>
                      </a:r>
                      <a:endParaRPr lang="zh-CN" altLang="en-US">
                        <a:solidFill>
                          <a:srgbClr val="000000"/>
                        </a:solidFill>
                        <a:uFillTx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这些合约来自于以太坊主网，区块高度为</a:t>
                      </a:r>
                      <a:r>
                        <a:rPr lang="en-US" altLang="zh-CN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 17,421,000</a:t>
                      </a:r>
                      <a:r>
                        <a:rPr lang="zh-CN" altLang="en-US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（创建于</a:t>
                      </a:r>
                      <a:r>
                        <a:rPr lang="en-US" altLang="zh-CN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 2023 </a:t>
                      </a:r>
                      <a:r>
                        <a:rPr lang="zh-CN" altLang="en-US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年</a:t>
                      </a:r>
                      <a:r>
                        <a:rPr lang="en-US" altLang="zh-CN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 6</a:t>
                      </a:r>
                      <a:r>
                        <a:rPr lang="zh-CN" altLang="en-US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月</a:t>
                      </a:r>
                      <a:r>
                        <a:rPr lang="en-US" altLang="zh-CN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 6 </a:t>
                      </a:r>
                      <a:r>
                        <a:rPr lang="zh-CN" altLang="en-US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日），总共约</a:t>
                      </a:r>
                      <a:r>
                        <a:rPr lang="en-US" altLang="zh-CN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 5900 </a:t>
                      </a:r>
                      <a:r>
                        <a:rPr lang="zh-CN" altLang="en-US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万份合约。在这些合约中，我们将至少参与过一次交易的合约视作待分析合约。因此，我们总共获得了</a:t>
                      </a:r>
                      <a:r>
                        <a:rPr lang="en-US" altLang="zh-CN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 5188 </a:t>
                      </a:r>
                      <a:r>
                        <a:rPr lang="zh-CN" altLang="en-US">
                          <a:solidFill>
                            <a:srgbClr val="000000"/>
                          </a:solidFill>
                          <a:uFillTx/>
                          <a:latin typeface="Times New Roman" panose="02020603050405020304" pitchFamily="18" charset="0"/>
                          <a:ea typeface="仿宋" panose="02010609060101010101" pitchFamily="49" charset="-122"/>
                        </a:rPr>
                        <a:t>个候选智能合约。</a:t>
                      </a:r>
                      <a:endParaRPr lang="zh-CN" altLang="en-US">
                        <a:solidFill>
                          <a:srgbClr val="000000"/>
                        </a:solidFill>
                        <a:uFillTx/>
                        <a:latin typeface="Times New Roman" panose="02020603050405020304" pitchFamily="18" charset="0"/>
                        <a:ea typeface="仿宋" panose="02010609060101010101" pitchFamily="49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285875" y="4822190"/>
            <a:ext cx="10088245" cy="16452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lnSpc>
                <a:spcPct val="150000"/>
              </a:lnSpc>
            </a:pPr>
            <a:r>
              <a:rPr lang="zh-CN" altLang="en-US" sz="1600" b="0" i="0">
                <a:solidFill>
                  <a:srgbClr val="24292E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</a:rPr>
              <a:t>提出了以下研究问题：</a:t>
            </a:r>
            <a:endParaRPr lang="zh-CN" altLang="en-US" sz="1600" b="0" i="0">
              <a:solidFill>
                <a:srgbClr val="24292E"/>
              </a:solidFill>
              <a:uFillTx/>
              <a:latin typeface="Times New Roman" panose="02020603050405020304" pitchFamily="18" charset="0"/>
              <a:ea typeface="仿宋" panose="02010609060101010101" pitchFamily="49" charset="-122"/>
            </a:endParaRPr>
          </a:p>
          <a:p>
            <a:pPr marL="0" indent="0">
              <a:lnSpc>
                <a:spcPct val="150000"/>
              </a:lnSpc>
              <a:spcBef>
                <a:spcPts val="20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1600" b="0" i="0">
                <a:solidFill>
                  <a:srgbClr val="24292E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</a:rPr>
              <a:t> RQ1</a:t>
            </a:r>
            <a:r>
              <a:rPr lang="zh-CN" altLang="en-US" sz="1600" b="0" i="0">
                <a:solidFill>
                  <a:srgbClr val="24292E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</a:rPr>
              <a:t>：</a:t>
            </a:r>
            <a:r>
              <a:rPr lang="en-US" altLang="zh-CN" sz="1600" b="0" i="0">
                <a:solidFill>
                  <a:srgbClr val="24292E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</a:rPr>
              <a:t>AVVerifier </a:t>
            </a:r>
            <a:r>
              <a:rPr lang="zh-CN" altLang="en-US" sz="1600" b="0" i="0">
                <a:solidFill>
                  <a:srgbClr val="24292E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</a:rPr>
              <a:t>在识别地址验证漏洞方面的效率和有效性如何？</a:t>
            </a:r>
            <a:endParaRPr lang="zh-CN" altLang="en-US" sz="1600" b="0" i="0">
              <a:solidFill>
                <a:srgbClr val="24292E"/>
              </a:solidFill>
              <a:uFillTx/>
              <a:latin typeface="Times New Roman" panose="02020603050405020304" pitchFamily="18" charset="0"/>
              <a:ea typeface="仿宋" panose="02010609060101010101" pitchFamily="49" charset="-122"/>
            </a:endParaRPr>
          </a:p>
          <a:p>
            <a:pPr marL="0" indent="0">
              <a:lnSpc>
                <a:spcPct val="150000"/>
              </a:lnSpc>
              <a:spcBef>
                <a:spcPts val="20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1600" b="0" i="0">
                <a:solidFill>
                  <a:srgbClr val="24292E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</a:rPr>
              <a:t> RQ2</a:t>
            </a:r>
            <a:r>
              <a:rPr lang="zh-CN" altLang="en-US" sz="1600" b="0" i="0">
                <a:solidFill>
                  <a:srgbClr val="24292E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</a:rPr>
              <a:t>：在真实环境中有多少智能合约存在漏洞，其特征又是什么？</a:t>
            </a:r>
            <a:endParaRPr lang="zh-CN" altLang="en-US" sz="1600" b="0" i="0">
              <a:solidFill>
                <a:srgbClr val="24292E"/>
              </a:solidFill>
              <a:uFillTx/>
              <a:latin typeface="Times New Roman" panose="02020603050405020304" pitchFamily="18" charset="0"/>
              <a:ea typeface="仿宋" panose="02010609060101010101" pitchFamily="49" charset="-122"/>
            </a:endParaRPr>
          </a:p>
          <a:p>
            <a:pPr marL="0" indent="0">
              <a:lnSpc>
                <a:spcPct val="150000"/>
              </a:lnSpc>
              <a:spcBef>
                <a:spcPts val="20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1600" b="0" i="0">
                <a:solidFill>
                  <a:srgbClr val="24292E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</a:rPr>
              <a:t> RQ3</a:t>
            </a:r>
            <a:r>
              <a:rPr lang="zh-CN" altLang="en-US" sz="1600" b="0" i="0">
                <a:solidFill>
                  <a:srgbClr val="24292E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</a:rPr>
              <a:t>：</a:t>
            </a:r>
            <a:r>
              <a:rPr lang="en-US" altLang="zh-CN" sz="1600" b="0" i="0">
                <a:solidFill>
                  <a:srgbClr val="24292E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</a:rPr>
              <a:t>AVVerifier </a:t>
            </a:r>
            <a:r>
              <a:rPr lang="zh-CN" altLang="en-US" sz="1600" b="0" i="0">
                <a:solidFill>
                  <a:srgbClr val="24292E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</a:rPr>
              <a:t>是否可以部署为实时检测系统？</a:t>
            </a:r>
            <a:endParaRPr lang="zh-CN" altLang="en-US" sz="1600" b="0" i="0">
              <a:solidFill>
                <a:srgbClr val="24292E"/>
              </a:solidFill>
              <a:uFillTx/>
              <a:latin typeface="Times New Roman" panose="02020603050405020304" pitchFamily="18" charset="0"/>
              <a:ea typeface="仿宋" panose="02010609060101010101" pitchFamily="49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251423" y="207469"/>
            <a:ext cx="393954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实验一</a:t>
            </a:r>
            <a:r>
              <a:rPr lang="en-US" altLang="zh-CN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 - </a:t>
            </a:r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有效性与效率</a:t>
            </a:r>
            <a:endParaRPr lang="zh-CN" altLang="en-US" sz="2800" b="1" dirty="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1210945" y="1676400"/>
            <a:ext cx="9770110" cy="268478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550035" y="496855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en-US" altLang="zh-CN" sz="1600" b="0" i="0">
                <a:solidFill>
                  <a:srgbClr val="24292E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</a:rPr>
              <a:t> 6 </a:t>
            </a:r>
            <a:r>
              <a:rPr lang="zh-CN" altLang="en-US" sz="1600" b="0" i="0">
                <a:solidFill>
                  <a:srgbClr val="24292E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</a:rPr>
              <a:t>个已确认存在漏洞的合约，</a:t>
            </a:r>
            <a:r>
              <a:rPr lang="en-US" altLang="zh-CN" sz="1600" b="0" i="0">
                <a:solidFill>
                  <a:srgbClr val="24292E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</a:rPr>
              <a:t>4 </a:t>
            </a:r>
            <a:r>
              <a:rPr lang="zh-CN" altLang="en-US" sz="1600" b="0" i="0">
                <a:solidFill>
                  <a:srgbClr val="24292E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</a:rPr>
              <a:t>个无漏洞合约。</a:t>
            </a:r>
            <a:endParaRPr lang="zh-CN" altLang="en-US" sz="1600" b="0" i="0">
              <a:solidFill>
                <a:srgbClr val="24292E"/>
              </a:solidFill>
              <a:uFillTx/>
              <a:latin typeface="Times New Roman" panose="02020603050405020304" pitchFamily="18" charset="0"/>
              <a:ea typeface="仿宋" panose="02010609060101010101" pitchFamily="49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251423" y="207469"/>
            <a:ext cx="536956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实验一</a:t>
            </a:r>
            <a:r>
              <a:rPr lang="en-US" altLang="zh-CN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 - </a:t>
            </a:r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有效性与效率（</a:t>
            </a:r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扩展）</a:t>
            </a:r>
            <a:endParaRPr lang="zh-CN" altLang="en-US" sz="2800" b="1" dirty="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81660" y="4848225"/>
            <a:ext cx="11028045" cy="156845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lnSpc>
                <a:spcPct val="150000"/>
              </a:lnSpc>
            </a:pPr>
            <a:r>
              <a:rPr lang="en-US" altLang="zh-CN" sz="1600" b="0" i="0">
                <a:solidFill>
                  <a:srgbClr val="24292E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</a:rPr>
              <a:t>        </a:t>
            </a:r>
            <a:r>
              <a:rPr lang="zh-CN" altLang="en-US" sz="1600" b="0" i="0">
                <a:solidFill>
                  <a:srgbClr val="24292E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</a:rPr>
              <a:t>对收集到的总共</a:t>
            </a:r>
            <a:r>
              <a:rPr lang="en-US" altLang="zh-CN" sz="1600" b="0" i="0">
                <a:solidFill>
                  <a:srgbClr val="24292E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</a:rPr>
              <a:t> 5,158,101 </a:t>
            </a:r>
            <a:r>
              <a:rPr lang="zh-CN" altLang="en-US" sz="1600" b="0" i="0">
                <a:solidFill>
                  <a:srgbClr val="24292E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</a:rPr>
              <a:t>个合约进行了分析。最终，</a:t>
            </a:r>
            <a:r>
              <a:rPr lang="en-US" altLang="zh-CN" sz="1600" b="0" i="0">
                <a:solidFill>
                  <a:srgbClr val="24292E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</a:rPr>
              <a:t>AVVerifier </a:t>
            </a:r>
            <a:r>
              <a:rPr lang="zh-CN" altLang="en-US" sz="1600" b="0" i="0">
                <a:solidFill>
                  <a:srgbClr val="24292E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</a:rPr>
              <a:t>标记了其中的</a:t>
            </a:r>
            <a:r>
              <a:rPr lang="en-US" altLang="zh-CN" sz="1600" b="0" i="0">
                <a:solidFill>
                  <a:srgbClr val="24292E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</a:rPr>
              <a:t> 812 </a:t>
            </a:r>
            <a:r>
              <a:rPr lang="zh-CN" altLang="en-US" sz="1600" b="0" i="0">
                <a:solidFill>
                  <a:srgbClr val="24292E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</a:rPr>
              <a:t>个合约存在漏洞。为了评估</a:t>
            </a:r>
            <a:r>
              <a:rPr lang="en-US" altLang="zh-CN" sz="1600" b="0" i="0">
                <a:solidFill>
                  <a:srgbClr val="24292E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</a:rPr>
              <a:t> AVVerifier </a:t>
            </a:r>
            <a:r>
              <a:rPr lang="zh-CN" altLang="en-US" sz="1600" b="0" i="0">
                <a:solidFill>
                  <a:srgbClr val="24292E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</a:rPr>
              <a:t>的有效性，我们再次将</a:t>
            </a:r>
            <a:r>
              <a:rPr lang="en-US" altLang="zh-CN" sz="1600" b="0" i="0">
                <a:solidFill>
                  <a:srgbClr val="24292E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</a:rPr>
              <a:t> Mythril</a:t>
            </a:r>
            <a:r>
              <a:rPr lang="zh-CN" altLang="en-US" sz="1600" b="0" i="0">
                <a:solidFill>
                  <a:srgbClr val="24292E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</a:rPr>
              <a:t>、</a:t>
            </a:r>
            <a:r>
              <a:rPr lang="en-US" altLang="zh-CN" sz="1600" b="0" i="0">
                <a:solidFill>
                  <a:srgbClr val="24292E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</a:rPr>
              <a:t>Ethainter</a:t>
            </a:r>
            <a:r>
              <a:rPr lang="zh-CN" altLang="en-US" sz="1600" b="0" i="0">
                <a:solidFill>
                  <a:srgbClr val="24292E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</a:rPr>
              <a:t>、</a:t>
            </a:r>
            <a:r>
              <a:rPr lang="en-US" altLang="zh-CN" sz="1600" b="0" i="0">
                <a:solidFill>
                  <a:srgbClr val="24292E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</a:rPr>
              <a:t>Jackal </a:t>
            </a:r>
            <a:r>
              <a:rPr lang="zh-CN" altLang="en-US" sz="1600" b="0" i="0">
                <a:solidFill>
                  <a:srgbClr val="24292E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</a:rPr>
              <a:t>和</a:t>
            </a:r>
            <a:r>
              <a:rPr lang="en-US" altLang="zh-CN" sz="1600" b="0" i="0">
                <a:solidFill>
                  <a:srgbClr val="24292E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</a:rPr>
              <a:t> ETHBMC </a:t>
            </a:r>
            <a:r>
              <a:rPr lang="zh-CN" altLang="en-US" sz="1600" b="0" i="0">
                <a:solidFill>
                  <a:srgbClr val="24292E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</a:rPr>
              <a:t>作为基准工具。</a:t>
            </a:r>
            <a:endParaRPr lang="zh-CN" altLang="en-US" sz="1600" b="0" i="0">
              <a:solidFill>
                <a:srgbClr val="24292E"/>
              </a:solidFill>
              <a:uFillTx/>
              <a:latin typeface="Times New Roman" panose="02020603050405020304" pitchFamily="18" charset="0"/>
              <a:ea typeface="仿宋" panose="02010609060101010101" pitchFamily="49" charset="-122"/>
            </a:endParaRPr>
          </a:p>
          <a:p>
            <a:pPr marL="0" indent="0">
              <a:lnSpc>
                <a:spcPct val="150000"/>
              </a:lnSpc>
            </a:pPr>
            <a:r>
              <a:rPr lang="zh-CN" altLang="en-US" sz="1600" b="0" i="0">
                <a:solidFill>
                  <a:srgbClr val="24292E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</a:rPr>
              <a:t> </a:t>
            </a:r>
            <a:r>
              <a:rPr lang="en-US" altLang="zh-CN" sz="1600" b="0" i="0">
                <a:solidFill>
                  <a:srgbClr val="24292E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</a:rPr>
              <a:t>       </a:t>
            </a:r>
            <a:r>
              <a:rPr lang="zh-CN" altLang="en-US" sz="1600" b="0" i="0">
                <a:solidFill>
                  <a:srgbClr val="24292E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</a:rPr>
              <a:t>然而，由于字节码的不可读性，为了更有效地比较，我们尝试从</a:t>
            </a:r>
            <a:r>
              <a:rPr lang="en-US" altLang="zh-CN" sz="1600" b="0" i="0">
                <a:solidFill>
                  <a:srgbClr val="24292E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</a:rPr>
              <a:t> Etherscan </a:t>
            </a:r>
            <a:r>
              <a:rPr lang="zh-CN" altLang="en-US" sz="1600" b="0" i="0">
                <a:solidFill>
                  <a:srgbClr val="24292E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</a:rPr>
              <a:t>获取它们的源代码。最终，我们成功收集到其中</a:t>
            </a:r>
            <a:r>
              <a:rPr lang="en-US" altLang="zh-CN" sz="1600" b="1" i="0">
                <a:solidFill>
                  <a:schemeClr val="tx2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</a:rPr>
              <a:t> 369 </a:t>
            </a:r>
            <a:r>
              <a:rPr lang="zh-CN" altLang="en-US" sz="1600" b="1" i="0">
                <a:solidFill>
                  <a:schemeClr val="tx2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</a:rPr>
              <a:t>个合约</a:t>
            </a:r>
            <a:r>
              <a:rPr lang="zh-CN" altLang="en-US" sz="1600" b="0" i="0">
                <a:solidFill>
                  <a:srgbClr val="24292E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</a:rPr>
              <a:t>的源代码。这五种工具在这</a:t>
            </a:r>
            <a:r>
              <a:rPr lang="en-US" altLang="zh-CN" sz="1600" b="0" i="0">
                <a:solidFill>
                  <a:srgbClr val="24292E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</a:rPr>
              <a:t> 369 </a:t>
            </a:r>
            <a:r>
              <a:rPr lang="zh-CN" altLang="en-US" sz="1600" b="0" i="0">
                <a:solidFill>
                  <a:srgbClr val="24292E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</a:rPr>
              <a:t>个开源合约上的最终扫描结果如表</a:t>
            </a:r>
            <a:r>
              <a:rPr lang="en-US" altLang="zh-CN" sz="1600" b="0" i="0">
                <a:solidFill>
                  <a:srgbClr val="24292E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</a:rPr>
              <a:t> 2 </a:t>
            </a:r>
            <a:r>
              <a:rPr lang="zh-CN" altLang="en-US" sz="1600" b="0" i="0">
                <a:solidFill>
                  <a:srgbClr val="24292E"/>
                </a:solidFill>
                <a:uFillTx/>
                <a:latin typeface="Times New Roman" panose="02020603050405020304" pitchFamily="18" charset="0"/>
                <a:ea typeface="仿宋" panose="02010609060101010101" pitchFamily="49" charset="-122"/>
              </a:rPr>
              <a:t>所示。</a:t>
            </a:r>
            <a:endParaRPr lang="zh-CN" altLang="en-US" sz="1600" b="0" i="0">
              <a:solidFill>
                <a:srgbClr val="24292E"/>
              </a:solidFill>
              <a:uFillTx/>
              <a:latin typeface="Times New Roman" panose="02020603050405020304" pitchFamily="18" charset="0"/>
              <a:ea typeface="仿宋" panose="02010609060101010101" pitchFamily="49" charset="-122"/>
            </a:endParaRPr>
          </a:p>
        </p:txBody>
      </p:sp>
      <p:pic>
        <p:nvPicPr>
          <p:cNvPr id="3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3182620" y="1539240"/>
            <a:ext cx="5826760" cy="313563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251423" y="207469"/>
            <a:ext cx="572706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实验二</a:t>
            </a:r>
            <a:r>
              <a:rPr lang="en-US" altLang="zh-CN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 - </a:t>
            </a:r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真实合约漏洞的特征分析</a:t>
            </a:r>
            <a:endParaRPr lang="zh-CN" altLang="en-US" sz="2800" b="1" dirty="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3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539750" y="1545590"/>
            <a:ext cx="5397500" cy="4378325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>
          <a:blip r:embed="rId2"/>
          <a:stretch>
            <a:fillRect/>
          </a:stretch>
        </p:blipFill>
        <p:spPr>
          <a:xfrm>
            <a:off x="6548120" y="1545590"/>
            <a:ext cx="3969385" cy="2120265"/>
          </a:xfrm>
          <a:prstGeom prst="rect">
            <a:avLst/>
          </a:prstGeom>
        </p:spPr>
      </p:pic>
      <p:pic>
        <p:nvPicPr>
          <p:cNvPr id="7" name="图片 6"/>
          <p:cNvPicPr/>
          <p:nvPr/>
        </p:nvPicPr>
        <p:blipFill>
          <a:blip r:embed="rId3"/>
          <a:stretch>
            <a:fillRect/>
          </a:stretch>
        </p:blipFill>
        <p:spPr>
          <a:xfrm>
            <a:off x="6548120" y="3880485"/>
            <a:ext cx="3970020" cy="204279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251423" y="207469"/>
            <a:ext cx="322453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实验三</a:t>
            </a:r>
            <a:r>
              <a:rPr lang="en-US" altLang="zh-CN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 - </a:t>
            </a:r>
            <a:r>
              <a:rPr lang="zh-CN" altLang="en-US" sz="2800" b="1" dirty="0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实时检测</a:t>
            </a:r>
            <a:endParaRPr lang="zh-CN" altLang="en-US" sz="2800" b="1" dirty="0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2918460" y="1553845"/>
            <a:ext cx="6354445" cy="326072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>
          <a:xfrm>
            <a:off x="4658250" y="2993692"/>
            <a:ext cx="6374027" cy="870616"/>
          </a:xfrm>
        </p:spPr>
        <p:txBody>
          <a:bodyPr vert="horz" lIns="91440" tIns="45720" rIns="91440" bIns="45720" rtlCol="0">
            <a:normAutofit/>
          </a:bodyPr>
          <a:lstStyle/>
          <a:p>
            <a:pPr lvl="0" algn="ctr">
              <a:buClrTx/>
              <a:buSzTx/>
            </a:pPr>
            <a:r>
              <a:rPr lang="en-US" altLang="zh-CN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4. </a:t>
            </a:r>
            <a:r>
              <a:rPr lang="en-US" altLang="zh-CN" b="1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总结讨论</a:t>
            </a:r>
            <a:endParaRPr lang="en-US" altLang="zh-CN" b="1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0" y="2416065"/>
            <a:ext cx="12192000" cy="2609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102758" y="2845571"/>
            <a:ext cx="3986483" cy="1482725"/>
            <a:chOff x="2682875" y="2071687"/>
            <a:chExt cx="3986483" cy="1482725"/>
          </a:xfrm>
        </p:grpSpPr>
        <p:sp>
          <p:nvSpPr>
            <p:cNvPr id="3" name="TextBox 1"/>
            <p:cNvSpPr txBox="1">
              <a:spLocks noChangeArrowheads="1"/>
            </p:cNvSpPr>
            <p:nvPr/>
          </p:nvSpPr>
          <p:spPr bwMode="auto">
            <a:xfrm>
              <a:off x="2682875" y="2311106"/>
              <a:ext cx="3525324" cy="1015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6000" b="1" i="0" u="none" strike="noStrike" kern="1200" cap="none" spc="0" normalizeH="0" baseline="0" noProof="0" dirty="0">
                  <a:ln>
                    <a:noFill/>
                  </a:ln>
                  <a:solidFill>
                    <a:srgbClr val="8F000B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THANKS</a:t>
              </a:r>
              <a:endPara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srgbClr val="8F000B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4" name="空心弧 3"/>
            <p:cNvSpPr/>
            <p:nvPr/>
          </p:nvSpPr>
          <p:spPr bwMode="auto">
            <a:xfrm rot="7086271">
              <a:off x="5186633" y="2071687"/>
              <a:ext cx="1482725" cy="1482725"/>
            </a:xfrm>
            <a:prstGeom prst="blockArc">
              <a:avLst>
                <a:gd name="adj1" fmla="val 5502533"/>
                <a:gd name="adj2" fmla="val 1980318"/>
                <a:gd name="adj3" fmla="val 1053"/>
              </a:avLst>
            </a:prstGeom>
            <a:solidFill>
              <a:srgbClr val="C00000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4" name="等腰三角形 13"/>
          <p:cNvSpPr/>
          <p:nvPr/>
        </p:nvSpPr>
        <p:spPr>
          <a:xfrm flipV="1">
            <a:off x="5916353" y="4014699"/>
            <a:ext cx="359294" cy="206608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tags/tag1.xml><?xml version="1.0" encoding="utf-8"?>
<p:tagLst xmlns:p="http://schemas.openxmlformats.org/presentationml/2006/main">
  <p:tag name="PA" val="v5.2.4"/>
</p:tagLst>
</file>

<file path=ppt/tags/tag2.xml><?xml version="1.0" encoding="utf-8"?>
<p:tagLst xmlns:p="http://schemas.openxmlformats.org/presentationml/2006/main">
  <p:tag name="ISLIDE.VECTOR" val="676fecc8-5938-4c2a-98aa-ea8df123951c"/>
</p:tagLst>
</file>

<file path=ppt/tags/tag3.xml><?xml version="1.0" encoding="utf-8"?>
<p:tagLst xmlns:p="http://schemas.openxmlformats.org/presentationml/2006/main">
  <p:tag name="ISLIDE.VECTOR" val="676fecc8-5938-4c2a-98aa-ea8df123951c"/>
</p:tagLst>
</file>

<file path=ppt/tags/tag4.xml><?xml version="1.0" encoding="utf-8"?>
<p:tagLst xmlns:p="http://schemas.openxmlformats.org/presentationml/2006/main">
  <p:tag name="TABLE_ENDDRAG_ORIGIN_RECT" val="491*90"/>
  <p:tag name="TABLE_ENDDRAG_RECT" val="125*416*491*90"/>
</p:tagLst>
</file>

<file path=ppt/tags/tag5.xml><?xml version="1.0" encoding="utf-8"?>
<p:tagLst xmlns:p="http://schemas.openxmlformats.org/presentationml/2006/main">
  <p:tag name="KSO_WM_DIAGRAM_VIRTUALLY_FRAME" val="{&quot;height&quot;:292.5126771653543,&quot;left&quot;:304.15,&quot;top&quot;:135.17141732283466,&quot;width&quot;:362.7}"/>
</p:tagLst>
</file>

<file path=ppt/tags/tag6.xml><?xml version="1.0" encoding="utf-8"?>
<p:tagLst xmlns:p="http://schemas.openxmlformats.org/presentationml/2006/main">
  <p:tag name="KSO_WM_DIAGRAM_VIRTUALLY_FRAME" val="{&quot;height&quot;:292.5126771653543,&quot;left&quot;:304.15,&quot;top&quot;:135.17141732283466,&quot;width&quot;:362.7}"/>
</p:tagLst>
</file>

<file path=ppt/tags/tag7.xml><?xml version="1.0" encoding="utf-8"?>
<p:tagLst xmlns:p="http://schemas.openxmlformats.org/presentationml/2006/main">
  <p:tag name="KSO_WM_DIAGRAM_VIRTUALLY_FRAME" val="{&quot;height&quot;:292.5126771653543,&quot;left&quot;:304.15,&quot;top&quot;:135.17141732283466,&quot;width&quot;:362.7}"/>
</p:tagLst>
</file>

<file path=ppt/tags/tag8.xml><?xml version="1.0" encoding="utf-8"?>
<p:tagLst xmlns:p="http://schemas.openxmlformats.org/presentationml/2006/main">
  <p:tag name="KSO_WM_DIAGRAM_VIRTUALLY_FRAME" val="{&quot;height&quot;:292.5126771653543,&quot;left&quot;:304.15,&quot;top&quot;:135.17141732283466,&quot;width&quot;:362.7}"/>
</p:tagLst>
</file>

<file path=ppt/tags/tag9.xml><?xml version="1.0" encoding="utf-8"?>
<p:tagLst xmlns:p="http://schemas.openxmlformats.org/presentationml/2006/main">
  <p:tag name="KSO_WM_DIAGRAM_VIRTUALLY_FRAME" val="{&quot;height&quot;:292.5126771653543,&quot;left&quot;:304.15,&quot;top&quot;:135.17141732283466,&quot;width&quot;:362.7}"/>
</p:tagLst>
</file>

<file path=ppt/tags/tag10.xml><?xml version="1.0" encoding="utf-8"?>
<p:tagLst xmlns:p="http://schemas.openxmlformats.org/presentationml/2006/main">
  <p:tag name="KSO_WM_DIAGRAM_VIRTUALLY_FRAME" val="{&quot;height&quot;:292.5126771653543,&quot;left&quot;:304.15,&quot;top&quot;:135.17141732283466,&quot;width&quot;:362.7}"/>
</p:tagLst>
</file>

<file path=ppt/tags/tag11.xml><?xml version="1.0" encoding="utf-8"?>
<p:tagLst xmlns:p="http://schemas.openxmlformats.org/presentationml/2006/main">
  <p:tag name="KSO_WM_DIAGRAM_VIRTUALLY_FRAME" val="{&quot;height&quot;:292.5126771653543,&quot;left&quot;:304.15,&quot;top&quot;:135.17141732283466,&quot;width&quot;:362.7}"/>
</p:tagLst>
</file>

<file path=ppt/tags/tag12.xml><?xml version="1.0" encoding="utf-8"?>
<p:tagLst xmlns:p="http://schemas.openxmlformats.org/presentationml/2006/main">
  <p:tag name="KSO_WM_DIAGRAM_VIRTUALLY_FRAME" val="{&quot;height&quot;:292.5126771653543,&quot;left&quot;:304.15,&quot;top&quot;:135.17141732283466,&quot;width&quot;:362.7}"/>
</p:tagLst>
</file>

<file path=ppt/tags/tag13.xml><?xml version="1.0" encoding="utf-8"?>
<p:tagLst xmlns:p="http://schemas.openxmlformats.org/presentationml/2006/main">
  <p:tag name="KSO_WM_DIAGRAM_VIRTUALLY_FRAME" val="{&quot;height&quot;:292.5126771653543,&quot;left&quot;:304.15,&quot;top&quot;:135.17141732283466,&quot;width&quot;:362.7}"/>
</p:tagLst>
</file>

<file path=ppt/tags/tag14.xml><?xml version="1.0" encoding="utf-8"?>
<p:tagLst xmlns:p="http://schemas.openxmlformats.org/presentationml/2006/main">
  <p:tag name="KSO_WM_DIAGRAM_VIRTUALLY_FRAME" val="{&quot;height&quot;:292.5126771653543,&quot;left&quot;:304.15,&quot;top&quot;:135.17141732283466,&quot;width&quot;:362.7}"/>
</p:tagLst>
</file>

<file path=ppt/tags/tag15.xml><?xml version="1.0" encoding="utf-8"?>
<p:tagLst xmlns:p="http://schemas.openxmlformats.org/presentationml/2006/main">
  <p:tag name="KSO_WM_DIAGRAM_VIRTUALLY_FRAME" val="{&quot;height&quot;:292.5126771653543,&quot;left&quot;:304.15,&quot;top&quot;:135.17141732283466,&quot;width&quot;:362.7}"/>
</p:tagLst>
</file>

<file path=ppt/tags/tag16.xml><?xml version="1.0" encoding="utf-8"?>
<p:tagLst xmlns:p="http://schemas.openxmlformats.org/presentationml/2006/main">
  <p:tag name="KSO_WM_DIAGRAM_VIRTUALLY_FRAME" val="{&quot;height&quot;:292.5126771653543,&quot;left&quot;:304.15,&quot;top&quot;:135.17141732283466,&quot;width&quot;:362.7}"/>
</p:tagLst>
</file>

<file path=ppt/tags/tag17.xml><?xml version="1.0" encoding="utf-8"?>
<p:tagLst xmlns:p="http://schemas.openxmlformats.org/presentationml/2006/main">
  <p:tag name="KSO_WM_DIAGRAM_VIRTUALLY_FRAME" val="{&quot;height&quot;:292.5126771653543,&quot;left&quot;:304.15,&quot;top&quot;:135.17141732283466,&quot;width&quot;:362.7}"/>
</p:tagLst>
</file>

<file path=ppt/tags/tag18.xml><?xml version="1.0" encoding="utf-8"?>
<p:tagLst xmlns:p="http://schemas.openxmlformats.org/presentationml/2006/main">
  <p:tag name="TABLE_ENDDRAG_ORIGIN_RECT" val="731*186"/>
  <p:tag name="TABLE_ENDDRAG_RECT" val="26*103*731*186"/>
</p:tagLst>
</file>

<file path=ppt/tags/tag19.xml><?xml version="1.0" encoding="utf-8"?>
<p:tagLst xmlns:p="http://schemas.openxmlformats.org/presentationml/2006/main">
  <p:tag name="KSO_WPP_MARK_KEY" val="a7434036-44ef-426b-92c2-efc6cff37563"/>
  <p:tag name="RESOURCE_RECORD_KEY" val="{&quot;29&quot;:[50000076]}"/>
  <p:tag name="COMMONDATA" val="eyJoZGlkIjoiOTczMjNhMjYzNTFkZDQ4YzQzMGMxNWI1MjM0YjA5YjEifQ=="/>
  <p:tag name="commondata" val="eyJoZGlkIjoiZTZkNWJjMzAzOWI0ZWI4YWE0OWNmMzkyOGEzMTc1MjMifQ=="/>
  <p:tag name="resource_record_key" val="{&quot;29&quot;:[50000076,50000162]}"/>
</p:tagLst>
</file>

<file path=ppt/theme/theme1.xml><?xml version="1.0" encoding="utf-8"?>
<a:theme xmlns:a="http://schemas.openxmlformats.org/drawingml/2006/main" name="1_Office 主题​​">
  <a:themeElements>
    <a:clrScheme name="自定义 2">
      <a:dk1>
        <a:sysClr val="windowText" lastClr="000000"/>
      </a:dk1>
      <a:lt1>
        <a:sysClr val="window" lastClr="FFFFFF"/>
      </a:lt1>
      <a:dk2>
        <a:srgbClr val="C00000"/>
      </a:dk2>
      <a:lt2>
        <a:srgbClr val="E7E6E6"/>
      </a:lt2>
      <a:accent1>
        <a:srgbClr val="3399F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1F3864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wrap="square">
        <a:spAutoFit/>
      </a:bodyPr>
      <a:lstStyle>
        <a:defPPr defTabSz="266700">
          <a:defRPr lang="zh-CN" altLang="en-US" sz="2000" b="1">
            <a:solidFill>
              <a:srgbClr val="FF0000"/>
            </a:solidFill>
            <a:latin typeface="Times New Roman" panose="02020603050405020304"/>
            <a:ea typeface="仿宋" panose="02010609060101010101" pitchFamily="49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北京大学">
      <a:dk1>
        <a:srgbClr val="333333"/>
      </a:dk1>
      <a:lt1>
        <a:srgbClr val="FFFFFF"/>
      </a:lt1>
      <a:dk2>
        <a:srgbClr val="538135"/>
      </a:dk2>
      <a:lt2>
        <a:srgbClr val="538135"/>
      </a:lt2>
      <a:accent1>
        <a:srgbClr val="8F000B"/>
      </a:accent1>
      <a:accent2>
        <a:srgbClr val="700005"/>
      </a:accent2>
      <a:accent3>
        <a:srgbClr val="AC0000"/>
      </a:accent3>
      <a:accent4>
        <a:srgbClr val="538135"/>
      </a:accent4>
      <a:accent5>
        <a:srgbClr val="538135"/>
      </a:accent5>
      <a:accent6>
        <a:srgbClr val="538135"/>
      </a:accent6>
      <a:hlink>
        <a:srgbClr val="538135"/>
      </a:hlink>
      <a:folHlink>
        <a:srgbClr val="538135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2923</Words>
  <Application>WPS 演示</Application>
  <PresentationFormat>宽屏</PresentationFormat>
  <Paragraphs>179</Paragraphs>
  <Slides>24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24</vt:i4>
      </vt:variant>
    </vt:vector>
  </HeadingPairs>
  <TitlesOfParts>
    <vt:vector size="48" baseType="lpstr">
      <vt:lpstr>Arial</vt:lpstr>
      <vt:lpstr>宋体</vt:lpstr>
      <vt:lpstr>Wingdings</vt:lpstr>
      <vt:lpstr>Times New Roman</vt:lpstr>
      <vt:lpstr>仿宋</vt:lpstr>
      <vt:lpstr>思源黑体 CN Normal</vt:lpstr>
      <vt:lpstr>黑体</vt:lpstr>
      <vt:lpstr>书体坊安景臣钢笔行书</vt:lpstr>
      <vt:lpstr>思源宋体 CN Heavy</vt:lpstr>
      <vt:lpstr>Alibaba Sans Medium</vt:lpstr>
      <vt:lpstr>微软雅黑</vt:lpstr>
      <vt:lpstr>华文细黑</vt:lpstr>
      <vt:lpstr>等线</vt:lpstr>
      <vt:lpstr>Times New Roman</vt:lpstr>
      <vt:lpstr>Arial Unicode MS</vt:lpstr>
      <vt:lpstr>等线 Light</vt:lpstr>
      <vt:lpstr>Calibri</vt:lpstr>
      <vt:lpstr>Calibri</vt:lpstr>
      <vt:lpstr>Segoe Print</vt:lpstr>
      <vt:lpstr>Raleway</vt:lpstr>
      <vt:lpstr>katex_main</vt:lpstr>
      <vt:lpstr>Arial</vt:lpstr>
      <vt:lpstr>1_Office 主题​​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DIFFERENCE·</dc:creator>
  <cp:lastModifiedBy>流竹筠雅</cp:lastModifiedBy>
  <cp:revision>1055</cp:revision>
  <dcterms:created xsi:type="dcterms:W3CDTF">2021-10-18T04:47:00Z</dcterms:created>
  <dcterms:modified xsi:type="dcterms:W3CDTF">2025-04-03T05:24:36Z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B101C88D2D834E5ABD5530B8F75DD235</vt:lpwstr>
  </property>
  <property fmtid="{D5CDD505-2E9C-101B-9397-08002B2CF9AE}" pid="3" name="KSOProductBuildVer">
    <vt:lpwstr>2052-12.1.0.20305</vt:lpwstr>
  </property>
</Properties>
</file>